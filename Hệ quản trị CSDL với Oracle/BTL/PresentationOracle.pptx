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handoutMasterIdLst>
    <p:handoutMasterId r:id="rId27"/>
  </p:handoutMasterIdLst>
  <p:sldIdLst>
    <p:sldId id="324" r:id="rId3"/>
    <p:sldId id="420" r:id="rId4"/>
    <p:sldId id="325" r:id="rId5"/>
    <p:sldId id="295" r:id="rId6"/>
    <p:sldId id="333" r:id="rId7"/>
    <p:sldId id="397" r:id="rId8"/>
    <p:sldId id="421" r:id="rId9"/>
    <p:sldId id="440" r:id="rId10"/>
    <p:sldId id="445" r:id="rId11"/>
    <p:sldId id="449" r:id="rId12"/>
    <p:sldId id="450" r:id="rId13"/>
    <p:sldId id="451" r:id="rId14"/>
    <p:sldId id="452" r:id="rId15"/>
    <p:sldId id="438" r:id="rId16"/>
    <p:sldId id="423" r:id="rId17"/>
    <p:sldId id="446" r:id="rId18"/>
    <p:sldId id="447" r:id="rId19"/>
    <p:sldId id="448" r:id="rId20"/>
    <p:sldId id="441" r:id="rId21"/>
    <p:sldId id="442" r:id="rId22"/>
    <p:sldId id="443" r:id="rId23"/>
    <p:sldId id="444" r:id="rId24"/>
    <p:sldId id="362" r:id="rId25"/>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66" userDrawn="1">
          <p15:clr>
            <a:srgbClr val="A4A3A4"/>
          </p15:clr>
        </p15:guide>
        <p15:guide id="3" orient="horz" pos="23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546A"/>
    <a:srgbClr val="231D19"/>
    <a:srgbClr val="C09B6E"/>
    <a:srgbClr val="8A6C50"/>
    <a:srgbClr val="D28767"/>
    <a:srgbClr val="000000"/>
    <a:srgbClr val="01B89A"/>
    <a:srgbClr val="007459"/>
    <a:srgbClr val="C7D3CD"/>
    <a:srgbClr val="7D72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39" autoAdjust="0"/>
    <p:restoredTop sz="94660"/>
  </p:normalViewPr>
  <p:slideViewPr>
    <p:cSldViewPr snapToGrid="0" showGuides="1">
      <p:cViewPr>
        <p:scale>
          <a:sx n="50" d="100"/>
          <a:sy n="50" d="100"/>
        </p:scale>
        <p:origin x="2772" y="1302"/>
      </p:cViewPr>
      <p:guideLst>
        <p:guide pos="3866"/>
        <p:guide orient="horz" pos="232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gs" Target="tags/tag5.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IBM Plex Sans" panose="020B0503050203000203" charset="0"/>
              <a:ea typeface="IBM Plex Sans" panose="020B0503050203000203" charset="0"/>
              <a:cs typeface="IBM Plex Sans" panose="020B0503050203000203"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IBM Plex Sans" panose="020B0503050203000203" charset="0"/>
                <a:ea typeface="IBM Plex Sans" panose="020B0503050203000203" charset="0"/>
                <a:cs typeface="IBM Plex Sans" panose="020B0503050203000203" charset="0"/>
              </a:rPr>
            </a:fld>
            <a:endParaRPr lang="zh-CN" altLang="en-US">
              <a:latin typeface="IBM Plex Sans" panose="020B0503050203000203" charset="0"/>
              <a:ea typeface="IBM Plex Sans" panose="020B0503050203000203" charset="0"/>
              <a:cs typeface="IBM Plex Sans" panose="020B0503050203000203"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IBM Plex Sans" panose="020B0503050203000203" charset="0"/>
              <a:ea typeface="IBM Plex Sans" panose="020B0503050203000203" charset="0"/>
              <a:cs typeface="IBM Plex Sans" panose="020B0503050203000203"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IBM Plex Sans" panose="020B0503050203000203" charset="0"/>
                <a:ea typeface="IBM Plex Sans" panose="020B0503050203000203" charset="0"/>
                <a:cs typeface="IBM Plex Sans" panose="020B0503050203000203" charset="0"/>
              </a:rPr>
            </a:fld>
            <a:endParaRPr lang="zh-CN" altLang="en-US">
              <a:latin typeface="IBM Plex Sans" panose="020B0503050203000203" charset="0"/>
              <a:ea typeface="IBM Plex Sans" panose="020B0503050203000203" charset="0"/>
              <a:cs typeface="IBM Plex Sans" panose="020B0503050203000203" charset="0"/>
            </a:endParaRPr>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39:13"/>
    </inkml:context>
    <inkml:brush xml:id="br0">
      <inkml:brushProperty name="width" value="0.37042" units="cm"/>
      <inkml:brushProperty name="height" value="0.37042" units="cm"/>
      <inkml:brushProperty name="color" value="#44546a"/>
      <inkml:brushProperty name="fitToCurve" value="1"/>
    </inkml:brush>
  </inkml:definitions>
  <inkml:trace contextRef="#ctx0" brushRef="#br0">22.000 4283.000 68,'-13.000'-3.000'27,"-2.000"3.000"-22,15.000 0.000 17,-5.000 0.000-2,5.000 0.000 0,-4.000 0.000-7,-2.000 0.000-4,6.000 0.000 3,-3.000 0.000 2,3.000 0.000-2,0.000 0.000 7,0.000 0.000-3,0.000 0.000 2,0.000 0.000 0,0.000 0.000 1,0.000 0.000 6,0.000 0.000-5,0.000 0.000-3,0.000 0.000 1,0.000 0.000-1,0.000 0.000 11,0.000 0.000-7,0.000 0.000-3,0.000 0.000 13,0.000 0.000-19,0.000 0.000 12,0.000 0.000 1,0.000 0.000-9,9.000 0.000 7,-5.000 0.000-8,5.000 0.000-2,15.000 0.000 8,-4.000 0.000-8,9.000 0.000 16,9.000 0.000-4,-14.000 0.000-12,-11.000 0.000 6,12.000 0.000-10,-16.000 0.000 7,14.000 0.000 7,2.000 0.000-23,-1.000 0.000 11,-6.000 0.000 5,11.000 0.000-12,-8.000 0.000 5,-9.000 0.000-1,17.000 0.000-1,-1.000 0.000 17,6.000 0.000-22,0.000-5.000 6,-6.000-3.000 4,6.000-1.000-8,10.000-4.000 10,-3.000 2.000-9,-2.000-1.000 1,5.000 2.000 12,2.000-5.000-12,32.000-5.000-4,25.000-15.000 14,84.000-26.000-10,101.000-33.000 9,108.000-26.000 12,128.000-30.000-27,106.000-23.000 0,163.000-20.000 0,143.000-25.000 0,172.000-29.000 0,180.000-25.000 0,159.000-11.000 0,147.000-27.000 0,190.000-25.000 0,179.000-17.000 0,172.000-23.000-90,165.000 18.000-150,96.000 30.000-126,25.000 52.000 142</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42:16"/>
    </inkml:context>
    <inkml:brush xml:id="br0">
      <inkml:brushProperty name="width" value="0.21167" units="cm"/>
      <inkml:brushProperty name="height" value="0.21167" units="cm"/>
      <inkml:brushProperty name="color" value="#44546a"/>
      <inkml:brushProperty name="fitToCurve" value="1"/>
    </inkml:brush>
  </inkml:definitions>
  <inkml:trace contextRef="#ctx0" brushRef="#br0">2519.000 1091.000 112,'-5.000'0.000'6,"-6.000"0.000"1,11.000 0.000 15,0.000 0.000 2,0.000 0.000-13,0.000 0.000-5,0.000 0.000-1,0.000 0.000 5,0.000-9.000-1,0.000 1.000 0,0.000 2.000 1,0.000 0.000-3,0.000 0.000 4,0.000-2.000-3,4.000-1.000-3,3.000-3.000 1,-4.000 1.000-1,5.000-3.000-5,6.000-9.000 3,-8.000 5.000-3,16.000-5.000 5,-8.000 4.000-5,2.000-5.000 2,2.000-1.000 3,-3.000-7.000-3,18.000-1.000 3,-8.000 2.000 1,-3.000 3.000-5,-2.000 5.000 4,2.000 2.000-3,-6.000 4.000 0,4.000-3.000 4,-2.000-3.000-5,5.000-4.000 4,-4.000 5.000 0,6.000-1.000-3,-3.000 6.000 2,9.000-4.000-3,-4.000-1.000 0,-1.000-3.000 7,6.000 0.000-3,-4.000 0.000-4,6.000 8.000 4,-7.000 0.000-3,6.000-3.000 5,-8.000-4.000-3,8.000-1.000-2,0.000-2.000 7,6.000-2.000-6,2.000 4.000 3,4.000-2.000 2,1.000 2.000-8,-5.000 5.000 5,1.000-3.000-3,3.000 6.000 1,-1.000 1.000 4,0.000-3.000-5,-3.000 5.000 2,-5.000-3.000 1,-8.000 2.000-4,8.000 9.000 5,-11.000-4.000 0,4.000 0.000-5,0.000 1.000 4,-7.000 4.000 2,0.000 3.000-6,0.000-1.000 0,-6.000 0.000-1,7.000 0.000 4,-1.000 1.000 2,7.000 2.000-5,-3.000-4.000 8,-4.000 4.000-5,1.000 0.000-2,-1.000 0.000 5,-4.000 0.000-4,2.000 0.000 4,0.000 0.000-7,2.000 0.000 5,3.000 0.000 4,8.000 0.000-6,-6.000 4.000-3,4.000 1.000 6,-4.000 6.000-5,-1.000-2.000 4,3.000 3.000-3,-4.000-2.000 1,-3.000-4.000 5,4.000 3.000-7,0.000 3.000 7,-14.000-7.000 0,7.000 5.000-6,1.000-2.000 3,-7.000-2.000-2,-2.000 2.000 1,7.000 3.000 2,-8.000-5.000-4,-2.000 2.000 3,6.000 4.000-4,-8.000-5.000 5,0.000 4.000-3,6.000 1.000 0,-5.000-1.000-3,4.000 3.000 6,-5.000 0.000-6,-1.000-2.000 1,6.000-1.000-1,-5.000 1.000 4,-4.000-1.000-1,1.000 1.000-3,4.000-1.000 0,0.000 3.000 0,-4.000 1.000 0,0.000 3.000 0,4.000 1.000 4,-4.000-1.000-1,0.000-4.000-3,-3.000 4.000 0,0.000-4.000 0,0.000-2.000 0,0.000 4.000 0,0.000 5.000 2,0.000-1.000-2,0.000 4.000 2,0.000 1.000 1,0.000-2.000-3,0.000 3.000 0,0.000-3.000 2,0.000-4.000 1,-3.000 2.000-2,0.000-1.000-2,3.000-6.000 2,-10.000 0.000 0,10.000 4.000-1,-6.000-2.000 0,-5.000-1.000 2,8.000-2.000-2,3.000-8.000 2,0.000 1.000-4,-2.000-4.000 4,2.000-2.000 1,0.000 0.000-3,0.000 3.000 0,0.000-3.000 2,-4.000 0.000-2,4.000 0.000 0,0.000 0.000 0,0.000 0.000 2,0.000 0.000 0,0.000 0.000 0,0.000 0.000-2,0.000 0.000 1,0.000 0.000 1,0.000 0.000 2,0.000 0.000-1,0.000 0.000-3,0.000 0.000 11,0.000 0.000-11,0.000 0.000 4,0.000 0.000 1,0.000 0.000-5,0.000 0.000 0,0.000 0.000 0,0.000 0.000 4,0.000 0.000 0,0.000 0.000-4,0.000 3.000 0,0.000-3.000 0,0.000 0.000 0,0.000 0.000 0,9.000 0.000 2,18.000 0.000 5,-5.000 0.000 6,3.000 0.000-13,1.000 0.000 2,12.000 0.000 5,20.000-3.000-5,9.000-12.000 19,7.000 1.000-12,-4.000-1.000-1,4.000 3.000 1,6.000-3.000-9,-11.000 3.000 6,-5.000 3.000 0,-3.000 3.000-2,-7.000 0.000-4,-4.000-2.000 0,6.000 0.000 2,-9.000-1.000 5,5.000 3.000-2,-8.000 4.000 0,-6.000-2.000-3,-6.000 4.000 0,3.000-2.000 0,-2.000 2.000 2,-8.000 0.000-4,0.000 0.000 9,10.000 0.000-7,-9.000 0.000 2,12.000 0.000-1,-9.000 0.000-3,6.000 0.000 3,1.000 0.000 1,-5.000 6.000-4,7.000 0.000 7,-2.000 2.000-7,-11.000 0.000 0,8.000 1.000 2,-5.000 5.000-2,-6.000-5.000 0,8.000 3.000-2,-5.000 3.000 4,-3.000-3.000 0,-2.000 3.000 0,2.000-1.000-2,0.000 4.000 0,0.000 0.000 0,-6.000-4.000 0,0.000 3.000-2,4.000 0.000 2,-9.000 3.000 8,9.000-2.000-8,-1.000 3.000 0,-6.000-7.000 0,-3.000 2.000 2,6.000 5.000-4,-10.000-4.000 2,6.000 6.000 0,-8.000-3.000 7,6.000-2.000-6,-4.000-2.000-1,-2.000 2.000 0,-4.000 1.000 0,2.000 2.000 0,-2.000-1.000 0,0.000 0.000 0,0.000 6.000 8,0.000 1.000-8,0.000-2.000 0,0.000 3.000 0,0.000-4.000 2,0.000-6.000-2,-2.000 4.000 0,-5.000 1.000 0,-4.000-2.000 8,5.000 1.000-8,1.000-3.000 0,-6.000-4.000 0,9.000 0.000 1,-4.000-7.000-2,-2.000-2.000 1,6.000 0.000 0,2.000 0.000 1,-4.000-4.000-1,4.000 2.000 0,0.000-2.000 2,0.000-2.000 0,0.000 0.000-2,0.000 0.000 0,0.000 0.000 0,0.000 0.000 0,0.000 0.000 2,0.000 0.000-2,0.000 0.000 0,0.000 0.000-2,0.000 0.000 0,0.000 0.000 0,0.000 0.000 1,0.000 0.000-3,0.000 0.000-6,4.000 6.000 10,14.000-3.000 0,2.000 3.000 4,2.000 0.000-4,14.000-6.000 0,0.000 2.000 2,-3.000-2.000 6,22.000 0.000-8,-10.000 4.000 0,7.000 1.000 3,-5.000 7.000-1,-3.000 2.000-2,-2.000 1.000 2,0.000 1.000-2,-8.000-1.000 8,-5.000-3.000-8,0.000 3.000 0,0.000-1.000-1,-5.000 8.000 1,6.000-2.000-3,-4.000 7.000 3,-4.000 1.000 0,0.000 1.000 4,0.000 3.000-4,-8.000 2.000 0,4.000 0.000 0,-8.000 3.000 6,6.000 4.000-8,3.000-4.000 2,-6.000 5.000 0,-4.000-5.000 4,5.000 3.000 0,-8.000-1.000-4,0.000-6.000 6,1.000 10.000-6,-4.000-9.000 0,-3.000 3.000 2,0.000 3.000-2,0.000-2.000 10,0.000-6.000-10,0.000 2.000 0,0.000 4.000 4,0.000-7.000-3,-14.000 3.000 3,3.000-2.000-4,-5.000 4.000 0,-10.000 1.000 10,-3.000-2.000-10,0.000 8.000 0,-3.000 2.000 4,-6.000-5.000-2,3.000 9.000-2,-5.000-3.000 0,-10.000-5.000 0,8.000-1.000 2,-2.000-3.000-2,0.000 0.000 0,-8.000 4.000-2,5.000-1.000 4,-15.000-1.000-4,15.000 0.000 2,3.000-6.000-2,-2.000-3.000 0,21.000-7.000-2,2.000-6.000 4,7.000-6.000-2,10.000-2.000 2,-7.000 6.000-2,10.000-9.000 0,3.000-1.000 2,0.000 1.000-2,0.000-6.000 0,0.000 0.000 2,0.000 0.000-2,0.000 0.000-1,0.000 0.000 1,0.000 0.000-4,0.000 0.000 4,0.000 0.000-2,0.000 5.000 4,0.000 5.000 0,20.000-6.000 0,-4.000 6.000 4,2.000-2.000-8,5.000 3.000 6,2.000-2.000-2,14.000 3.000 8,-15.000 0.000-8,10.000-3.000 0,-10.000 4.000 2,2.000 4.000 2,0.000-3.000-4,-11.000 4.000 0,2.000 0.000 0,-1.000 1.000 0,-7.000 2.000 0,7.000 7.000 0,-3.000 1.000 5,-6.000 6.000-3,6.000 2.000 0,-4.000 4.000-2,-7.000 1.000 0,6.000 0.000 6,-8.000 5.000-6,0.000-1.000 0,0.000 4.000 2,-10.000 1.000-2,-10.000 1.000 0,9.000 0.000 0,-9.000-6.000 2,1.000 6.000-2,-4.000-10.000 0,1.000 4.000 0,-4.000 1.000 0,0.000-7.000 6,-2.000 10.000-8,-7.000-11.000 2,-4.000 5.000 0,4.000-8.000 6,10.000-5.000-6,0.000 2.000-2,-11.000 1.000 2,-6.000 3.000 0,1.000-2.000 4,2.000-3.000-4,-5.000 2.000 0,3.000 4.000 2,-10.000-1.000-2,2.000 1.000 0,5.000-1.000 6,-3.000-3.000-4,-9.000-2.000-2,9.000 2.000 0,-10.000-2.000 2,-1.000-3.000 12,-5.000 4.000-14,-8.000-6.000 0,-5.000 5.000 7,-18.000 3.000-7,5.000-3.000 0,-10.000 2.000 0,-4.000-2.000 0,2.000-1.000 2,9.000 1.000-2,-5.000-6.000 0,1.000-1.000 4,-9.000 2.000 0,-6.000-2.000-2,-4.000-2.000-2,-7.000 4.000 0,11.000-5.000 2,6.000-5.000-2,2.000-2.000-2,-9.000-4.000-2,12.000-4.000 6,5.000-7.000-4,-6.000 0.000 2,7.000 0.000 0,12.000 0.000 2,-2.000 0.000-2,1.000-4.000 0,3.000-7.000-2,11.000-4.000 2,-8.000-2.000 0,0.000-7.000 0,4.000-7.000 0,2.000 3.000 0,4.000-7.000 0,1.000 1.000 0,-6.000-1.000 0,12.000 4.000 0,7.000 2.000 0,-3.000 3.000 2,2.000 0.000 0,10.000 3.000 0,2.000-3.000-2,-5.000 0.000 0,5.000 0.000-4,-3.000-5.000 8,-6.000-1.000-4,4.000 4.000 0,-9.000-8.000 2,16.000 5.000 0,-2.000-1.000 0,0.000 4.000-2,1.000 0.000 0,5.000 1.000-2,8.000 1.000 0,3.000 4.000 0,3.000-7.000 2,-5.000 2.000 0,5.000-2.000-2,2.000 1.000-4,11.000-1.000 6,-4.000 4.000-4,10.000-2.000 4,3.000 2.000-2,0.000 2.000 2,0.000 3.000-3,0.000 3.000 1,0.000-1.000 0,0.000-2.000 0,0.000 3.000 4,0.000-9.000-4,14.000 10.000 2,-5.000-9.000 0,-7.000 11.000-2,12.000-1.000 2,-11.000 7.000 0,-3.000 8.000-2,3.000 0.000 4,-3.000 0.000 0,0.000 0.000-2,0.000 0.000 0,0.000 0.000 4,0.000 0.000 1,0.000 0.000-5,0.000 0.000 0,0.000 0.000 0,0.000 0.000 0,0.000 0.000 0,0.000 0.000 0,0.000 0.000 0,0.000 0.000 0,0.000 0.000 0,0.000 0.000 0,11.000 0.000 0,-11.000 0.000 0,0.000 0.000 0,0.000 0.000 0,0.000 0.000 0,0.000 0.000 0,0.000 0.000 0,0.000 0.000-3,0.000 0.000 6,0.000 0.000-3,0.000 0.000 0,0.000 0.000 0,0.000 0.000 0,0.000 0.000 2,0.000 0.000-2,0.000 0.000 0,0.000 0.000 0,0.000 0.000-2,0.000 0.000 2,0.000 0.000 0,0.000 0.000 4,0.000 0.000-4,0.000 0.000 0,0.000 0.000-2,0.000 0.000 6,0.000 0.000-4,0.000 0.000 2,0.000 0.000-2,0.000 0.000 0,0.000 0.000 0,0.000 0.000 0,0.000 0.000 0,0.000 0.000 2,-14.000 0.000-2,-3.000 0.000 0,2.000 3.000 4,-14.000-1.000-8,7.000 1.000 2,-13.000 1.000 2,9.000 2.000-2,-12.000-1.000 4,-4.000 1.000-4,-9.000 2.000 0,-9.000 1.000 0,-3.000 3.000 2,-15.000-4.000-5,-4.000 4.000 3,-12.000-1.000 2,11.000 1.000-6,-5.000-9.000 6,5.000 3.000-4,-1.000-4.000 4,8.000-2.000 0,-2.000 0.000-6,11.000 0.000 6,1.000-8.000 0,3.000-7.000-2,5.000-6.000 0,0.000 5.000-4,0.000-7.000 6,8.000-1.000-2,-2.000 2.000 0,10.000-7.000 0,11.000 2.000 0,-1.000-4.000-2,6.000 0.000 4,4.000 0.000-6,-3.000-6.000 6,-4.000-5.000-2,9.000 1.000 2,1.000-7.000-6,4.000 9.000 6,-4.000-2.000-2,3.000-5.000 0,5.000 11.000-3,6.000-3.000 5,1.000 2.000-2,4.000-8.000-4,-2.000 1.000 4,2.000-5.000 2,0.000-4.000-2,0.000-1.000 0,0.000-4.000 0,0.000 3.000 2,0.000-1.000-2,0.000 9.000 2,8.000-8.000-4,8.000 5.000 4,4.000 2.000-2,2.000-1.000 2,0.000 5.000 0,-3.000 0.000 0,3.000-1.000-4,0.000 5.000 4,2.000-3.000-4,5.000 3.000 4,-4.000 1.000 0,0.000 10.000-4,-6.000 1.000 7,4.000 4.000-3,-10.000 6.000 0,-4.000 3.000-3,2.000 6.000 3,-9.000 4.000 0,-2.000 4.000 0,0.000-2.000-2,0.000 2.000 2,0.000 0.000 0,0.000 0.000 2,0.000 0.000 1,0.000 0.000-3,0.000 0.000 1,0.000 0.000 1,0.000 0.000 4,0.000 0.000-6,0.000 0.000 2,0.000 0.000 6,0.000 0.000-8,0.000 0.000 0,-6.000 0.000 0,-1.000-5.000 4,-6.000-5.000-4,1.000-5.000 0,-8.000-1.000 0,-4.000-10.000-2,-10.000-6.000 4,6.000-5.000-2,-8.000-7.000 0,5.000-1.000-2,2.000-1.000 0,2.000-3.000-4,3.000 3.000 6,8.000 11.000-2,0.000 6.000 2,10.000-3.000 0,-7.000 0.000-4,4.000 1.000 4,-1.000-4.000-2,6.000 4.000 2,4.000-6.000 0,0.000 11.000-2,0.000-6.000 2,0.000-2.000-6,0.000 2.000 6,0.000-2.000-4,0.000-6.000 2,0.000-4.000 2,4.000-8.000-2,15.000-8.000 2,0.000-1.000 0,3.000-2.000-3,12.000 1.000 3,-7.000 6.000-2,6.000 4.000 2,-6.000 7.000 0,9.000 7.000-10,-8.000 4.000 10,14.000 2.000-4,-1.000-3.000 4,14.000-2.000-2,6.000-5.000 1,6.000-1.000 1,-3.000 2.000 0,3.000-3.000-5,-13.000 15.000 5,1.000 4.000 0,-11.000 2.000 0,1.000 5.000-2,-7.000 1.000 2,-2.000 3.000-2,2.000 3.000 2,0.000-7.000 0,4.000 3.000 2,6.000-1.000 0,-5.000-1.000 0,-1.000 3.000-2,-6.000-1.000 4,2.000 3.000-2,-9.000 1.000-2,0.000 2.000 0,-3.000 0.000 4,1.000 3.000-4,-5.000 1.000 2,8.000 0.000 4,-2.000-4.000-6,-5.000 3.000 5,-1.000 0.000-3,7.000-3.000 0,-6.000 3.000 4,2.000 0.000 0,0.000 1.000-6,-5.000 0.000 0,2.000 1.000 0,-3.000 4.000 4,0.000-2.000-4,20.000 2.000 0,-6.000-3.000 6,-2.000 3.000-6,7.000-3.000 0,4.000 3.000 2,2.000 0.000 0,-3.000 0.000 2,1.000 0.000-2,-4.000 0.000-2,-2.000 0.000 2,-8.000 0.000 0,-6.000 0.000-2,-2.000 0.000 0,-1.000 0.000 2,0.000 0.000-4,0.000 0.000 6,-6.000 3.000-6,13.000 0.000 2,-12.000 3.000 0,-1.000-4.000 0,5.000 5.000 0,4.000-6.000 0,-9.000 5.000 4,9.000 0.000-4,-3.000 0.000 0,-3.000 1.000 0,4.000-3.000 0,-5.000 3.000 0,1.000-1.000-2,0.000 2.000 2,-7.000-2.000 0,4.000 2.000 0,0.000 1.000 0,-6.000-4.000-2,-1.000 1.000 2,4.000-3.000 0,-7.000 3.000 0,2.000 0.000 0,-1.000-1.000 6,9.000 1.000-6,-10.000 4.000 0,1.000-2.000 0,3.000-3.000 1,-7.000 5.000-1,3.000-6.000 0,3.000 2.000 2,-4.000 2.000 4,-2.000-4.000-6,4.000-1.000 0,-4.000 2.000 0,0.000 1.000 0,7.000-3.000 0,-4.000 0.000 0,-3.000-1.000 0,2.000-2.000 4,-2.000 4.000-4,0.000-1.000 0,0.000 0.000 0,0.000-1.000 2,0.000 2.000-4,0.000-4.000 2,0.000 2.000 0,0.000 2.000 0,4.000 1.000 4,-4.000-2.000-6,0.000-1.000 2,0.000 1.000 0,0.000-3.000 0,0.000 0.000-2,0.000 6.000 2,0.000-6.000 6,0.000 0.000-6,0.000 6.000 0,0.000 0.000 0,0.000 2.000-2,0.000-2.000-2,0.000 0.000 4,0.000-3.000 0,0.000-1.000 4,0.000-2.000-4,0.000 0.000 2,0.000 0.000-2,0.000 0.000-29,0.000 0.000-88,-26.000 23.000-123,-10.000 14.000-28,5.000-18.000-12</inkml:trace>
  <inkml:trace contextRef="#ctx0" brushRef="#br0">7795.000 4949.000 41,'9.000'-7.000'21,"-5.000"-3.000"-2,10.000 3.000 3,-5.000 4.000-4,-5.000-1.000-4,-4.000 0.000 4,4.000 0.000 0,-4.000 1.000 1,0.000 3.000 9,0.000 0.000-4,0.000 0.000 5,0.000 0.000 2,0.000 0.000-6,0.000 0.000-2,-4.000 0.000-9,-18.000 0.000-8,9.000 0.000 7,-9.000 0.000-8,-5.000 0.000 1,-1.000 0.000 5,-6.000 0.000-3,-15.000 7.000-1,10.000 17.000-4,-10.000 12.000-2,-4.000 8.000 6,10.000 3.000-7,-2.000 9.000 0,10.000 3.000 0,4.000 1.000 4,9.000 3.000-8,-1.000 6.000 4,19.000 2.000 0,-5.000 3.000 0,9.000 3.000 0,0.000-2.000 0,0.000-7.000 3,13.000-9.000-3,14.000-7.000 0,13.000-11.000 3,-1.000-2.000-3,1.000-8.000 4,13.000-11.000-2,14.000-4.000-2,-9.000-11.000 7,11.000-2.000-3,3.000-3.000 5,-2.000 0.000-1,1.000 0.000 7,-1.000-11.000 2,-4.000-17.000-11,1.000-16.000-2,2.000-8.000 4,-15.000-8.000 0,3.000-3.000 0,-3.000-5.000 1,-15.000 1.000 1,10.000-1.000 7,-18.000 9.000-14,9.000 3.000 19,-19.000 13.000-3,1.000 3.000-5,5.000-1.000 6,-4.000-6.000-6,-15.000 11.000 8,-8.000 1.000 6,0.000-9.000-17,0.000-4.000-3,0.000-3.000 1,-8.000-1.000-7,-23.000 4.000 4,1.000 0.000-6,-2.000 12.000 4,-5.000 5.000-4,-1.000 3.000 5,-15.000 8.000-5,-5.000 4.000 8,-17.000 8.000-6,9.000 8.000 2,-14.000 0.000-2,22.000 0.000-2,1.000 0.000 0,23.000 0.000 0,2.000 0.000 0,6.000 0.000 0,4.000 0.000-10,-5.000 0.000 6,14.000 0.000-41,-9.000 0.000-19,-1.000 0.000-26,11.000 0.000-36,-2.000 0.000 11,14.000 5.000 2,0.000 14.000-46</inkml:trace>
  <inkml:trace contextRef="#ctx0" brushRef="#br0">9115.000 5860.000 60,'0.000'-12.000'13,"0.000"-4.000"7,15.000-1.000 8,11.000-2.000-8,4.000-5.000-2,5.000 4.000-3,1.000 2.000 1,8.000-3.000-7,-8.000 9.000 4,-6.000 2.000 3,5.000 1.000-8,10.000 1.000 0,-11.000 0.000 3,20.000-1.000 2,-9.000 5.000-1,2.000-3.000-9,6.000 7.000 11,-7.000 0.000-9,-4.000 0.000 0,8.000 0.000 0,-15.000 0.000 1,18.000 0.000 7,-18.000 15.000-6,5.000 6.000 1,-8.000-2.000 2,-2.000 7.000-1,-4.000-4.000-6,-3.000 6.000 6,-11.000-5.000-3,-7.000 5.000-2,5.000 0.000 5,-10.000 5.000-6,0.000 6.000 12,-15.000 12.000-5,-20.000 6.000 16,-13.000 5.000-11,-6.000-3.000-5,12.000 15.000-2,-16.000-16.000 1,9.000-6.000-6,-1.000-12.000 9,11.000-17.000-10,-6.000-2.000 4,10.000-17.000 0,-13.000 0.000-3,8.000-4.000 6,-5.000 0.000-4,10.000-21.000-3,5.000-22.000 3,-4.000-13.000-5,10.000 0.000 0,2.000 1.000 0,18.000-1.000-2,4.000 12.000 0,0.000-6.000 1,0.000-2.000-4,0.000 2.000 5,18.000 4.000-44,17.000 10.000-39,0.000 12.000-6,18.000 20.000-17,0.000 4.000-56</inkml:trace>
  <inkml:trace contextRef="#ctx0" brushRef="#br0">9340.000 5836.000 21,'0.000'0.000'32,"0.000"0.000"-23,0.000 0.000 12,0.000 0.000-1,0.000 0.000-10,0.000 0.000-1,0.000 0.000 3,0.000 0.000-2,0.000 0.000 3,0.000 0.000 6,0.000 0.000-6,0.000 0.000 4,0.000 0.000 2,0.000 0.000 0,0.000 0.000-6,0.000 0.000-3,0.000 0.000-4,0.000 0.000 2,0.000 0.000-8,0.000 0.000 0,0.000 0.000 0,0.000 0.000 0,0.000 0.000 0,0.000 0.000-22,0.000 0.000-38,19.000 0.000-30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42:37"/>
    </inkml:context>
    <inkml:brush xml:id="br0">
      <inkml:brushProperty name="width" value="0.21167" units="cm"/>
      <inkml:brushProperty name="height" value="0.21167" units="cm"/>
      <inkml:brushProperty name="color" value="#44546a"/>
      <inkml:brushProperty name="fitToCurve" value="1"/>
    </inkml:brush>
  </inkml:definitions>
  <inkml:trace contextRef="#ctx0" brushRef="#br0">-6.000 1121.000 17,'0.000'-2.000'33,"0.000"-12.000"-29,0.000 10.000 2,0.000 0.000 3,5.000 0.000-1,-5.000 4.000-2,0.000 0.000-1,10.000 0.000 3,-6.000-4.000 0,-4.000 0.000 1,4.000 0.000 0,-4.000 0.000-5,4.000 1.000 2,-4.000-2.000 0,4.000 5.000 0,10.000-8.000 2,-6.000 0.000-1,0.000-4.000-1,11.000 4.000 3,-14.000-3.000-8,13.000 2.000 2,-14.000-2.000 1,4.000 3.000-4,2.000-5.000 5,-5.000 6.000-1,-2.000-2.000 0,5.000 5.000 2,-8.000 1.000-6,5.000-2.000 2,5.000 5.000 1,2.000-8.000-3,-7.000 5.000 2,5.000-5.000-1,-2.000 0.000 0,0.000-1.000 2,-3.000 3.000-2,12.000 1.000 1,2.000-8.000 3,-11.000 10.000-3,1.000-5.000 2,-6.000 4.000-3,8.000-4.000 2,2.000-5.000-1,-13.000 10.000-1,18.000-8.000 0,-6.000 3.000 2,-12.000 4.000-1,18.000-4.000 2,-13.000-1.000-2,-2.000 7.000 2,16.000-11.000-1,-11.000-3.000-2,10.000 0.000-1,-5.000 0.000 2,9.000 0.000 0,-14.000 4.000-1,7.000 2.000-1,-7.000-1.000 3,-4.000 1.000 0,14.000 2.000-2,-10.000 3.000-1,11.000-3.000 2,-11.000 0.000-2,-3.000 0.000 3,5.000 1.000-1,-2.000-6.000-2,0.000 2.000 1,6.000 6.000-1,-9.000-7.000 0,-2.000 4.000 1,6.000 0.000-1,1.000 0.000 3,-6.000 5.000-2,4.000-2.000 1,-3.000-2.000-2,-1.000 2.000 2,-4.000 2.000-2,15.000-2.000 0,-7.000 2.000 0,-8.000-2.000 2,3.000 2.000-2,-3.000 3.000 0,0.000 0.000 1,0.000 0.000 0,0.000 0.000-1,0.000 0.000 3,0.000 0.000-3,-3.000 0.000-14,-29.000 0.000-15,-7.000 24.000 5,-6.000-1.000 11,-4.000 10.000-6,15.000-2.000 3,-9.000 1.000 6,1.000 9.000 5,-14.000-2.000 4,16.000 8.000-3,-10.000-4.000-1,2.000-7.000 3,27.000-12.000 1,3.000-5.000 0,9.000-10.000 1,-4.000-9.000 1,13.000 0.000-1,0.000 0.000 0,0.000 0.000 0,-5.000 0.000 2,5.000 0.000-2,0.000 0.000 0,0.000 0.000 0,0.000-3.000 4,0.000-13.000 8,18.000-10.000-2,9.000 4.000 2,-11.000-2.000 2,16.000 1.000-7,-1.000 0.000-4,5.000-6.000 4,-16.000 9.000 1,26.000-1.000 2,-20.000-2.000-4,9.000-5.000 1,-4.000 4.000 3,10.000-4.000-5,-2.000 0.000-2,-12.000 9.000 2,3.000-1.000-3,1.000 4.000 2,-5.000-3.000 2,1.000 3.000-5,0.000 0.000 4,-4.000 4.000-5,-15.000 4.000 0,0.000 4.000 3,-8.000 4.000-3,10.000 0.000 4,-10.000 0.000-2,0.000 0.000 1,0.000 0.000 4,-23.000 12.000-6,-25.000 24.000-1,4.000-1.000-1,-5.000 1.000-1,-1.000 7.000 1,8.000-5.000 1,1.000 0.000 0,-2.000-2.000 0,2.000-8.000 0,11.000-5.000-1,17.000-11.000 1,2.000-3.000 0,8.000-9.000 1,3.000 0.000-1,0.000 0.000-2,0.000 0.000 1,0.000 0.000-2,0.000 0.000 1,0.000 0.000 1,0.000-15.000 1,27.000-14.000 10,13.000 1.000 1,-5.000-10.000 1,4.000 2.000 0,10.000-2.000 1,-10.000 2.000-3,10.000 5.000-2,-4.000 6.000-6,-6.000-1.000 11,11.000 0.000-12,-15.000 4.000 4,-1.000 3.000 0,7.000-6.000-1,-20.000 6.000-1,16.000 2.000 2,-21.000 1.000-3,10.000 5.000 5,1.000-2.000-4,-9.000 1.000-2,-1.000 1.000 5,6.000-5.000-2,7.000-2.000-1,-7.000 3.000-1,4.000-1.000 0,-5.000 4.000 2,-6.000 1.000-4,7.000-4.000 1,-1.000 3.000-1,-9.000-1.000 1,5.000 2.000-1,1.000 6.000 0,-11.000 2.000 3,0.000-1.000-1,-3.000 4.000-2,4.000-7.000 0,-1.000-3.000 2,-3.000 3.000-2,8.000 2.000 1,-5.000 2.000-2,2.000-1.000 2,-1.000-2.000-2,4.000-8.000 1,-9.000 6.000 0,15.000-1.000 2,-11.000 6.000-2,-5.000-2.000 3,16.000 2.000-7,-11.000-5.000 8,-3.000 8.000-8,5.000-4.000 5,-6.000-4.000-1,4.000 4.000 0,-8.000 0.000 2,15.000-4.000-2,-4.000 8.000 0,-6.000-3.000 1,5.000-2.000-4,-2.000 1.000 3,-4.000 4.000 0,0.000-4.000 0,10.000 4.000 2,-9.000-4.000-2,3.000 0.000 0,-4.000 0.000 1,-4.000 4.000-2,10.000-3.000 1,-5.000 3.000 0,3.000 0.000 0,-5.000 0.000 0,2.000-5.000 0,9.000 5.000 0,-6.000 0.000 1,-4.000-3.000-2,10.000-2.000 1,-1.000 5.000 0,-13.000 0.000 4,14.000 0.000-4,-6.000 0.000 0,-3.000 0.000-3,9.000 0.000 6,-5.000 0.000-7,-1.000 0.000 5,-8.000-3.000-1,14.000 3.000 0,-6.000-5.000 3,-4.000 5.000-3,15.000 0.000 0,-11.000-4.000 0,-4.000 4.000-3,6.000 0.000 3,-2.000 0.000 0,0.000 0.000 3,-8.000 0.000-3,5.000 0.000-3,-5.000 0.000 3,10.000 0.000 0,-6.000-4.000 0,0.000 4.000 3,-4.000 0.000-3,4.000 0.000 0,-4.000 0.000 0,4.000 0.000 0,7.000 0.000-3,-11.000 0.000 3,8.000 0.000 0,-5.000 0.000 0,2.000 0.000 0,-5.000 0.000 3,0.000 0.000-3,3.000 0.000 0,8.000 0.000 0,-6.000 0.000 0,-2.000 0.000 1,-3.000 0.000-1,5.000 0.000 0,-5.000 0.000-1,3.000 0.000 2,8.000 0.000-1,-11.000 0.000 0,4.000 0.000 0,0.000 0.000 2,0.000 0.000-2,0.000 0.000 0,6.000 0.000 0,-5.000 4.000 0,-5.000 0.000 0,3.000-4.000 0,-3.000 0.000 0,0.000 0.000 3,0.000 0.000-3,0.000 0.000 0,0.000 0.000 4,0.000 0.000-3,0.000 0.000 1,0.000 0.000 5,0.000 0.000-1,-3.000 0.000 4,-28.000 0.000-10,-7.000 0.000 0,4.000 0.000 0,4.000 0.000-3,-10.000 5.000-6,0.000-2.000 3,9.000 5.000 2,-1.000 0.000 3,6.000 0.000-3,-1.000 0.000-1,1.000 1.000-3,-5.000-6.000 5,5.000 0.000-4,-1.000-3.000 2,15.000 5.000 5,-7.000-1.000-4,3.000-4.000 4,2.000 4.000 0,6.000 0.000 2,-7.000-4.000-2,11.000 0.000-3,-8.000 4.000 3,-2.000 0.000 0,4.000 4.000 0,-7.000-8.000 0,8.000 3.000 0,1.000-3.000-1,-6.000 0.000 1,14.000 0.000 0,0.000 0.000-2,0.000 0.000 2,0.000 0.000 0,0.000 0.000-4,0.000 0.000 3,0.000 0.000 0,0.000 0.000-4,0.000 0.000 4,0.000 0.000-8,0.000 0.000 6,0.000 0.000 2,14.000 0.000-4,12.000 0.000 5,1.000 0.000 0,4.000 0.000 0,0.000-11.000 1,0.000 7.000-1,-5.000 4.000 0,1.000-4.000 3,4.000 4.000-2,-19.000 0.000-1,14.000 0.000 0,1.000 0.000 0,-1.000 0.000 1,1.000 0.000-1,1.000 0.000 3,-11.000 0.000-1,-4.000 0.000 0,10.000 0.000-2,-15.000 0.000 1,14.000 0.000 1,-14.000 0.000-3,15.000 8.000 2,-15.000 0.000-1,11.000-5.000 2,-11.000 5.000-1,-5.000-3.000-1,16.000 3.000 2,-14.000 0.000-2,9.000-4.000 0,-10.000 2.000-1,4.000-4.000 1,-4.000 2.000 1,6.000 0.000 2,-2.000-1.000-3,-3.000 2.000 0,-5.000-1.000 1,3.000-1.000-2,-3.000-3.000-1,0.000 0.000 2,0.000 0.000 3,0.000 5.000-2,0.000-5.000-1,0.000 0.000 3,0.000 0.000-3,0.000 0.000 0,0.000 0.000 0,0.000 0.000 1,0.000 0.000 9,0.000 0.000-9,0.000 0.000-1,0.000 0.000-28,-34.000 0.000-56,-1.000 12.000-9,5.000 11.000-27</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51:32"/>
    </inkml:context>
    <inkml:brush xml:id="br0">
      <inkml:brushProperty name="width" value="0.46667" units="cm"/>
      <inkml:brushProperty name="height" value="0.46667" units="cm"/>
      <inkml:brushProperty name="color" value="#44546a"/>
      <inkml:brushProperty name="fitToCurve" value="1"/>
    </inkml:brush>
  </inkml:definitions>
  <inkml:trace contextRef="#ctx0" brushRef="#br0">37.000 1374.000 101,'-13.000'-3.000'3,"-4.000"0.000"0,3.000-3.000 24,14.000-3.000-7,0.000-9.000-11,0.000-4.000 1,17.000-1.000 0,3.000-4.000 5,4.000-4.000-5,10.000-2.000 5,-2.000-3.000-6,20.000-12.000 5,0.000-6.000-1,29.000-12.000-6,3.000 0.000 4,12.000-3.000 0,14.000-3.000-4,14.000-1.000 5,20.000 1.000-1,26.000 0.000-4,1.000 12.000-1,6.000 5.000-6,-21.000 17.000 0,-5.000 11.000 0,-10.000 15.000 3,-14.000 12.000-4,-17.000 0.000 1,-23.000 20.000 0,-24.000 20.000 2,1.000 10.000-1,-24.000 2.000 5,-16.000 2.000 7,-15.000 6.000-8,-9.000 4.000 7,-3.000 7.000 3,-44.000 8.000-1,-19.000 8.000-2,-12.000 4.000-9,-12.000-4.000 1,-3.000 5.000 2,-11.000-10.000-5,7.000-10.000 7,17.000-18.000-5,3.000-21.000-2,17.000-17.000 10,16.000-16.000 1,15.000 0.000-3,-5.000-43.000-2,7.000-23.000-6,13.000-24.000-1,14.000-22.000-1,0.000-11.000 1,54.000-9.000-2,30.000 3.000 1,32.000-1.000-1,46.000 1.000 0,35.000-1.000-10,40.000-2.000-23,23.000 15.000-61,21.000 26.000-21,7.000 25.000-94</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0"/>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-3.000 299.000 3,'0.000'20.000'6,"0.000"-5.000"-6,0.000-7.000 0,3.000-5.000 2,0.000-3.000-2,0.000 0.000 4,0.000 0.000 3,-3.000 0.000-2,2.000 0.000 5,-2.000 0.000-1,0.000 0.000-3,0.000 0.000 2,0.000 0.000-1,0.000 0.000 2,0.000 0.000 0,0.000 0.000 1,0.000 0.000 4,0.000 0.000-4,0.000 0.000 3,0.000 0.000 4,0.000 0.000-3,0.000 0.000 4,0.000 0.000-3,0.000 0.000 1,0.000 0.000 3,0.000 0.000-6,0.000 0.000 2,0.000 0.000 3,0.000 0.000-7,0.000 0.000 7,0.000 0.000 1,0.000 0.000-7,0.000 0.000 3,0.000 0.000-9,0.000 3.000 2,0.000-3.000-1,8.000 0.000-7,-2.000 2.000 5,-1.000-2.000-2,11.000 4.000 2,3.000-4.000 8,-3.000 0.000-6,9.000 0.000 0,0.000 0.000 5,10.000 0.000-3,6.000 0.000-2,0.000 0.000 3,0.000 0.000-7,0.000 0.000 5,-1.000-4.000-7,-2.000 2.000 1,3.000-4.000 4,0.000 3.000-5,0.000-2.000 0,-3.000-1.000 4,0.000 3.000-4,0.000 0.000 6,5.000-2.000-5,1.000-1.000 10,10.000 0.000 0,9.000 0.000-8,0.000 1.000 2,-1.000-1.000 4,4.000-1.000-7,4.000 2.000 8,-4.000 1.000-9,-3.000-2.000 3,-4.000 0.000 3,4.000 0.000-6,0.000 1.000-1,0.000-1.000 1,4.000-2.000 0,-2.000 2.000-1,-2.000-3.000 6,10.000 4.000-6,-7.000-4.000 6,-1.000 3.000-2,11.000 4.000 0,-7.000-3.000-3,10.000 1.000 2,-3.000-1.000-1,-1.000 1.000 1,-9.000-1.000-1,0.000 2.000-1,-3.000 0.000 1,-7.000 1.000-3,-5.000 2.000 0,2.000 0.000 0,-2.000 0.000 0,9.000 0.000 2,0.000 0.000 0,2.000 0.000 7,-2.000 0.000-8,-3.000 0.000-1,-1.000 0.000 7,-2.000 2.000-7,0.000 4.000 8,-8.000-1.000-8,8.000-1.000 5,-1.000 1.000 8,4.000 4.000-12,5.000-4.000 1,11.000 1.000 2,-7.000 0.000-2,13.000-4.000 11,0.000 4.000-8,-11.000-3.000 1,5.000 0.000 10,-4.000 3.000-14,-9.000-1.000 0,-1.000 1.000-2,1.000-1.000 4,-3.000 0.000 5,9.000 2.000-9,-3.000-2.000 8,7.000-1.000 5,-8.000-4.000-13,1.000 0.000 0,0.000 0.000 6,0.000 0.000-4,-4.000 0.000 7,-2.000 0.000-7,3.000 0.000 10,-3.000 0.000 0,3.000 0.000-11,3.000 0.000 3,-1.000 0.000 6,14.000 0.000-7,-7.000 0.000 13,13.000-12.000-10,-1.000-2.000 7,1.000 3.000 5,-3.000 2.000-14,5.000 0.000 6,5.000 3.000 4,-1.000-2.000-11,16.000-1.000 17,9.000 4.000-16,-6.000-4.000 4,10.000 4.000 5,-17.000 2.000-13,-9.000 3.000 0,-5.000 0.000 0,-4.000 0.000 2,-8.000 0.000 10,12.000 0.000-12,-12.000 0.000 2,8.000 0.000 6,-6.000 0.000-4,3.000 0.000-4,0.000 6.000 8,2.000 0.000-6,-5.000-5.000 4,-1.000 3.000-6,1.000 0.000 4,-3.000-3.000 11,-8.000-1.000-15,-2.000 6.000-2,-6.000-3.000 0,3.000 0.000 4,-1.000 0.000 10,-2.000-1.000-12,-4.000 2.000 2,4.000-2.000 4,0.000 1.000-3,-8.000-3.000-3,2.000 0.000 0,-7.000 3.000 0,-3.000-3.000 0,6.000 0.000 0,4.000 3.000 0,-2.000-3.000 0,11.000 0.000 0,0.000 0.000 0,0.000 0.000 0,3.000 0.000 0,7.000 0.000 0,-8.000 0.000 0,1.000 0.000 0,-3.000 0.000 0,-3.000 0.000 0,0.000 3.000 0,-11.000-3.000 0,14.000 0.000 0,0.000 2.000 0,0.000-2.000 0,19.000 4.000 0,-8.000 1.000 0,8.000-2.000 0,-3.000 5.000 0,3.000-3.000 0,-8.000 2.000 0,-1.000-2.000 0,-7.000 3.000 0,-3.000 1.000 0,5.000-3.000 0,-5.000 2.000 0,3.000-2.000 0,0.000 0.000 0,4.000 5.000 0,-1.000-5.000 0,-1.000 2.000 0,8.000-2.000 0,-7.000-3.000 0,0.000 0.000 0,9.000-3.000 0,-2.000 0.000 0,-7.000 0.000 0,3.000 0.000 0,4.000 0.000 0,5.000 0.000 0,1.000 0.000 0,3.000 0.000 0,-11.000 0.000 0,18.000 0.000 0,-7.000 0.000 0,-3.000 0.000 0,3.000 0.000 0,2.000 0.000 0,-5.000 0.000 0,3.000 0.000 0,-1.000 0.000 0,17.000 0.000 0,-10.000-3.000 0,-1.000 3.000 0,8.000-3.000 0,-3.000 3.000 0,-7.000 0.000 0,-4.000 0.000 0,1.000 0.000 0,-3.000 0.000 0,-8.000 0.000 0,-1.000 0.000 0,-1.000 0.000 0,4.000 0.000 0,-4.000 6.000 0,6.000-4.000 0,10.000 2.000 0,-6.000-4.000 0,5.000 0.000 0,-5.000 0.000 0,13.000 0.000 0,-4.000 0.000 0,7.000 0.000 0,-11.000 0.000 0,4.000 0.000 0,4.000 0.000 0,-11.000 0.000 0,7.000-12.000 0,7.000 4.000 0,3.000-7.000 0,2.000-1.000 0,4.000 1.000 0,-6.000 1.000 0,-14.000 0.000 0,1.000 3.000 0,-9.000 0.000 0,-5.000-1.000 0,-1.000 1.000 0,-4.000-1.000 0,0.000-2.000 0,-7.000 3.000 0,11.000-3.000 0,-10.000 3.000 0,-7.000 2.000 0,-2.000-2.000 0,-4.000 2.000 0,-4.000-3.000 0,-2.000 7.000 0,-3.000-4.000 0,-3.000 4.000 0,0.000-1.000 0,-7.000 3.000 0,7.000-2.000 0,-10.000-1.000 0,2.000 0.000 0,0.000-2.000 0,0.000 2.000 0,-5.000 5.000 0,3.000-4.000 0,1.000 2.000 0,2.000 1.000 0,-9.000-1.000 0,6.000 0.000 0,-3.000-3.000 0,-3.000 4.000 0,3.000 0.000 0,-3.000-2.000 0,2.000 2.000 0,9.000-2.000 0,-8.000 4.000 0,-1.000-5.000 0,-2.000 2.000 0,-3.000 3.000 0,-4.000-3.000 0,1.000 3.000 0,3.000 0.000 0,-4.000 0.000 0,1.000 0.000 0,3.000-3.000 0,3.000 3.000 0,6.000 0.000 0,-3.000 0.000 0,0.000 0.000 0,-3.000 0.000 0,0.000 0.000 0,-3.000 0.000 0,-5.000 0.000 0,0.000 0.000 0,-6.000 0.000 0,9.000 0.000 0,-12.000 0.000 0,4.000 0.000 0,5.000 0.000 0,-11.000 0.000 0,0.000 0.000 0,0.000 0.000 0,0.000-5.000 0,-35.000 2.000-48,-12.000 3.000-184,-26.000 0.000-43,4.000 14.000 76,-26.000 30.000-3</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4"/>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-1.000 174.000 88,'0.000'0.000'111,"3.000"0.000"-96,-3.000-6.000 15,0.000 6.000 13,0.000-2.000-15,3.000 2.000-12,4.000 0.000-9,2.000 0.000-2,7.000 0.000-2,3.000 0.000 2,3.000 0.000 26,-6.000 0.000-7,-7.000 0.000 9,7.000 0.000 1,-10.000 0.000-4,10.000 0.000 4,-3.000 0.000-3,6.000 0.000-11,3.000 0.000 12,3.000 0.000-16,-1.000 0.000 6,11.000 0.000 2,-7.000-4.000-8,7.000 1.000 3,0.000 3.000 2,-7.000-1.000-16,7.000-3.000 20,-10.000 4.000-6,10.000-2.000-3,-10.000-2.000-1,-1.000 2.000-5,9.000-1.000 3,-9.000 1.000 5,8.000-5.000-16,-1.000 5.000 21,7.000-4.000-13,0.000 3.000 2,0.000 3.000 4,6.000 0.000-14,13.000-2.000 13,8.000 2.000 27,8.000 0.000-33,-4.000 0.000 9,7.000 0.000-14,0.000 0.000 0,-2.000 0.000 3,18.000 0.000-7,-8.000 0.000 0,8.000 0.000 0,-1.000 0.000 0,4.000 0.000 0,-11.000 0.000 0,1.000 0.000 0,0.000 0.000 0,-7.000 0.000 0,-2.000 0.000 0,-13.000 0.000 0,10.000 2.000 0,-7.000 1.000 0,-1.000 0.000 0,8.000-3.000 0,-10.000 3.000 0,16.000-1.000 0,-14.000 1.000 0,1.000 3.000 0,10.000-1.000 0,0.000 1.000 0,-10.000-1.000 0,9.000 2.000 0,1.000-5.000 0,-1.000 4.000 0,6.000 0.000 0,6.000-3.000 0,0.000 0.000 0,-2.000 2.000 0,7.000-5.000 0,-8.000 3.000 0,1.000-3.000 0,13.000 0.000 0,-1.000 0.000 0,4.000 0.000 0,0.000 0.000 0,-11.000 0.000 0,-5.000 0.000 0,-6.000 0.000 0,-6.000 0.000 0,-16.000 0.000 0,-8.000 3.000 0,-5.000 12.000 0,4.000-8.000 0,-4.000 8.000 0,-3.000-4.000 0,0.000 3.000 0,-6.000 0.000 0,-5.000-2.000 0,5.000 2.000 0,3.000 0.000 0,-7.000 0.000 0,7.000 3.000 0,3.000-8.000 0,-3.000-1.000 0,2.000-2.000 0,1.000 0.000 0,10.000-2.000 0,-4.000 0.000 0,10.000-4.000 0,9.000 0.000 0,12.000 0.000 0,7.000 0.000 0,29.000 0.000 0,5.000-4.000 0,7.000-6.000 0,15.000-4.000 0,-15.000-1.000 0,-1.000 4.000 0,-8.000 2.000 0,-3.000 4.000 0,-5.000 5.000 0,-5.000 0.000 0,-6.000 0.000 0,-3.000 0.000 0,-11.000 0.000 0,4.000 0.000 0,-2.000 0.000 0,-4.000 5.000 0,-14.000 1.000 0,5.000 0.000 0,-10.000 2.000 0,0.000-2.000 0,-4.000 0.000 0,1.000-3.000 0,-3.000 2.000 0,-1.000-2.000 0,-5.000 0.000 0,6.000-3.000 0,-14.000 3.000 0,1.000-3.000 0,-6.000 6.000 0,3.000-4.000 0,-13.000 4.000 0,4.000 0.000 0,-7.000-1.000 0,7.000-2.000 0,-5.000 2.000 0,8.000 1.000 0,-7.000 0.000 0,13.000 0.000 0,7.000-4.000 0,-1.000 1.000 0,2.000-3.000 0,11.000 0.000 0,7.000 0.000 0,-7.000 0.000 0,3.000 0.000 0,6.000 0.000 0,4.000 0.000 0,-2.000 0.000 0,5.000 0.000 0,11.000 0.000 0,5.000-5.000 0,-4.000-1.000 0,10.000 3.000 0,-3.000 0.000 0,2.000-3.000 0,-9.000 1.000 0,7.000-1.000 0,-5.000 2.000 0,-5.000-4.000 0,-9.000 6.000 0,0.000 0.000 0,-8.000-2.000 0,2.000 4.000 0,-7.000 0.000 0,-13.000 0.000 0,6.000 0.000 0,-5.000 0.000 0,-7.000 0.000 0,0.000 0.000 0,0.000-2.000 0,-3.000-1.000 0,-6.000 3.000 0,6.000 0.000 0,-4.000-3.000 0,4.000 3.000 0,0.000-3.000 0,6.000 3.000 0,4.000-3.000 0,-7.000 1.000 0,13.000-1.000 0,-5.000-3.000 0,8.000 3.000 0,0.000 0.000 0,3.000 1.000 0,-1.000-7.000 0,11.000 4.000 0,-10.000 1.000 0,10.000 4.000 0,-10.000 0.000 0,15.000 0.000 0,4.000 0.000 0,-3.000 0.000 0,3.000-5.000 0,-1.000 2.000 0,1.000 3.000 0,-10.000-6.000 0,-2.000 2.000 0,-5.000 3.000 0,8.000-2.000 0,-10.000 3.000 0,-3.000-3.000 0,0.000 3.000 0,-11.000 0.000 0,11.000 0.000 0,0.000 0.000 0,6.000 0.000 0,4.000 0.000 0,-11.000-6.000 0,13.000-2.000 0,-5.000 0.000 0,-4.000-4.000 0,0.000 7.000 0,-4.000-4.000 0,1.000 4.000 0,0.000-1.000 0,3.000-3.000 0,0.000 6.000 0,-4.000-2.000 0,4.000 0.000 0,-3.000-4.000 0,-3.000 0.000 0,-5.000 1.000 0,8.000-7.000 0,-3.000 2.000 0,0.000 1.000 0,0.000 3.000 0,-7.000 4.000 0,4.000-1.000 0,-5.000 1.000 0,8.000 0.000 0,0.000-5.000 0,3.000 2.000 0,0.000-4.000 0,2.000 1.000 0,11.000-3.000 0,-10.000 5.000 0,0.000-2.000 0,-6.000 5.000 0,-8.000 4.000 0,2.000-4.000 0,-10.000 3.000 0,0.000 0.000 0,-10.000 0.000 0,1.000 1.000 0,6.000 2.000 0,-5.000-3.000 0,8.000 3.000 0,4.000 0.000 0,-1.000 0.000 0,0.000 0.000 0,10.000 0.000 0,-10.000-3.000 0,-3.000 0.000 0,5.000 3.000 0,-2.000 0.000 0,7.000 0.000 0,-1.000 0.000 0,-2.000 0.000 0,-4.000 0.000 0,-4.000 0.000 0,4.000 0.000 0,3.000 0.000 0,1.000 0.000 0,-4.000 0.000 0,-6.000 0.000 0,3.000 0.000 0,-11.000 0.000 0,5.000 0.000 0,9.000 0.000 0,10.000 0.000 0,3.000 0.000 0,-4.000 0.000 0,1.000 0.000 0,0.000 0.000 0,-14.000 0.000 0,4.000 0.000 0,-3.000 0.000 0,-3.000 0.000 0,-7.000 0.000 0,4.000 0.000 0,-8.000 0.000 0,5.000 0.000 0,-7.000 0.000 0,-3.000 0.000 0,0.000 3.000 0,-3.000 0.000 0,0.000 0.000 0,-3.000-1.000 0,3.000 1.000 0,-3.000-3.000 0,-7.000 6.000 0,4.000-4.000 0,3.000 4.000 0,-1.000-6.000 0,4.000 4.000 0,-3.000-4.000 0,-3.000 0.000 0,-5.000 2.000 0,3.000 2.000 0,0.000-2.000 0,0.000 1.000 0,-3.000-1.000 0,3.000-2.000 0,-6.000 3.000 0,1.000-3.000 0,4.000 0.000 0,-1.000 0.000 0,1.000 3.000 0,-10.000-3.000 0,6.000 0.000 0,-3.000 3.000 0,-3.000-3.000 0,0.000 0.000 0,0.000 0.000 0,0.000 0.000 0,0.000 0.000 0,0.000 0.000 0,3.000 0.000 0,-3.000 0.000 0,7.000 0.000 0,-7.000 0.000 0,3.000 0.000 0,0.000 0.000 0,-3.000 2.000 0,0.000-2.000 0,0.000 0.000 0,0.000 0.000 0,0.000 0.000 0,3.000 0.000 0,-3.000 0.000 0,3.000 0.000 0,-3.000 0.000 0,0.000 0.000 0,0.000 0.000 0,0.000 0.000 0,0.000 0.000 0,-6.000 3.000 0,-13.000 3.000 0,6.000 0.000-29,-2.000 2.000-250,15.000 7.000-59,0.000-7.000 44</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4"/>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-1.000 174.000 88,'0.000'0.000'111,"3.000"0.000"-96,-3.000-6.000 15,0.000 6.000 13,0.000-2.000-15,3.000 2.000-12,4.000 0.000-9,2.000 0.000-2,7.000 0.000-2,3.000 0.000 2,3.000 0.000 26,-6.000 0.000-7,-7.000 0.000 9,7.000 0.000 1,-10.000 0.000-4,10.000 0.000 4,-3.000 0.000-3,6.000 0.000-11,3.000 0.000 12,3.000 0.000-16,-1.000 0.000 6,11.000 0.000 2,-7.000-4.000-8,7.000 1.000 3,0.000 3.000 2,-7.000-1.000-16,7.000-3.000 20,-10.000 4.000-6,10.000-2.000-3,-10.000-2.000-1,-1.000 2.000-5,9.000-1.000 3,-9.000 1.000 5,8.000-5.000-16,-1.000 5.000 21,7.000-4.000-13,0.000 3.000 2,0.000 3.000 4,6.000 0.000-14,13.000-2.000 13,8.000 2.000 27,8.000 0.000-33,-4.000 0.000 9,7.000 0.000-14,0.000 0.000 0,-2.000 0.000 3,18.000 0.000-7,-8.000 0.000 0,8.000 0.000 0,-1.000 0.000 0,4.000 0.000 0,-11.000 0.000 0,1.000 0.000 0,0.000 0.000 0,-7.000 0.000 0,-2.000 0.000 0,-13.000 0.000 0,10.000 2.000 0,-7.000 1.000 0,-1.000 0.000 0,8.000-3.000 0,-10.000 3.000 0,16.000-1.000 0,-14.000 1.000 0,1.000 3.000 0,10.000-1.000 0,0.000 1.000 0,-10.000-1.000 0,9.000 2.000 0,1.000-5.000 0,-1.000 4.000 0,6.000 0.000 0,6.000-3.000 0,0.000 0.000 0,-2.000 2.000 0,7.000-5.000 0,-8.000 3.000 0,1.000-3.000 0,13.000 0.000 0,-1.000 0.000 0,4.000 0.000 0,0.000 0.000 0,-11.000 0.000 0,-5.000 0.000 0,-6.000 0.000 0,-6.000 0.000 0,-16.000 0.000 0,-8.000 3.000 0,-5.000 12.000 0,4.000-8.000 0,-4.000 8.000 0,-3.000-4.000 0,0.000 3.000 0,-6.000 0.000 0,-5.000-2.000 0,5.000 2.000 0,3.000 0.000 0,-7.000 0.000 0,7.000 3.000 0,3.000-8.000 0,-3.000-1.000 0,2.000-2.000 0,1.000 0.000 0,10.000-2.000 0,-4.000 0.000 0,10.000-4.000 0,9.000 0.000 0,12.000 0.000 0,7.000 0.000 0,29.000 0.000 0,5.000-4.000 0,7.000-6.000 0,15.000-4.000 0,-15.000-1.000 0,-1.000 4.000 0,-8.000 2.000 0,-3.000 4.000 0,-5.000 5.000 0,-5.000 0.000 0,-6.000 0.000 0,-3.000 0.000 0,-11.000 0.000 0,4.000 0.000 0,-2.000 0.000 0,-4.000 5.000 0,-14.000 1.000 0,5.000 0.000 0,-10.000 2.000 0,0.000-2.000 0,-4.000 0.000 0,1.000-3.000 0,-3.000 2.000 0,-1.000-2.000 0,-5.000 0.000 0,6.000-3.000 0,-14.000 3.000 0,1.000-3.000 0,-6.000 6.000 0,3.000-4.000 0,-13.000 4.000 0,4.000 0.000 0,-7.000-1.000 0,7.000-2.000 0,-5.000 2.000 0,8.000 1.000 0,-7.000 0.000 0,13.000 0.000 0,7.000-4.000 0,-1.000 1.000 0,2.000-3.000 0,11.000 0.000 0,7.000 0.000 0,-7.000 0.000 0,3.000 0.000 0,6.000 0.000 0,4.000 0.000 0,-2.000 0.000 0,5.000 0.000 0,11.000 0.000 0,5.000-5.000 0,-4.000-1.000 0,10.000 3.000 0,-3.000 0.000 0,2.000-3.000 0,-9.000 1.000 0,7.000-1.000 0,-5.000 2.000 0,-5.000-4.000 0,-9.000 6.000 0,0.000 0.000 0,-8.000-2.000 0,2.000 4.000 0,-7.000 0.000 0,-13.000 0.000 0,6.000 0.000 0,-5.000 0.000 0,-7.000 0.000 0,0.000 0.000 0,0.000-2.000 0,-3.000-1.000 0,-6.000 3.000 0,6.000 0.000 0,-4.000-3.000 0,4.000 3.000 0,0.000-3.000 0,6.000 3.000 0,4.000-3.000 0,-7.000 1.000 0,13.000-1.000 0,-5.000-3.000 0,8.000 3.000 0,0.000 0.000 0,3.000 1.000 0,-1.000-7.000 0,11.000 4.000 0,-10.000 1.000 0,10.000 4.000 0,-10.000 0.000 0,15.000 0.000 0,4.000 0.000 0,-3.000 0.000 0,3.000-5.000 0,-1.000 2.000 0,1.000 3.000 0,-10.000-6.000 0,-2.000 2.000 0,-5.000 3.000 0,8.000-2.000 0,-10.000 3.000 0,-3.000-3.000 0,0.000 3.000 0,-11.000 0.000 0,11.000 0.000 0,0.000 0.000 0,6.000 0.000 0,4.000 0.000 0,-11.000-6.000 0,13.000-2.000 0,-5.000 0.000 0,-4.000-4.000 0,0.000 7.000 0,-4.000-4.000 0,1.000 4.000 0,0.000-1.000 0,3.000-3.000 0,0.000 6.000 0,-4.000-2.000 0,4.000 0.000 0,-3.000-4.000 0,-3.000 0.000 0,-5.000 1.000 0,8.000-7.000 0,-3.000 2.000 0,0.000 1.000 0,0.000 3.000 0,-7.000 4.000 0,4.000-1.000 0,-5.000 1.000 0,8.000 0.000 0,0.000-5.000 0,3.000 2.000 0,0.000-4.000 0,2.000 1.000 0,11.000-3.000 0,-10.000 5.000 0,0.000-2.000 0,-6.000 5.000 0,-8.000 4.000 0,2.000-4.000 0,-10.000 3.000 0,0.000 0.000 0,-10.000 0.000 0,1.000 1.000 0,6.000 2.000 0,-5.000-3.000 0,8.000 3.000 0,4.000 0.000 0,-1.000 0.000 0,0.000 0.000 0,10.000 0.000 0,-10.000-3.000 0,-3.000 0.000 0,5.000 3.000 0,-2.000 0.000 0,7.000 0.000 0,-1.000 0.000 0,-2.000 0.000 0,-4.000 0.000 0,-4.000 0.000 0,4.000 0.000 0,3.000 0.000 0,1.000 0.000 0,-4.000 0.000 0,-6.000 0.000 0,3.000 0.000 0,-11.000 0.000 0,5.000 0.000 0,9.000 0.000 0,10.000 0.000 0,3.000 0.000 0,-4.000 0.000 0,1.000 0.000 0,0.000 0.000 0,-14.000 0.000 0,4.000 0.000 0,-3.000 0.000 0,-3.000 0.000 0,-7.000 0.000 0,4.000 0.000 0,-8.000 0.000 0,5.000 0.000 0,-7.000 0.000 0,-3.000 0.000 0,0.000 3.000 0,-3.000 0.000 0,0.000 0.000 0,-3.000-1.000 0,3.000 1.000 0,-3.000-3.000 0,-7.000 6.000 0,4.000-4.000 0,3.000 4.000 0,-1.000-6.000 0,4.000 4.000 0,-3.000-4.000 0,-3.000 0.000 0,-5.000 2.000 0,3.000 2.000 0,0.000-2.000 0,0.000 1.000 0,-3.000-1.000 0,3.000-2.000 0,-6.000 3.000 0,1.000-3.000 0,4.000 0.000 0,-1.000 0.000 0,1.000 3.000 0,-10.000-3.000 0,6.000 0.000 0,-3.000 3.000 0,-3.000-3.000 0,0.000 0.000 0,0.000 0.000 0,0.000 0.000 0,0.000 0.000 0,0.000 0.000 0,3.000 0.000 0,-3.000 0.000 0,7.000 0.000 0,-7.000 0.000 0,3.000 0.000 0,0.000 0.000 0,-3.000 2.000 0,0.000-2.000 0,0.000 0.000 0,0.000 0.000 0,0.000 0.000 0,3.000 0.000 0,-3.000 0.000 0,3.000 0.000 0,-3.000 0.000 0,0.000 0.000 0,0.000 0.000 0,0.000 0.000 0,0.000 0.000 0,-6.000 3.000 0,-13.000 3.000 0,6.000 0.000-29,-2.000 2.000-250,15.000 7.000-59,0.000-7.000 44</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4"/>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-1.000 174.000 88,'0.000'0.000'111,"3.000"0.000"-96,-3.000-6.000 15,0.000 6.000 13,0.000-2.000-15,3.000 2.000-12,4.000 0.000-9,2.000 0.000-2,7.000 0.000-2,3.000 0.000 2,3.000 0.000 26,-6.000 0.000-7,-7.000 0.000 9,7.000 0.000 1,-10.000 0.000-4,10.000 0.000 4,-3.000 0.000-3,6.000 0.000-11,3.000 0.000 12,3.000 0.000-16,-1.000 0.000 6,11.000 0.000 2,-7.000-4.000-8,7.000 1.000 3,0.000 3.000 2,-7.000-1.000-16,7.000-3.000 20,-10.000 4.000-6,10.000-2.000-3,-10.000-2.000-1,-1.000 2.000-5,9.000-1.000 3,-9.000 1.000 5,8.000-5.000-16,-1.000 5.000 21,7.000-4.000-13,0.000 3.000 2,0.000 3.000 4,6.000 0.000-14,13.000-2.000 13,8.000 2.000 27,8.000 0.000-33,-4.000 0.000 9,7.000 0.000-14,0.000 0.000 0,-2.000 0.000 3,18.000 0.000-7,-8.000 0.000 0,8.000 0.000 0,-1.000 0.000 0,4.000 0.000 0,-11.000 0.000 0,1.000 0.000 0,0.000 0.000 0,-7.000 0.000 0,-2.000 0.000 0,-13.000 0.000 0,10.000 2.000 0,-7.000 1.000 0,-1.000 0.000 0,8.000-3.000 0,-10.000 3.000 0,16.000-1.000 0,-14.000 1.000 0,1.000 3.000 0,10.000-1.000 0,0.000 1.000 0,-10.000-1.000 0,9.000 2.000 0,1.000-5.000 0,-1.000 4.000 0,6.000 0.000 0,6.000-3.000 0,0.000 0.000 0,-2.000 2.000 0,7.000-5.000 0,-8.000 3.000 0,1.000-3.000 0,13.000 0.000 0,-1.000 0.000 0,4.000 0.000 0,0.000 0.000 0,-11.000 0.000 0,-5.000 0.000 0,-6.000 0.000 0,-6.000 0.000 0,-16.000 0.000 0,-8.000 3.000 0,-5.000 12.000 0,4.000-8.000 0,-4.000 8.000 0,-3.000-4.000 0,0.000 3.000 0,-6.000 0.000 0,-5.000-2.000 0,5.000 2.000 0,3.000 0.000 0,-7.000 0.000 0,7.000 3.000 0,3.000-8.000 0,-3.000-1.000 0,2.000-2.000 0,1.000 0.000 0,10.000-2.000 0,-4.000 0.000 0,10.000-4.000 0,9.000 0.000 0,12.000 0.000 0,7.000 0.000 0,29.000 0.000 0,5.000-4.000 0,7.000-6.000 0,15.000-4.000 0,-15.000-1.000 0,-1.000 4.000 0,-8.000 2.000 0,-3.000 4.000 0,-5.000 5.000 0,-5.000 0.000 0,-6.000 0.000 0,-3.000 0.000 0,-11.000 0.000 0,4.000 0.000 0,-2.000 0.000 0,-4.000 5.000 0,-14.000 1.000 0,5.000 0.000 0,-10.000 2.000 0,0.000-2.000 0,-4.000 0.000 0,1.000-3.000 0,-3.000 2.000 0,-1.000-2.000 0,-5.000 0.000 0,6.000-3.000 0,-14.000 3.000 0,1.000-3.000 0,-6.000 6.000 0,3.000-4.000 0,-13.000 4.000 0,4.000 0.000 0,-7.000-1.000 0,7.000-2.000 0,-5.000 2.000 0,8.000 1.000 0,-7.000 0.000 0,13.000 0.000 0,7.000-4.000 0,-1.000 1.000 0,2.000-3.000 0,11.000 0.000 0,7.000 0.000 0,-7.000 0.000 0,3.000 0.000 0,6.000 0.000 0,4.000 0.000 0,-2.000 0.000 0,5.000 0.000 0,11.000 0.000 0,5.000-5.000 0,-4.000-1.000 0,10.000 3.000 0,-3.000 0.000 0,2.000-3.000 0,-9.000 1.000 0,7.000-1.000 0,-5.000 2.000 0,-5.000-4.000 0,-9.000 6.000 0,0.000 0.000 0,-8.000-2.000 0,2.000 4.000 0,-7.000 0.000 0,-13.000 0.000 0,6.000 0.000 0,-5.000 0.000 0,-7.000 0.000 0,0.000 0.000 0,0.000-2.000 0,-3.000-1.000 0,-6.000 3.000 0,6.000 0.000 0,-4.000-3.000 0,4.000 3.000 0,0.000-3.000 0,6.000 3.000 0,4.000-3.000 0,-7.000 1.000 0,13.000-1.000 0,-5.000-3.000 0,8.000 3.000 0,0.000 0.000 0,3.000 1.000 0,-1.000-7.000 0,11.000 4.000 0,-10.000 1.000 0,10.000 4.000 0,-10.000 0.000 0,15.000 0.000 0,4.000 0.000 0,-3.000 0.000 0,3.000-5.000 0,-1.000 2.000 0,1.000 3.000 0,-10.000-6.000 0,-2.000 2.000 0,-5.000 3.000 0,8.000-2.000 0,-10.000 3.000 0,-3.000-3.000 0,0.000 3.000 0,-11.000 0.000 0,11.000 0.000 0,0.000 0.000 0,6.000 0.000 0,4.000 0.000 0,-11.000-6.000 0,13.000-2.000 0,-5.000 0.000 0,-4.000-4.000 0,0.000 7.000 0,-4.000-4.000 0,1.000 4.000 0,0.000-1.000 0,3.000-3.000 0,0.000 6.000 0,-4.000-2.000 0,4.000 0.000 0,-3.000-4.000 0,-3.000 0.000 0,-5.000 1.000 0,8.000-7.000 0,-3.000 2.000 0,0.000 1.000 0,0.000 3.000 0,-7.000 4.000 0,4.000-1.000 0,-5.000 1.000 0,8.000 0.000 0,0.000-5.000 0,3.000 2.000 0,0.000-4.000 0,2.000 1.000 0,11.000-3.000 0,-10.000 5.000 0,0.000-2.000 0,-6.000 5.000 0,-8.000 4.000 0,2.000-4.000 0,-10.000 3.000 0,0.000 0.000 0,-10.000 0.000 0,1.000 1.000 0,6.000 2.000 0,-5.000-3.000 0,8.000 3.000 0,4.000 0.000 0,-1.000 0.000 0,0.000 0.000 0,10.000 0.000 0,-10.000-3.000 0,-3.000 0.000 0,5.000 3.000 0,-2.000 0.000 0,7.000 0.000 0,-1.000 0.000 0,-2.000 0.000 0,-4.000 0.000 0,-4.000 0.000 0,4.000 0.000 0,3.000 0.000 0,1.000 0.000 0,-4.000 0.000 0,-6.000 0.000 0,3.000 0.000 0,-11.000 0.000 0,5.000 0.000 0,9.000 0.000 0,10.000 0.000 0,3.000 0.000 0,-4.000 0.000 0,1.000 0.000 0,0.000 0.000 0,-14.000 0.000 0,4.000 0.000 0,-3.000 0.000 0,-3.000 0.000 0,-7.000 0.000 0,4.000 0.000 0,-8.000 0.000 0,5.000 0.000 0,-7.000 0.000 0,-3.000 0.000 0,0.000 3.000 0,-3.000 0.000 0,0.000 0.000 0,-3.000-1.000 0,3.000 1.000 0,-3.000-3.000 0,-7.000 6.000 0,4.000-4.000 0,3.000 4.000 0,-1.000-6.000 0,4.000 4.000 0,-3.000-4.000 0,-3.000 0.000 0,-5.000 2.000 0,3.000 2.000 0,0.000-2.000 0,0.000 1.000 0,-3.000-1.000 0,3.000-2.000 0,-6.000 3.000 0,1.000-3.000 0,4.000 0.000 0,-1.000 0.000 0,1.000 3.000 0,-10.000-3.000 0,6.000 0.000 0,-3.000 3.000 0,-3.000-3.000 0,0.000 0.000 0,0.000 0.000 0,0.000 0.000 0,0.000 0.000 0,0.000 0.000 0,3.000 0.000 0,-3.000 0.000 0,7.000 0.000 0,-7.000 0.000 0,3.000 0.000 0,0.000 0.000 0,-3.000 2.000 0,0.000-2.000 0,0.000 0.000 0,0.000 0.000 0,0.000 0.000 0,3.000 0.000 0,-3.000 0.000 0,3.000 0.000 0,-3.000 0.000 0,0.000 0.000 0,0.000 0.000 0,0.000 0.000 0,0.000 0.000 0,-6.000 3.000 0,-13.000 3.000 0,6.000 0.000-29,-2.000 2.000-250,15.000 7.000-59,0.000-7.000 44</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4"/>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-1.000 174.000 88,'0.000'0.000'111,"3.000"0.000"-96,-3.000-6.000 15,0.000 6.000 13,0.000-2.000-15,3.000 2.000-12,4.000 0.000-9,2.000 0.000-2,7.000 0.000-2,3.000 0.000 2,3.000 0.000 26,-6.000 0.000-7,-7.000 0.000 9,7.000 0.000 1,-10.000 0.000-4,10.000 0.000 4,-3.000 0.000-3,6.000 0.000-11,3.000 0.000 12,3.000 0.000-16,-1.000 0.000 6,11.000 0.000 2,-7.000-4.000-8,7.000 1.000 3,0.000 3.000 2,-7.000-1.000-16,7.000-3.000 20,-10.000 4.000-6,10.000-2.000-3,-10.000-2.000-1,-1.000 2.000-5,9.000-1.000 3,-9.000 1.000 5,8.000-5.000-16,-1.000 5.000 21,7.000-4.000-13,0.000 3.000 2,0.000 3.000 4,6.000 0.000-14,13.000-2.000 13,8.000 2.000 27,8.000 0.000-33,-4.000 0.000 9,7.000 0.000-14,0.000 0.000 0,-2.000 0.000 3,18.000 0.000-7,-8.000 0.000 0,8.000 0.000 0,-1.000 0.000 0,4.000 0.000 0,-11.000 0.000 0,1.000 0.000 0,0.000 0.000 0,-7.000 0.000 0,-2.000 0.000 0,-13.000 0.000 0,10.000 2.000 0,-7.000 1.000 0,-1.000 0.000 0,8.000-3.000 0,-10.000 3.000 0,16.000-1.000 0,-14.000 1.000 0,1.000 3.000 0,10.000-1.000 0,0.000 1.000 0,-10.000-1.000 0,9.000 2.000 0,1.000-5.000 0,-1.000 4.000 0,6.000 0.000 0,6.000-3.000 0,0.000 0.000 0,-2.000 2.000 0,7.000-5.000 0,-8.000 3.000 0,1.000-3.000 0,13.000 0.000 0,-1.000 0.000 0,4.000 0.000 0,0.000 0.000 0,-11.000 0.000 0,-5.000 0.000 0,-6.000 0.000 0,-6.000 0.000 0,-16.000 0.000 0,-8.000 3.000 0,-5.000 12.000 0,4.000-8.000 0,-4.000 8.000 0,-3.000-4.000 0,0.000 3.000 0,-6.000 0.000 0,-5.000-2.000 0,5.000 2.000 0,3.000 0.000 0,-7.000 0.000 0,7.000 3.000 0,3.000-8.000 0,-3.000-1.000 0,2.000-2.000 0,1.000 0.000 0,10.000-2.000 0,-4.000 0.000 0,10.000-4.000 0,9.000 0.000 0,12.000 0.000 0,7.000 0.000 0,29.000 0.000 0,5.000-4.000 0,7.000-6.000 0,15.000-4.000 0,-15.000-1.000 0,-1.000 4.000 0,-8.000 2.000 0,-3.000 4.000 0,-5.000 5.000 0,-5.000 0.000 0,-6.000 0.000 0,-3.000 0.000 0,-11.000 0.000 0,4.000 0.000 0,-2.000 0.000 0,-4.000 5.000 0,-14.000 1.000 0,5.000 0.000 0,-10.000 2.000 0,0.000-2.000 0,-4.000 0.000 0,1.000-3.000 0,-3.000 2.000 0,-1.000-2.000 0,-5.000 0.000 0,6.000-3.000 0,-14.000 3.000 0,1.000-3.000 0,-6.000 6.000 0,3.000-4.000 0,-13.000 4.000 0,4.000 0.000 0,-7.000-1.000 0,7.000-2.000 0,-5.000 2.000 0,8.000 1.000 0,-7.000 0.000 0,13.000 0.000 0,7.000-4.000 0,-1.000 1.000 0,2.000-3.000 0,11.000 0.000 0,7.000 0.000 0,-7.000 0.000 0,3.000 0.000 0,6.000 0.000 0,4.000 0.000 0,-2.000 0.000 0,5.000 0.000 0,11.000 0.000 0,5.000-5.000 0,-4.000-1.000 0,10.000 3.000 0,-3.000 0.000 0,2.000-3.000 0,-9.000 1.000 0,7.000-1.000 0,-5.000 2.000 0,-5.000-4.000 0,-9.000 6.000 0,0.000 0.000 0,-8.000-2.000 0,2.000 4.000 0,-7.000 0.000 0,-13.000 0.000 0,6.000 0.000 0,-5.000 0.000 0,-7.000 0.000 0,0.000 0.000 0,0.000-2.000 0,-3.000-1.000 0,-6.000 3.000 0,6.000 0.000 0,-4.000-3.000 0,4.000 3.000 0,0.000-3.000 0,6.000 3.000 0,4.000-3.000 0,-7.000 1.000 0,13.000-1.000 0,-5.000-3.000 0,8.000 3.000 0,0.000 0.000 0,3.000 1.000 0,-1.000-7.000 0,11.000 4.000 0,-10.000 1.000 0,10.000 4.000 0,-10.000 0.000 0,15.000 0.000 0,4.000 0.000 0,-3.000 0.000 0,3.000-5.000 0,-1.000 2.000 0,1.000 3.000 0,-10.000-6.000 0,-2.000 2.000 0,-5.000 3.000 0,8.000-2.000 0,-10.000 3.000 0,-3.000-3.000 0,0.000 3.000 0,-11.000 0.000 0,11.000 0.000 0,0.000 0.000 0,6.000 0.000 0,4.000 0.000 0,-11.000-6.000 0,13.000-2.000 0,-5.000 0.000 0,-4.000-4.000 0,0.000 7.000 0,-4.000-4.000 0,1.000 4.000 0,0.000-1.000 0,3.000-3.000 0,0.000 6.000 0,-4.000-2.000 0,4.000 0.000 0,-3.000-4.000 0,-3.000 0.000 0,-5.000 1.000 0,8.000-7.000 0,-3.000 2.000 0,0.000 1.000 0,0.000 3.000 0,-7.000 4.000 0,4.000-1.000 0,-5.000 1.000 0,8.000 0.000 0,0.000-5.000 0,3.000 2.000 0,0.000-4.000 0,2.000 1.000 0,11.000-3.000 0,-10.000 5.000 0,0.000-2.000 0,-6.000 5.000 0,-8.000 4.000 0,2.000-4.000 0,-10.000 3.000 0,0.000 0.000 0,-10.000 0.000 0,1.000 1.000 0,6.000 2.000 0,-5.000-3.000 0,8.000 3.000 0,4.000 0.000 0,-1.000 0.000 0,0.000 0.000 0,10.000 0.000 0,-10.000-3.000 0,-3.000 0.000 0,5.000 3.000 0,-2.000 0.000 0,7.000 0.000 0,-1.000 0.000 0,-2.000 0.000 0,-4.000 0.000 0,-4.000 0.000 0,4.000 0.000 0,3.000 0.000 0,1.000 0.000 0,-4.000 0.000 0,-6.000 0.000 0,3.000 0.000 0,-11.000 0.000 0,5.000 0.000 0,9.000 0.000 0,10.000 0.000 0,3.000 0.000 0,-4.000 0.000 0,1.000 0.000 0,0.000 0.000 0,-14.000 0.000 0,4.000 0.000 0,-3.000 0.000 0,-3.000 0.000 0,-7.000 0.000 0,4.000 0.000 0,-8.000 0.000 0,5.000 0.000 0,-7.000 0.000 0,-3.000 0.000 0,0.000 3.000 0,-3.000 0.000 0,0.000 0.000 0,-3.000-1.000 0,3.000 1.000 0,-3.000-3.000 0,-7.000 6.000 0,4.000-4.000 0,3.000 4.000 0,-1.000-6.000 0,4.000 4.000 0,-3.000-4.000 0,-3.000 0.000 0,-5.000 2.000 0,3.000 2.000 0,0.000-2.000 0,0.000 1.000 0,-3.000-1.000 0,3.000-2.000 0,-6.000 3.000 0,1.000-3.000 0,4.000 0.000 0,-1.000 0.000 0,1.000 3.000 0,-10.000-3.000 0,6.000 0.000 0,-3.000 3.000 0,-3.000-3.000 0,0.000 0.000 0,0.000 0.000 0,0.000 0.000 0,0.000 0.000 0,0.000 0.000 0,3.000 0.000 0,-3.000 0.000 0,7.000 0.000 0,-7.000 0.000 0,3.000 0.000 0,0.000 0.000 0,-3.000 2.000 0,0.000-2.000 0,0.000 0.000 0,0.000 0.000 0,0.000 0.000 0,3.000 0.000 0,-3.000 0.000 0,3.000 0.000 0,-3.000 0.000 0,0.000 0.000 0,0.000 0.000 0,0.000 0.000 0,0.000 0.000 0,-6.000 3.000 0,-13.000 3.000 0,6.000 0.000-29,-2.000 2.000-250,15.000 7.000-59,0.000-7.000 44</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0"/>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-3.000 299.000 3,'0.000'20.000'6,"0.000"-5.000"-6,0.000-7.000 0,3.000-5.000 2,0.000-3.000-2,0.000 0.000 4,0.000 0.000 3,-3.000 0.000-2,2.000 0.000 5,-2.000 0.000-1,0.000 0.000-3,0.000 0.000 2,0.000 0.000-1,0.000 0.000 2,0.000 0.000 0,0.000 0.000 1,0.000 0.000 4,0.000 0.000-4,0.000 0.000 3,0.000 0.000 4,0.000 0.000-3,0.000 0.000 4,0.000 0.000-3,0.000 0.000 1,0.000 0.000 3,0.000 0.000-6,0.000 0.000 2,0.000 0.000 3,0.000 0.000-7,0.000 0.000 7,0.000 0.000 1,0.000 0.000-7,0.000 0.000 3,0.000 0.000-9,0.000 3.000 2,0.000-3.000-1,8.000 0.000-7,-2.000 2.000 5,-1.000-2.000-2,11.000 4.000 2,3.000-4.000 8,-3.000 0.000-6,9.000 0.000 0,0.000 0.000 5,10.000 0.000-3,6.000 0.000-2,0.000 0.000 3,0.000 0.000-7,0.000 0.000 5,-1.000-4.000-7,-2.000 2.000 1,3.000-4.000 4,0.000 3.000-5,0.000-2.000 0,-3.000-1.000 4,0.000 3.000-4,0.000 0.000 6,5.000-2.000-5,1.000-1.000 10,10.000 0.000 0,9.000 0.000-8,0.000 1.000 2,-1.000-1.000 4,4.000-1.000-7,4.000 2.000 8,-4.000 1.000-9,-3.000-2.000 3,-4.000 0.000 3,4.000 0.000-6,0.000 1.000-1,0.000-1.000 1,4.000-2.000 0,-2.000 2.000-1,-2.000-3.000 6,10.000 4.000-6,-7.000-4.000 6,-1.000 3.000-2,11.000 4.000 0,-7.000-3.000-3,10.000 1.000 2,-3.000-1.000-1,-1.000 1.000 1,-9.000-1.000-1,0.000 2.000-1,-3.000 0.000 1,-7.000 1.000-3,-5.000 2.000 0,2.000 0.000 0,-2.000 0.000 0,9.000 0.000 2,0.000 0.000 0,2.000 0.000 7,-2.000 0.000-8,-3.000 0.000-1,-1.000 0.000 7,-2.000 2.000-7,0.000 4.000 8,-8.000-1.000-8,8.000-1.000 5,-1.000 1.000 8,4.000 4.000-12,5.000-4.000 1,11.000 1.000 2,-7.000 0.000-2,13.000-4.000 11,0.000 4.000-8,-11.000-3.000 1,5.000 0.000 10,-4.000 3.000-14,-9.000-1.000 0,-1.000 1.000-2,1.000-1.000 4,-3.000 0.000 5,9.000 2.000-9,-3.000-2.000 8,7.000-1.000 5,-8.000-4.000-13,1.000 0.000 0,0.000 0.000 6,0.000 0.000-4,-4.000 0.000 7,-2.000 0.000-7,3.000 0.000 10,-3.000 0.000 0,3.000 0.000-11,3.000 0.000 3,-1.000 0.000 6,14.000 0.000-7,-7.000 0.000 13,13.000-12.000-10,-1.000-2.000 7,1.000 3.000 5,-3.000 2.000-14,5.000 0.000 6,5.000 3.000 4,-1.000-2.000-11,16.000-1.000 17,9.000 4.000-16,-6.000-4.000 4,10.000 4.000 5,-17.000 2.000-13,-9.000 3.000 0,-5.000 0.000 0,-4.000 0.000 2,-8.000 0.000 10,12.000 0.000-12,-12.000 0.000 2,8.000 0.000 6,-6.000 0.000-4,3.000 0.000-4,0.000 6.000 8,2.000 0.000-6,-5.000-5.000 4,-1.000 3.000-6,1.000 0.000 4,-3.000-3.000 11,-8.000-1.000-15,-2.000 6.000-2,-6.000-3.000 0,3.000 0.000 4,-1.000 0.000 10,-2.000-1.000-12,-4.000 2.000 2,4.000-2.000 4,0.000 1.000-3,-8.000-3.000-3,2.000 0.000 0,-7.000 3.000 0,-3.000-3.000 0,6.000 0.000 0,4.000 3.000 0,-2.000-3.000 0,11.000 0.000 0,0.000 0.000 0,0.000 0.000 0,3.000 0.000 0,7.000 0.000 0,-8.000 0.000 0,1.000 0.000 0,-3.000 0.000 0,-3.000 0.000 0,0.000 3.000 0,-11.000-3.000 0,14.000 0.000 0,0.000 2.000 0,0.000-2.000 0,19.000 4.000 0,-8.000 1.000 0,8.000-2.000 0,-3.000 5.000 0,3.000-3.000 0,-8.000 2.000 0,-1.000-2.000 0,-7.000 3.000 0,-3.000 1.000 0,5.000-3.000 0,-5.000 2.000 0,3.000-2.000 0,0.000 0.000 0,4.000 5.000 0,-1.000-5.000 0,-1.000 2.000 0,8.000-2.000 0,-7.000-3.000 0,0.000 0.000 0,9.000-3.000 0,-2.000 0.000 0,-7.000 0.000 0,3.000 0.000 0,4.000 0.000 0,5.000 0.000 0,1.000 0.000 0,3.000 0.000 0,-11.000 0.000 0,18.000 0.000 0,-7.000 0.000 0,-3.000 0.000 0,3.000 0.000 0,2.000 0.000 0,-5.000 0.000 0,3.000 0.000 0,-1.000 0.000 0,17.000 0.000 0,-10.000-3.000 0,-1.000 3.000 0,8.000-3.000 0,-3.000 3.000 0,-7.000 0.000 0,-4.000 0.000 0,1.000 0.000 0,-3.000 0.000 0,-8.000 0.000 0,-1.000 0.000 0,-1.000 0.000 0,4.000 0.000 0,-4.000 6.000 0,6.000-4.000 0,10.000 2.000 0,-6.000-4.000 0,5.000 0.000 0,-5.000 0.000 0,13.000 0.000 0,-4.000 0.000 0,7.000 0.000 0,-11.000 0.000 0,4.000 0.000 0,4.000 0.000 0,-11.000 0.000 0,7.000-12.000 0,7.000 4.000 0,3.000-7.000 0,2.000-1.000 0,4.000 1.000 0,-6.000 1.000 0,-14.000 0.000 0,1.000 3.000 0,-9.000 0.000 0,-5.000-1.000 0,-1.000 1.000 0,-4.000-1.000 0,0.000-2.000 0,-7.000 3.000 0,11.000-3.000 0,-10.000 3.000 0,-7.000 2.000 0,-2.000-2.000 0,-4.000 2.000 0,-4.000-3.000 0,-2.000 7.000 0,-3.000-4.000 0,-3.000 4.000 0,0.000-1.000 0,-7.000 3.000 0,7.000-2.000 0,-10.000-1.000 0,2.000 0.000 0,0.000-2.000 0,0.000 2.000 0,-5.000 5.000 0,3.000-4.000 0,1.000 2.000 0,2.000 1.000 0,-9.000-1.000 0,6.000 0.000 0,-3.000-3.000 0,-3.000 4.000 0,3.000 0.000 0,-3.000-2.000 0,2.000 2.000 0,9.000-2.000 0,-8.000 4.000 0,-1.000-5.000 0,-2.000 2.000 0,-3.000 3.000 0,-4.000-3.000 0,1.000 3.000 0,3.000 0.000 0,-4.000 0.000 0,1.000 0.000 0,3.000-3.000 0,3.000 3.000 0,6.000 0.000 0,-3.000 0.000 0,0.000 0.000 0,-3.000 0.000 0,0.000 0.000 0,-3.000 0.000 0,-5.000 0.000 0,0.000 0.000 0,-6.000 0.000 0,9.000 0.000 0,-12.000 0.000 0,4.000 0.000 0,5.000 0.000 0,-11.000 0.000 0,0.000 0.000 0,0.000 0.000 0,0.000-5.000 0,-35.000 2.000-48,-12.000 3.000-184,-26.000 0.000-43,4.000 14.000 76,-26.000 30.000-3</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52:57"/>
    </inkml:context>
    <inkml:brush xml:id="br0">
      <inkml:brushProperty name="width" value="0.37042" units="cm"/>
      <inkml:brushProperty name="height" value="0.37042" units="cm"/>
      <inkml:brushProperty name="color" value="#44546a"/>
      <inkml:brushProperty name="fitToCurve" value="1"/>
    </inkml:brush>
  </inkml:definitions>
  <inkml:trace contextRef="#ctx0" brushRef="#br0">4.000 1241.000 68,'-3.000'-1.000'27,"-2.000"1.000"-22,5.000 0.000 17,-1.000 0.000-2,1.000 0.000 0,-2.000 0.000-7,1.000 0.000-4,1.000 0.000 3,-1.000 0.000 2,1.000 0.000-2,0.000 0.000 7,0.000 0.000-3,0.000 0.000 2,0.000 0.000 0,0.000 0.000 1,0.000 0.000 6,0.000 0.000-5,0.000 0.000-3,0.000 0.000 1,0.000 0.000-1,0.000 0.000 11,0.000 0.000-7,0.000 0.000-3,0.000 0.000 13,0.000 0.000-19,0.000 0.000 12,0.000 0.000 1,0.000 0.000-9,2.000 0.000 7,0.000 0.000-8,0.000 0.000-2,5.000 0.000 8,-1.000 0.000-8,3.000 0.000 16,1.000 0.000-4,-2.000 0.000-12,-5.000 0.000 6,4.000 0.000-10,-4.000 0.000 7,4.000 0.000 7,0.000 0.000-23,0.000 0.000 11,-2.000 0.000 5,4.000 0.000-12,-3.000 0.000 5,-3.000 0.000-1,6.000 0.000-1,-1.000 0.000 17,2.000 0.000-22,-1.000-2.000 6,0.000 0.000 4,0.000 0.000-8,4.000-2.000 10,-1.000 0.000-9,-1.000 1.000 1,2.000 0.000 12,1.000-1.000-12,8.000-2.000-4,8.000-4.000 14,24.000-8.000-10,30.000-9.000 9,30.000-8.000 12,39.000-8.000-27,29.000-7.000 0,48.000-6.000 0,41.000-8.000 0,51.000-7.000 0,51.000-8.000 0,47.000-3.000 0,42.000-7.000 0,55.000-8.000 0,52.000-6.000 0,50.000-5.000-90,48.000 4.000-150,28.000 10.000-126,7.000 14.000 142</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58:10"/>
    </inkml:context>
    <inkml:brush xml:id="br0">
      <inkml:brushProperty name="width" value="0.21167" units="cm"/>
      <inkml:brushProperty name="height" value="0.21167" units="cm"/>
      <inkml:brushProperty name="color" value="#44546a"/>
      <inkml:brushProperty name="fitToCurve" value="1"/>
    </inkml:brush>
  </inkml:definitions>
  <inkml:trace contextRef="#ctx0" brushRef="#br0">-3.000 440.000 68,'-1.000'-1.000'27,"-1.000"1.000"-22,2.000 0.000 17,0.000 0.000-2,0.000 0.000 0,-1.000 0.000-7,0.000 0.000-4,1.000 0.000 3,0.000 0.000 2,0.000 0.000-2,0.000 0.000 7,0.000 0.000-3,0.000 0.000 2,0.000 0.000 0,0.000 0.000 1,0.000 0.000 6,0.000 0.000-5,0.000 0.000-3,0.000 0.000 1,0.000 0.000-1,0.000 0.000 11,0.000 0.000-7,0.000 0.000-3,0.000 0.000 13,0.000 0.000-19,0.000 0.000 12,0.000 0.000 1,0.000 0.000-9,1.000 0.000 7,0.000 0.000-8,-1.000 0.000-2,3.000 0.000 8,-1.000 0.000-8,1.000 0.000 16,0.000 0.000-4,0.000 0.000-12,-2.000 0.000 6,2.000 0.000-10,-2.000 0.000 7,1.000 0.000 7,1.000 0.000-23,-1.000 0.000 11,0.000 0.000 5,1.000 0.000-12,-1.000 0.000 5,-1.000 0.000-1,2.000 0.000-1,0.000 0.000 17,1.000 0.000-22,-1.000 0.000 6,0.000-1.000 4,0.000 0.000-8,2.000 0.000 10,-1.000-1.000-9,0.000 1.000 1,0.000 0.000 12,1.000 0.000-12,3.000-1.000-4,2.000-2.000 14,9.000-2.000-10,11.000-4.000 9,10.000-2.000 12,13.000-3.000-27,11.000-3.000 0,16.000-2.000 0,15.000-2.000 0,18.000-4.000 0,18.000-2.000 0,16.000-1.000 0,14.000-2.000 0,20.000-3.000 0,19.000-3.000 0,16.000-1.000-90,18.000 1.000-150,9.000 4.000-126,3.000 4.000 142</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0:29"/>
    </inkml:context>
    <inkml:brush xml:id="br0">
      <inkml:brushProperty name="width" value="0.10583" units="cm"/>
      <inkml:brushProperty name="height" value="0.10583" units="cm"/>
      <inkml:brushProperty name="color" value="#44546a"/>
      <inkml:brushProperty name="fitToCurve" value="1"/>
    </inkml:brush>
  </inkml:definitions>
  <inkml:trace contextRef="#ctx0" brushRef="#br0">1627.000 38.000 100,'4.000'-26.000'57,"-4.000"18.000"-47,0.000 8.000 23,-4.000 8.000 9,-11.000-4.000-20,15.000-4.000-7,0.000 0.000 5,0.000 0.000-5,0.000 0.000 1,0.000 0.000-7,0.000 0.000 9,0.000 0.000 6,0.000 0.000-1,0.000 0.000 4,0.000 0.000 5,-8.000 0.000-9,8.000 0.000 6,-4.000 0.000-12,-15.000 0.000 0,11.000 0.000-3,-19.000 0.000-6,0.000 0.000 0,-8.000 0.000 7,-14.000 0.000-13,13.000 0.000 12,10.000 0.000-9,-10.000 0.000 0,5.000 4.000 6,-10.000 16.000-7,6.000 3.000 5,4.000-2.000-2,0.000 4.000-7,0.000-2.000 7,-10.000 8.000-2,5.000 15.000-1,1.000-2.000 3,-10.000 2.000-7,18.000 8.000 4,-4.000-5.000 0,0.000 2.000-2,0.000 1.000 7,0.000 5.000 2,4.000 7.000 0,0.000-4.000 2,0.000 8.000-7,15.000-3.000 0,-7.000-9.000-3,-3.000 20.000 1,9.000-8.000 2,-10.000 0.000-4,11.000 12.000 3,-2.000-3.000 1,-9.000 3.000-4,15.000 8.000 6,-15.000 4.000-1,6.000 0.000-5,-1.000 4.000 12,14.000-3.000-10,-11.000-4.000 3,11.000-5.000 1,0.000-1.000-4,4.000-2.000-1,0.000-5.000-3,0.000-8.000 5,0.000 0.000-1,0.000 13.000-4,0.000-9.000 0,0.000 8.000 7,0.000 0.000-5,0.000-1.000 0,0.000 7.000 0,0.000-6.000 2,0.000 4.000 3,0.000-8.000-6,0.000 4.000 1,0.000-2.000 4,0.000 9.000 0,4.000 1.000-2,0.000 4.000-4,6.000 8.000 3,-5.000 8.000 8,-1.000 5.000-11,-4.000-8.000 5,0.000 3.000 13,8.000-11.000-10,-8.000-10.000-1,0.000 9.000 7,0.000 4.000-6,0.000 1.000 14,0.000 3.000-14,0.000-8.000 3,0.000-3.000-5,0.000-9.000 2,0.000 0.000-2,0.000-4.000 5,0.000 4.000-11,0.000-7.000 0,0.000-1.000 0,0.000 4.000 0,0.000-7.000 0,0.000 2.000 0,0.000 2.000 0,-8.000 7.000 0,-11.000-4.000 0,7.000 5.000 0,-15.000-11.000 0,8.000 4.000 0,7.000-14.000 0,-11.000-16.000 0,0.000 4.000 0,-4.000-10.000 0,7.000 1.000 0,-17.000-7.000 0,6.000-5.000 0,-5.000 2.000 0,10.000-17.000 0,-14.000 4.000 0,-1.000 4.000 0,6.000-7.000 0,0.000 6.000 0,8.000-5.000 0,4.000 0.000 0,0.000-5.000 0,15.000-10.000 0,8.000-3.000 0,-4.000 0.000 0,4.000 0.000 0,0.000 0.000 0,0.000 0.000 0,0.000 0.000 0,0.000 0.000 0,4.000 0.000 0,0.000 0.000 0,0.000 0.000 0,15.000 0.000 0,-11.000 0.000 0,15.000 0.000 0,8.000 0.000 0,4.000 0.000 0,11.000 0.000 0,-15.000 0.000 0,0.000 0.000 0,-5.000 0.000 0,5.000 0.000 0,-4.000 0.000 0,4.000 0.000 0,-4.000 12.000 0,0.000 1.000 0,-4.000 3.000 0,0.000 4.000 0,-11.000-5.000 0,7.000 6.000 0,-11.000 3.000 0,10.000 5.000 0,-5.000 10.000 0,-5.000 1.000 0,11.000 4.000 0,-11.000 4.000 0,11.000 4.000 0,-11.000 9.000 0,10.000-2.000 0,-13.000-10.000 0,-5.000 7.000 0,4.000 0.000 0,0.000-4.000 0,-4.000 12.000 0,10.000-7.000 0,-6.000-1.000 0,-4.000 4.000 0,4.000 4.000 0,1.000-5.000 0,-1.000 10.000 0,10.000-5.000 0,-6.000 1.000 0,-3.000 15.000 0,9.000-8.000 0,-6.000 4.000 0,1.000-4.000 0,5.000-3.000 0,-10.000 3.000 0,0.000 0.000 0,0.000-4.000 0,1.000 9.000 0,5.000-1.000 0,-6.000 4.000 0,-4.000-1.000 0,0.000 14.000 0,0.000-1.000 0,0.000 1.000 0,0.000 7.000 0,0.000 0.000 0,0.000 0.000 0,0.000-7.000 0,0.000-5.000 0,0.000-7.000 0,-4.000-1.000 0,-11.000 1.000 0,7.000 2.000 0,0.000 9.000 0,-7.000 4.000 0,11.000 1.000 0,0.000-1.000 0,-10.000 4.000 0,10.000 0.000 0,-1.000 0.000 0,1.000-3.000 0,0.000-1.000 0,4.000-16.000 0,0.000-1.000 0,0.000 3.000 0,0.000 0.000 0,0.000 4.000 0,0.000-10.000 0,4.000-12.000 0,5.000 1.000 0,9.000-6.000 0,-10.000 7.000 0,11.000-7.000 0,-11.000 1.000 0,11.000-7.000 0,-11.000-1.000 0,-4.000 4.000 0,11.000 0.000 0,-11.000-6.000 0,4.000 4.000 0,0.000-14.000 0,7.000-4.000 0,-11.000-2.000 0,4.000-11.000 0,3.000 13.000 0,-3.000 0.000 0,-4.000-6.000 0,11.000 4.000 0,-7.000-6.000 0,-4.000 4.000 0,15.000-4.000 0,-11.000 6.000 0,0.000-4.000 0,11.000 6.000 0,-15.000 5.000 0,4.000-2.000 0,2.000-6.000 0,-1.000 7.000 0,-5.000-13.000 0,10.000 16.000 0,-5.000-7.000 0,-5.000-2.000 0,0.000 2.000 0,0.000-8.000 0,10.000 0.000 0,-9.000 0.000 0,-1.000-7.000 0,10.000-1.000 0,-6.000-1.000 0,11.000 1.000 0,-11.000 1.000 0,1.000-6.000 0,5.000 2.000 0,-6.000-5.000 0,15.000-1.000 0,-6.000 2.000 0,5.000 3.000 0,1.000 0.000 0,4.000 0.000 0,-15.000-3.000 0,15.000 2.000 0,0.000-7.000 0,4.000 5.000 0,-4.000-2.000 0,4.000 1.000 0,6.000 5.000 0,-16.000-2.000 0,20.000-2.000 0,-10.000 2.000 0,4.000 2.000 0,-8.000 3.000 0,0.000-8.000 0,4.000 4.000 0,-4.000-4.000 0,0.000-1.000 0,0.000 2.000 0,4.000 3.000 0,0.000-9.000 0,-4.000 9.000 0,4.000-4.000 0,0.000 4.000 0,-4.000-3.000 0,-1.000-6.000 0,5.000 6.000 0,-4.000-10.000 0,0.000-3.000 0,-8.000 0.000 0,-11.000 0.000 0,-4.000 0.000 0,-4.000 0.000 0,0.000 0.000 0,0.000 0.000 0,0.000 0.000 0,-27.000 0.000 0,0.000 0.000 0,1.000 0.000-111,-10.000-11.000-165,36.000-69.000-29,0.000 4.000 11</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58:10"/>
    </inkml:context>
    <inkml:brush xml:id="br0">
      <inkml:brushProperty name="width" value="0.21167" units="cm"/>
      <inkml:brushProperty name="height" value="0.21167" units="cm"/>
      <inkml:brushProperty name="color" value="#44546a"/>
      <inkml:brushProperty name="fitToCurve" value="1"/>
    </inkml:brush>
  </inkml:definitions>
  <inkml:trace contextRef="#ctx0" brushRef="#br0">-3.000 440.000 68,'-1.000'-1.000'27,"-1.000"1.000"-22,2.000 0.000 17,0.000 0.000-2,0.000 0.000 0,-1.000 0.000-7,0.000 0.000-4,1.000 0.000 3,0.000 0.000 2,0.000 0.000-2,0.000 0.000 7,0.000 0.000-3,0.000 0.000 2,0.000 0.000 0,0.000 0.000 1,0.000 0.000 6,0.000 0.000-5,0.000 0.000-3,0.000 0.000 1,0.000 0.000-1,0.000 0.000 11,0.000 0.000-7,0.000 0.000-3,0.000 0.000 13,0.000 0.000-19,0.000 0.000 12,0.000 0.000 1,0.000 0.000-9,1.000 0.000 7,0.000 0.000-8,-1.000 0.000-2,3.000 0.000 8,-1.000 0.000-8,1.000 0.000 16,0.000 0.000-4,0.000 0.000-12,-2.000 0.000 6,2.000 0.000-10,-2.000 0.000 7,1.000 0.000 7,1.000 0.000-23,-1.000 0.000 11,0.000 0.000 5,1.000 0.000-12,-1.000 0.000 5,-1.000 0.000-1,2.000 0.000-1,0.000 0.000 17,1.000 0.000-22,-1.000 0.000 6,0.000-1.000 4,0.000 0.000-8,2.000 0.000 10,-1.000-1.000-9,0.000 1.000 1,0.000 0.000 12,1.000 0.000-12,3.000-1.000-4,2.000-2.000 14,9.000-2.000-10,11.000-4.000 9,10.000-2.000 12,13.000-3.000-27,11.000-3.000 0,16.000-2.000 0,15.000-2.000 0,18.000-4.000 0,18.000-2.000 0,16.000-1.000 0,14.000-2.000 0,20.000-3.000 0,19.000-3.000 0,16.000-1.000-90,18.000 1.000-150,9.000 4.000-126,3.000 4.000 142</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58:10"/>
    </inkml:context>
    <inkml:brush xml:id="br0">
      <inkml:brushProperty name="width" value="0.21167" units="cm"/>
      <inkml:brushProperty name="height" value="0.21167" units="cm"/>
      <inkml:brushProperty name="color" value="#44546a"/>
      <inkml:brushProperty name="fitToCurve" value="1"/>
    </inkml:brush>
  </inkml:definitions>
  <inkml:trace contextRef="#ctx0" brushRef="#br0">-3.000 440.000 68,'-1.000'-1.000'27,"-1.000"1.000"-22,2.000 0.000 17,0.000 0.000-2,0.000 0.000 0,-1.000 0.000-7,0.000 0.000-4,1.000 0.000 3,0.000 0.000 2,0.000 0.000-2,0.000 0.000 7,0.000 0.000-3,0.000 0.000 2,0.000 0.000 0,0.000 0.000 1,0.000 0.000 6,0.000 0.000-5,0.000 0.000-3,0.000 0.000 1,0.000 0.000-1,0.000 0.000 11,0.000 0.000-7,0.000 0.000-3,0.000 0.000 13,0.000 0.000-19,0.000 0.000 12,0.000 0.000 1,0.000 0.000-9,1.000 0.000 7,0.000 0.000-8,-1.000 0.000-2,3.000 0.000 8,-1.000 0.000-8,1.000 0.000 16,0.000 0.000-4,0.000 0.000-12,-2.000 0.000 6,2.000 0.000-10,-2.000 0.000 7,1.000 0.000 7,1.000 0.000-23,-1.000 0.000 11,0.000 0.000 5,1.000 0.000-12,-1.000 0.000 5,-1.000 0.000-1,2.000 0.000-1,0.000 0.000 17,1.000 0.000-22,-1.000 0.000 6,0.000-1.000 4,0.000 0.000-8,2.000 0.000 10,-1.000-1.000-9,0.000 1.000 1,0.000 0.000 12,1.000 0.000-12,3.000-1.000-4,2.000-2.000 14,9.000-2.000-10,11.000-4.000 9,10.000-2.000 12,13.000-3.000-27,11.000-3.000 0,16.000-2.000 0,15.000-2.000 0,18.000-4.000 0,18.000-2.000 0,16.000-1.000 0,14.000-2.000 0,20.000-3.000 0,19.000-3.000 0,16.000-1.000-90,18.000 1.000-150,9.000 4.000-126,3.000 4.000 142</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58:10"/>
    </inkml:context>
    <inkml:brush xml:id="br0">
      <inkml:brushProperty name="width" value="0.21167" units="cm"/>
      <inkml:brushProperty name="height" value="0.21167" units="cm"/>
      <inkml:brushProperty name="color" value="#44546a"/>
      <inkml:brushProperty name="fitToCurve" value="1"/>
    </inkml:brush>
  </inkml:definitions>
  <inkml:trace contextRef="#ctx0" brushRef="#br0">-3.000 440.000 68,'-1.000'-1.000'27,"-1.000"1.000"-22,2.000 0.000 17,0.000 0.000-2,0.000 0.000 0,-1.000 0.000-7,0.000 0.000-4,1.000 0.000 3,0.000 0.000 2,0.000 0.000-2,0.000 0.000 7,0.000 0.000-3,0.000 0.000 2,0.000 0.000 0,0.000 0.000 1,0.000 0.000 6,0.000 0.000-5,0.000 0.000-3,0.000 0.000 1,0.000 0.000-1,0.000 0.000 11,0.000 0.000-7,0.000 0.000-3,0.000 0.000 13,0.000 0.000-19,0.000 0.000 12,0.000 0.000 1,0.000 0.000-9,1.000 0.000 7,0.000 0.000-8,-1.000 0.000-2,3.000 0.000 8,-1.000 0.000-8,1.000 0.000 16,0.000 0.000-4,0.000 0.000-12,-2.000 0.000 6,2.000 0.000-10,-2.000 0.000 7,1.000 0.000 7,1.000 0.000-23,-1.000 0.000 11,0.000 0.000 5,1.000 0.000-12,-1.000 0.000 5,-1.000 0.000-1,2.000 0.000-1,0.000 0.000 17,1.000 0.000-22,-1.000 0.000 6,0.000-1.000 4,0.000 0.000-8,2.000 0.000 10,-1.000-1.000-9,0.000 1.000 1,0.000 0.000 12,1.000 0.000-12,3.000-1.000-4,2.000-2.000 14,9.000-2.000-10,11.000-4.000 9,10.000-2.000 12,13.000-3.000-27,11.000-3.000 0,16.000-2.000 0,15.000-2.000 0,18.000-4.000 0,18.000-2.000 0,16.000-1.000 0,14.000-2.000 0,20.000-3.000 0,19.000-3.000 0,16.000-1.000-90,18.000 1.000-150,9.000 4.000-126,3.000 4.000 142</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0"/>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-3.000 299.000 3,'0.000'20.000'6,"0.000"-5.000"-6,0.000-7.000 0,3.000-5.000 2,0.000-3.000-2,0.000 0.000 4,0.000 0.000 3,-3.000 0.000-2,2.000 0.000 5,-2.000 0.000-1,0.000 0.000-3,0.000 0.000 2,0.000 0.000-1,0.000 0.000 2,0.000 0.000 0,0.000 0.000 1,0.000 0.000 4,0.000 0.000-4,0.000 0.000 3,0.000 0.000 4,0.000 0.000-3,0.000 0.000 4,0.000 0.000-3,0.000 0.000 1,0.000 0.000 3,0.000 0.000-6,0.000 0.000 2,0.000 0.000 3,0.000 0.000-7,0.000 0.000 7,0.000 0.000 1,0.000 0.000-7,0.000 0.000 3,0.000 0.000-9,0.000 3.000 2,0.000-3.000-1,8.000 0.000-7,-2.000 2.000 5,-1.000-2.000-2,11.000 4.000 2,3.000-4.000 8,-3.000 0.000-6,9.000 0.000 0,0.000 0.000 5,10.000 0.000-3,6.000 0.000-2,0.000 0.000 3,0.000 0.000-7,0.000 0.000 5,-1.000-4.000-7,-2.000 2.000 1,3.000-4.000 4,0.000 3.000-5,0.000-2.000 0,-3.000-1.000 4,0.000 3.000-4,0.000 0.000 6,5.000-2.000-5,1.000-1.000 10,10.000 0.000 0,9.000 0.000-8,0.000 1.000 2,-1.000-1.000 4,4.000-1.000-7,4.000 2.000 8,-4.000 1.000-9,-3.000-2.000 3,-4.000 0.000 3,4.000 0.000-6,0.000 1.000-1,0.000-1.000 1,4.000-2.000 0,-2.000 2.000-1,-2.000-3.000 6,10.000 4.000-6,-7.000-4.000 6,-1.000 3.000-2,11.000 4.000 0,-7.000-3.000-3,10.000 1.000 2,-3.000-1.000-1,-1.000 1.000 1,-9.000-1.000-1,0.000 2.000-1,-3.000 0.000 1,-7.000 1.000-3,-5.000 2.000 0,2.000 0.000 0,-2.000 0.000 0,9.000 0.000 2,0.000 0.000 0,2.000 0.000 7,-2.000 0.000-8,-3.000 0.000-1,-1.000 0.000 7,-2.000 2.000-7,0.000 4.000 8,-8.000-1.000-8,8.000-1.000 5,-1.000 1.000 8,4.000 4.000-12,5.000-4.000 1,11.000 1.000 2,-7.000 0.000-2,13.000-4.000 11,0.000 4.000-8,-11.000-3.000 1,5.000 0.000 10,-4.000 3.000-14,-9.000-1.000 0,-1.000 1.000-2,1.000-1.000 4,-3.000 0.000 5,9.000 2.000-9,-3.000-2.000 8,7.000-1.000 5,-8.000-4.000-13,1.000 0.000 0,0.000 0.000 6,0.000 0.000-4,-4.000 0.000 7,-2.000 0.000-7,3.000 0.000 10,-3.000 0.000 0,3.000 0.000-11,3.000 0.000 3,-1.000 0.000 6,14.000 0.000-7,-7.000 0.000 13,13.000-12.000-10,-1.000-2.000 7,1.000 3.000 5,-3.000 2.000-14,5.000 0.000 6,5.000 3.000 4,-1.000-2.000-11,16.000-1.000 17,9.000 4.000-16,-6.000-4.000 4,10.000 4.000 5,-17.000 2.000-13,-9.000 3.000 0,-5.000 0.000 0,-4.000 0.000 2,-8.000 0.000 10,12.000 0.000-12,-12.000 0.000 2,8.000 0.000 6,-6.000 0.000-4,3.000 0.000-4,0.000 6.000 8,2.000 0.000-6,-5.000-5.000 4,-1.000 3.000-6,1.000 0.000 4,-3.000-3.000 11,-8.000-1.000-15,-2.000 6.000-2,-6.000-3.000 0,3.000 0.000 4,-1.000 0.000 10,-2.000-1.000-12,-4.000 2.000 2,4.000-2.000 4,0.000 1.000-3,-8.000-3.000-3,2.000 0.000 0,-7.000 3.000 0,-3.000-3.000 0,6.000 0.000 0,4.000 3.000 0,-2.000-3.000 0,11.000 0.000 0,0.000 0.000 0,0.000 0.000 0,3.000 0.000 0,7.000 0.000 0,-8.000 0.000 0,1.000 0.000 0,-3.000 0.000 0,-3.000 0.000 0,0.000 3.000 0,-11.000-3.000 0,14.000 0.000 0,0.000 2.000 0,0.000-2.000 0,19.000 4.000 0,-8.000 1.000 0,8.000-2.000 0,-3.000 5.000 0,3.000-3.000 0,-8.000 2.000 0,-1.000-2.000 0,-7.000 3.000 0,-3.000 1.000 0,5.000-3.000 0,-5.000 2.000 0,3.000-2.000 0,0.000 0.000 0,4.000 5.000 0,-1.000-5.000 0,-1.000 2.000 0,8.000-2.000 0,-7.000-3.000 0,0.000 0.000 0,9.000-3.000 0,-2.000 0.000 0,-7.000 0.000 0,3.000 0.000 0,4.000 0.000 0,5.000 0.000 0,1.000 0.000 0,3.000 0.000 0,-11.000 0.000 0,18.000 0.000 0,-7.000 0.000 0,-3.000 0.000 0,3.000 0.000 0,2.000 0.000 0,-5.000 0.000 0,3.000 0.000 0,-1.000 0.000 0,17.000 0.000 0,-10.000-3.000 0,-1.000 3.000 0,8.000-3.000 0,-3.000 3.000 0,-7.000 0.000 0,-4.000 0.000 0,1.000 0.000 0,-3.000 0.000 0,-8.000 0.000 0,-1.000 0.000 0,-1.000 0.000 0,4.000 0.000 0,-4.000 6.000 0,6.000-4.000 0,10.000 2.000 0,-6.000-4.000 0,5.000 0.000 0,-5.000 0.000 0,13.000 0.000 0,-4.000 0.000 0,7.000 0.000 0,-11.000 0.000 0,4.000 0.000 0,4.000 0.000 0,-11.000 0.000 0,7.000-12.000 0,7.000 4.000 0,3.000-7.000 0,2.000-1.000 0,4.000 1.000 0,-6.000 1.000 0,-14.000 0.000 0,1.000 3.000 0,-9.000 0.000 0,-5.000-1.000 0,-1.000 1.000 0,-4.000-1.000 0,0.000-2.000 0,-7.000 3.000 0,11.000-3.000 0,-10.000 3.000 0,-7.000 2.000 0,-2.000-2.000 0,-4.000 2.000 0,-4.000-3.000 0,-2.000 7.000 0,-3.000-4.000 0,-3.000 4.000 0,0.000-1.000 0,-7.000 3.000 0,7.000-2.000 0,-10.000-1.000 0,2.000 0.000 0,0.000-2.000 0,0.000 2.000 0,-5.000 5.000 0,3.000-4.000 0,1.000 2.000 0,2.000 1.000 0,-9.000-1.000 0,6.000 0.000 0,-3.000-3.000 0,-3.000 4.000 0,3.000 0.000 0,-3.000-2.000 0,2.000 2.000 0,9.000-2.000 0,-8.000 4.000 0,-1.000-5.000 0,-2.000 2.000 0,-3.000 3.000 0,-4.000-3.000 0,1.000 3.000 0,3.000 0.000 0,-4.000 0.000 0,1.000 0.000 0,3.000-3.000 0,3.000 3.000 0,6.000 0.000 0,-3.000 0.000 0,0.000 0.000 0,-3.000 0.000 0,0.000 0.000 0,-3.000 0.000 0,-5.000 0.000 0,0.000 0.000 0,-6.000 0.000 0,9.000 0.000 0,-12.000 0.000 0,4.000 0.000 0,5.000 0.000 0,-11.000 0.000 0,0.000 0.000 0,0.000 0.000 0,0.000-5.000 0,-35.000 2.000-48,-12.000 3.000-184,-26.000 0.000-43,4.000 14.000 76,-26.000 30.000-3</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4"/>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-1.000 174.000 88,'0.000'0.000'111,"3.000"0.000"-96,-3.000-6.000 15,0.000 6.000 13,0.000-2.000-15,3.000 2.000-12,4.000 0.000-9,2.000 0.000-2,7.000 0.000-2,3.000 0.000 2,3.000 0.000 26,-6.000 0.000-7,-7.000 0.000 9,7.000 0.000 1,-10.000 0.000-4,10.000 0.000 4,-3.000 0.000-3,6.000 0.000-11,3.000 0.000 12,3.000 0.000-16,-1.000 0.000 6,11.000 0.000 2,-7.000-4.000-8,7.000 1.000 3,0.000 3.000 2,-7.000-1.000-16,7.000-3.000 20,-10.000 4.000-6,10.000-2.000-3,-10.000-2.000-1,-1.000 2.000-5,9.000-1.000 3,-9.000 1.000 5,8.000-5.000-16,-1.000 5.000 21,7.000-4.000-13,0.000 3.000 2,0.000 3.000 4,6.000 0.000-14,13.000-2.000 13,8.000 2.000 27,8.000 0.000-33,-4.000 0.000 9,7.000 0.000-14,0.000 0.000 0,-2.000 0.000 3,18.000 0.000-7,-8.000 0.000 0,8.000 0.000 0,-1.000 0.000 0,4.000 0.000 0,-11.000 0.000 0,1.000 0.000 0,0.000 0.000 0,-7.000 0.000 0,-2.000 0.000 0,-13.000 0.000 0,10.000 2.000 0,-7.000 1.000 0,-1.000 0.000 0,8.000-3.000 0,-10.000 3.000 0,16.000-1.000 0,-14.000 1.000 0,1.000 3.000 0,10.000-1.000 0,0.000 1.000 0,-10.000-1.000 0,9.000 2.000 0,1.000-5.000 0,-1.000 4.000 0,6.000 0.000 0,6.000-3.000 0,0.000 0.000 0,-2.000 2.000 0,7.000-5.000 0,-8.000 3.000 0,1.000-3.000 0,13.000 0.000 0,-1.000 0.000 0,4.000 0.000 0,0.000 0.000 0,-11.000 0.000 0,-5.000 0.000 0,-6.000 0.000 0,-6.000 0.000 0,-16.000 0.000 0,-8.000 3.000 0,-5.000 12.000 0,4.000-8.000 0,-4.000 8.000 0,-3.000-4.000 0,0.000 3.000 0,-6.000 0.000 0,-5.000-2.000 0,5.000 2.000 0,3.000 0.000 0,-7.000 0.000 0,7.000 3.000 0,3.000-8.000 0,-3.000-1.000 0,2.000-2.000 0,1.000 0.000 0,10.000-2.000 0,-4.000 0.000 0,10.000-4.000 0,9.000 0.000 0,12.000 0.000 0,7.000 0.000 0,29.000 0.000 0,5.000-4.000 0,7.000-6.000 0,15.000-4.000 0,-15.000-1.000 0,-1.000 4.000 0,-8.000 2.000 0,-3.000 4.000 0,-5.000 5.000 0,-5.000 0.000 0,-6.000 0.000 0,-3.000 0.000 0,-11.000 0.000 0,4.000 0.000 0,-2.000 0.000 0,-4.000 5.000 0,-14.000 1.000 0,5.000 0.000 0,-10.000 2.000 0,0.000-2.000 0,-4.000 0.000 0,1.000-3.000 0,-3.000 2.000 0,-1.000-2.000 0,-5.000 0.000 0,6.000-3.000 0,-14.000 3.000 0,1.000-3.000 0,-6.000 6.000 0,3.000-4.000 0,-13.000 4.000 0,4.000 0.000 0,-7.000-1.000 0,7.000-2.000 0,-5.000 2.000 0,8.000 1.000 0,-7.000 0.000 0,13.000 0.000 0,7.000-4.000 0,-1.000 1.000 0,2.000-3.000 0,11.000 0.000 0,7.000 0.000 0,-7.000 0.000 0,3.000 0.000 0,6.000 0.000 0,4.000 0.000 0,-2.000 0.000 0,5.000 0.000 0,11.000 0.000 0,5.000-5.000 0,-4.000-1.000 0,10.000 3.000 0,-3.000 0.000 0,2.000-3.000 0,-9.000 1.000 0,7.000-1.000 0,-5.000 2.000 0,-5.000-4.000 0,-9.000 6.000 0,0.000 0.000 0,-8.000-2.000 0,2.000 4.000 0,-7.000 0.000 0,-13.000 0.000 0,6.000 0.000 0,-5.000 0.000 0,-7.000 0.000 0,0.000 0.000 0,0.000-2.000 0,-3.000-1.000 0,-6.000 3.000 0,6.000 0.000 0,-4.000-3.000 0,4.000 3.000 0,0.000-3.000 0,6.000 3.000 0,4.000-3.000 0,-7.000 1.000 0,13.000-1.000 0,-5.000-3.000 0,8.000 3.000 0,0.000 0.000 0,3.000 1.000 0,-1.000-7.000 0,11.000 4.000 0,-10.000 1.000 0,10.000 4.000 0,-10.000 0.000 0,15.000 0.000 0,4.000 0.000 0,-3.000 0.000 0,3.000-5.000 0,-1.000 2.000 0,1.000 3.000 0,-10.000-6.000 0,-2.000 2.000 0,-5.000 3.000 0,8.000-2.000 0,-10.000 3.000 0,-3.000-3.000 0,0.000 3.000 0,-11.000 0.000 0,11.000 0.000 0,0.000 0.000 0,6.000 0.000 0,4.000 0.000 0,-11.000-6.000 0,13.000-2.000 0,-5.000 0.000 0,-4.000-4.000 0,0.000 7.000 0,-4.000-4.000 0,1.000 4.000 0,0.000-1.000 0,3.000-3.000 0,0.000 6.000 0,-4.000-2.000 0,4.000 0.000 0,-3.000-4.000 0,-3.000 0.000 0,-5.000 1.000 0,8.000-7.000 0,-3.000 2.000 0,0.000 1.000 0,0.000 3.000 0,-7.000 4.000 0,4.000-1.000 0,-5.000 1.000 0,8.000 0.000 0,0.000-5.000 0,3.000 2.000 0,0.000-4.000 0,2.000 1.000 0,11.000-3.000 0,-10.000 5.000 0,0.000-2.000 0,-6.000 5.000 0,-8.000 4.000 0,2.000-4.000 0,-10.000 3.000 0,0.000 0.000 0,-10.000 0.000 0,1.000 1.000 0,6.000 2.000 0,-5.000-3.000 0,8.000 3.000 0,4.000 0.000 0,-1.000 0.000 0,0.000 0.000 0,10.000 0.000 0,-10.000-3.000 0,-3.000 0.000 0,5.000 3.000 0,-2.000 0.000 0,7.000 0.000 0,-1.000 0.000 0,-2.000 0.000 0,-4.000 0.000 0,-4.000 0.000 0,4.000 0.000 0,3.000 0.000 0,1.000 0.000 0,-4.000 0.000 0,-6.000 0.000 0,3.000 0.000 0,-11.000 0.000 0,5.000 0.000 0,9.000 0.000 0,10.000 0.000 0,3.000 0.000 0,-4.000 0.000 0,1.000 0.000 0,0.000 0.000 0,-14.000 0.000 0,4.000 0.000 0,-3.000 0.000 0,-3.000 0.000 0,-7.000 0.000 0,4.000 0.000 0,-8.000 0.000 0,5.000 0.000 0,-7.000 0.000 0,-3.000 0.000 0,0.000 3.000 0,-3.000 0.000 0,0.000 0.000 0,-3.000-1.000 0,3.000 1.000 0,-3.000-3.000 0,-7.000 6.000 0,4.000-4.000 0,3.000 4.000 0,-1.000-6.000 0,4.000 4.000 0,-3.000-4.000 0,-3.000 0.000 0,-5.000 2.000 0,3.000 2.000 0,0.000-2.000 0,0.000 1.000 0,-3.000-1.000 0,3.000-2.000 0,-6.000 3.000 0,1.000-3.000 0,4.000 0.000 0,-1.000 0.000 0,1.000 3.000 0,-10.000-3.000 0,6.000 0.000 0,-3.000 3.000 0,-3.000-3.000 0,0.000 0.000 0,0.000 0.000 0,0.000 0.000 0,0.000 0.000 0,0.000 0.000 0,3.000 0.000 0,-3.000 0.000 0,7.000 0.000 0,-7.000 0.000 0,3.000 0.000 0,0.000 0.000 0,-3.000 2.000 0,0.000-2.000 0,0.000 0.000 0,0.000 0.000 0,0.000 0.000 0,3.000 0.000 0,-3.000 0.000 0,3.000 0.000 0,-3.000 0.000 0,0.000 0.000 0,0.000 0.000 0,0.000 0.000 0,0.000 0.000 0,-6.000 3.000 0,-13.000 3.000 0,6.000 0.000-29,-2.000 2.000-250,15.000 7.000-59,0.000-7.000 44</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42:16"/>
    </inkml:context>
    <inkml:brush xml:id="br0">
      <inkml:brushProperty name="width" value="0.21352" units="cm"/>
      <inkml:brushProperty name="height" value="0.21352" units="cm"/>
      <inkml:brushProperty name="color" value="#44546a"/>
      <inkml:brushProperty name="fitToCurve" value="1"/>
    </inkml:brush>
    <inkml:brush xml:id="br1">
      <inkml:brushProperty name="width" value="0.21353" units="cm"/>
      <inkml:brushProperty name="height" value="0.21353" units="cm"/>
      <inkml:brushProperty name="color" value="#44546a"/>
      <inkml:brushProperty name="fitToCurve" value="1"/>
    </inkml:brush>
  </inkml:definitions>
  <inkml:trace contextRef="#ctx0" brushRef="#br0">3343.000 1477.000 112,'-6.000'0.000'6,"-8.000"0.000"1,14.000 0.000 15,0.000 0.000 2,0.000 0.000-13,0.000 0.000-5,0.000 0.000-1,0.000 0.000 5,0.000-11.000-1,0.000 1.000 0,0.000 2.000 1,0.000 1.000-3,0.000-1.000 4,0.000-2.000-3,5.000-1.000-3,4.000-4.000 1,-6.000 1.000-1,7.000-4.000-5,8.000-11.000 3,-10.000 7.000-3,19.000-7.000 5,-9.000 5.000-5,2.000-7.000 2,3.000 0.000 3,-4.000-10.000-3,22.000 0.000 3,-9.000 2.000 1,-5.000 3.000-5,-1.000 8.000 4,1.000 1.000-3,-6.000 6.000 0,4.000-5.000 4,-3.000-3.000-5,7.000-5.000 4,-5.000 7.000 0,8.000-2.000-3,-4.000 7.000 2,11.000-4.000-3,-5.000-2.000 0,-2.000-4.000 7,9.000 1.000-3,-6.000-1.000-4,8.000 11.000 4,-9.000 0.000-3,7.000-5.000 5,-9.000-4.000-3,10.000-1.000-2,-1.000-3.000 7,8.000-3.000-6,3.000 6.000 3,5.000-4.000 2,1.000 4.000-8,-7.000 6.000 5,2.000-4.000-3,4.000 7.000 1,-2.000 2.000 4,1.000-4.000-5,-5.000 7.000 2,-5.000-5.000 1,-11.000 3.000-4,10.000 12.000 5,-13.000-6.000 0,4.000 0.000-5,1.000 2.000 4,-9.000 5.000 2,-1.000 3.000-6,1.000 0.000 0,-8.000-1.000-1,9.000 0.000 4,-1.000 1.000 2,9.000 3.000-5,-5.000-5.000 8,-4.000 5.000-5,1.000 0.000-2,-1.000 0.000 5,-6.000 0.000-4,4.000 0.000 4,-1.000 0.000-7,3.000 0.000 5,3.000 0.000 4,11.000 0.000-6,-8.000 5.000-3,5.000 2.000 6,-5.000 7.000-5,-2.000-3.000 4,5.000 4.000-3,-5.000-2.000 1,-5.000-6.000 5,6.000 5.000-7,0.000 3.000 7,-18.000-9.000 0,9.000 7.000-6,1.000-3.000 3,-9.000-3.000-2,-2.000 3.000 1,9.000 4.000 2,-10.000-6.000-4,-3.000 2.000 3,7.000 5.000-4,-9.000-6.000 5,-1.000 5.000-3,9.000 1.000 0,-8.000-1.000-3,6.000 3.000 6,-6.000 1.000-6,-2.000-3.000 1,8.000-1.000-1,-7.000 1.000 4,-4.000-1.000-1,1.000 1.000-3,5.000-1.000 0,-1.000 4.000 0,-4.000 0.000 0,0.000 5.000 0,5.000 1.000 4,-5.000-1.000-1,-1.000-6.000-3,-3.000 6.000 0,0.000-5.000 0,0.000-3.000 0,0.000 5.000 0,0.000 7.000 2,0.000-2.000-2,0.000 5.000 2,0.000 2.000 1,0.000-3.000-3,0.000 3.000 0,0.000-3.000 2,0.000-5.000 1,-3.000 3.000-2,-1.000-2.000-2,4.000-7.000 2,-13.000-1.000 0,13.000 6.000-1,-7.000-3.000 0,-7.000-1.000 2,10.000-3.000-2,4.000-9.000 2,0.000 0.000-4,-3.000-4.000 4,3.000-3.000 1,0.000 0.000-3,0.000 4.000 0,0.000-4.000 2,-5.000 0.000-2,5.000 0.000 0,0.000 0.000 0,0.000 0.000 2,0.000 0.000 0,0.000 0.000 0,0.000 0.000-2,0.000 0.000 1,0.000 0.000 1,0.000 0.000 2,0.000 0.000-1,0.000 0.000-3,0.000 0.000 11,0.000 0.000-11,0.000 0.000 4,0.000 0.000 1,0.000 0.000-5,0.000 0.000 0,0.000 0.000 0,0.000 0.000 4,0.000 0.000 0,0.000 0.000-4,0.000 3.000 0,0.000-3.000 0,0.000 0.000 0,0.000 0.000 0,12.000 0.000 2,22.000 0.000 5,-6.000 0.000 6,3.000 0.000-13,2.000 0.000 2,15.000 0.000 5,25.000-3.000-5,11.000-16.000 19,9.000 1.000-12,-4.000-1.000-1,4.000 4.000 1,8.000-4.000-9,-14.000 4.000 6,-7.000 4.000 0,-3.000 3.000-2,-9.000 0.000-4,-5.000-2.000 0,8.000 0.000 2,-12.000-1.000 5,6.000 3.000-2,-9.000 6.000 0,-8.000-3.000-3,-8.000 5.000 0,4.000-3.000 0,-2.000 3.000 2,-11.000 0.000-4,1.000 0.000 9,12.000 0.000-7,-11.000 0.000 2,15.000 0.000-1,-12.000 0.000-3,8.000 0.000 3,2.000 0.000 1,-7.000 8.000-4,8.000-1.000 7,-1.000 4.000-7,-15.000-1.000 0,11.000 1.000 2,-7.000 7.000-2,-7.000-7.000 0,10.000 4.000-2,-7.000 4.000 4,-3.000-4.000 0,-3.000 4.000 0,3.000-1.000-2,0.000 4.000 0,-1.000 1.000 0,-7.000-5.000 0,1.000 3.000-2,4.000 1.000 2,-11.000 3.000 8,11.000-3.000-8,-1.000 5.000 0,-8.000-9.000 0,-3.000 2.000 2,7.000 6.000-4,-12.000-4.000 2,7.000 7.000 0,-10.000-4.000 7,7.000-2.000-6,-4.000-3.000-1,-3.000 2.000 0,-5.000 2.000 0,2.000 3.000 0,-2.000-2.000 0,0.000 0.000 0,0.000 8.000 8,0.000 1.000-8,0.000-2.000 0,0.000 3.000 0,0.000-5.000 2,0.000-7.000-2,-2.000 5.000 0,-7.000 1.000 0,-5.000-3.000 8,7.000 2.000-8,0.000-4.000 0,-7.000-5.000 0,12.000-1.000 1,-6.000-7.000-2,-2.000-4.000 1,8.000 1.000 0,2.000-1.000 1,-5.000-4.000-1,5.000 2.000 0,0.000-3.000 2,0.000-2.000 0,0.000 0.000-2,0.000 0.000 0,0.000 0.000 0,0.000 0.000 0,0.000 0.000 2,0.000 0.000-2,0.000 0.000 0,0.000 0.000-2,0.000 0.000 0,0.000 0.000 0,0.000 0.000 1,0.000 0.000-3,0.000 0.000-6,5.000 8.000 10,17.000-4.000 0,4.000 3.000 4,1.000 1.000-4,19.000-8.000 0,-1.000 2.000 2,-3.000-2.000 6,27.000 0.000-8,-12.000 5.000 0,8.000 2.000 3,-6.000 8.000-1,-3.000 2.000-2,-3.000 2.000 2,0.000 2.000-2,-10.000-3.000 8,-7.000-2.000-8,1.000 2.000 0,-1.000 0.000-1,-6.000 10.000 1,8.000-3.000-3,-5.000 9.000 3,-5.000 1.000 0,-1.000 2.000 4,1.000 3.000-4,-10.000 3.000 0,4.000 0.000 0,-9.000 4.000 6,7.000 4.000-8,4.000-4.000 2,-7.000 6.000 0,-6.000-6.000 4,7.000 3.000 0,-11.000-1.000-4,1.000-7.000 6,0.000 12.000-6,-4.000-11.000 0,-4.000 3.000 2,0.000 5.000-2,0.000-3.000 10,0.000-8.000-10,0.000 3.000 0,0.000 5.000 4,0.000-9.000-3,-17.000 4.000 3,3.000-3.000-4,-6.000 6.000 0,-13.000 0.000 10,-4.000-2.000-10,1.000 10.000 0,-5.000 3.000 4,-6.000-6.000-2,2.000 10.000-2,-5.000-3.000 0,-13.000-6.000 0,10.000-2.000 2,-2.000-3.000-2,-1.000 0.000 0,-9.000 4.000-2,5.000 0.000 4,-18.000-2.000-4,19.000 0.000 2,4.000-7.000-2,-3.000-4.000 0,26.000-9.000-2,3.000-8.000 4,9.000-7.000-2,13.000-3.000 2,-10.000 8.000-2,13.000-11.000 0,4.000-2.000 2,0.000 2.000-2,0.000-8.000 0,0.000 0.000 2,0.000 0.000-2,0.000 0.000-1,0.000 0.000 1,0.000 0.000-4,0.000 0.000 4,0.000 0.000-2,0.000 6.000 4,0.000 6.000 0,26.000-6.000 0,-6.000 6.000 4,2.000-2.000-8,7.000 4.000 6,3.000-3.000-2,17.000 5.000 8,-19.000-1.000-8,13.000-4.000 0,-13.000 5.000 2,3.000 6.000 2,0.000-4.000-4,-14.000 4.000 0,2.000 1.000 0,-1.000 1.000 0,-8.000 2.000 0,8.000 10.000 0,-4.000 0.000 5,-7.000 8.000-3,7.000 3.000 0,-4.000 5.000-2,-10.000 1.000 0,8.000-1.000 6,-10.000 8.000-6,0.000-2.000 0,0.000 5.000 2,-12.000 1.000-2,-13.000 2.000 0,11.000-1.000 0,-11.000-7.000 2,1.000 8.000-2,-5.000-13.000 0,1.000 5.000 0,-5.000 1.000 0,0.000-9.000 6,-2.000 13.000-8,-9.000-14.000 2,-5.000 7.000 0,5.000-11.000 6,12.000-6.000-6,1.000 3.000-2,-15.000 1.000 2,-7.000 3.000 0,2.000-1.000 4,2.000-5.000-4,-7.000 3.000 0,5.000 5.000 2,-14.000-2.000-2,4.000 2.000 0,5.000-1.000 6,-3.000-4.000-4,-12.000-3.000-2,12.000 3.000 0,-13.000-3.000 2,-1.000-3.000 12,-6.000 4.000-14,-11.000-7.000 0,-5.000 7.000 7,-24.000 3.000-7,7.000-4.000 0,-13.000 3.000 0,-4.000-3.000 0,1.000 0.000 2,12.000 0.000-2,-6.000-7.000 0,1.000-2.000 4,-11.000 3.000 0,-8.000-2.000-2,-5.000-3.000-2,-9.000 5.000 0,14.000-7.000 2,8.000-5.000-2,2.000-3.000-2,-11.000-5.000-2,15.000-6.000 6,7.000-8.000-4,-9.000 0.000 2,10.000 0.000 0,15.000 0.000 2,-3.000 0.000-2,1.000-5.000 0,4.000-8.000-2,14.000-6.000 2,-10.000-3.000 0,0.000-8.000 0,5.000-9.000 0,3.000 4.000 0,4.000-10.000 0,2.000 3.000 0,-7.000-2.000 0,14.000 4.000 0,9.000 4.000 0,-3.000 3.000 2,2.000 0.000 0,12.000 4.000 0,3.000-3.000-2,-6.000-1.000 0,6.000 0.000-4,-4.000-6.000 8,-7.000-1.000-4,5.000 4.000 0,-12.000-9.000 2,21.000 6.000 0,-3.000-1.000 0,0.000 4.000-2,1.000 1.000 0,7.000 1.000-2,10.000 1.000 0,3.000 5.000 0,5.000-8.000 2,-7.000 2.000 0,6.000-3.000-2,3.000 2.000-4,13.000-2.000 6,-4.000 6.000-4,12.000-3.000 4,4.000 2.000-2,0.000 3.000 2,0.000 4.000-3,0.000 4.000 1,0.000-2.000 0,0.000-2.000 0,0.000 3.000 4,0.000-10.000-4,18.000 11.000 2,-7.000-10.000 0,-8.000 13.000-2,14.000-1.000 2,-13.000 9.000 0,-4.000 10.000-2,4.000 0.000 4,-4.000 0.000 0,0.000 0.000-2,0.000 0.000 0,0.000 0.000 4,0.000 0.000 1,0.000 0.000-5,0.000 0.000 0,0.000 0.000 0,0.000 0.000 0,0.000 0.000 0,0.000 0.000 0,0.000 0.000 0,0.000 0.000 0,0.000 0.000 0,0.000 0.000 0,14.000 0.000 0,-14.000 0.000 0,0.000 0.000 0,0.000 0.000 0,0.000 0.000 0,0.000 0.000 0,0.000 0.000 0,0.000 0.000-3,0.000 0.000 6,0.000 0.000-3,0.000 0.000 0,0.000 0.000 0,0.000 0.000 0,0.000 0.000 2,0.000 0.000-2,0.000 0.000 0,0.000 0.000 0,0.000 0.000-2,0.000 0.000 2,0.000 0.000 0,0.000 0.000 4,0.000 0.000-4,0.000 0.000 0,0.000 0.000-2,0.000 0.000 6,0.000 0.000-4,0.000 0.000 2,0.000 0.000-2,0.000 0.000 0,0.000 0.000 0,0.000 0.000 0,0.000 0.000 0,0.000 0.000 2,-18.000 0.000-2,-3.000 0.000 0,2.000 4.000 4,-18.000-1.000-8,9.000 0.000 2,-16.000 2.000 2,12.000 3.000-2,-16.000-2.000 4,-5.000 2.000-4,-11.000 2.000 0,-12.000 1.000 0,-3.000 4.000 2,-20.000-5.000-5,-4.000 6.000 3,-15.000-3.000 2,13.000 3.000-6,-6.000-13.000 6,6.000 5.000-4,0.000-6.000 4,9.000-2.000 0,-2.000 0.000-6,13.000 0.000 6,2.000-10.000 0,4.000-9.000-2,6.000-7.000 0,-1.000 6.000-4,1.000-9.000 6,10.000-1.000-2,-2.000 2.000 0,12.000-9.000 0,14.000 3.000 0,-1.000-5.000-2,7.000 0.000 4,5.000 0.000-6,-3.000-8.000 6,-6.000-6.000-2,12.000 2.000 2,1.000-10.000-6,5.000 12.000 6,-5.000-3.000-2,4.000-6.000 0,6.000 14.000-3,8.000-4.000 5,1.000 3.000-2,5.000-10.000-4,-3.000 0.000 4,3.000-5.000 2,0.000-6.000-2,0.000-1.000 0,0.000-4.000 0,0.000 3.000 2,0.000-2.000-2,0.000 12.000 2,10.000-10.000-4,10.000 6.000 4,6.000 3.000-2,1.000-1.000 2,1.000 5.000 0,-4.000 1.000 0,4.000-1.000-4,-1.000 6.000 4,4.000-4.000-4,5.000 4.000 4,-4.000 1.000 0,-1.000 12.000-4,-7.000 2.000 7,5.000 5.000-3,-12.000 8.000 0,-6.000 3.000-3,3.000 8.000 3,-12.000 5.000 0,-2.000 5.000 0,0.000-2.000-2,0.000 2.000 2,0.000 0.000 0,0.000 0.000 2,0.000 0.000 1,0.000 0.000-3,0.000 0.000 1,0.000 0.000 1,0.000 0.000 4,0.000 0.000-6,0.000 0.000 2,0.000 0.000 6,0.000 0.000-8,0.000 0.000 0,-7.000 0.000 0,-2.000-7.000 4,-8.000-5.000-4,2.000-7.000 0,-10.000-1.000 0,-5.000-13.000-2,-13.000-8.000 4,8.000-5.000-2,-11.000-10.000 0,7.000 0.000-2,3.000-2.000 0,2.000-4.000-4,4.000 4.000 6,9.000 14.000-2,1.000 7.000 2,13.000-3.000 0,-10.000 0.000-4,6.000 0.000 4,-2.000-4.000-2,8.000 5.000 2,5.000-7.000 0,0.000 13.000-2,0.000-7.000 2,0.000-3.000-6,0.000 2.000 6,0.000-2.000-4,0.000-7.000 2,0.000-5.000 2,5.000-11.000-2,19.000-10.000 2,0.000-1.000 0,4.000-2.000-3,15.000 1.000 3,-9.000 7.000-2,7.000 6.000 2,-7.000 8.000 0,12.000 9.000-10,-11.000 5.000 10,18.000 3.000-4,-1.000-4.000 4,17.000-3.000-2,8.000-6.000 1,7.000-1.000 1,-3.000 2.000 0,3.000-3.000-5,-16.000 18.000 5,2.000 6.000 0,-15.000 2.000 0,2.000 6.000-2,-9.000 2.000 2,-3.000 3.000-2,3.000 4.000 2,0.000-8.000 0,5.000 3.000 2,7.000-2.000 0,-6.000 0.000 0,-1.000 3.000-2,-7.000-1.000 4,2.000 4.000-2,-12.000 1.000-2,1.000 3.000 0,-5.000 0.000 4,2.000 3.000-4,-6.000 2.000 2,10.000 0.000 4,-3.000-6.000-6,-6.000 5.000 5,-1.000-1.000-3,8.000-3.000 0,-7.000 3.000 4,3.000 1.000 0,-1.000 0.000-6,-5.000 1.000 0,1.000 1.000 0,-3.000 5.000 4,0.000-3.000-4,25.000 3.000 0,-7.000-3.000 6,-3.000 3.000-6,9.000-4.000 0,5.000 4.000 2,2.000 0.000 0,-3.000 0.000 2,1.000 0.000-2,-5.000 0.000-2,-3.000 0.000 2,-10.000 0.000 0,-7.000 0.000-2,-3.000 0.000 0,-1.000 0.000 2,0.000 0.000-4,0.000 0.000 6,-8.000 4.000-6,17.000-1.000 2,-15.000 5.000 0,-2.000-5.000 0,7.000 5.000 0,5.000-6.000 0,-12.000 5.000 4,12.000 1.000-4,-4.000-1.000 0,-4.000 2.000 0,5.000-4.000 0,-6.000 4.000 0,1.000-1.000-2,0.000 2.000 2,-8.000-3.000 0,4.000 3.000 0,0.000 2.000 0,-7.000-6.000-2,-1.000 2.000 2,4.000-5.000 0,-8.000 5.000 0,2.000-1.000 0,-1.000 0.000 6,12.000 0.000-6,-13.000 6.000 0,1.000-3.000 0,4.000-4.000 1,-9.000 7.000-1,3.000-8.000 0,5.000 3.000 2,-6.000 2.000 4,-2.000-5.000-6,5.000-2.000 0,-5.000 4.000 0,0.000 0.000 0,9.000-3.000 0,-5.000 0.000 0,-4.000-2.000 0,3.000-2.000 4,-3.000 5.000-4,0.000-1.000 0,0.000 0.000 0,0.000-1.000 2,0.000 2.000-4,0.000-5.000 2,0.000 2.000 0,0.000 3.000 0,5.000 1.000 4,-5.000-2.000-6,0.000-1.000 2,0.000 1.000 0,0.000-4.000 0,0.000 0.000-2,0.000 7.000 2,0.000-7.000 6,0.000 0.000-6,0.000 8.000 0,0.000-1.000 0,0.000 3.000-2,0.000-2.000-2,0.000-1.000 4,0.000-3.000 0,0.000-1.000 4,0.000-3.000-4,0.000 0.000 2,0.000 0.000-2,0.000 0.000-29,0.000 0.000-88,-33.000 29.000-123,-13.000 17.000-28,7.000-22.000-12</inkml:trace>
  <inkml:trace contextRef="#ctx0" brushRef="#br0">9991.000 6341.000 41,'11.000'-9.000'21,"-6.000"-4.000"-2,13.000 4.000 3,-7.000 6.000-4,-6.000-2.000-4,-5.000-1.000 4,5.000 1.000 0,-5.000 2.000 1,0.000 3.000 9,0.000 0.000-4,0.000 0.000 5,0.000 0.000 2,0.000 0.000-6,0.000 0.000-2,-5.000 0.000-9,-23.000 0.000-8,12.000 0.000 7,-12.000 0.000-8,-6.000 0.000 1,-1.000 0.000 5,-8.000 0.000-3,-19.000 8.000-1,13.000 23.000-4,-12.000 14.000-2,-6.000 11.000 6,13.000 3.000-7,-3.000 11.000 0,13.000 5.000 0,5.000 0.000 4,11.000 5.000-8,-1.000 7.000 4,24.000 2.000 0,-6.000 5.000 0,11.000 3.000 0,0.000-3.000 0,0.000-8.000 3,16.000-12.000-3,18.000-8.000 0,16.000-14.000 3,0.000-3.000-3,0.000-10.000 4,17.000-14.000-2,17.000-5.000-2,-11.000-14.000 7,14.000-2.000-3,4.000-4.000 5,-3.000 0.000-1,2.000 0.000 7,-2.000-14.000 2,-5.000-21.000-11,1.000-20.000-2,3.000-11.000 4,-19.000-10.000 0,4.000-3.000 0,-4.000-7.000 1,-19.000 2.000 1,13.000-2.000 7,-23.000 12.000-14,12.000 3.000 19,-25.000 17.000-3,2.000 4.000-5,6.000-2.000 6,-5.000-7.000-6,-19.000 13.000 8,-10.000 2.000 6,0.000-11.000-17,0.000-6.000-3,0.000-3.000 1,-10.000-2.000-7,-29.000 6.000 4,1.000-1.000-6,-2.000 16.000 4,-7.000 6.000-4,-1.000 4.000 5,-19.000 9.000-5,-6.000 6.000 8,-21.000 10.000-6,11.000 10.000 2,-18.000 0.000-2,28.000 0.000-2,1.000 0.000 0,29.000 0.000 0,3.000 0.000 0,7.000 0.000 0,5.000 0.000-10,-6.000 0.000 6,18.000 0.000-41,-12.000 0.000-19,-1.000 0.000-26,14.000 0.000-36,-3.000 0.000 11,18.000 6.000 2,0.000 18.000-46</inkml:trace>
  <inkml:trace contextRef="#ctx0" brushRef="#br0">11654.000 7489.000 60,'0.000'-15.000'13,"0.000"-5.000"7,19.000-2.000 8,14.000-2.000-8,4.000-6.000-2,7.000 5.000-3,2.000 2.000 1,9.000-3.000-7,-9.000 11.000 4,-9.000 2.000 3,8.000 2.000-8,11.000 1.000 0,-13.000-1.000 3,25.000 0.000 2,-11.000 6.000-1,2.000-4.000-9,8.000 9.000 11,-9.000 0.000-9,-5.000 0.000 0,10.000 0.000 0,-19.000 0.000 1,23.000 0.000 7,-23.000 19.000-6,6.000 8.000 1,-10.000-3.000 2,-2.000 8.000-1,-5.000-4.000-6,-4.000 7.000 6,-14.000-6.000-3,-9.000 7.000-2,7.000-1.000 5,-13.000 7.000-6,0.000 7.000 12,-19.000 15.000-5,-25.000 8.000 16,-16.000 6.000-11,-9.000-4.000-5,17.000 20.000-2,-22.000-21.000 1,13.000-8.000-6,-2.000-14.000 9,14.000-22.000-10,-8.000-3.000 4,13.000-21.000 0,-17.000 0.000-3,11.000-5.000 6,-7.000 0.000-4,13.000-26.000-3,6.000-28.000 3,-5.000-17.000-5,13.000 0.000 0,2.000 2.000 0,23.000-2.000-2,5.000 16.000 0,0.000-8.000 1,0.000-3.000-4,0.000 3.000 5,23.000 5.000-44,21.000 13.000-39,0.000 15.000-6,23.000 25.000-17,0.000 5.000-56</inkml:trace>
  <inkml:trace contextRef="#ctx0" brushRef="#br0">11937.000 7459.000 21,'0.000'0.000'32,"0.000"0.000"-23,0.000 0.000 12,0.000 0.000-1,0.000 0.000-10,0.000 0.000-1,0.000 0.000 3,0.000 0.000-2,0.000 0.000 3,0.000 0.000 6,0.000 0.000-6,0.000 0.000 4,0.000 0.000 2,0.000 0.000 0,0.000 0.000-6,0.000 0.000-3,0.000 0.000-4,0.000 0.000 2,0.000 0.000-8,0.000 0.000 0,0.000 0.000 0,0.000 0.000 0,0.000 0.000 0,0.000 0.000-22,0.000 0.000-38,24.000 0.000-30</inkml:trace>
  <inkml:trace contextRef="#ctx0" brushRef="#br1">3364.000 1520.000 17,'0.000'-2.000'33,"0.000"-16.000"-29,0.000 13.000 2,0.000 0.000 3,6.000 0.000-1,-6.000 5.000-2,0.000 0.000-1,13.000 0.000 3,-8.000-5.000 0,-5.000 0.000 1,5.000 0.000 0,-5.000 0.000-5,5.000 1.000 2,-5.000-2.000 0,5.000 6.000 0,12.000-10.000 2,-6.000 0.000-1,-1.000-6.000-1,14.000 6.000 3,-18.000-4.000-8,17.000 3.000 2,-18.000-3.000 1,5.000 4.000-4,2.000-6.000 5,-5.000 7.000-1,-4.000-2.000 0,7.000 6.000 2,-10.000 1.000-6,7.000-3.000 2,5.000 7.000 1,3.000-10.000-3,-8.000 7.000 2,5.000-7.000-1,-2.000-1.000 0,0.000 0.000 2,-3.000 4.000-2,14.000 0.000 1,3.000-9.000 3,-14.000 12.000-3,2.000-6.000 2,-9.000 5.000-3,11.000-5.000 2,3.000-7.000-1,-17.000 14.000-1,22.000-11.000 0,-7.000 4.000 2,-15.000 5.000-1,23.000-5.000 2,-17.000-2.000-2,-2.000 10.000 2,20.000-15.000-1,-14.000-3.000-2,13.000 0.000-1,-7.000 0.000 2,12.000 0.000 0,-18.000 5.000-1,9.000 2.000-1,-9.000-1.000 3,-5.000 1.000 0,18.000 3.000-2,-13.000 4.000-1,14.000-4.000 2,-14.000 0.000-2,-4.000 0.000 3,7.000 1.000-1,-3.000-7.000-2,0.000 2.000 1,8.000 7.000-1,-12.000-8.000 0,-2.000 5.000 1,7.000 0.000-1,2.000 0.000 3,-8.000 6.000-2,5.000-2.000 1,-4.000-3.000-2,-1.000 3.000 2,-5.000 2.000-2,19.000-2.000 0,-9.000 2.000 0,-10.000-2.000 2,4.000 2.000-2,-4.000 4.000 0,0.000 0.000 1,0.000 0.000 0,0.000 0.000-1,0.000 0.000 3,0.000 0.000-3,-4.000 0.000-14,-36.000 0.000-15,-9.000 30.000 5,-8.000-1.000 11,-5.000 13.000-6,19.000-3.000 3,-11.000 1.000 6,1.000 12.000 5,-17.000-3.000 4,19.000 10.000-3,-12.000-5.000-1,3.000-8.000 3,33.000-16.000 1,5.000-6.000 0,10.000-13.000 1,-4.000-11.000 1,16.000 0.000-1,0.000 0.000 0,0.000 0.000 0,-6.000 0.000 2,6.000 0.000-2,0.000 0.000 0,0.000 0.000 0,0.000-3.000 4,0.000-18.000 8,22.000-11.000-2,12.000 4.000 2,-14.000-2.000 2,21.000 1.000-7,-2.000 0.000-4,6.000-8.000 4,-20.000 12.000 1,33.000-2.000 2,-25.000-2.000-4,11.000-6.000 1,-5.000 5.000 3,13.000-5.000-5,-3.000-1.000-2,-15.000 12.000 2,4.000-1.000-3,1.000 5.000 2,-6.000-4.000 2,1.000 4.000-5,0.000 0.000 4,-5.000 5.000-5,-19.000 4.000 0,0.000 6.000 3,-10.000 5.000-3,12.000 0.000 4,-12.000 0.000-2,0.000 0.000 1,0.000 0.000 4,-29.000 16.000-6,-31.000 29.000-1,5.000-1.000-1,-7.000 1.000-1,-1.000 10.000 1,10.000-7.000 1,1.000-1.000 0,-2.000-1.000 0,2.000-11.000 0,15.000-6.000-1,20.000-14.000 1,3.000-3.000 0,11.000-12.000 1,3.000 0.000-1,0.000 0.000-2,0.000 0.000 1,0.000 0.000-2,0.000 0.000 1,0.000 0.000 1,0.000-19.000 1,34.000-18.000 10,16.000 2.000 1,-6.000-13.000 1,5.000 3.000 0,13.000-3.000 1,-13.000 2.000-3,13.000 7.000-2,-5.000 8.000-6,-8.000-2.000 11,14.000 0.000-12,-19.000 5.000 4,-1.000 4.000 0,8.000-7.000-1,-24.000 7.000-1,19.000 3.000 2,-25.000 0.000-3,11.000 7.000 5,2.000-2.000-4,-11.000 1.000-2,-2.000 1.000 5,8.000-6.000-2,9.000-3.000-1,-9.000 4.000-1,5.000-1.000 0,-6.000 5.000 2,-8.000 1.000-4,9.000-5.000 1,-1.000 4.000-1,-12.000-1.000 1,7.000 2.000-1,1.000 8.000 0,-14.000 2.000 3,0.000-1.000-1,-4.000 5.000-2,6.000-9.000 0,-2.000-4.000 2,-4.000 4.000-2,10.000 3.000 1,-6.000 2.000-2,3.000-1.000 2,-2.000-2.000-2,6.000-11.000 1,-12.000 8.000 0,19.000-1.000 2,-14.000 7.000-2,-6.000-2.000 3,19.000 2.000-7,-12.000-6.000 8,-5.000 10.000-8,6.000-5.000 5,-6.000-5.000-1,4.000 5.000 0,-10.000 0.000 2,18.000-6.000-2,-4.000 11.000 0,-7.000-3.000 1,5.000-4.000-4,-2.000 2.000 3,-5.000 5.000 0,0.000-5.000 0,13.000 5.000 2,-12.000-5.000-2,4.000 0.000 0,-5.000 0.000 1,-5.000 5.000-2,13.000-4.000 1,-7.000 4.000 0,4.000 0.000 0,-6.000 0.000 0,3.000-6.000 0,10.000 6.000 0,-7.000 0.000 1,-5.000-4.000-2,13.000-2.000 1,-2.000 6.000 0,-16.000 0.000 4,18.000 0.000-4,-8.000 0.000 0,-4.000 0.000-3,12.000 0.000 6,-7.000 0.000-7,-1.000 0.000 5,-10.000-4.000-1,18.000 4.000 0,-8.000-6.000 3,-5.000 6.000-3,19.000 0.000 0,-14.000-5.000 0,-5.000 5.000-3,8.000 0.000 3,-3.000 0.000 0,0.000 0.000 3,-10.000 0.000-3,6.000 0.000-3,-6.000 0.000 3,13.000 0.000 0,-8.000-5.000 0,0.000 5.000 3,-5.000 0.000-3,5.000 0.000 0,-5.000 0.000 0,5.000 0.000 0,9.000 0.000-3,-14.000 0.000 3,10.000 0.000 0,-6.000 0.000 0,2.000 0.000 0,-6.000 0.000 3,0.000 0.000-3,4.000 0.000 0,10.000 0.000 0,-8.000 0.000 0,-2.000 0.000 1,-4.000 0.000-1,6.000 0.000 0,-6.000 0.000-1,4.000 0.000 2,10.000 0.000-1,-14.000 0.000 0,5.000 0.000 0,0.000 0.000 2,0.000 0.000-2,0.000 0.000 0,7.000 0.000 0,-5.000 5.000 0,-7.000 0.000 0,4.000-5.000 0,-4.000 0.000 0,0.000 0.000 3,0.000 0.000-3,0.000 0.000 0,0.000 0.000 4,0.000 0.000-3,0.000 0.000 1,0.000 0.000 5,0.000 0.000-1,-4.000 0.000 4,-35.000 0.000-10,-9.000 0.000 0,5.000 0.000 0,5.000 0.000-3,-12.000 6.000-6,-1.000-2.000 3,12.000 6.000 2,-1.000 0.000 3,7.000 0.000-3,-1.000 0.000-1,1.000 2.000-3,-6.000-9.000 5,7.000 1.000-4,-2.000-4.000 2,19.000 7.000 5,-9.000-2.000-4,3.000-5.000 4,4.000 5.000 0,7.000 0.000 2,-9.000-5.000-2,14.000 0.000-3,-10.000 5.000 3,-3.000 0.000 0,5.000 5.000 0,-8.000-10.000 0,10.000 4.000 0,1.000-4.000-1,-8.000 0.000 1,18.000 0.000 0,0.000 0.000-2,0.000 0.000 2,0.000 0.000 0,0.000 0.000-4,0.000 0.000 3,0.000 0.000 0,0.000 0.000-4,0.000 0.000 4,0.000 0.000-8,0.000 0.000 6,0.000 0.000 2,18.000 0.000-4,14.000 0.000 5,2.000 0.000 0,5.000 0.000 0,0.000-14.000 1,1.000 9.000-1,-8.000 5.000 0,2.000-5.000 3,5.000 5.000-2,-24.000 0.000-1,18.000 0.000 0,1.000 0.000 0,-1.000 0.000 1,1.000 0.000-1,1.000 0.000 3,-13.000 0.000-1,-6.000 0.000 0,13.000 0.000-2,-19.000 0.000 1,18.000 0.000 1,-18.000 0.000-3,19.000 10.000 2,-19.000 0.000-1,14.000-6.000 2,-14.000 6.000-1,-6.000-4.000-1,20.000 4.000 2,-18.000 0.000-2,12.000-5.000 0,-13.000 3.000-1,5.000-6.000 1,-5.000 3.000 1,7.000 0.000 2,-1.000-1.000-3,-5.000 2.000 0,-6.000 0.000 1,4.000-3.000-2,-4.000-3.000-1,0.000 0.000 2,0.000 0.000 3,0.000 7.000-2,0.000-7.000-1,0.000 0.000 3,0.000 0.000-3,0.000 0.000 0,0.000 0.000 0,0.000 0.000 1,0.000 0.000 9,0.000 0.000-9,0.000 0.000-1,0.000 0.000-28,-43.000 0.000-56,-1.000 15.000-9,6.000 14.000-27</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0"/>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-3.000 299.000 3,'0.000'20.000'6,"0.000"-5.000"-6,0.000-7.000 0,3.000-5.000 2,0.000-3.000-2,0.000 0.000 4,0.000 0.000 3,-3.000 0.000-2,2.000 0.000 5,-2.000 0.000-1,0.000 0.000-3,0.000 0.000 2,0.000 0.000-1,0.000 0.000 2,0.000 0.000 0,0.000 0.000 1,0.000 0.000 4,0.000 0.000-4,0.000 0.000 3,0.000 0.000 4,0.000 0.000-3,0.000 0.000 4,0.000 0.000-3,0.000 0.000 1,0.000 0.000 3,0.000 0.000-6,0.000 0.000 2,0.000 0.000 3,0.000 0.000-7,0.000 0.000 7,0.000 0.000 1,0.000 0.000-7,0.000 0.000 3,0.000 0.000-9,0.000 3.000 2,0.000-3.000-1,8.000 0.000-7,-2.000 2.000 5,-1.000-2.000-2,11.000 4.000 2,3.000-4.000 8,-3.000 0.000-6,9.000 0.000 0,0.000 0.000 5,10.000 0.000-3,6.000 0.000-2,0.000 0.000 3,0.000 0.000-7,0.000 0.000 5,-1.000-4.000-7,-2.000 2.000 1,3.000-4.000 4,0.000 3.000-5,0.000-2.000 0,-3.000-1.000 4,0.000 3.000-4,0.000 0.000 6,5.000-2.000-5,1.000-1.000 10,10.000 0.000 0,9.000 0.000-8,0.000 1.000 2,-1.000-1.000 4,4.000-1.000-7,4.000 2.000 8,-4.000 1.000-9,-3.000-2.000 3,-4.000 0.000 3,4.000 0.000-6,0.000 1.000-1,0.000-1.000 1,4.000-2.000 0,-2.000 2.000-1,-2.000-3.000 6,10.000 4.000-6,-7.000-4.000 6,-1.000 3.000-2,11.000 4.000 0,-7.000-3.000-3,10.000 1.000 2,-3.000-1.000-1,-1.000 1.000 1,-9.000-1.000-1,0.000 2.000-1,-3.000 0.000 1,-7.000 1.000-3,-5.000 2.000 0,2.000 0.000 0,-2.000 0.000 0,9.000 0.000 2,0.000 0.000 0,2.000 0.000 7,-2.000 0.000-8,-3.000 0.000-1,-1.000 0.000 7,-2.000 2.000-7,0.000 4.000 8,-8.000-1.000-8,8.000-1.000 5,-1.000 1.000 8,4.000 4.000-12,5.000-4.000 1,11.000 1.000 2,-7.000 0.000-2,13.000-4.000 11,0.000 4.000-8,-11.000-3.000 1,5.000 0.000 10,-4.000 3.000-14,-9.000-1.000 0,-1.000 1.000-2,1.000-1.000 4,-3.000 0.000 5,9.000 2.000-9,-3.000-2.000 8,7.000-1.000 5,-8.000-4.000-13,1.000 0.000 0,0.000 0.000 6,0.000 0.000-4,-4.000 0.000 7,-2.000 0.000-7,3.000 0.000 10,-3.000 0.000 0,3.000 0.000-11,3.000 0.000 3,-1.000 0.000 6,14.000 0.000-7,-7.000 0.000 13,13.000-12.000-10,-1.000-2.000 7,1.000 3.000 5,-3.000 2.000-14,5.000 0.000 6,5.000 3.000 4,-1.000-2.000-11,16.000-1.000 17,9.000 4.000-16,-6.000-4.000 4,10.000 4.000 5,-17.000 2.000-13,-9.000 3.000 0,-5.000 0.000 0,-4.000 0.000 2,-8.000 0.000 10,12.000 0.000-12,-12.000 0.000 2,8.000 0.000 6,-6.000 0.000-4,3.000 0.000-4,0.000 6.000 8,2.000 0.000-6,-5.000-5.000 4,-1.000 3.000-6,1.000 0.000 4,-3.000-3.000 11,-8.000-1.000-15,-2.000 6.000-2,-6.000-3.000 0,3.000 0.000 4,-1.000 0.000 10,-2.000-1.000-12,-4.000 2.000 2,4.000-2.000 4,0.000 1.000-3,-8.000-3.000-3,2.000 0.000 0,-7.000 3.000 0,-3.000-3.000 0,6.000 0.000 0,4.000 3.000 0,-2.000-3.000 0,11.000 0.000 0,0.000 0.000 0,0.000 0.000 0,3.000 0.000 0,7.000 0.000 0,-8.000 0.000 0,1.000 0.000 0,-3.000 0.000 0,-3.000 0.000 0,0.000 3.000 0,-11.000-3.000 0,14.000 0.000 0,0.000 2.000 0,0.000-2.000 0,19.000 4.000 0,-8.000 1.000 0,8.000-2.000 0,-3.000 5.000 0,3.000-3.000 0,-8.000 2.000 0,-1.000-2.000 0,-7.000 3.000 0,-3.000 1.000 0,5.000-3.000 0,-5.000 2.000 0,3.000-2.000 0,0.000 0.000 0,4.000 5.000 0,-1.000-5.000 0,-1.000 2.000 0,8.000-2.000 0,-7.000-3.000 0,0.000 0.000 0,9.000-3.000 0,-2.000 0.000 0,-7.000 0.000 0,3.000 0.000 0,4.000 0.000 0,5.000 0.000 0,1.000 0.000 0,3.000 0.000 0,-11.000 0.000 0,18.000 0.000 0,-7.000 0.000 0,-3.000 0.000 0,3.000 0.000 0,2.000 0.000 0,-5.000 0.000 0,3.000 0.000 0,-1.000 0.000 0,17.000 0.000 0,-10.000-3.000 0,-1.000 3.000 0,8.000-3.000 0,-3.000 3.000 0,-7.000 0.000 0,-4.000 0.000 0,1.000 0.000 0,-3.000 0.000 0,-8.000 0.000 0,-1.000 0.000 0,-1.000 0.000 0,4.000 0.000 0,-4.000 6.000 0,6.000-4.000 0,10.000 2.000 0,-6.000-4.000 0,5.000 0.000 0,-5.000 0.000 0,13.000 0.000 0,-4.000 0.000 0,7.000 0.000 0,-11.000 0.000 0,4.000 0.000 0,4.000 0.000 0,-11.000 0.000 0,7.000-12.000 0,7.000 4.000 0,3.000-7.000 0,2.000-1.000 0,4.000 1.000 0,-6.000 1.000 0,-14.000 0.000 0,1.000 3.000 0,-9.000 0.000 0,-5.000-1.000 0,-1.000 1.000 0,-4.000-1.000 0,0.000-2.000 0,-7.000 3.000 0,11.000-3.000 0,-10.000 3.000 0,-7.000 2.000 0,-2.000-2.000 0,-4.000 2.000 0,-4.000-3.000 0,-2.000 7.000 0,-3.000-4.000 0,-3.000 4.000 0,0.000-1.000 0,-7.000 3.000 0,7.000-2.000 0,-10.000-1.000 0,2.000 0.000 0,0.000-2.000 0,0.000 2.000 0,-5.000 5.000 0,3.000-4.000 0,1.000 2.000 0,2.000 1.000 0,-9.000-1.000 0,6.000 0.000 0,-3.000-3.000 0,-3.000 4.000 0,3.000 0.000 0,-3.000-2.000 0,2.000 2.000 0,9.000-2.000 0,-8.000 4.000 0,-1.000-5.000 0,-2.000 2.000 0,-3.000 3.000 0,-4.000-3.000 0,1.000 3.000 0,3.000 0.000 0,-4.000 0.000 0,1.000 0.000 0,3.000-3.000 0,3.000 3.000 0,6.000 0.000 0,-3.000 0.000 0,0.000 0.000 0,-3.000 0.000 0,0.000 0.000 0,-3.000 0.000 0,-5.000 0.000 0,0.000 0.000 0,-6.000 0.000 0,9.000 0.000 0,-12.000 0.000 0,4.000 0.000 0,5.000 0.000 0,-11.000 0.000 0,0.000 0.000 0,0.000 0.000 0,0.000-5.000 0,-35.000 2.000-48,-12.000 3.000-184,-26.000 0.000-43,4.000 14.000 76,-26.000 30.000-3</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4"/>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-1.000 174.000 88,'0.000'0.000'111,"3.000"0.000"-96,-3.000-6.000 15,0.000 6.000 13,0.000-2.000-15,3.000 2.000-12,4.000 0.000-9,2.000 0.000-2,7.000 0.000-2,3.000 0.000 2,3.000 0.000 26,-6.000 0.000-7,-7.000 0.000 9,7.000 0.000 1,-10.000 0.000-4,10.000 0.000 4,-3.000 0.000-3,6.000 0.000-11,3.000 0.000 12,3.000 0.000-16,-1.000 0.000 6,11.000 0.000 2,-7.000-4.000-8,7.000 1.000 3,0.000 3.000 2,-7.000-1.000-16,7.000-3.000 20,-10.000 4.000-6,10.000-2.000-3,-10.000-2.000-1,-1.000 2.000-5,9.000-1.000 3,-9.000 1.000 5,8.000-5.000-16,-1.000 5.000 21,7.000-4.000-13,0.000 3.000 2,0.000 3.000 4,6.000 0.000-14,13.000-2.000 13,8.000 2.000 27,8.000 0.000-33,-4.000 0.000 9,7.000 0.000-14,0.000 0.000 0,-2.000 0.000 3,18.000 0.000-7,-8.000 0.000 0,8.000 0.000 0,-1.000 0.000 0,4.000 0.000 0,-11.000 0.000 0,1.000 0.000 0,0.000 0.000 0,-7.000 0.000 0,-2.000 0.000 0,-13.000 0.000 0,10.000 2.000 0,-7.000 1.000 0,-1.000 0.000 0,8.000-3.000 0,-10.000 3.000 0,16.000-1.000 0,-14.000 1.000 0,1.000 3.000 0,10.000-1.000 0,0.000 1.000 0,-10.000-1.000 0,9.000 2.000 0,1.000-5.000 0,-1.000 4.000 0,6.000 0.000 0,6.000-3.000 0,0.000 0.000 0,-2.000 2.000 0,7.000-5.000 0,-8.000 3.000 0,1.000-3.000 0,13.000 0.000 0,-1.000 0.000 0,4.000 0.000 0,0.000 0.000 0,-11.000 0.000 0,-5.000 0.000 0,-6.000 0.000 0,-6.000 0.000 0,-16.000 0.000 0,-8.000 3.000 0,-5.000 12.000 0,4.000-8.000 0,-4.000 8.000 0,-3.000-4.000 0,0.000 3.000 0,-6.000 0.000 0,-5.000-2.000 0,5.000 2.000 0,3.000 0.000 0,-7.000 0.000 0,7.000 3.000 0,3.000-8.000 0,-3.000-1.000 0,2.000-2.000 0,1.000 0.000 0,10.000-2.000 0,-4.000 0.000 0,10.000-4.000 0,9.000 0.000 0,12.000 0.000 0,7.000 0.000 0,29.000 0.000 0,5.000-4.000 0,7.000-6.000 0,15.000-4.000 0,-15.000-1.000 0,-1.000 4.000 0,-8.000 2.000 0,-3.000 4.000 0,-5.000 5.000 0,-5.000 0.000 0,-6.000 0.000 0,-3.000 0.000 0,-11.000 0.000 0,4.000 0.000 0,-2.000 0.000 0,-4.000 5.000 0,-14.000 1.000 0,5.000 0.000 0,-10.000 2.000 0,0.000-2.000 0,-4.000 0.000 0,1.000-3.000 0,-3.000 2.000 0,-1.000-2.000 0,-5.000 0.000 0,6.000-3.000 0,-14.000 3.000 0,1.000-3.000 0,-6.000 6.000 0,3.000-4.000 0,-13.000 4.000 0,4.000 0.000 0,-7.000-1.000 0,7.000-2.000 0,-5.000 2.000 0,8.000 1.000 0,-7.000 0.000 0,13.000 0.000 0,7.000-4.000 0,-1.000 1.000 0,2.000-3.000 0,11.000 0.000 0,7.000 0.000 0,-7.000 0.000 0,3.000 0.000 0,6.000 0.000 0,4.000 0.000 0,-2.000 0.000 0,5.000 0.000 0,11.000 0.000 0,5.000-5.000 0,-4.000-1.000 0,10.000 3.000 0,-3.000 0.000 0,2.000-3.000 0,-9.000 1.000 0,7.000-1.000 0,-5.000 2.000 0,-5.000-4.000 0,-9.000 6.000 0,0.000 0.000 0,-8.000-2.000 0,2.000 4.000 0,-7.000 0.000 0,-13.000 0.000 0,6.000 0.000 0,-5.000 0.000 0,-7.000 0.000 0,0.000 0.000 0,0.000-2.000 0,-3.000-1.000 0,-6.000 3.000 0,6.000 0.000 0,-4.000-3.000 0,4.000 3.000 0,0.000-3.000 0,6.000 3.000 0,4.000-3.000 0,-7.000 1.000 0,13.000-1.000 0,-5.000-3.000 0,8.000 3.000 0,0.000 0.000 0,3.000 1.000 0,-1.000-7.000 0,11.000 4.000 0,-10.000 1.000 0,10.000 4.000 0,-10.000 0.000 0,15.000 0.000 0,4.000 0.000 0,-3.000 0.000 0,3.000-5.000 0,-1.000 2.000 0,1.000 3.000 0,-10.000-6.000 0,-2.000 2.000 0,-5.000 3.000 0,8.000-2.000 0,-10.000 3.000 0,-3.000-3.000 0,0.000 3.000 0,-11.000 0.000 0,11.000 0.000 0,0.000 0.000 0,6.000 0.000 0,4.000 0.000 0,-11.000-6.000 0,13.000-2.000 0,-5.000 0.000 0,-4.000-4.000 0,0.000 7.000 0,-4.000-4.000 0,1.000 4.000 0,0.000-1.000 0,3.000-3.000 0,0.000 6.000 0,-4.000-2.000 0,4.000 0.000 0,-3.000-4.000 0,-3.000 0.000 0,-5.000 1.000 0,8.000-7.000 0,-3.000 2.000 0,0.000 1.000 0,0.000 3.000 0,-7.000 4.000 0,4.000-1.000 0,-5.000 1.000 0,8.000 0.000 0,0.000-5.000 0,3.000 2.000 0,0.000-4.000 0,2.000 1.000 0,11.000-3.000 0,-10.000 5.000 0,0.000-2.000 0,-6.000 5.000 0,-8.000 4.000 0,2.000-4.000 0,-10.000 3.000 0,0.000 0.000 0,-10.000 0.000 0,1.000 1.000 0,6.000 2.000 0,-5.000-3.000 0,8.000 3.000 0,4.000 0.000 0,-1.000 0.000 0,0.000 0.000 0,10.000 0.000 0,-10.000-3.000 0,-3.000 0.000 0,5.000 3.000 0,-2.000 0.000 0,7.000 0.000 0,-1.000 0.000 0,-2.000 0.000 0,-4.000 0.000 0,-4.000 0.000 0,4.000 0.000 0,3.000 0.000 0,1.000 0.000 0,-4.000 0.000 0,-6.000 0.000 0,3.000 0.000 0,-11.000 0.000 0,5.000 0.000 0,9.000 0.000 0,10.000 0.000 0,3.000 0.000 0,-4.000 0.000 0,1.000 0.000 0,0.000 0.000 0,-14.000 0.000 0,4.000 0.000 0,-3.000 0.000 0,-3.000 0.000 0,-7.000 0.000 0,4.000 0.000 0,-8.000 0.000 0,5.000 0.000 0,-7.000 0.000 0,-3.000 0.000 0,0.000 3.000 0,-3.000 0.000 0,0.000 0.000 0,-3.000-1.000 0,3.000 1.000 0,-3.000-3.000 0,-7.000 6.000 0,4.000-4.000 0,3.000 4.000 0,-1.000-6.000 0,4.000 4.000 0,-3.000-4.000 0,-3.000 0.000 0,-5.000 2.000 0,3.000 2.000 0,0.000-2.000 0,0.000 1.000 0,-3.000-1.000 0,3.000-2.000 0,-6.000 3.000 0,1.000-3.000 0,4.000 0.000 0,-1.000 0.000 0,1.000 3.000 0,-10.000-3.000 0,6.000 0.000 0,-3.000 3.000 0,-3.000-3.000 0,0.000 0.000 0,0.000 0.000 0,0.000 0.000 0,0.000 0.000 0,0.000 0.000 0,3.000 0.000 0,-3.000 0.000 0,7.000 0.000 0,-7.000 0.000 0,3.000 0.000 0,0.000 0.000 0,-3.000 2.000 0,0.000-2.000 0,0.000 0.000 0,0.000 0.000 0,0.000 0.000 0,3.000 0.000 0,-3.000 0.000 0,3.000 0.000 0,-3.000 0.000 0,0.000 0.000 0,0.000 0.000 0,0.000 0.000 0,0.000 0.000 0,-6.000 3.000 0,-13.000 3.000 0,6.000 0.000-29,-2.000 2.000-250,15.000 7.000-59,0.000-7.000 44</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42:16"/>
    </inkml:context>
    <inkml:brush xml:id="br0">
      <inkml:brushProperty name="width" value="0.21352" units="cm"/>
      <inkml:brushProperty name="height" value="0.21352" units="cm"/>
      <inkml:brushProperty name="color" value="#44546a"/>
      <inkml:brushProperty name="fitToCurve" value="1"/>
    </inkml:brush>
    <inkml:brush xml:id="br1">
      <inkml:brushProperty name="width" value="0.21353" units="cm"/>
      <inkml:brushProperty name="height" value="0.21353" units="cm"/>
      <inkml:brushProperty name="color" value="#44546a"/>
      <inkml:brushProperty name="fitToCurve" value="1"/>
    </inkml:brush>
  </inkml:definitions>
  <inkml:trace contextRef="#ctx0" brushRef="#br0">3343.000 1477.000 112,'-6.000'0.000'6,"-8.000"0.000"1,14.000 0.000 15,0.000 0.000 2,0.000 0.000-13,0.000 0.000-5,0.000 0.000-1,0.000 0.000 5,0.000-11.000-1,0.000 1.000 0,0.000 2.000 1,0.000 1.000-3,0.000-1.000 4,0.000-2.000-3,5.000-1.000-3,4.000-4.000 1,-6.000 1.000-1,7.000-4.000-5,8.000-11.000 3,-10.000 7.000-3,19.000-7.000 5,-9.000 5.000-5,2.000-7.000 2,3.000 0.000 3,-4.000-10.000-3,22.000 0.000 3,-9.000 2.000 1,-5.000 3.000-5,-1.000 8.000 4,1.000 1.000-3,-6.000 6.000 0,4.000-5.000 4,-3.000-3.000-5,7.000-5.000 4,-5.000 7.000 0,8.000-2.000-3,-4.000 7.000 2,11.000-4.000-3,-5.000-2.000 0,-2.000-4.000 7,9.000 1.000-3,-6.000-1.000-4,8.000 11.000 4,-9.000 0.000-3,7.000-5.000 5,-9.000-4.000-3,10.000-1.000-2,-1.000-3.000 7,8.000-3.000-6,3.000 6.000 3,5.000-4.000 2,1.000 4.000-8,-7.000 6.000 5,2.000-4.000-3,4.000 7.000 1,-2.000 2.000 4,1.000-4.000-5,-5.000 7.000 2,-5.000-5.000 1,-11.000 3.000-4,10.000 12.000 5,-13.000-6.000 0,4.000 0.000-5,1.000 2.000 4,-9.000 5.000 2,-1.000 3.000-6,1.000 0.000 0,-8.000-1.000-1,9.000 0.000 4,-1.000 1.000 2,9.000 3.000-5,-5.000-5.000 8,-4.000 5.000-5,1.000 0.000-2,-1.000 0.000 5,-6.000 0.000-4,4.000 0.000 4,-1.000 0.000-7,3.000 0.000 5,3.000 0.000 4,11.000 0.000-6,-8.000 5.000-3,5.000 2.000 6,-5.000 7.000-5,-2.000-3.000 4,5.000 4.000-3,-5.000-2.000 1,-5.000-6.000 5,6.000 5.000-7,0.000 3.000 7,-18.000-9.000 0,9.000 7.000-6,1.000-3.000 3,-9.000-3.000-2,-2.000 3.000 1,9.000 4.000 2,-10.000-6.000-4,-3.000 2.000 3,7.000 5.000-4,-9.000-6.000 5,-1.000 5.000-3,9.000 1.000 0,-8.000-1.000-3,6.000 3.000 6,-6.000 1.000-6,-2.000-3.000 1,8.000-1.000-1,-7.000 1.000 4,-4.000-1.000-1,1.000 1.000-3,5.000-1.000 0,-1.000 4.000 0,-4.000 0.000 0,0.000 5.000 0,5.000 1.000 4,-5.000-1.000-1,-1.000-6.000-3,-3.000 6.000 0,0.000-5.000 0,0.000-3.000 0,0.000 5.000 0,0.000 7.000 2,0.000-2.000-2,0.000 5.000 2,0.000 2.000 1,0.000-3.000-3,0.000 3.000 0,0.000-3.000 2,0.000-5.000 1,-3.000 3.000-2,-1.000-2.000-2,4.000-7.000 2,-13.000-1.000 0,13.000 6.000-1,-7.000-3.000 0,-7.000-1.000 2,10.000-3.000-2,4.000-9.000 2,0.000 0.000-4,-3.000-4.000 4,3.000-3.000 1,0.000 0.000-3,0.000 4.000 0,0.000-4.000 2,-5.000 0.000-2,5.000 0.000 0,0.000 0.000 0,0.000 0.000 2,0.000 0.000 0,0.000 0.000 0,0.000 0.000-2,0.000 0.000 1,0.000 0.000 1,0.000 0.000 2,0.000 0.000-1,0.000 0.000-3,0.000 0.000 11,0.000 0.000-11,0.000 0.000 4,0.000 0.000 1,0.000 0.000-5,0.000 0.000 0,0.000 0.000 0,0.000 0.000 4,0.000 0.000 0,0.000 0.000-4,0.000 3.000 0,0.000-3.000 0,0.000 0.000 0,0.000 0.000 0,12.000 0.000 2,22.000 0.000 5,-6.000 0.000 6,3.000 0.000-13,2.000 0.000 2,15.000 0.000 5,25.000-3.000-5,11.000-16.000 19,9.000 1.000-12,-4.000-1.000-1,4.000 4.000 1,8.000-4.000-9,-14.000 4.000 6,-7.000 4.000 0,-3.000 3.000-2,-9.000 0.000-4,-5.000-2.000 0,8.000 0.000 2,-12.000-1.000 5,6.000 3.000-2,-9.000 6.000 0,-8.000-3.000-3,-8.000 5.000 0,4.000-3.000 0,-2.000 3.000 2,-11.000 0.000-4,1.000 0.000 9,12.000 0.000-7,-11.000 0.000 2,15.000 0.000-1,-12.000 0.000-3,8.000 0.000 3,2.000 0.000 1,-7.000 8.000-4,8.000-1.000 7,-1.000 4.000-7,-15.000-1.000 0,11.000 1.000 2,-7.000 7.000-2,-7.000-7.000 0,10.000 4.000-2,-7.000 4.000 4,-3.000-4.000 0,-3.000 4.000 0,3.000-1.000-2,0.000 4.000 0,-1.000 1.000 0,-7.000-5.000 0,1.000 3.000-2,4.000 1.000 2,-11.000 3.000 8,11.000-3.000-8,-1.000 5.000 0,-8.000-9.000 0,-3.000 2.000 2,7.000 6.000-4,-12.000-4.000 2,7.000 7.000 0,-10.000-4.000 7,7.000-2.000-6,-4.000-3.000-1,-3.000 2.000 0,-5.000 2.000 0,2.000 3.000 0,-2.000-2.000 0,0.000 0.000 0,0.000 8.000 8,0.000 1.000-8,0.000-2.000 0,0.000 3.000 0,0.000-5.000 2,0.000-7.000-2,-2.000 5.000 0,-7.000 1.000 0,-5.000-3.000 8,7.000 2.000-8,0.000-4.000 0,-7.000-5.000 0,12.000-1.000 1,-6.000-7.000-2,-2.000-4.000 1,8.000 1.000 0,2.000-1.000 1,-5.000-4.000-1,5.000 2.000 0,0.000-3.000 2,0.000-2.000 0,0.000 0.000-2,0.000 0.000 0,0.000 0.000 0,0.000 0.000 0,0.000 0.000 2,0.000 0.000-2,0.000 0.000 0,0.000 0.000-2,0.000 0.000 0,0.000 0.000 0,0.000 0.000 1,0.000 0.000-3,0.000 0.000-6,5.000 8.000 10,17.000-4.000 0,4.000 3.000 4,1.000 1.000-4,19.000-8.000 0,-1.000 2.000 2,-3.000-2.000 6,27.000 0.000-8,-12.000 5.000 0,8.000 2.000 3,-6.000 8.000-1,-3.000 2.000-2,-3.000 2.000 2,0.000 2.000-2,-10.000-3.000 8,-7.000-2.000-8,1.000 2.000 0,-1.000 0.000-1,-6.000 10.000 1,8.000-3.000-3,-5.000 9.000 3,-5.000 1.000 0,-1.000 2.000 4,1.000 3.000-4,-10.000 3.000 0,4.000 0.000 0,-9.000 4.000 6,7.000 4.000-8,4.000-4.000 2,-7.000 6.000 0,-6.000-6.000 4,7.000 3.000 0,-11.000-1.000-4,1.000-7.000 6,0.000 12.000-6,-4.000-11.000 0,-4.000 3.000 2,0.000 5.000-2,0.000-3.000 10,0.000-8.000-10,0.000 3.000 0,0.000 5.000 4,0.000-9.000-3,-17.000 4.000 3,3.000-3.000-4,-6.000 6.000 0,-13.000 0.000 10,-4.000-2.000-10,1.000 10.000 0,-5.000 3.000 4,-6.000-6.000-2,2.000 10.000-2,-5.000-3.000 0,-13.000-6.000 0,10.000-2.000 2,-2.000-3.000-2,-1.000 0.000 0,-9.000 4.000-2,5.000 0.000 4,-18.000-2.000-4,19.000 0.000 2,4.000-7.000-2,-3.000-4.000 0,26.000-9.000-2,3.000-8.000 4,9.000-7.000-2,13.000-3.000 2,-10.000 8.000-2,13.000-11.000 0,4.000-2.000 2,0.000 2.000-2,0.000-8.000 0,0.000 0.000 2,0.000 0.000-2,0.000 0.000-1,0.000 0.000 1,0.000 0.000-4,0.000 0.000 4,0.000 0.000-2,0.000 6.000 4,0.000 6.000 0,26.000-6.000 0,-6.000 6.000 4,2.000-2.000-8,7.000 4.000 6,3.000-3.000-2,17.000 5.000 8,-19.000-1.000-8,13.000-4.000 0,-13.000 5.000 2,3.000 6.000 2,0.000-4.000-4,-14.000 4.000 0,2.000 1.000 0,-1.000 1.000 0,-8.000 2.000 0,8.000 10.000 0,-4.000 0.000 5,-7.000 8.000-3,7.000 3.000 0,-4.000 5.000-2,-10.000 1.000 0,8.000-1.000 6,-10.000 8.000-6,0.000-2.000 0,0.000 5.000 2,-12.000 1.000-2,-13.000 2.000 0,11.000-1.000 0,-11.000-7.000 2,1.000 8.000-2,-5.000-13.000 0,1.000 5.000 0,-5.000 1.000 0,0.000-9.000 6,-2.000 13.000-8,-9.000-14.000 2,-5.000 7.000 0,5.000-11.000 6,12.000-6.000-6,1.000 3.000-2,-15.000 1.000 2,-7.000 3.000 0,2.000-1.000 4,2.000-5.000-4,-7.000 3.000 0,5.000 5.000 2,-14.000-2.000-2,4.000 2.000 0,5.000-1.000 6,-3.000-4.000-4,-12.000-3.000-2,12.000 3.000 0,-13.000-3.000 2,-1.000-3.000 12,-6.000 4.000-14,-11.000-7.000 0,-5.000 7.000 7,-24.000 3.000-7,7.000-4.000 0,-13.000 3.000 0,-4.000-3.000 0,1.000 0.000 2,12.000 0.000-2,-6.000-7.000 0,1.000-2.000 4,-11.000 3.000 0,-8.000-2.000-2,-5.000-3.000-2,-9.000 5.000 0,14.000-7.000 2,8.000-5.000-2,2.000-3.000-2,-11.000-5.000-2,15.000-6.000 6,7.000-8.000-4,-9.000 0.000 2,10.000 0.000 0,15.000 0.000 2,-3.000 0.000-2,1.000-5.000 0,4.000-8.000-2,14.000-6.000 2,-10.000-3.000 0,0.000-8.000 0,5.000-9.000 0,3.000 4.000 0,4.000-10.000 0,2.000 3.000 0,-7.000-2.000 0,14.000 4.000 0,9.000 4.000 0,-3.000 3.000 2,2.000 0.000 0,12.000 4.000 0,3.000-3.000-2,-6.000-1.000 0,6.000 0.000-4,-4.000-6.000 8,-7.000-1.000-4,5.000 4.000 0,-12.000-9.000 2,21.000 6.000 0,-3.000-1.000 0,0.000 4.000-2,1.000 1.000 0,7.000 1.000-2,10.000 1.000 0,3.000 5.000 0,5.000-8.000 2,-7.000 2.000 0,6.000-3.000-2,3.000 2.000-4,13.000-2.000 6,-4.000 6.000-4,12.000-3.000 4,4.000 2.000-2,0.000 3.000 2,0.000 4.000-3,0.000 4.000 1,0.000-2.000 0,0.000-2.000 0,0.000 3.000 4,0.000-10.000-4,18.000 11.000 2,-7.000-10.000 0,-8.000 13.000-2,14.000-1.000 2,-13.000 9.000 0,-4.000 10.000-2,4.000 0.000 4,-4.000 0.000 0,0.000 0.000-2,0.000 0.000 0,0.000 0.000 4,0.000 0.000 1,0.000 0.000-5,0.000 0.000 0,0.000 0.000 0,0.000 0.000 0,0.000 0.000 0,0.000 0.000 0,0.000 0.000 0,0.000 0.000 0,0.000 0.000 0,0.000 0.000 0,14.000 0.000 0,-14.000 0.000 0,0.000 0.000 0,0.000 0.000 0,0.000 0.000 0,0.000 0.000 0,0.000 0.000 0,0.000 0.000-3,0.000 0.000 6,0.000 0.000-3,0.000 0.000 0,0.000 0.000 0,0.000 0.000 0,0.000 0.000 2,0.000 0.000-2,0.000 0.000 0,0.000 0.000 0,0.000 0.000-2,0.000 0.000 2,0.000 0.000 0,0.000 0.000 4,0.000 0.000-4,0.000 0.000 0,0.000 0.000-2,0.000 0.000 6,0.000 0.000-4,0.000 0.000 2,0.000 0.000-2,0.000 0.000 0,0.000 0.000 0,0.000 0.000 0,0.000 0.000 0,0.000 0.000 2,-18.000 0.000-2,-3.000 0.000 0,2.000 4.000 4,-18.000-1.000-8,9.000 0.000 2,-16.000 2.000 2,12.000 3.000-2,-16.000-2.000 4,-5.000 2.000-4,-11.000 2.000 0,-12.000 1.000 0,-3.000 4.000 2,-20.000-5.000-5,-4.000 6.000 3,-15.000-3.000 2,13.000 3.000-6,-6.000-13.000 6,6.000 5.000-4,0.000-6.000 4,9.000-2.000 0,-2.000 0.000-6,13.000 0.000 6,2.000-10.000 0,4.000-9.000-2,6.000-7.000 0,-1.000 6.000-4,1.000-9.000 6,10.000-1.000-2,-2.000 2.000 0,12.000-9.000 0,14.000 3.000 0,-1.000-5.000-2,7.000 0.000 4,5.000 0.000-6,-3.000-8.000 6,-6.000-6.000-2,12.000 2.000 2,1.000-10.000-6,5.000 12.000 6,-5.000-3.000-2,4.000-6.000 0,6.000 14.000-3,8.000-4.000 5,1.000 3.000-2,5.000-10.000-4,-3.000 0.000 4,3.000-5.000 2,0.000-6.000-2,0.000-1.000 0,0.000-4.000 0,0.000 3.000 2,0.000-2.000-2,0.000 12.000 2,10.000-10.000-4,10.000 6.000 4,6.000 3.000-2,1.000-1.000 2,1.000 5.000 0,-4.000 1.000 0,4.000-1.000-4,-1.000 6.000 4,4.000-4.000-4,5.000 4.000 4,-4.000 1.000 0,-1.000 12.000-4,-7.000 2.000 7,5.000 5.000-3,-12.000 8.000 0,-6.000 3.000-3,3.000 8.000 3,-12.000 5.000 0,-2.000 5.000 0,0.000-2.000-2,0.000 2.000 2,0.000 0.000 0,0.000 0.000 2,0.000 0.000 1,0.000 0.000-3,0.000 0.000 1,0.000 0.000 1,0.000 0.000 4,0.000 0.000-6,0.000 0.000 2,0.000 0.000 6,0.000 0.000-8,0.000 0.000 0,-7.000 0.000 0,-2.000-7.000 4,-8.000-5.000-4,2.000-7.000 0,-10.000-1.000 0,-5.000-13.000-2,-13.000-8.000 4,8.000-5.000-2,-11.000-10.000 0,7.000 0.000-2,3.000-2.000 0,2.000-4.000-4,4.000 4.000 6,9.000 14.000-2,1.000 7.000 2,13.000-3.000 0,-10.000 0.000-4,6.000 0.000 4,-2.000-4.000-2,8.000 5.000 2,5.000-7.000 0,0.000 13.000-2,0.000-7.000 2,0.000-3.000-6,0.000 2.000 6,0.000-2.000-4,0.000-7.000 2,0.000-5.000 2,5.000-11.000-2,19.000-10.000 2,0.000-1.000 0,4.000-2.000-3,15.000 1.000 3,-9.000 7.000-2,7.000 6.000 2,-7.000 8.000 0,12.000 9.000-10,-11.000 5.000 10,18.000 3.000-4,-1.000-4.000 4,17.000-3.000-2,8.000-6.000 1,7.000-1.000 1,-3.000 2.000 0,3.000-3.000-5,-16.000 18.000 5,2.000 6.000 0,-15.000 2.000 0,2.000 6.000-2,-9.000 2.000 2,-3.000 3.000-2,3.000 4.000 2,0.000-8.000 0,5.000 3.000 2,7.000-2.000 0,-6.000 0.000 0,-1.000 3.000-2,-7.000-1.000 4,2.000 4.000-2,-12.000 1.000-2,1.000 3.000 0,-5.000 0.000 4,2.000 3.000-4,-6.000 2.000 2,10.000 0.000 4,-3.000-6.000-6,-6.000 5.000 5,-1.000-1.000-3,8.000-3.000 0,-7.000 3.000 4,3.000 1.000 0,-1.000 0.000-6,-5.000 1.000 0,1.000 1.000 0,-3.000 5.000 4,0.000-3.000-4,25.000 3.000 0,-7.000-3.000 6,-3.000 3.000-6,9.000-4.000 0,5.000 4.000 2,2.000 0.000 0,-3.000 0.000 2,1.000 0.000-2,-5.000 0.000-2,-3.000 0.000 2,-10.000 0.000 0,-7.000 0.000-2,-3.000 0.000 0,-1.000 0.000 2,0.000 0.000-4,0.000 0.000 6,-8.000 4.000-6,17.000-1.000 2,-15.000 5.000 0,-2.000-5.000 0,7.000 5.000 0,5.000-6.000 0,-12.000 5.000 4,12.000 1.000-4,-4.000-1.000 0,-4.000 2.000 0,5.000-4.000 0,-6.000 4.000 0,1.000-1.000-2,0.000 2.000 2,-8.000-3.000 0,4.000 3.000 0,0.000 2.000 0,-7.000-6.000-2,-1.000 2.000 2,4.000-5.000 0,-8.000 5.000 0,2.000-1.000 0,-1.000 0.000 6,12.000 0.000-6,-13.000 6.000 0,1.000-3.000 0,4.000-4.000 1,-9.000 7.000-1,3.000-8.000 0,5.000 3.000 2,-6.000 2.000 4,-2.000-5.000-6,5.000-2.000 0,-5.000 4.000 0,0.000 0.000 0,9.000-3.000 0,-5.000 0.000 0,-4.000-2.000 0,3.000-2.000 4,-3.000 5.000-4,0.000-1.000 0,0.000 0.000 0,0.000-1.000 2,0.000 2.000-4,0.000-5.000 2,0.000 2.000 0,0.000 3.000 0,5.000 1.000 4,-5.000-2.000-6,0.000-1.000 2,0.000 1.000 0,0.000-4.000 0,0.000 0.000-2,0.000 7.000 2,0.000-7.000 6,0.000 0.000-6,0.000 8.000 0,0.000-1.000 0,0.000 3.000-2,0.000-2.000-2,0.000-1.000 4,0.000-3.000 0,0.000-1.000 4,0.000-3.000-4,0.000 0.000 2,0.000 0.000-2,0.000 0.000-29,0.000 0.000-88,-33.000 29.000-123,-13.000 17.000-28,7.000-22.000-12</inkml:trace>
  <inkml:trace contextRef="#ctx0" brushRef="#br0">9991.000 6341.000 41,'11.000'-9.000'21,"-6.000"-4.000"-2,13.000 4.000 3,-7.000 6.000-4,-6.000-2.000-4,-5.000-1.000 4,5.000 1.000 0,-5.000 2.000 1,0.000 3.000 9,0.000 0.000-4,0.000 0.000 5,0.000 0.000 2,0.000 0.000-6,0.000 0.000-2,-5.000 0.000-9,-23.000 0.000-8,12.000 0.000 7,-12.000 0.000-8,-6.000 0.000 1,-1.000 0.000 5,-8.000 0.000-3,-19.000 8.000-1,13.000 23.000-4,-12.000 14.000-2,-6.000 11.000 6,13.000 3.000-7,-3.000 11.000 0,13.000 5.000 0,5.000 0.000 4,11.000 5.000-8,-1.000 7.000 4,24.000 2.000 0,-6.000 5.000 0,11.000 3.000 0,0.000-3.000 0,0.000-8.000 3,16.000-12.000-3,18.000-8.000 0,16.000-14.000 3,0.000-3.000-3,0.000-10.000 4,17.000-14.000-2,17.000-5.000-2,-11.000-14.000 7,14.000-2.000-3,4.000-4.000 5,-3.000 0.000-1,2.000 0.000 7,-2.000-14.000 2,-5.000-21.000-11,1.000-20.000-2,3.000-11.000 4,-19.000-10.000 0,4.000-3.000 0,-4.000-7.000 1,-19.000 2.000 1,13.000-2.000 7,-23.000 12.000-14,12.000 3.000 19,-25.000 17.000-3,2.000 4.000-5,6.000-2.000 6,-5.000-7.000-6,-19.000 13.000 8,-10.000 2.000 6,0.000-11.000-17,0.000-6.000-3,0.000-3.000 1,-10.000-2.000-7,-29.000 6.000 4,1.000-1.000-6,-2.000 16.000 4,-7.000 6.000-4,-1.000 4.000 5,-19.000 9.000-5,-6.000 6.000 8,-21.000 10.000-6,11.000 10.000 2,-18.000 0.000-2,28.000 0.000-2,1.000 0.000 0,29.000 0.000 0,3.000 0.000 0,7.000 0.000 0,5.000 0.000-10,-6.000 0.000 6,18.000 0.000-41,-12.000 0.000-19,-1.000 0.000-26,14.000 0.000-36,-3.000 0.000 11,18.000 6.000 2,0.000 18.000-46</inkml:trace>
  <inkml:trace contextRef="#ctx0" brushRef="#br0">11654.000 7489.000 60,'0.000'-15.000'13,"0.000"-5.000"7,19.000-2.000 8,14.000-2.000-8,4.000-6.000-2,7.000 5.000-3,2.000 2.000 1,9.000-3.000-7,-9.000 11.000 4,-9.000 2.000 3,8.000 2.000-8,11.000 1.000 0,-13.000-1.000 3,25.000 0.000 2,-11.000 6.000-1,2.000-4.000-9,8.000 9.000 11,-9.000 0.000-9,-5.000 0.000 0,10.000 0.000 0,-19.000 0.000 1,23.000 0.000 7,-23.000 19.000-6,6.000 8.000 1,-10.000-3.000 2,-2.000 8.000-1,-5.000-4.000-6,-4.000 7.000 6,-14.000-6.000-3,-9.000 7.000-2,7.000-1.000 5,-13.000 7.000-6,0.000 7.000 12,-19.000 15.000-5,-25.000 8.000 16,-16.000 6.000-11,-9.000-4.000-5,17.000 20.000-2,-22.000-21.000 1,13.000-8.000-6,-2.000-14.000 9,14.000-22.000-10,-8.000-3.000 4,13.000-21.000 0,-17.000 0.000-3,11.000-5.000 6,-7.000 0.000-4,13.000-26.000-3,6.000-28.000 3,-5.000-17.000-5,13.000 0.000 0,2.000 2.000 0,23.000-2.000-2,5.000 16.000 0,0.000-8.000 1,0.000-3.000-4,0.000 3.000 5,23.000 5.000-44,21.000 13.000-39,0.000 15.000-6,23.000 25.000-17,0.000 5.000-56</inkml:trace>
  <inkml:trace contextRef="#ctx0" brushRef="#br0">11937.000 7459.000 21,'0.000'0.000'32,"0.000"0.000"-23,0.000 0.000 12,0.000 0.000-1,0.000 0.000-10,0.000 0.000-1,0.000 0.000 3,0.000 0.000-2,0.000 0.000 3,0.000 0.000 6,0.000 0.000-6,0.000 0.000 4,0.000 0.000 2,0.000 0.000 0,0.000 0.000-6,0.000 0.000-3,0.000 0.000-4,0.000 0.000 2,0.000 0.000-8,0.000 0.000 0,0.000 0.000 0,0.000 0.000 0,0.000 0.000 0,0.000 0.000-22,0.000 0.000-38,24.000 0.000-30</inkml:trace>
  <inkml:trace contextRef="#ctx0" brushRef="#br1">3364.000 1520.000 17,'0.000'-2.000'33,"0.000"-16.000"-29,0.000 13.000 2,0.000 0.000 3,6.000 0.000-1,-6.000 5.000-2,0.000 0.000-1,13.000 0.000 3,-8.000-5.000 0,-5.000 0.000 1,5.000 0.000 0,-5.000 0.000-5,5.000 1.000 2,-5.000-2.000 0,5.000 6.000 0,12.000-10.000 2,-6.000 0.000-1,-1.000-6.000-1,14.000 6.000 3,-18.000-4.000-8,17.000 3.000 2,-18.000-3.000 1,5.000 4.000-4,2.000-6.000 5,-5.000 7.000-1,-4.000-2.000 0,7.000 6.000 2,-10.000 1.000-6,7.000-3.000 2,5.000 7.000 1,3.000-10.000-3,-8.000 7.000 2,5.000-7.000-1,-2.000-1.000 0,0.000 0.000 2,-3.000 4.000-2,14.000 0.000 1,3.000-9.000 3,-14.000 12.000-3,2.000-6.000 2,-9.000 5.000-3,11.000-5.000 2,3.000-7.000-1,-17.000 14.000-1,22.000-11.000 0,-7.000 4.000 2,-15.000 5.000-1,23.000-5.000 2,-17.000-2.000-2,-2.000 10.000 2,20.000-15.000-1,-14.000-3.000-2,13.000 0.000-1,-7.000 0.000 2,12.000 0.000 0,-18.000 5.000-1,9.000 2.000-1,-9.000-1.000 3,-5.000 1.000 0,18.000 3.000-2,-13.000 4.000-1,14.000-4.000 2,-14.000 0.000-2,-4.000 0.000 3,7.000 1.000-1,-3.000-7.000-2,0.000 2.000 1,8.000 7.000-1,-12.000-8.000 0,-2.000 5.000 1,7.000 0.000-1,2.000 0.000 3,-8.000 6.000-2,5.000-2.000 1,-4.000-3.000-2,-1.000 3.000 2,-5.000 2.000-2,19.000-2.000 0,-9.000 2.000 0,-10.000-2.000 2,4.000 2.000-2,-4.000 4.000 0,0.000 0.000 1,0.000 0.000 0,0.000 0.000-1,0.000 0.000 3,0.000 0.000-3,-4.000 0.000-14,-36.000 0.000-15,-9.000 30.000 5,-8.000-1.000 11,-5.000 13.000-6,19.000-3.000 3,-11.000 1.000 6,1.000 12.000 5,-17.000-3.000 4,19.000 10.000-3,-12.000-5.000-1,3.000-8.000 3,33.000-16.000 1,5.000-6.000 0,10.000-13.000 1,-4.000-11.000 1,16.000 0.000-1,0.000 0.000 0,0.000 0.000 0,-6.000 0.000 2,6.000 0.000-2,0.000 0.000 0,0.000 0.000 0,0.000-3.000 4,0.000-18.000 8,22.000-11.000-2,12.000 4.000 2,-14.000-2.000 2,21.000 1.000-7,-2.000 0.000-4,6.000-8.000 4,-20.000 12.000 1,33.000-2.000 2,-25.000-2.000-4,11.000-6.000 1,-5.000 5.000 3,13.000-5.000-5,-3.000-1.000-2,-15.000 12.000 2,4.000-1.000-3,1.000 5.000 2,-6.000-4.000 2,1.000 4.000-5,0.000 0.000 4,-5.000 5.000-5,-19.000 4.000 0,0.000 6.000 3,-10.000 5.000-3,12.000 0.000 4,-12.000 0.000-2,0.000 0.000 1,0.000 0.000 4,-29.000 16.000-6,-31.000 29.000-1,5.000-1.000-1,-7.000 1.000-1,-1.000 10.000 1,10.000-7.000 1,1.000-1.000 0,-2.000-1.000 0,2.000-11.000 0,15.000-6.000-1,20.000-14.000 1,3.000-3.000 0,11.000-12.000 1,3.000 0.000-1,0.000 0.000-2,0.000 0.000 1,0.000 0.000-2,0.000 0.000 1,0.000 0.000 1,0.000-19.000 1,34.000-18.000 10,16.000 2.000 1,-6.000-13.000 1,5.000 3.000 0,13.000-3.000 1,-13.000 2.000-3,13.000 7.000-2,-5.000 8.000-6,-8.000-2.000 11,14.000 0.000-12,-19.000 5.000 4,-1.000 4.000 0,8.000-7.000-1,-24.000 7.000-1,19.000 3.000 2,-25.000 0.000-3,11.000 7.000 5,2.000-2.000-4,-11.000 1.000-2,-2.000 1.000 5,8.000-6.000-2,9.000-3.000-1,-9.000 4.000-1,5.000-1.000 0,-6.000 5.000 2,-8.000 1.000-4,9.000-5.000 1,-1.000 4.000-1,-12.000-1.000 1,7.000 2.000-1,1.000 8.000 0,-14.000 2.000 3,0.000-1.000-1,-4.000 5.000-2,6.000-9.000 0,-2.000-4.000 2,-4.000 4.000-2,10.000 3.000 1,-6.000 2.000-2,3.000-1.000 2,-2.000-2.000-2,6.000-11.000 1,-12.000 8.000 0,19.000-1.000 2,-14.000 7.000-2,-6.000-2.000 3,19.000 2.000-7,-12.000-6.000 8,-5.000 10.000-8,6.000-5.000 5,-6.000-5.000-1,4.000 5.000 0,-10.000 0.000 2,18.000-6.000-2,-4.000 11.000 0,-7.000-3.000 1,5.000-4.000-4,-2.000 2.000 3,-5.000 5.000 0,0.000-5.000 0,13.000 5.000 2,-12.000-5.000-2,4.000 0.000 0,-5.000 0.000 1,-5.000 5.000-2,13.000-4.000 1,-7.000 4.000 0,4.000 0.000 0,-6.000 0.000 0,3.000-6.000 0,10.000 6.000 0,-7.000 0.000 1,-5.000-4.000-2,13.000-2.000 1,-2.000 6.000 0,-16.000 0.000 4,18.000 0.000-4,-8.000 0.000 0,-4.000 0.000-3,12.000 0.000 6,-7.000 0.000-7,-1.000 0.000 5,-10.000-4.000-1,18.000 4.000 0,-8.000-6.000 3,-5.000 6.000-3,19.000 0.000 0,-14.000-5.000 0,-5.000 5.000-3,8.000 0.000 3,-3.000 0.000 0,0.000 0.000 3,-10.000 0.000-3,6.000 0.000-3,-6.000 0.000 3,13.000 0.000 0,-8.000-5.000 0,0.000 5.000 3,-5.000 0.000-3,5.000 0.000 0,-5.000 0.000 0,5.000 0.000 0,9.000 0.000-3,-14.000 0.000 3,10.000 0.000 0,-6.000 0.000 0,2.000 0.000 0,-6.000 0.000 3,0.000 0.000-3,4.000 0.000 0,10.000 0.000 0,-8.000 0.000 0,-2.000 0.000 1,-4.000 0.000-1,6.000 0.000 0,-6.000 0.000-1,4.000 0.000 2,10.000 0.000-1,-14.000 0.000 0,5.000 0.000 0,0.000 0.000 2,0.000 0.000-2,0.000 0.000 0,7.000 0.000 0,-5.000 5.000 0,-7.000 0.000 0,4.000-5.000 0,-4.000 0.000 0,0.000 0.000 3,0.000 0.000-3,0.000 0.000 0,0.000 0.000 4,0.000 0.000-3,0.000 0.000 1,0.000 0.000 5,0.000 0.000-1,-4.000 0.000 4,-35.000 0.000-10,-9.000 0.000 0,5.000 0.000 0,5.000 0.000-3,-12.000 6.000-6,-1.000-2.000 3,12.000 6.000 2,-1.000 0.000 3,7.000 0.000-3,-1.000 0.000-1,1.000 2.000-3,-6.000-9.000 5,7.000 1.000-4,-2.000-4.000 2,19.000 7.000 5,-9.000-2.000-4,3.000-5.000 4,4.000 5.000 0,7.000 0.000 2,-9.000-5.000-2,14.000 0.000-3,-10.000 5.000 3,-3.000 0.000 0,5.000 5.000 0,-8.000-10.000 0,10.000 4.000 0,1.000-4.000-1,-8.000 0.000 1,18.000 0.000 0,0.000 0.000-2,0.000 0.000 2,0.000 0.000 0,0.000 0.000-4,0.000 0.000 3,0.000 0.000 0,0.000 0.000-4,0.000 0.000 4,0.000 0.000-8,0.000 0.000 6,0.000 0.000 2,18.000 0.000-4,14.000 0.000 5,2.000 0.000 0,5.000 0.000 0,0.000-14.000 1,1.000 9.000-1,-8.000 5.000 0,2.000-5.000 3,5.000 5.000-2,-24.000 0.000-1,18.000 0.000 0,1.000 0.000 0,-1.000 0.000 1,1.000 0.000-1,1.000 0.000 3,-13.000 0.000-1,-6.000 0.000 0,13.000 0.000-2,-19.000 0.000 1,18.000 0.000 1,-18.000 0.000-3,19.000 10.000 2,-19.000 0.000-1,14.000-6.000 2,-14.000 6.000-1,-6.000-4.000-1,20.000 4.000 2,-18.000 0.000-2,12.000-5.000 0,-13.000 3.000-1,5.000-6.000 1,-5.000 3.000 1,7.000 0.000 2,-1.000-1.000-3,-5.000 2.000 0,-6.000 0.000 1,4.000-3.000-2,-4.000-3.000-1,0.000 0.000 2,0.000 0.000 3,0.000 7.000-2,0.000-7.000-1,0.000 0.000 3,0.000 0.000-3,0.000 0.000 0,0.000 0.000 0,0.000 0.000 1,0.000 0.000 9,0.000 0.000-9,0.000 0.000-1,0.000 0.000-28,-43.000 0.000-56,-1.000 15.000-9,6.000 14.000-27</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0"/>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-3.000 299.000 3,'0.000'20.000'6,"0.000"-5.000"-6,0.000-7.000 0,3.000-5.000 2,0.000-3.000-2,0.000 0.000 4,0.000 0.000 3,-3.000 0.000-2,2.000 0.000 5,-2.000 0.000-1,0.000 0.000-3,0.000 0.000 2,0.000 0.000-1,0.000 0.000 2,0.000 0.000 0,0.000 0.000 1,0.000 0.000 4,0.000 0.000-4,0.000 0.000 3,0.000 0.000 4,0.000 0.000-3,0.000 0.000 4,0.000 0.000-3,0.000 0.000 1,0.000 0.000 3,0.000 0.000-6,0.000 0.000 2,0.000 0.000 3,0.000 0.000-7,0.000 0.000 7,0.000 0.000 1,0.000 0.000-7,0.000 0.000 3,0.000 0.000-9,0.000 3.000 2,0.000-3.000-1,8.000 0.000-7,-2.000 2.000 5,-1.000-2.000-2,11.000 4.000 2,3.000-4.000 8,-3.000 0.000-6,9.000 0.000 0,0.000 0.000 5,10.000 0.000-3,6.000 0.000-2,0.000 0.000 3,0.000 0.000-7,0.000 0.000 5,-1.000-4.000-7,-2.000 2.000 1,3.000-4.000 4,0.000 3.000-5,0.000-2.000 0,-3.000-1.000 4,0.000 3.000-4,0.000 0.000 6,5.000-2.000-5,1.000-1.000 10,10.000 0.000 0,9.000 0.000-8,0.000 1.000 2,-1.000-1.000 4,4.000-1.000-7,4.000 2.000 8,-4.000 1.000-9,-3.000-2.000 3,-4.000 0.000 3,4.000 0.000-6,0.000 1.000-1,0.000-1.000 1,4.000-2.000 0,-2.000 2.000-1,-2.000-3.000 6,10.000 4.000-6,-7.000-4.000 6,-1.000 3.000-2,11.000 4.000 0,-7.000-3.000-3,10.000 1.000 2,-3.000-1.000-1,-1.000 1.000 1,-9.000-1.000-1,0.000 2.000-1,-3.000 0.000 1,-7.000 1.000-3,-5.000 2.000 0,2.000 0.000 0,-2.000 0.000 0,9.000 0.000 2,0.000 0.000 0,2.000 0.000 7,-2.000 0.000-8,-3.000 0.000-1,-1.000 0.000 7,-2.000 2.000-7,0.000 4.000 8,-8.000-1.000-8,8.000-1.000 5,-1.000 1.000 8,4.000 4.000-12,5.000-4.000 1,11.000 1.000 2,-7.000 0.000-2,13.000-4.000 11,0.000 4.000-8,-11.000-3.000 1,5.000 0.000 10,-4.000 3.000-14,-9.000-1.000 0,-1.000 1.000-2,1.000-1.000 4,-3.000 0.000 5,9.000 2.000-9,-3.000-2.000 8,7.000-1.000 5,-8.000-4.000-13,1.000 0.000 0,0.000 0.000 6,0.000 0.000-4,-4.000 0.000 7,-2.000 0.000-7,3.000 0.000 10,-3.000 0.000 0,3.000 0.000-11,3.000 0.000 3,-1.000 0.000 6,14.000 0.000-7,-7.000 0.000 13,13.000-12.000-10,-1.000-2.000 7,1.000 3.000 5,-3.000 2.000-14,5.000 0.000 6,5.000 3.000 4,-1.000-2.000-11,16.000-1.000 17,9.000 4.000-16,-6.000-4.000 4,10.000 4.000 5,-17.000 2.000-13,-9.000 3.000 0,-5.000 0.000 0,-4.000 0.000 2,-8.000 0.000 10,12.000 0.000-12,-12.000 0.000 2,8.000 0.000 6,-6.000 0.000-4,3.000 0.000-4,0.000 6.000 8,2.000 0.000-6,-5.000-5.000 4,-1.000 3.000-6,1.000 0.000 4,-3.000-3.000 11,-8.000-1.000-15,-2.000 6.000-2,-6.000-3.000 0,3.000 0.000 4,-1.000 0.000 10,-2.000-1.000-12,-4.000 2.000 2,4.000-2.000 4,0.000 1.000-3,-8.000-3.000-3,2.000 0.000 0,-7.000 3.000 0,-3.000-3.000 0,6.000 0.000 0,4.000 3.000 0,-2.000-3.000 0,11.000 0.000 0,0.000 0.000 0,0.000 0.000 0,3.000 0.000 0,7.000 0.000 0,-8.000 0.000 0,1.000 0.000 0,-3.000 0.000 0,-3.000 0.000 0,0.000 3.000 0,-11.000-3.000 0,14.000 0.000 0,0.000 2.000 0,0.000-2.000 0,19.000 4.000 0,-8.000 1.000 0,8.000-2.000 0,-3.000 5.000 0,3.000-3.000 0,-8.000 2.000 0,-1.000-2.000 0,-7.000 3.000 0,-3.000 1.000 0,5.000-3.000 0,-5.000 2.000 0,3.000-2.000 0,0.000 0.000 0,4.000 5.000 0,-1.000-5.000 0,-1.000 2.000 0,8.000-2.000 0,-7.000-3.000 0,0.000 0.000 0,9.000-3.000 0,-2.000 0.000 0,-7.000 0.000 0,3.000 0.000 0,4.000 0.000 0,5.000 0.000 0,1.000 0.000 0,3.000 0.000 0,-11.000 0.000 0,18.000 0.000 0,-7.000 0.000 0,-3.000 0.000 0,3.000 0.000 0,2.000 0.000 0,-5.000 0.000 0,3.000 0.000 0,-1.000 0.000 0,17.000 0.000 0,-10.000-3.000 0,-1.000 3.000 0,8.000-3.000 0,-3.000 3.000 0,-7.000 0.000 0,-4.000 0.000 0,1.000 0.000 0,-3.000 0.000 0,-8.000 0.000 0,-1.000 0.000 0,-1.000 0.000 0,4.000 0.000 0,-4.000 6.000 0,6.000-4.000 0,10.000 2.000 0,-6.000-4.000 0,5.000 0.000 0,-5.000 0.000 0,13.000 0.000 0,-4.000 0.000 0,7.000 0.000 0,-11.000 0.000 0,4.000 0.000 0,4.000 0.000 0,-11.000 0.000 0,7.000-12.000 0,7.000 4.000 0,3.000-7.000 0,2.000-1.000 0,4.000 1.000 0,-6.000 1.000 0,-14.000 0.000 0,1.000 3.000 0,-9.000 0.000 0,-5.000-1.000 0,-1.000 1.000 0,-4.000-1.000 0,0.000-2.000 0,-7.000 3.000 0,11.000-3.000 0,-10.000 3.000 0,-7.000 2.000 0,-2.000-2.000 0,-4.000 2.000 0,-4.000-3.000 0,-2.000 7.000 0,-3.000-4.000 0,-3.000 4.000 0,0.000-1.000 0,-7.000 3.000 0,7.000-2.000 0,-10.000-1.000 0,2.000 0.000 0,0.000-2.000 0,0.000 2.000 0,-5.000 5.000 0,3.000-4.000 0,1.000 2.000 0,2.000 1.000 0,-9.000-1.000 0,6.000 0.000 0,-3.000-3.000 0,-3.000 4.000 0,3.000 0.000 0,-3.000-2.000 0,2.000 2.000 0,9.000-2.000 0,-8.000 4.000 0,-1.000-5.000 0,-2.000 2.000 0,-3.000 3.000 0,-4.000-3.000 0,1.000 3.000 0,3.000 0.000 0,-4.000 0.000 0,1.000 0.000 0,3.000-3.000 0,3.000 3.000 0,6.000 0.000 0,-3.000 0.000 0,0.000 0.000 0,-3.000 0.000 0,0.000 0.000 0,-3.000 0.000 0,-5.000 0.000 0,0.000 0.000 0,-6.000 0.000 0,9.000 0.000 0,-12.000 0.000 0,4.000 0.000 0,5.000 0.000 0,-11.000 0.000 0,0.000 0.000 0,0.000 0.000 0,0.000-5.000 0,-35.000 2.000-48,-12.000 3.000-184,-26.000 0.000-43,4.000 14.000 76,-26.000 30.000-3</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4"/>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-1.000 174.000 88,'0.000'0.000'111,"3.000"0.000"-96,-3.000-6.000 15,0.000 6.000 13,0.000-2.000-15,3.000 2.000-12,4.000 0.000-9,2.000 0.000-2,7.000 0.000-2,3.000 0.000 2,3.000 0.000 26,-6.000 0.000-7,-7.000 0.000 9,7.000 0.000 1,-10.000 0.000-4,10.000 0.000 4,-3.000 0.000-3,6.000 0.000-11,3.000 0.000 12,3.000 0.000-16,-1.000 0.000 6,11.000 0.000 2,-7.000-4.000-8,7.000 1.000 3,0.000 3.000 2,-7.000-1.000-16,7.000-3.000 20,-10.000 4.000-6,10.000-2.000-3,-10.000-2.000-1,-1.000 2.000-5,9.000-1.000 3,-9.000 1.000 5,8.000-5.000-16,-1.000 5.000 21,7.000-4.000-13,0.000 3.000 2,0.000 3.000 4,6.000 0.000-14,13.000-2.000 13,8.000 2.000 27,8.000 0.000-33,-4.000 0.000 9,7.000 0.000-14,0.000 0.000 0,-2.000 0.000 3,18.000 0.000-7,-8.000 0.000 0,8.000 0.000 0,-1.000 0.000 0,4.000 0.000 0,-11.000 0.000 0,1.000 0.000 0,0.000 0.000 0,-7.000 0.000 0,-2.000 0.000 0,-13.000 0.000 0,10.000 2.000 0,-7.000 1.000 0,-1.000 0.000 0,8.000-3.000 0,-10.000 3.000 0,16.000-1.000 0,-14.000 1.000 0,1.000 3.000 0,10.000-1.000 0,0.000 1.000 0,-10.000-1.000 0,9.000 2.000 0,1.000-5.000 0,-1.000 4.000 0,6.000 0.000 0,6.000-3.000 0,0.000 0.000 0,-2.000 2.000 0,7.000-5.000 0,-8.000 3.000 0,1.000-3.000 0,13.000 0.000 0,-1.000 0.000 0,4.000 0.000 0,0.000 0.000 0,-11.000 0.000 0,-5.000 0.000 0,-6.000 0.000 0,-6.000 0.000 0,-16.000 0.000 0,-8.000 3.000 0,-5.000 12.000 0,4.000-8.000 0,-4.000 8.000 0,-3.000-4.000 0,0.000 3.000 0,-6.000 0.000 0,-5.000-2.000 0,5.000 2.000 0,3.000 0.000 0,-7.000 0.000 0,7.000 3.000 0,3.000-8.000 0,-3.000-1.000 0,2.000-2.000 0,1.000 0.000 0,10.000-2.000 0,-4.000 0.000 0,10.000-4.000 0,9.000 0.000 0,12.000 0.000 0,7.000 0.000 0,29.000 0.000 0,5.000-4.000 0,7.000-6.000 0,15.000-4.000 0,-15.000-1.000 0,-1.000 4.000 0,-8.000 2.000 0,-3.000 4.000 0,-5.000 5.000 0,-5.000 0.000 0,-6.000 0.000 0,-3.000 0.000 0,-11.000 0.000 0,4.000 0.000 0,-2.000 0.000 0,-4.000 5.000 0,-14.000 1.000 0,5.000 0.000 0,-10.000 2.000 0,0.000-2.000 0,-4.000 0.000 0,1.000-3.000 0,-3.000 2.000 0,-1.000-2.000 0,-5.000 0.000 0,6.000-3.000 0,-14.000 3.000 0,1.000-3.000 0,-6.000 6.000 0,3.000-4.000 0,-13.000 4.000 0,4.000 0.000 0,-7.000-1.000 0,7.000-2.000 0,-5.000 2.000 0,8.000 1.000 0,-7.000 0.000 0,13.000 0.000 0,7.000-4.000 0,-1.000 1.000 0,2.000-3.000 0,11.000 0.000 0,7.000 0.000 0,-7.000 0.000 0,3.000 0.000 0,6.000 0.000 0,4.000 0.000 0,-2.000 0.000 0,5.000 0.000 0,11.000 0.000 0,5.000-5.000 0,-4.000-1.000 0,10.000 3.000 0,-3.000 0.000 0,2.000-3.000 0,-9.000 1.000 0,7.000-1.000 0,-5.000 2.000 0,-5.000-4.000 0,-9.000 6.000 0,0.000 0.000 0,-8.000-2.000 0,2.000 4.000 0,-7.000 0.000 0,-13.000 0.000 0,6.000 0.000 0,-5.000 0.000 0,-7.000 0.000 0,0.000 0.000 0,0.000-2.000 0,-3.000-1.000 0,-6.000 3.000 0,6.000 0.000 0,-4.000-3.000 0,4.000 3.000 0,0.000-3.000 0,6.000 3.000 0,4.000-3.000 0,-7.000 1.000 0,13.000-1.000 0,-5.000-3.000 0,8.000 3.000 0,0.000 0.000 0,3.000 1.000 0,-1.000-7.000 0,11.000 4.000 0,-10.000 1.000 0,10.000 4.000 0,-10.000 0.000 0,15.000 0.000 0,4.000 0.000 0,-3.000 0.000 0,3.000-5.000 0,-1.000 2.000 0,1.000 3.000 0,-10.000-6.000 0,-2.000 2.000 0,-5.000 3.000 0,8.000-2.000 0,-10.000 3.000 0,-3.000-3.000 0,0.000 3.000 0,-11.000 0.000 0,11.000 0.000 0,0.000 0.000 0,6.000 0.000 0,4.000 0.000 0,-11.000-6.000 0,13.000-2.000 0,-5.000 0.000 0,-4.000-4.000 0,0.000 7.000 0,-4.000-4.000 0,1.000 4.000 0,0.000-1.000 0,3.000-3.000 0,0.000 6.000 0,-4.000-2.000 0,4.000 0.000 0,-3.000-4.000 0,-3.000 0.000 0,-5.000 1.000 0,8.000-7.000 0,-3.000 2.000 0,0.000 1.000 0,0.000 3.000 0,-7.000 4.000 0,4.000-1.000 0,-5.000 1.000 0,8.000 0.000 0,0.000-5.000 0,3.000 2.000 0,0.000-4.000 0,2.000 1.000 0,11.000-3.000 0,-10.000 5.000 0,0.000-2.000 0,-6.000 5.000 0,-8.000 4.000 0,2.000-4.000 0,-10.000 3.000 0,0.000 0.000 0,-10.000 0.000 0,1.000 1.000 0,6.000 2.000 0,-5.000-3.000 0,8.000 3.000 0,4.000 0.000 0,-1.000 0.000 0,0.000 0.000 0,10.000 0.000 0,-10.000-3.000 0,-3.000 0.000 0,5.000 3.000 0,-2.000 0.000 0,7.000 0.000 0,-1.000 0.000 0,-2.000 0.000 0,-4.000 0.000 0,-4.000 0.000 0,4.000 0.000 0,3.000 0.000 0,1.000 0.000 0,-4.000 0.000 0,-6.000 0.000 0,3.000 0.000 0,-11.000 0.000 0,5.000 0.000 0,9.000 0.000 0,10.000 0.000 0,3.000 0.000 0,-4.000 0.000 0,1.000 0.000 0,0.000 0.000 0,-14.000 0.000 0,4.000 0.000 0,-3.000 0.000 0,-3.000 0.000 0,-7.000 0.000 0,4.000 0.000 0,-8.000 0.000 0,5.000 0.000 0,-7.000 0.000 0,-3.000 0.000 0,0.000 3.000 0,-3.000 0.000 0,0.000 0.000 0,-3.000-1.000 0,3.000 1.000 0,-3.000-3.000 0,-7.000 6.000 0,4.000-4.000 0,3.000 4.000 0,-1.000-6.000 0,4.000 4.000 0,-3.000-4.000 0,-3.000 0.000 0,-5.000 2.000 0,3.000 2.000 0,0.000-2.000 0,0.000 1.000 0,-3.000-1.000 0,3.000-2.000 0,-6.000 3.000 0,1.000-3.000 0,4.000 0.000 0,-1.000 0.000 0,1.000 3.000 0,-10.000-3.000 0,6.000 0.000 0,-3.000 3.000 0,-3.000-3.000 0,0.000 0.000 0,0.000 0.000 0,0.000 0.000 0,0.000 0.000 0,0.000 0.000 0,3.000 0.000 0,-3.000 0.000 0,7.000 0.000 0,-7.000 0.000 0,3.000 0.000 0,0.000 0.000 0,-3.000 2.000 0,0.000-2.000 0,0.000 0.000 0,0.000 0.000 0,0.000 0.000 0,3.000 0.000 0,-3.000 0.000 0,3.000 0.000 0,-3.000 0.000 0,0.000 0.000 0,0.000 0.000 0,0.000 0.000 0,0.000 0.000 0,-6.000 3.000 0,-13.000 3.000 0,6.000 0.000-29,-2.000 2.000-250,15.000 7.000-59,0.000-7.000 44</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0"/>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-3.000 299.000 3,'0.000'20.000'6,"0.000"-5.000"-6,0.000-7.000 0,3.000-5.000 2,0.000-3.000-2,0.000 0.000 4,0.000 0.000 3,-3.000 0.000-2,2.000 0.000 5,-2.000 0.000-1,0.000 0.000-3,0.000 0.000 2,0.000 0.000-1,0.000 0.000 2,0.000 0.000 0,0.000 0.000 1,0.000 0.000 4,0.000 0.000-4,0.000 0.000 3,0.000 0.000 4,0.000 0.000-3,0.000 0.000 4,0.000 0.000-3,0.000 0.000 1,0.000 0.000 3,0.000 0.000-6,0.000 0.000 2,0.000 0.000 3,0.000 0.000-7,0.000 0.000 7,0.000 0.000 1,0.000 0.000-7,0.000 0.000 3,0.000 0.000-9,0.000 3.000 2,0.000-3.000-1,8.000 0.000-7,-2.000 2.000 5,-1.000-2.000-2,11.000 4.000 2,3.000-4.000 8,-3.000 0.000-6,9.000 0.000 0,0.000 0.000 5,10.000 0.000-3,6.000 0.000-2,0.000 0.000 3,0.000 0.000-7,0.000 0.000 5,-1.000-4.000-7,-2.000 2.000 1,3.000-4.000 4,0.000 3.000-5,0.000-2.000 0,-3.000-1.000 4,0.000 3.000-4,0.000 0.000 6,5.000-2.000-5,1.000-1.000 10,10.000 0.000 0,9.000 0.000-8,0.000 1.000 2,-1.000-1.000 4,4.000-1.000-7,4.000 2.000 8,-4.000 1.000-9,-3.000-2.000 3,-4.000 0.000 3,4.000 0.000-6,0.000 1.000-1,0.000-1.000 1,4.000-2.000 0,-2.000 2.000-1,-2.000-3.000 6,10.000 4.000-6,-7.000-4.000 6,-1.000 3.000-2,11.000 4.000 0,-7.000-3.000-3,10.000 1.000 2,-3.000-1.000-1,-1.000 1.000 1,-9.000-1.000-1,0.000 2.000-1,-3.000 0.000 1,-7.000 1.000-3,-5.000 2.000 0,2.000 0.000 0,-2.000 0.000 0,9.000 0.000 2,0.000 0.000 0,2.000 0.000 7,-2.000 0.000-8,-3.000 0.000-1,-1.000 0.000 7,-2.000 2.000-7,0.000 4.000 8,-8.000-1.000-8,8.000-1.000 5,-1.000 1.000 8,4.000 4.000-12,5.000-4.000 1,11.000 1.000 2,-7.000 0.000-2,13.000-4.000 11,0.000 4.000-8,-11.000-3.000 1,5.000 0.000 10,-4.000 3.000-14,-9.000-1.000 0,-1.000 1.000-2,1.000-1.000 4,-3.000 0.000 5,9.000 2.000-9,-3.000-2.000 8,7.000-1.000 5,-8.000-4.000-13,1.000 0.000 0,0.000 0.000 6,0.000 0.000-4,-4.000 0.000 7,-2.000 0.000-7,3.000 0.000 10,-3.000 0.000 0,3.000 0.000-11,3.000 0.000 3,-1.000 0.000 6,14.000 0.000-7,-7.000 0.000 13,13.000-12.000-10,-1.000-2.000 7,1.000 3.000 5,-3.000 2.000-14,5.000 0.000 6,5.000 3.000 4,-1.000-2.000-11,16.000-1.000 17,9.000 4.000-16,-6.000-4.000 4,10.000 4.000 5,-17.000 2.000-13,-9.000 3.000 0,-5.000 0.000 0,-4.000 0.000 2,-8.000 0.000 10,12.000 0.000-12,-12.000 0.000 2,8.000 0.000 6,-6.000 0.000-4,3.000 0.000-4,0.000 6.000 8,2.000 0.000-6,-5.000-5.000 4,-1.000 3.000-6,1.000 0.000 4,-3.000-3.000 11,-8.000-1.000-15,-2.000 6.000-2,-6.000-3.000 0,3.000 0.000 4,-1.000 0.000 10,-2.000-1.000-12,-4.000 2.000 2,4.000-2.000 4,0.000 1.000-3,-8.000-3.000-3,2.000 0.000 0,-7.000 3.000 0,-3.000-3.000 0,6.000 0.000 0,4.000 3.000 0,-2.000-3.000 0,11.000 0.000 0,0.000 0.000 0,0.000 0.000 0,3.000 0.000 0,7.000 0.000 0,-8.000 0.000 0,1.000 0.000 0,-3.000 0.000 0,-3.000 0.000 0,0.000 3.000 0,-11.000-3.000 0,14.000 0.000 0,0.000 2.000 0,0.000-2.000 0,19.000 4.000 0,-8.000 1.000 0,8.000-2.000 0,-3.000 5.000 0,3.000-3.000 0,-8.000 2.000 0,-1.000-2.000 0,-7.000 3.000 0,-3.000 1.000 0,5.000-3.000 0,-5.000 2.000 0,3.000-2.000 0,0.000 0.000 0,4.000 5.000 0,-1.000-5.000 0,-1.000 2.000 0,8.000-2.000 0,-7.000-3.000 0,0.000 0.000 0,9.000-3.000 0,-2.000 0.000 0,-7.000 0.000 0,3.000 0.000 0,4.000 0.000 0,5.000 0.000 0,1.000 0.000 0,3.000 0.000 0,-11.000 0.000 0,18.000 0.000 0,-7.000 0.000 0,-3.000 0.000 0,3.000 0.000 0,2.000 0.000 0,-5.000 0.000 0,3.000 0.000 0,-1.000 0.000 0,17.000 0.000 0,-10.000-3.000 0,-1.000 3.000 0,8.000-3.000 0,-3.000 3.000 0,-7.000 0.000 0,-4.000 0.000 0,1.000 0.000 0,-3.000 0.000 0,-8.000 0.000 0,-1.000 0.000 0,-1.000 0.000 0,4.000 0.000 0,-4.000 6.000 0,6.000-4.000 0,10.000 2.000 0,-6.000-4.000 0,5.000 0.000 0,-5.000 0.000 0,13.000 0.000 0,-4.000 0.000 0,7.000 0.000 0,-11.000 0.000 0,4.000 0.000 0,4.000 0.000 0,-11.000 0.000 0,7.000-12.000 0,7.000 4.000 0,3.000-7.000 0,2.000-1.000 0,4.000 1.000 0,-6.000 1.000 0,-14.000 0.000 0,1.000 3.000 0,-9.000 0.000 0,-5.000-1.000 0,-1.000 1.000 0,-4.000-1.000 0,0.000-2.000 0,-7.000 3.000 0,11.000-3.000 0,-10.000 3.000 0,-7.000 2.000 0,-2.000-2.000 0,-4.000 2.000 0,-4.000-3.000 0,-2.000 7.000 0,-3.000-4.000 0,-3.000 4.000 0,0.000-1.000 0,-7.000 3.000 0,7.000-2.000 0,-10.000-1.000 0,2.000 0.000 0,0.000-2.000 0,0.000 2.000 0,-5.000 5.000 0,3.000-4.000 0,1.000 2.000 0,2.000 1.000 0,-9.000-1.000 0,6.000 0.000 0,-3.000-3.000 0,-3.000 4.000 0,3.000 0.000 0,-3.000-2.000 0,2.000 2.000 0,9.000-2.000 0,-8.000 4.000 0,-1.000-5.000 0,-2.000 2.000 0,-3.000 3.000 0,-4.000-3.000 0,1.000 3.000 0,3.000 0.000 0,-4.000 0.000 0,1.000 0.000 0,3.000-3.000 0,3.000 3.000 0,6.000 0.000 0,-3.000 0.000 0,0.000 0.000 0,-3.000 0.000 0,0.000 0.000 0,-3.000 0.000 0,-5.000 0.000 0,0.000 0.000 0,-6.000 0.000 0,9.000 0.000 0,-12.000 0.000 0,4.000 0.000 0,5.000 0.000 0,-11.000 0.000 0,0.000 0.000 0,0.000 0.000 0,0.000-5.000 0,-35.000 2.000-48,-12.000 3.000-184,-26.000 0.000-43,4.000 14.000 76,-26.000 30.000-3</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03:44"/>
    </inkml:context>
    <inkml:brush xml:id="br0">
      <inkml:brushProperty name="width" value="0.06667" units="cm"/>
      <inkml:brushProperty name="height" value="0.06667" units="cm"/>
      <inkml:brushProperty name="color" value="#44546a"/>
      <inkml:brushProperty name="fitToCurve" value="1"/>
    </inkml:brush>
  </inkml:definitions>
  <inkml:trace contextRef="#ctx0" brushRef="#br0">-1.000 174.000 88,'0.000'0.000'111,"3.000"0.000"-96,-3.000-6.000 15,0.000 6.000 13,0.000-2.000-15,3.000 2.000-12,4.000 0.000-9,2.000 0.000-2,7.000 0.000-2,3.000 0.000 2,3.000 0.000 26,-6.000 0.000-7,-7.000 0.000 9,7.000 0.000 1,-10.000 0.000-4,10.000 0.000 4,-3.000 0.000-3,6.000 0.000-11,3.000 0.000 12,3.000 0.000-16,-1.000 0.000 6,11.000 0.000 2,-7.000-4.000-8,7.000 1.000 3,0.000 3.000 2,-7.000-1.000-16,7.000-3.000 20,-10.000 4.000-6,10.000-2.000-3,-10.000-2.000-1,-1.000 2.000-5,9.000-1.000 3,-9.000 1.000 5,8.000-5.000-16,-1.000 5.000 21,7.000-4.000-13,0.000 3.000 2,0.000 3.000 4,6.000 0.000-14,13.000-2.000 13,8.000 2.000 27,8.000 0.000-33,-4.000 0.000 9,7.000 0.000-14,0.000 0.000 0,-2.000 0.000 3,18.000 0.000-7,-8.000 0.000 0,8.000 0.000 0,-1.000 0.000 0,4.000 0.000 0,-11.000 0.000 0,1.000 0.000 0,0.000 0.000 0,-7.000 0.000 0,-2.000 0.000 0,-13.000 0.000 0,10.000 2.000 0,-7.000 1.000 0,-1.000 0.000 0,8.000-3.000 0,-10.000 3.000 0,16.000-1.000 0,-14.000 1.000 0,1.000 3.000 0,10.000-1.000 0,0.000 1.000 0,-10.000-1.000 0,9.000 2.000 0,1.000-5.000 0,-1.000 4.000 0,6.000 0.000 0,6.000-3.000 0,0.000 0.000 0,-2.000 2.000 0,7.000-5.000 0,-8.000 3.000 0,1.000-3.000 0,13.000 0.000 0,-1.000 0.000 0,4.000 0.000 0,0.000 0.000 0,-11.000 0.000 0,-5.000 0.000 0,-6.000 0.000 0,-6.000 0.000 0,-16.000 0.000 0,-8.000 3.000 0,-5.000 12.000 0,4.000-8.000 0,-4.000 8.000 0,-3.000-4.000 0,0.000 3.000 0,-6.000 0.000 0,-5.000-2.000 0,5.000 2.000 0,3.000 0.000 0,-7.000 0.000 0,7.000 3.000 0,3.000-8.000 0,-3.000-1.000 0,2.000-2.000 0,1.000 0.000 0,10.000-2.000 0,-4.000 0.000 0,10.000-4.000 0,9.000 0.000 0,12.000 0.000 0,7.000 0.000 0,29.000 0.000 0,5.000-4.000 0,7.000-6.000 0,15.000-4.000 0,-15.000-1.000 0,-1.000 4.000 0,-8.000 2.000 0,-3.000 4.000 0,-5.000 5.000 0,-5.000 0.000 0,-6.000 0.000 0,-3.000 0.000 0,-11.000 0.000 0,4.000 0.000 0,-2.000 0.000 0,-4.000 5.000 0,-14.000 1.000 0,5.000 0.000 0,-10.000 2.000 0,0.000-2.000 0,-4.000 0.000 0,1.000-3.000 0,-3.000 2.000 0,-1.000-2.000 0,-5.000 0.000 0,6.000-3.000 0,-14.000 3.000 0,1.000-3.000 0,-6.000 6.000 0,3.000-4.000 0,-13.000 4.000 0,4.000 0.000 0,-7.000-1.000 0,7.000-2.000 0,-5.000 2.000 0,8.000 1.000 0,-7.000 0.000 0,13.000 0.000 0,7.000-4.000 0,-1.000 1.000 0,2.000-3.000 0,11.000 0.000 0,7.000 0.000 0,-7.000 0.000 0,3.000 0.000 0,6.000 0.000 0,4.000 0.000 0,-2.000 0.000 0,5.000 0.000 0,11.000 0.000 0,5.000-5.000 0,-4.000-1.000 0,10.000 3.000 0,-3.000 0.000 0,2.000-3.000 0,-9.000 1.000 0,7.000-1.000 0,-5.000 2.000 0,-5.000-4.000 0,-9.000 6.000 0,0.000 0.000 0,-8.000-2.000 0,2.000 4.000 0,-7.000 0.000 0,-13.000 0.000 0,6.000 0.000 0,-5.000 0.000 0,-7.000 0.000 0,0.000 0.000 0,0.000-2.000 0,-3.000-1.000 0,-6.000 3.000 0,6.000 0.000 0,-4.000-3.000 0,4.000 3.000 0,0.000-3.000 0,6.000 3.000 0,4.000-3.000 0,-7.000 1.000 0,13.000-1.000 0,-5.000-3.000 0,8.000 3.000 0,0.000 0.000 0,3.000 1.000 0,-1.000-7.000 0,11.000 4.000 0,-10.000 1.000 0,10.000 4.000 0,-10.000 0.000 0,15.000 0.000 0,4.000 0.000 0,-3.000 0.000 0,3.000-5.000 0,-1.000 2.000 0,1.000 3.000 0,-10.000-6.000 0,-2.000 2.000 0,-5.000 3.000 0,8.000-2.000 0,-10.000 3.000 0,-3.000-3.000 0,0.000 3.000 0,-11.000 0.000 0,11.000 0.000 0,0.000 0.000 0,6.000 0.000 0,4.000 0.000 0,-11.000-6.000 0,13.000-2.000 0,-5.000 0.000 0,-4.000-4.000 0,0.000 7.000 0,-4.000-4.000 0,1.000 4.000 0,0.000-1.000 0,3.000-3.000 0,0.000 6.000 0,-4.000-2.000 0,4.000 0.000 0,-3.000-4.000 0,-3.000 0.000 0,-5.000 1.000 0,8.000-7.000 0,-3.000 2.000 0,0.000 1.000 0,0.000 3.000 0,-7.000 4.000 0,4.000-1.000 0,-5.000 1.000 0,8.000 0.000 0,0.000-5.000 0,3.000 2.000 0,0.000-4.000 0,2.000 1.000 0,11.000-3.000 0,-10.000 5.000 0,0.000-2.000 0,-6.000 5.000 0,-8.000 4.000 0,2.000-4.000 0,-10.000 3.000 0,0.000 0.000 0,-10.000 0.000 0,1.000 1.000 0,6.000 2.000 0,-5.000-3.000 0,8.000 3.000 0,4.000 0.000 0,-1.000 0.000 0,0.000 0.000 0,10.000 0.000 0,-10.000-3.000 0,-3.000 0.000 0,5.000 3.000 0,-2.000 0.000 0,7.000 0.000 0,-1.000 0.000 0,-2.000 0.000 0,-4.000 0.000 0,-4.000 0.000 0,4.000 0.000 0,3.000 0.000 0,1.000 0.000 0,-4.000 0.000 0,-6.000 0.000 0,3.000 0.000 0,-11.000 0.000 0,5.000 0.000 0,9.000 0.000 0,10.000 0.000 0,3.000 0.000 0,-4.000 0.000 0,1.000 0.000 0,0.000 0.000 0,-14.000 0.000 0,4.000 0.000 0,-3.000 0.000 0,-3.000 0.000 0,-7.000 0.000 0,4.000 0.000 0,-8.000 0.000 0,5.000 0.000 0,-7.000 0.000 0,-3.000 0.000 0,0.000 3.000 0,-3.000 0.000 0,0.000 0.000 0,-3.000-1.000 0,3.000 1.000 0,-3.000-3.000 0,-7.000 6.000 0,4.000-4.000 0,3.000 4.000 0,-1.000-6.000 0,4.000 4.000 0,-3.000-4.000 0,-3.000 0.000 0,-5.000 2.000 0,3.000 2.000 0,0.000-2.000 0,0.000 1.000 0,-3.000-1.000 0,3.000-2.000 0,-6.000 3.000 0,1.000-3.000 0,4.000 0.000 0,-1.000 0.000 0,1.000 3.000 0,-10.000-3.000 0,6.000 0.000 0,-3.000 3.000 0,-3.000-3.000 0,0.000 0.000 0,0.000 0.000 0,0.000 0.000 0,0.000 0.000 0,0.000 0.000 0,3.000 0.000 0,-3.000 0.000 0,7.000 0.000 0,-7.000 0.000 0,3.000 0.000 0,0.000 0.000 0,-3.000 2.000 0,0.000-2.000 0,0.000 0.000 0,0.000 0.000 0,0.000 0.000 0,3.000 0.000 0,-3.000 0.000 0,3.000 0.000 0,-3.000 0.000 0,0.000 0.000 0,0.000 0.000 0,0.000 0.000 0,0.000 0.000 0,-6.000 3.000 0,-13.000 3.000 0,6.000 0.000-29,-2.000 2.000-250,15.000 7.000-59,0.000-7.000 44</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8:18:26"/>
    </inkml:context>
    <inkml:brush xml:id="br0">
      <inkml:brushProperty name="width" value="0.13333" units="cm"/>
      <inkml:brushProperty name="height" value="0.13333" units="cm"/>
      <inkml:brushProperty name="color" value="#44546a"/>
      <inkml:brushProperty name="fitToCurve" value="1"/>
    </inkml:brush>
  </inkml:definitions>
  <inkml:trace contextRef="#ctx0" brushRef="#br0">184.000 2216.000 97,'-54.000'31.000'12,"7.000"-12.000"-10,12.000-4.000 22,19.000-9.000-6,10.000-1.000 8,6.000-2.000-10,0.000-3.000-3,0.000 0.000 2,0.000 0.000-7,0.000 0.000 3,0.000 0.000-5,0.000 0.000-6,3.000 0.000 2,38.000 0.000 0,35.000-31.000 5,30.000-29.000 10,30.000-19.000-10,44.000-14.000 1,24.000-12.000 3,32.000-7.000-8,34.000-19.000 2,32.000-7.000-5,16.000-15.000 3,12.000-6.000-1,10.000 4.000-1,-14.000 5.000-1,-2.000 6.000 0,-9.000 11.000 1,-31.000 14.000-1,-20.000 9.000 0,-38.000 13.000 0,-28.000 18.000-1,-48.000 11.000 0,-39.000 18.000-1,-39.000 13.000 2,-31.000 14.000 0,-15.000 9.000-1,-20.000 6.000 2,0.000 4.000-1,-6.000 4.000 1,0.000 0.000-1,0.000 0.000 0,0.000 0.000 0,0.000 0.000-5,-25.000 4.000 4,-22.000 23.000 1,-29.000 8.000 0,-19.000 18.000-3,-17.000 7.000 3,-27.000 16.000-1,-5.000 9.000 0,-33.000 16.000-5,-24.000 10.000 2,-25.000 14.000-8,-19.000-1.000 3,9.000 0.000 7,15.000-16.000 0,20.000-9.000 2,13.000-15.000 0,27.000-10.000-2,26.000-14.000 1,37.000-21.000 2,32.000-14.000-1,34.000-13.000 2,26.000-12.000-2,6.000 0.000-4,0.000 0.000-3,51.000 0.000 2,18.000-19.000 4,32.000-17.000 2,24.000-19.000-1,14.000 1.000 1,18.000-14.000-1,7.000 3.000 0,12.000-12.000 0,25.000-7.000 1,10.000-1.000 0,12.000-6.000-1,-3.000 9.000 0,-19.000 0.000 0,-18.000 9.000 0,-23.000 10.000 0,-21.000 12.000 0,-39.000 18.000-1,-43.000 13.000 0,-29.000 17.000-5,-28.000 3.000-1,0.000 0.000 0,-22.000 20.000 5,-38.000 16.000 2,-21.000 7.000 0,-26.000 8.000 1,-20.000 3.000 0,-1.000 5.000 0,-27.000 15.000 0,-14.000 5.000-1,-29.000 17.000-2,-7.000 3.000 1,7.000-2.000 0,29.000-7.000 1,24.000-11.000 0,23.000-14.000 0,21.000-6.000 0,31.000-16.000 1,32.000-18.000-1,32.000-11.000-1,6.000-14.000-2,44.000 0.000-6,38.000-2.000 9,37.000-38.000 0,33.000-15.000 2,36.000-23.000 2,33.000-7.000-2,37.000-14.000-2,31.000-11.000 1,21.000-9.000-1,8.000-8.000 0,19.000-9.000 0,3.000 1.000-34,-4.000-7.000-107</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39:13"/>
    </inkml:context>
    <inkml:brush xml:id="br0">
      <inkml:brushProperty name="width" value="0.37042" units="cm"/>
      <inkml:brushProperty name="height" value="0.37042" units="cm"/>
      <inkml:brushProperty name="color" value="#44546a"/>
      <inkml:brushProperty name="fitToCurve" value="1"/>
    </inkml:brush>
  </inkml:definitions>
  <inkml:trace contextRef="#ctx0" brushRef="#br0">22.000 4283.000 68,'-13.000'-3.000'27,"-2.000"3.000"-22,15.000 0.000 17,-5.000 0.000-2,5.000 0.000 0,-4.000 0.000-7,-2.000 0.000-4,6.000 0.000 3,-3.000 0.000 2,3.000 0.000-2,0.000 0.000 7,0.000 0.000-3,0.000 0.000 2,0.000 0.000 0,0.000 0.000 1,0.000 0.000 6,0.000 0.000-5,0.000 0.000-3,0.000 0.000 1,0.000 0.000-1,0.000 0.000 11,0.000 0.000-7,0.000 0.000-3,0.000 0.000 13,0.000 0.000-19,0.000 0.000 12,0.000 0.000 1,0.000 0.000-9,9.000 0.000 7,-5.000 0.000-8,5.000 0.000-2,15.000 0.000 8,-4.000 0.000-8,9.000 0.000 16,9.000 0.000-4,-14.000 0.000-12,-11.000 0.000 6,12.000 0.000-10,-16.000 0.000 7,14.000 0.000 7,2.000 0.000-23,-1.000 0.000 11,-6.000 0.000 5,11.000 0.000-12,-8.000 0.000 5,-9.000 0.000-1,17.000 0.000-1,-1.000 0.000 17,6.000 0.000-22,0.000-5.000 6,-6.000-3.000 4,6.000-1.000-8,10.000-4.000 10,-3.000 2.000-9,-2.000-1.000 1,5.000 2.000 12,2.000-5.000-12,32.000-5.000-4,25.000-15.000 14,84.000-26.000-10,101.000-33.000 9,108.000-26.000 12,128.000-30.000-27,106.000-23.000 0,163.000-20.000 0,143.000-25.000 0,172.000-29.000 0,180.000-25.000 0,159.000-11.000 0,147.000-27.000 0,190.000-25.000 0,179.000-17.000 0,172.000-23.000-90,165.000 18.000-150,96.000 30.000-126,25.000 52.000 142</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42:16"/>
    </inkml:context>
    <inkml:brush xml:id="br0">
      <inkml:brushProperty name="width" value="0.21167" units="cm"/>
      <inkml:brushProperty name="height" value="0.21167" units="cm"/>
      <inkml:brushProperty name="color" value="#44546a"/>
      <inkml:brushProperty name="fitToCurve" value="1"/>
    </inkml:brush>
  </inkml:definitions>
  <inkml:trace contextRef="#ctx0" brushRef="#br0">2519.000 1091.000 112,'-5.000'0.000'6,"-6.000"0.000"1,11.000 0.000 15,0.000 0.000 2,0.000 0.000-13,0.000 0.000-5,0.000 0.000-1,0.000 0.000 5,0.000-9.000-1,0.000 1.000 0,0.000 2.000 1,0.000 0.000-3,0.000 0.000 4,0.000-2.000-3,4.000-1.000-3,3.000-3.000 1,-4.000 1.000-1,5.000-3.000-5,6.000-9.000 3,-8.000 5.000-3,16.000-5.000 5,-8.000 4.000-5,2.000-5.000 2,2.000-1.000 3,-3.000-7.000-3,18.000-1.000 3,-8.000 2.000 1,-3.000 3.000-5,-2.000 5.000 4,2.000 2.000-3,-6.000 4.000 0,4.000-3.000 4,-2.000-3.000-5,5.000-4.000 4,-4.000 5.000 0,6.000-1.000-3,-3.000 6.000 2,9.000-4.000-3,-4.000-1.000 0,-1.000-3.000 7,6.000 0.000-3,-4.000 0.000-4,6.000 8.000 4,-7.000 0.000-3,6.000-3.000 5,-8.000-4.000-3,8.000-1.000-2,0.000-2.000 7,6.000-2.000-6,2.000 4.000 3,4.000-2.000 2,1.000 2.000-8,-5.000 5.000 5,1.000-3.000-3,3.000 6.000 1,-1.000 1.000 4,0.000-3.000-5,-3.000 5.000 2,-5.000-3.000 1,-8.000 2.000-4,8.000 9.000 5,-11.000-4.000 0,4.000 0.000-5,0.000 1.000 4,-7.000 4.000 2,0.000 3.000-6,0.000-1.000 0,-6.000 0.000-1,7.000 0.000 4,-1.000 1.000 2,7.000 2.000-5,-3.000-4.000 8,-4.000 4.000-5,1.000 0.000-2,-1.000 0.000 5,-4.000 0.000-4,2.000 0.000 4,0.000 0.000-7,2.000 0.000 5,3.000 0.000 4,8.000 0.000-6,-6.000 4.000-3,4.000 1.000 6,-4.000 6.000-5,-1.000-2.000 4,3.000 3.000-3,-4.000-2.000 1,-3.000-4.000 5,4.000 3.000-7,0.000 3.000 7,-14.000-7.000 0,7.000 5.000-6,1.000-2.000 3,-7.000-2.000-2,-2.000 2.000 1,7.000 3.000 2,-8.000-5.000-4,-2.000 2.000 3,6.000 4.000-4,-8.000-5.000 5,0.000 4.000-3,6.000 1.000 0,-5.000-1.000-3,4.000 3.000 6,-5.000 0.000-6,-1.000-2.000 1,6.000-1.000-1,-5.000 1.000 4,-4.000-1.000-1,1.000 1.000-3,4.000-1.000 0,0.000 3.000 0,-4.000 1.000 0,0.000 3.000 0,4.000 1.000 4,-4.000-1.000-1,0.000-4.000-3,-3.000 4.000 0,0.000-4.000 0,0.000-2.000 0,0.000 4.000 0,0.000 5.000 2,0.000-1.000-2,0.000 4.000 2,0.000 1.000 1,0.000-2.000-3,0.000 3.000 0,0.000-3.000 2,0.000-4.000 1,-3.000 2.000-2,0.000-1.000-2,3.000-6.000 2,-10.000 0.000 0,10.000 4.000-1,-6.000-2.000 0,-5.000-1.000 2,8.000-2.000-2,3.000-8.000 2,0.000 1.000-4,-2.000-4.000 4,2.000-2.000 1,0.000 0.000-3,0.000 3.000 0,0.000-3.000 2,-4.000 0.000-2,4.000 0.000 0,0.000 0.000 0,0.000 0.000 2,0.000 0.000 0,0.000 0.000 0,0.000 0.000-2,0.000 0.000 1,0.000 0.000 1,0.000 0.000 2,0.000 0.000-1,0.000 0.000-3,0.000 0.000 11,0.000 0.000-11,0.000 0.000 4,0.000 0.000 1,0.000 0.000-5,0.000 0.000 0,0.000 0.000 0,0.000 0.000 4,0.000 0.000 0,0.000 0.000-4,0.000 3.000 0,0.000-3.000 0,0.000 0.000 0,0.000 0.000 0,9.000 0.000 2,18.000 0.000 5,-5.000 0.000 6,3.000 0.000-13,1.000 0.000 2,12.000 0.000 5,20.000-3.000-5,9.000-12.000 19,7.000 1.000-12,-4.000-1.000-1,4.000 3.000 1,6.000-3.000-9,-11.000 3.000 6,-5.000 3.000 0,-3.000 3.000-2,-7.000 0.000-4,-4.000-2.000 0,6.000 0.000 2,-9.000-1.000 5,5.000 3.000-2,-8.000 4.000 0,-6.000-2.000-3,-6.000 4.000 0,3.000-2.000 0,-2.000 2.000 2,-8.000 0.000-4,0.000 0.000 9,10.000 0.000-7,-9.000 0.000 2,12.000 0.000-1,-9.000 0.000-3,6.000 0.000 3,1.000 0.000 1,-5.000 6.000-4,7.000 0.000 7,-2.000 2.000-7,-11.000 0.000 0,8.000 1.000 2,-5.000 5.000-2,-6.000-5.000 0,8.000 3.000-2,-5.000 3.000 4,-3.000-3.000 0,-2.000 3.000 0,2.000-1.000-2,0.000 4.000 0,0.000 0.000 0,-6.000-4.000 0,0.000 3.000-2,4.000 0.000 2,-9.000 3.000 8,9.000-2.000-8,-1.000 3.000 0,-6.000-7.000 0,-3.000 2.000 2,6.000 5.000-4,-10.000-4.000 2,6.000 6.000 0,-8.000-3.000 7,6.000-2.000-6,-4.000-2.000-1,-2.000 2.000 0,-4.000 1.000 0,2.000 2.000 0,-2.000-1.000 0,0.000 0.000 0,0.000 6.000 8,0.000 1.000-8,0.000-2.000 0,0.000 3.000 0,0.000-4.000 2,0.000-6.000-2,-2.000 4.000 0,-5.000 1.000 0,-4.000-2.000 8,5.000 1.000-8,1.000-3.000 0,-6.000-4.000 0,9.000 0.000 1,-4.000-7.000-2,-2.000-2.000 1,6.000 0.000 0,2.000 0.000 1,-4.000-4.000-1,4.000 2.000 0,0.000-2.000 2,0.000-2.000 0,0.000 0.000-2,0.000 0.000 0,0.000 0.000 0,0.000 0.000 0,0.000 0.000 2,0.000 0.000-2,0.000 0.000 0,0.000 0.000-2,0.000 0.000 0,0.000 0.000 0,0.000 0.000 1,0.000 0.000-3,0.000 0.000-6,4.000 6.000 10,14.000-3.000 0,2.000 3.000 4,2.000 0.000-4,14.000-6.000 0,0.000 2.000 2,-3.000-2.000 6,22.000 0.000-8,-10.000 4.000 0,7.000 1.000 3,-5.000 7.000-1,-3.000 2.000-2,-2.000 1.000 2,0.000 1.000-2,-8.000-1.000 8,-5.000-3.000-8,0.000 3.000 0,0.000-1.000-1,-5.000 8.000 1,6.000-2.000-3,-4.000 7.000 3,-4.000 1.000 0,0.000 1.000 4,0.000 3.000-4,-8.000 2.000 0,4.000 0.000 0,-8.000 3.000 6,6.000 4.000-8,3.000-4.000 2,-6.000 5.000 0,-4.000-5.000 4,5.000 3.000 0,-8.000-1.000-4,0.000-6.000 6,1.000 10.000-6,-4.000-9.000 0,-3.000 3.000 2,0.000 3.000-2,0.000-2.000 10,0.000-6.000-10,0.000 2.000 0,0.000 4.000 4,0.000-7.000-3,-14.000 3.000 3,3.000-2.000-4,-5.000 4.000 0,-10.000 1.000 10,-3.000-2.000-10,0.000 8.000 0,-3.000 2.000 4,-6.000-5.000-2,3.000 9.000-2,-5.000-3.000 0,-10.000-5.000 0,8.000-1.000 2,-2.000-3.000-2,0.000 0.000 0,-8.000 4.000-2,5.000-1.000 4,-15.000-1.000-4,15.000 0.000 2,3.000-6.000-2,-2.000-3.000 0,21.000-7.000-2,2.000-6.000 4,7.000-6.000-2,10.000-2.000 2,-7.000 6.000-2,10.000-9.000 0,3.000-1.000 2,0.000 1.000-2,0.000-6.000 0,0.000 0.000 2,0.000 0.000-2,0.000 0.000-1,0.000 0.000 1,0.000 0.000-4,0.000 0.000 4,0.000 0.000-2,0.000 5.000 4,0.000 5.000 0,20.000-6.000 0,-4.000 6.000 4,2.000-2.000-8,5.000 3.000 6,2.000-2.000-2,14.000 3.000 8,-15.000 0.000-8,10.000-3.000 0,-10.000 4.000 2,2.000 4.000 2,0.000-3.000-4,-11.000 4.000 0,2.000 0.000 0,-1.000 1.000 0,-7.000 2.000 0,7.000 7.000 0,-3.000 1.000 5,-6.000 6.000-3,6.000 2.000 0,-4.000 4.000-2,-7.000 1.000 0,6.000 0.000 6,-8.000 5.000-6,0.000-1.000 0,0.000 4.000 2,-10.000 1.000-2,-10.000 1.000 0,9.000 0.000 0,-9.000-6.000 2,1.000 6.000-2,-4.000-10.000 0,1.000 4.000 0,-4.000 1.000 0,0.000-7.000 6,-2.000 10.000-8,-7.000-11.000 2,-4.000 5.000 0,4.000-8.000 6,10.000-5.000-6,0.000 2.000-2,-11.000 1.000 2,-6.000 3.000 0,1.000-2.000 4,2.000-3.000-4,-5.000 2.000 0,3.000 4.000 2,-10.000-1.000-2,2.000 1.000 0,5.000-1.000 6,-3.000-3.000-4,-9.000-2.000-2,9.000 2.000 0,-10.000-2.000 2,-1.000-3.000 12,-5.000 4.000-14,-8.000-6.000 0,-5.000 5.000 7,-18.000 3.000-7,5.000-3.000 0,-10.000 2.000 0,-4.000-2.000 0,2.000-1.000 2,9.000 1.000-2,-5.000-6.000 0,1.000-1.000 4,-9.000 2.000 0,-6.000-2.000-2,-4.000-2.000-2,-7.000 4.000 0,11.000-5.000 2,6.000-5.000-2,2.000-2.000-2,-9.000-4.000-2,12.000-4.000 6,5.000-7.000-4,-6.000 0.000 2,7.000 0.000 0,12.000 0.000 2,-2.000 0.000-2,1.000-4.000 0,3.000-7.000-2,11.000-4.000 2,-8.000-2.000 0,0.000-7.000 0,4.000-7.000 0,2.000 3.000 0,4.000-7.000 0,1.000 1.000 0,-6.000-1.000 0,12.000 4.000 0,7.000 2.000 0,-3.000 3.000 2,2.000 0.000 0,10.000 3.000 0,2.000-3.000-2,-5.000 0.000 0,5.000 0.000-4,-3.000-5.000 8,-6.000-1.000-4,4.000 4.000 0,-9.000-8.000 2,16.000 5.000 0,-2.000-1.000 0,0.000 4.000-2,1.000 0.000 0,5.000 1.000-2,8.000 1.000 0,3.000 4.000 0,3.000-7.000 2,-5.000 2.000 0,5.000-2.000-2,2.000 1.000-4,11.000-1.000 6,-4.000 4.000-4,10.000-2.000 4,3.000 2.000-2,0.000 2.000 2,0.000 3.000-3,0.000 3.000 1,0.000-1.000 0,0.000-2.000 0,0.000 3.000 4,0.000-9.000-4,14.000 10.000 2,-5.000-9.000 0,-7.000 11.000-2,12.000-1.000 2,-11.000 7.000 0,-3.000 8.000-2,3.000 0.000 4,-3.000 0.000 0,0.000 0.000-2,0.000 0.000 0,0.000 0.000 4,0.000 0.000 1,0.000 0.000-5,0.000 0.000 0,0.000 0.000 0,0.000 0.000 0,0.000 0.000 0,0.000 0.000 0,0.000 0.000 0,0.000 0.000 0,0.000 0.000 0,0.000 0.000 0,11.000 0.000 0,-11.000 0.000 0,0.000 0.000 0,0.000 0.000 0,0.000 0.000 0,0.000 0.000 0,0.000 0.000 0,0.000 0.000-3,0.000 0.000 6,0.000 0.000-3,0.000 0.000 0,0.000 0.000 0,0.000 0.000 0,0.000 0.000 2,0.000 0.000-2,0.000 0.000 0,0.000 0.000 0,0.000 0.000-2,0.000 0.000 2,0.000 0.000 0,0.000 0.000 4,0.000 0.000-4,0.000 0.000 0,0.000 0.000-2,0.000 0.000 6,0.000 0.000-4,0.000 0.000 2,0.000 0.000-2,0.000 0.000 0,0.000 0.000 0,0.000 0.000 0,0.000 0.000 0,0.000 0.000 2,-14.000 0.000-2,-3.000 0.000 0,2.000 3.000 4,-14.000-1.000-8,7.000 1.000 2,-13.000 1.000 2,9.000 2.000-2,-12.000-1.000 4,-4.000 1.000-4,-9.000 2.000 0,-9.000 1.000 0,-3.000 3.000 2,-15.000-4.000-5,-4.000 4.000 3,-12.000-1.000 2,11.000 1.000-6,-5.000-9.000 6,5.000 3.000-4,-1.000-4.000 4,8.000-2.000 0,-2.000 0.000-6,11.000 0.000 6,1.000-8.000 0,3.000-7.000-2,5.000-6.000 0,0.000 5.000-4,0.000-7.000 6,8.000-1.000-2,-2.000 2.000 0,10.000-7.000 0,11.000 2.000 0,-1.000-4.000-2,6.000 0.000 4,4.000 0.000-6,-3.000-6.000 6,-4.000-5.000-2,9.000 1.000 2,1.000-7.000-6,4.000 9.000 6,-4.000-2.000-2,3.000-5.000 0,5.000 11.000-3,6.000-3.000 5,1.000 2.000-2,4.000-8.000-4,-2.000 1.000 4,2.000-5.000 2,0.000-4.000-2,0.000-1.000 0,0.000-4.000 0,0.000 3.000 2,0.000-1.000-2,0.000 9.000 2,8.000-8.000-4,8.000 5.000 4,4.000 2.000-2,2.000-1.000 2,0.000 5.000 0,-3.000 0.000 0,3.000-1.000-4,0.000 5.000 4,2.000-3.000-4,5.000 3.000 4,-4.000 1.000 0,0.000 10.000-4,-6.000 1.000 7,4.000 4.000-3,-10.000 6.000 0,-4.000 3.000-3,2.000 6.000 3,-9.000 4.000 0,-2.000 4.000 0,0.000-2.000-2,0.000 2.000 2,0.000 0.000 0,0.000 0.000 2,0.000 0.000 1,0.000 0.000-3,0.000 0.000 1,0.000 0.000 1,0.000 0.000 4,0.000 0.000-6,0.000 0.000 2,0.000 0.000 6,0.000 0.000-8,0.000 0.000 0,-6.000 0.000 0,-1.000-5.000 4,-6.000-5.000-4,1.000-5.000 0,-8.000-1.000 0,-4.000-10.000-2,-10.000-6.000 4,6.000-5.000-2,-8.000-7.000 0,5.000-1.000-2,2.000-1.000 0,2.000-3.000-4,3.000 3.000 6,8.000 11.000-2,0.000 6.000 2,10.000-3.000 0,-7.000 0.000-4,4.000 1.000 4,-1.000-4.000-2,6.000 4.000 2,4.000-6.000 0,0.000 11.000-2,0.000-6.000 2,0.000-2.000-6,0.000 2.000 6,0.000-2.000-4,0.000-6.000 2,0.000-4.000 2,4.000-8.000-2,15.000-8.000 2,0.000-1.000 0,3.000-2.000-3,12.000 1.000 3,-7.000 6.000-2,6.000 4.000 2,-6.000 7.000 0,9.000 7.000-10,-8.000 4.000 10,14.000 2.000-4,-1.000-3.000 4,14.000-2.000-2,6.000-5.000 1,6.000-1.000 1,-3.000 2.000 0,3.000-3.000-5,-13.000 15.000 5,1.000 4.000 0,-11.000 2.000 0,1.000 5.000-2,-7.000 1.000 2,-2.000 3.000-2,2.000 3.000 2,0.000-7.000 0,4.000 3.000 2,6.000-1.000 0,-5.000-1.000 0,-1.000 3.000-2,-6.000-1.000 4,2.000 3.000-2,-9.000 1.000-2,0.000 2.000 0,-3.000 0.000 4,1.000 3.000-4,-5.000 1.000 2,8.000 0.000 4,-2.000-4.000-6,-5.000 3.000 5,-1.000 0.000-3,7.000-3.000 0,-6.000 3.000 4,2.000 0.000 0,0.000 1.000-6,-5.000 0.000 0,2.000 1.000 0,-3.000 4.000 4,0.000-2.000-4,20.000 2.000 0,-6.000-3.000 6,-2.000 3.000-6,7.000-3.000 0,4.000 3.000 2,2.000 0.000 0,-3.000 0.000 2,1.000 0.000-2,-4.000 0.000-2,-2.000 0.000 2,-8.000 0.000 0,-6.000 0.000-2,-2.000 0.000 0,-1.000 0.000 2,0.000 0.000-4,0.000 0.000 6,-6.000 3.000-6,13.000 0.000 2,-12.000 3.000 0,-1.000-4.000 0,5.000 5.000 0,4.000-6.000 0,-9.000 5.000 4,9.000 0.000-4,-3.000 0.000 0,-3.000 1.000 0,4.000-3.000 0,-5.000 3.000 0,1.000-1.000-2,0.000 2.000 2,-7.000-2.000 0,4.000 2.000 0,0.000 1.000 0,-6.000-4.000-2,-1.000 1.000 2,4.000-3.000 0,-7.000 3.000 0,2.000 0.000 0,-1.000-1.000 6,9.000 1.000-6,-10.000 4.000 0,1.000-2.000 0,3.000-3.000 1,-7.000 5.000-1,3.000-6.000 0,3.000 2.000 2,-4.000 2.000 4,-2.000-4.000-6,4.000-1.000 0,-4.000 2.000 0,0.000 1.000 0,7.000-3.000 0,-4.000 0.000 0,-3.000-1.000 0,2.000-2.000 4,-2.000 4.000-4,0.000-1.000 0,0.000 0.000 0,0.000-1.000 2,0.000 2.000-4,0.000-4.000 2,0.000 2.000 0,0.000 2.000 0,4.000 1.000 4,-4.000-2.000-6,0.000-1.000 2,0.000 1.000 0,0.000-3.000 0,0.000 0.000-2,0.000 6.000 2,0.000-6.000 6,0.000 0.000-6,0.000 6.000 0,0.000 0.000 0,0.000 2.000-2,0.000-2.000-2,0.000 0.000 4,0.000-3.000 0,0.000-1.000 4,0.000-2.000-4,0.000 0.000 2,0.000 0.000-2,0.000 0.000-29,0.000 0.000-88,-26.000 23.000-123,-10.000 14.000-28,5.000-18.000-12</inkml:trace>
  <inkml:trace contextRef="#ctx0" brushRef="#br0">7795.000 4949.000 41,'9.000'-7.000'21,"-5.000"-3.000"-2,10.000 3.000 3,-5.000 4.000-4,-5.000-1.000-4,-4.000 0.000 4,4.000 0.000 0,-4.000 1.000 1,0.000 3.000 9,0.000 0.000-4,0.000 0.000 5,0.000 0.000 2,0.000 0.000-6,0.000 0.000-2,-4.000 0.000-9,-18.000 0.000-8,9.000 0.000 7,-9.000 0.000-8,-5.000 0.000 1,-1.000 0.000 5,-6.000 0.000-3,-15.000 7.000-1,10.000 17.000-4,-10.000 12.000-2,-4.000 8.000 6,10.000 3.000-7,-2.000 9.000 0,10.000 3.000 0,4.000 1.000 4,9.000 3.000-8,-1.000 6.000 4,19.000 2.000 0,-5.000 3.000 0,9.000 3.000 0,0.000-2.000 0,0.000-7.000 3,13.000-9.000-3,14.000-7.000 0,13.000-11.000 3,-1.000-2.000-3,1.000-8.000 4,13.000-11.000-2,14.000-4.000-2,-9.000-11.000 7,11.000-2.000-3,3.000-3.000 5,-2.000 0.000-1,1.000 0.000 7,-1.000-11.000 2,-4.000-17.000-11,1.000-16.000-2,2.000-8.000 4,-15.000-8.000 0,3.000-3.000 0,-3.000-5.000 1,-15.000 1.000 1,10.000-1.000 7,-18.000 9.000-14,9.000 3.000 19,-19.000 13.000-3,1.000 3.000-5,5.000-1.000 6,-4.000-6.000-6,-15.000 11.000 8,-8.000 1.000 6,0.000-9.000-17,0.000-4.000-3,0.000-3.000 1,-8.000-1.000-7,-23.000 4.000 4,1.000 0.000-6,-2.000 12.000 4,-5.000 5.000-4,-1.000 3.000 5,-15.000 8.000-5,-5.000 4.000 8,-17.000 8.000-6,9.000 8.000 2,-14.000 0.000-2,22.000 0.000-2,1.000 0.000 0,23.000 0.000 0,2.000 0.000 0,6.000 0.000 0,4.000 0.000-10,-5.000 0.000 6,14.000 0.000-41,-9.000 0.000-19,-1.000 0.000-26,11.000 0.000-36,-2.000 0.000 11,14.000 5.000 2,0.000 14.000-46</inkml:trace>
  <inkml:trace contextRef="#ctx0" brushRef="#br0">9115.000 5860.000 60,'0.000'-12.000'13,"0.000"-4.000"7,15.000-1.000 8,11.000-2.000-8,4.000-5.000-2,5.000 4.000-3,1.000 2.000 1,8.000-3.000-7,-8.000 9.000 4,-6.000 2.000 3,5.000 1.000-8,10.000 1.000 0,-11.000 0.000 3,20.000-1.000 2,-9.000 5.000-1,2.000-3.000-9,6.000 7.000 11,-7.000 0.000-9,-4.000 0.000 0,8.000 0.000 0,-15.000 0.000 1,18.000 0.000 7,-18.000 15.000-6,5.000 6.000 1,-8.000-2.000 2,-2.000 7.000-1,-4.000-4.000-6,-3.000 6.000 6,-11.000-5.000-3,-7.000 5.000-2,5.000 0.000 5,-10.000 5.000-6,0.000 6.000 12,-15.000 12.000-5,-20.000 6.000 16,-13.000 5.000-11,-6.000-3.000-5,12.000 15.000-2,-16.000-16.000 1,9.000-6.000-6,-1.000-12.000 9,11.000-17.000-10,-6.000-2.000 4,10.000-17.000 0,-13.000 0.000-3,8.000-4.000 6,-5.000 0.000-4,10.000-21.000-3,5.000-22.000 3,-4.000-13.000-5,10.000 0.000 0,2.000 1.000 0,18.000-1.000-2,4.000 12.000 0,0.000-6.000 1,0.000-2.000-4,0.000 2.000 5,18.000 4.000-44,17.000 10.000-39,0.000 12.000-6,18.000 20.000-17,0.000 4.000-56</inkml:trace>
  <inkml:trace contextRef="#ctx0" brushRef="#br0">9340.000 5836.000 21,'0.000'0.000'32,"0.000"0.000"-23,0.000 0.000 12,0.000 0.000-1,0.000 0.000-10,0.000 0.000-1,0.000 0.000 3,0.000 0.000-2,0.000 0.000 3,0.000 0.000 6,0.000 0.000-6,0.000 0.000 4,0.000 0.000 2,0.000 0.000 0,0.000 0.000-6,0.000 0.000-3,0.000 0.000-4,0.000 0.000 2,0.000 0.000-8,0.000 0.000 0,0.000 0.000 0,0.000 0.000 0,0.000 0.000 0,0.000 0.000-22,0.000 0.000-38,19.000 0.000-30</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42:37"/>
    </inkml:context>
    <inkml:brush xml:id="br0">
      <inkml:brushProperty name="width" value="0.21167" units="cm"/>
      <inkml:brushProperty name="height" value="0.21167" units="cm"/>
      <inkml:brushProperty name="color" value="#44546a"/>
      <inkml:brushProperty name="fitToCurve" value="1"/>
    </inkml:brush>
  </inkml:definitions>
  <inkml:trace contextRef="#ctx0" brushRef="#br0">-6.000 1121.000 17,'0.000'-2.000'33,"0.000"-12.000"-29,0.000 10.000 2,0.000 0.000 3,5.000 0.000-1,-5.000 4.000-2,0.000 0.000-1,10.000 0.000 3,-6.000-4.000 0,-4.000 0.000 1,4.000 0.000 0,-4.000 0.000-5,4.000 1.000 2,-4.000-2.000 0,4.000 5.000 0,10.000-8.000 2,-6.000 0.000-1,0.000-4.000-1,11.000 4.000 3,-14.000-3.000-8,13.000 2.000 2,-14.000-2.000 1,4.000 3.000-4,2.000-5.000 5,-5.000 6.000-1,-2.000-2.000 0,5.000 5.000 2,-8.000 1.000-6,5.000-2.000 2,5.000 5.000 1,2.000-8.000-3,-7.000 5.000 2,5.000-5.000-1,-2.000 0.000 0,0.000-1.000 2,-3.000 3.000-2,12.000 1.000 1,2.000-8.000 3,-11.000 10.000-3,1.000-5.000 2,-6.000 4.000-3,8.000-4.000 2,2.000-5.000-1,-13.000 10.000-1,18.000-8.000 0,-6.000 3.000 2,-12.000 4.000-1,18.000-4.000 2,-13.000-1.000-2,-2.000 7.000 2,16.000-11.000-1,-11.000-3.000-2,10.000 0.000-1,-5.000 0.000 2,9.000 0.000 0,-14.000 4.000-1,7.000 2.000-1,-7.000-1.000 3,-4.000 1.000 0,14.000 2.000-2,-10.000 3.000-1,11.000-3.000 2,-11.000 0.000-2,-3.000 0.000 3,5.000 1.000-1,-2.000-6.000-2,0.000 2.000 1,6.000 6.000-1,-9.000-7.000 0,-2.000 4.000 1,6.000 0.000-1,1.000 0.000 3,-6.000 5.000-2,4.000-2.000 1,-3.000-2.000-2,-1.000 2.000 2,-4.000 2.000-2,15.000-2.000 0,-7.000 2.000 0,-8.000-2.000 2,3.000 2.000-2,-3.000 3.000 0,0.000 0.000 1,0.000 0.000 0,0.000 0.000-1,0.000 0.000 3,0.000 0.000-3,-3.000 0.000-14,-29.000 0.000-15,-7.000 24.000 5,-6.000-1.000 11,-4.000 10.000-6,15.000-2.000 3,-9.000 1.000 6,1.000 9.000 5,-14.000-2.000 4,16.000 8.000-3,-10.000-4.000-1,2.000-7.000 3,27.000-12.000 1,3.000-5.000 0,9.000-10.000 1,-4.000-9.000 1,13.000 0.000-1,0.000 0.000 0,0.000 0.000 0,-5.000 0.000 2,5.000 0.000-2,0.000 0.000 0,0.000 0.000 0,0.000-3.000 4,0.000-13.000 8,18.000-10.000-2,9.000 4.000 2,-11.000-2.000 2,16.000 1.000-7,-1.000 0.000-4,5.000-6.000 4,-16.000 9.000 1,26.000-1.000 2,-20.000-2.000-4,9.000-5.000 1,-4.000 4.000 3,10.000-4.000-5,-2.000 0.000-2,-12.000 9.000 2,3.000-1.000-3,1.000 4.000 2,-5.000-3.000 2,1.000 3.000-5,0.000 0.000 4,-4.000 4.000-5,-15.000 4.000 0,0.000 4.000 3,-8.000 4.000-3,10.000 0.000 4,-10.000 0.000-2,0.000 0.000 1,0.000 0.000 4,-23.000 12.000-6,-25.000 24.000-1,4.000-1.000-1,-5.000 1.000-1,-1.000 7.000 1,8.000-5.000 1,1.000 0.000 0,-2.000-2.000 0,2.000-8.000 0,11.000-5.000-1,17.000-11.000 1,2.000-3.000 0,8.000-9.000 1,3.000 0.000-1,0.000 0.000-2,0.000 0.000 1,0.000 0.000-2,0.000 0.000 1,0.000 0.000 1,0.000-15.000 1,27.000-14.000 10,13.000 1.000 1,-5.000-10.000 1,4.000 2.000 0,10.000-2.000 1,-10.000 2.000-3,10.000 5.000-2,-4.000 6.000-6,-6.000-1.000 11,11.000 0.000-12,-15.000 4.000 4,-1.000 3.000 0,7.000-6.000-1,-20.000 6.000-1,16.000 2.000 2,-21.000 1.000-3,10.000 5.000 5,1.000-2.000-4,-9.000 1.000-2,-1.000 1.000 5,6.000-5.000-2,7.000-2.000-1,-7.000 3.000-1,4.000-1.000 0,-5.000 4.000 2,-6.000 1.000-4,7.000-4.000 1,-1.000 3.000-1,-9.000-1.000 1,5.000 2.000-1,1.000 6.000 0,-11.000 2.000 3,0.000-1.000-1,-3.000 4.000-2,4.000-7.000 0,-1.000-3.000 2,-3.000 3.000-2,8.000 2.000 1,-5.000 2.000-2,2.000-1.000 2,-1.000-2.000-2,4.000-8.000 1,-9.000 6.000 0,15.000-1.000 2,-11.000 6.000-2,-5.000-2.000 3,16.000 2.000-7,-11.000-5.000 8,-3.000 8.000-8,5.000-4.000 5,-6.000-4.000-1,4.000 4.000 0,-8.000 0.000 2,15.000-4.000-2,-4.000 8.000 0,-6.000-3.000 1,5.000-2.000-4,-2.000 1.000 3,-4.000 4.000 0,0.000-4.000 0,10.000 4.000 2,-9.000-4.000-2,3.000 0.000 0,-4.000 0.000 1,-4.000 4.000-2,10.000-3.000 1,-5.000 3.000 0,3.000 0.000 0,-5.000 0.000 0,2.000-5.000 0,9.000 5.000 0,-6.000 0.000 1,-4.000-3.000-2,10.000-2.000 1,-1.000 5.000 0,-13.000 0.000 4,14.000 0.000-4,-6.000 0.000 0,-3.000 0.000-3,9.000 0.000 6,-5.000 0.000-7,-1.000 0.000 5,-8.000-3.000-1,14.000 3.000 0,-6.000-5.000 3,-4.000 5.000-3,15.000 0.000 0,-11.000-4.000 0,-4.000 4.000-3,6.000 0.000 3,-2.000 0.000 0,0.000 0.000 3,-8.000 0.000-3,5.000 0.000-3,-5.000 0.000 3,10.000 0.000 0,-6.000-4.000 0,0.000 4.000 3,-4.000 0.000-3,4.000 0.000 0,-4.000 0.000 0,4.000 0.000 0,7.000 0.000-3,-11.000 0.000 3,8.000 0.000 0,-5.000 0.000 0,2.000 0.000 0,-5.000 0.000 3,0.000 0.000-3,3.000 0.000 0,8.000 0.000 0,-6.000 0.000 0,-2.000 0.000 1,-3.000 0.000-1,5.000 0.000 0,-5.000 0.000-1,3.000 0.000 2,8.000 0.000-1,-11.000 0.000 0,4.000 0.000 0,0.000 0.000 2,0.000 0.000-2,0.000 0.000 0,6.000 0.000 0,-5.000 4.000 0,-5.000 0.000 0,3.000-4.000 0,-3.000 0.000 0,0.000 0.000 3,0.000 0.000-3,0.000 0.000 0,0.000 0.000 4,0.000 0.000-3,0.000 0.000 1,0.000 0.000 5,0.000 0.000-1,-3.000 0.000 4,-28.000 0.000-10,-7.000 0.000 0,4.000 0.000 0,4.000 0.000-3,-10.000 5.000-6,0.000-2.000 3,9.000 5.000 2,-1.000 0.000 3,6.000 0.000-3,-1.000 0.000-1,1.000 1.000-3,-5.000-6.000 5,5.000 0.000-4,-1.000-3.000 2,15.000 5.000 5,-7.000-1.000-4,3.000-4.000 4,2.000 4.000 0,6.000 0.000 2,-7.000-4.000-2,11.000 0.000-3,-8.000 4.000 3,-2.000 0.000 0,4.000 4.000 0,-7.000-8.000 0,8.000 3.000 0,1.000-3.000-1,-6.000 0.000 1,14.000 0.000 0,0.000 0.000-2,0.000 0.000 2,0.000 0.000 0,0.000 0.000-4,0.000 0.000 3,0.000 0.000 0,0.000 0.000-4,0.000 0.000 4,0.000 0.000-8,0.000 0.000 6,0.000 0.000 2,14.000 0.000-4,12.000 0.000 5,1.000 0.000 0,4.000 0.000 0,0.000-11.000 1,0.000 7.000-1,-5.000 4.000 0,1.000-4.000 3,4.000 4.000-2,-19.000 0.000-1,14.000 0.000 0,1.000 0.000 0,-1.000 0.000 1,1.000 0.000-1,1.000 0.000 3,-11.000 0.000-1,-4.000 0.000 0,10.000 0.000-2,-15.000 0.000 1,14.000 0.000 1,-14.000 0.000-3,15.000 8.000 2,-15.000 0.000-1,11.000-5.000 2,-11.000 5.000-1,-5.000-3.000-1,16.000 3.000 2,-14.000 0.000-2,9.000-4.000 0,-10.000 2.000-1,4.000-4.000 1,-4.000 2.000 1,6.000 0.000 2,-2.000-1.000-3,-3.000 2.000 0,-5.000-1.000 1,3.000-1.000-2,-3.000-3.000-1,0.000 0.000 2,0.000 0.000 3,0.000 5.000-2,0.000-5.000-1,0.000 0.000 3,0.000 0.000-3,0.000 0.000 0,0.000 0.000 0,0.000 0.000 1,0.000 0.000 9,0.000 0.000-9,0.000 0.000-1,0.000 0.000-28,-34.000 0.000-56,-1.000 12.000-9,5.000 11.000-27</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cm"/>
        </inkml:traceFormat>
        <inkml:channelProperties>
          <inkml:channelProperty channel="X" name="resolution" value="2155.72363" units="1/cm"/>
          <inkml:channelProperty channel="Y" name="resolution" value="3449.15796" units="1/cm"/>
          <inkml:channelProperty channel="F" name="resolution" value="2.84167" units="1/cm"/>
        </inkml:channelProperties>
      </inkml:inkSource>
      <inkml:timestamp xml:id="ts0" timeString="2016-05-20T07:51:32"/>
    </inkml:context>
    <inkml:brush xml:id="br0">
      <inkml:brushProperty name="width" value="0.46667" units="cm"/>
      <inkml:brushProperty name="height" value="0.46667" units="cm"/>
      <inkml:brushProperty name="color" value="#44546a"/>
      <inkml:brushProperty name="fitToCurve" value="1"/>
    </inkml:brush>
  </inkml:definitions>
  <inkml:trace contextRef="#ctx0" brushRef="#br0">37.000 1374.000 101,'-13.000'-3.000'3,"-4.000"0.000"0,3.000-3.000 24,14.000-3.000-7,0.000-9.000-11,0.000-4.000 1,17.000-1.000 0,3.000-4.000 5,4.000-4.000-5,10.000-2.000 5,-2.000-3.000-6,20.000-12.000 5,0.000-6.000-1,29.000-12.000-6,3.000 0.000 4,12.000-3.000 0,14.000-3.000-4,14.000-1.000 5,20.000 1.000-1,26.000 0.000-4,1.000 12.000-1,6.000 5.000-6,-21.000 17.000 0,-5.000 11.000 0,-10.000 15.000 3,-14.000 12.000-4,-17.000 0.000 1,-23.000 20.000 0,-24.000 20.000 2,1.000 10.000-1,-24.000 2.000 5,-16.000 2.000 7,-15.000 6.000-8,-9.000 4.000 7,-3.000 7.000 3,-44.000 8.000-1,-19.000 8.000-2,-12.000 4.000-9,-12.000-4.000 1,-3.000 5.000 2,-11.000-10.000-5,7.000-10.000 7,17.000-18.000-5,3.000-21.000-2,17.000-17.000 10,16.000-16.000 1,15.000 0.000-3,-5.000-43.000-2,7.000-23.000-6,13.000-24.000-1,14.000-22.000-1,0.000-11.000 1,54.000-9.000-2,30.000 3.000 1,32.000-1.000-1,46.000 1.000 0,35.000-1.000-10,40.000-2.000-23,23.000 15.000-61,21.000 26.000-21,7.000 25.000-94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charset="0"/>
                <a:ea typeface="IBM Plex Sans" panose="020B0503050203000203" charset="0"/>
                <a:cs typeface="IBM Plex Sans" panose="020B0503050203000203"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charset="0"/>
                <a:ea typeface="IBM Plex Sans" panose="020B0503050203000203" charset="0"/>
                <a:cs typeface="IBM Plex Sans" panose="020B0503050203000203" charset="0"/>
              </a:defRPr>
            </a:lvl1pPr>
          </a:lstStyle>
          <a:p>
            <a:fld id="{3F17CDBF-85AD-434C-8603-A28338294D1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charset="0"/>
                <a:ea typeface="IBM Plex Sans" panose="020B0503050203000203" charset="0"/>
                <a:cs typeface="IBM Plex Sans" panose="020B0503050203000203"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charset="0"/>
                <a:ea typeface="IBM Plex Sans" panose="020B0503050203000203" charset="0"/>
                <a:cs typeface="IBM Plex Sans" panose="020B0503050203000203" charset="0"/>
              </a:defRPr>
            </a:lvl1pPr>
          </a:lstStyle>
          <a:p>
            <a:fld id="{C1B8FE26-C869-4925-9C4B-CD835726406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charset="0"/>
        <a:ea typeface="IBM Plex Sans" panose="020B0503050203000203" charset="0"/>
        <a:cs typeface="IBM Plex Sans" panose="020B0503050203000203" charset="0"/>
      </a:defRPr>
    </a:lvl1pPr>
    <a:lvl2pPr marL="457200" algn="l" defTabSz="914400" rtl="0" eaLnBrk="1" latinLnBrk="0" hangingPunct="1">
      <a:defRPr sz="1200" kern="1200">
        <a:solidFill>
          <a:schemeClr val="tx1"/>
        </a:solidFill>
        <a:latin typeface="IBM Plex Sans" panose="020B0503050203000203" charset="0"/>
        <a:ea typeface="IBM Plex Sans" panose="020B0503050203000203" charset="0"/>
        <a:cs typeface="IBM Plex Sans" panose="020B0503050203000203" charset="0"/>
      </a:defRPr>
    </a:lvl2pPr>
    <a:lvl3pPr marL="914400" algn="l" defTabSz="914400" rtl="0" eaLnBrk="1" latinLnBrk="0" hangingPunct="1">
      <a:defRPr sz="1200" kern="1200">
        <a:solidFill>
          <a:schemeClr val="tx1"/>
        </a:solidFill>
        <a:latin typeface="IBM Plex Sans" panose="020B0503050203000203" charset="0"/>
        <a:ea typeface="IBM Plex Sans" panose="020B0503050203000203" charset="0"/>
        <a:cs typeface="IBM Plex Sans" panose="020B0503050203000203" charset="0"/>
      </a:defRPr>
    </a:lvl3pPr>
    <a:lvl4pPr marL="1371600" algn="l" defTabSz="914400" rtl="0" eaLnBrk="1" latinLnBrk="0" hangingPunct="1">
      <a:defRPr sz="1200" kern="1200">
        <a:solidFill>
          <a:schemeClr val="tx1"/>
        </a:solidFill>
        <a:latin typeface="IBM Plex Sans" panose="020B0503050203000203" charset="0"/>
        <a:ea typeface="IBM Plex Sans" panose="020B0503050203000203" charset="0"/>
        <a:cs typeface="IBM Plex Sans" panose="020B0503050203000203" charset="0"/>
      </a:defRPr>
    </a:lvl4pPr>
    <a:lvl5pPr marL="1828800" algn="l" defTabSz="914400" rtl="0" eaLnBrk="1" latinLnBrk="0" hangingPunct="1">
      <a:defRPr sz="1200" kern="1200">
        <a:solidFill>
          <a:schemeClr val="tx1"/>
        </a:solidFill>
        <a:latin typeface="IBM Plex Sans" panose="020B0503050203000203" charset="0"/>
        <a:ea typeface="IBM Plex Sans" panose="020B0503050203000203" charset="0"/>
        <a:cs typeface="IBM Plex Sans" panose="020B0503050203000203"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78294AD-AD22-493D-9D43-922F9158D41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745F06-553F-49C9-974D-93BAC0BAC18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78294AD-AD22-493D-9D43-922F9158D41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745F06-553F-49C9-974D-93BAC0BAC18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978294AD-AD22-493D-9D43-922F9158D41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745F06-553F-49C9-974D-93BAC0BAC18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78294AD-AD22-493D-9D43-922F9158D41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B745F06-553F-49C9-974D-93BAC0BAC18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78294AD-AD22-493D-9D43-922F9158D41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B745F06-553F-49C9-974D-93BAC0BAC18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78294AD-AD22-493D-9D43-922F9158D41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B745F06-553F-49C9-974D-93BAC0BAC18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78294AD-AD22-493D-9D43-922F9158D41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B745F06-553F-49C9-974D-93BAC0BAC18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978294AD-AD22-493D-9D43-922F9158D41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B745F06-553F-49C9-974D-93BAC0BAC18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978294AD-AD22-493D-9D43-922F9158D41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B745F06-553F-49C9-974D-93BAC0BAC18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78294AD-AD22-493D-9D43-922F9158D41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745F06-553F-49C9-974D-93BAC0BAC18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78294AD-AD22-493D-9D43-922F9158D41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745F06-553F-49C9-974D-93BAC0BAC18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diagBrick">
          <a:fgClr>
            <a:schemeClr val="accent3">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IBM Plex Sans" panose="020B0503050203000203" charset="0"/>
                <a:ea typeface="IBM Plex Sans" panose="020B0503050203000203" charset="0"/>
                <a:cs typeface="IBM Plex Sans" panose="020B0503050203000203" charset="0"/>
              </a:defRPr>
            </a:lvl1pPr>
          </a:lstStyle>
          <a:p>
            <a:fld id="{978294AD-AD22-493D-9D43-922F9158D41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IBM Plex Sans" panose="020B0503050203000203" charset="0"/>
                <a:ea typeface="IBM Plex Sans" panose="020B0503050203000203" charset="0"/>
                <a:cs typeface="IBM Plex Sans" panose="020B0503050203000203"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IBM Plex Sans" panose="020B0503050203000203" charset="0"/>
                <a:ea typeface="IBM Plex Sans" panose="020B0503050203000203" charset="0"/>
                <a:cs typeface="IBM Plex Sans" panose="020B0503050203000203" charset="0"/>
              </a:defRPr>
            </a:lvl1pPr>
          </a:lstStyle>
          <a:p>
            <a:fld id="{3B745F06-553F-49C9-974D-93BAC0BAC18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IBM Plex Sans" panose="020B0503050203000203" charset="0"/>
          <a:ea typeface="IBM Plex Sans" panose="020B0503050203000203" charset="0"/>
          <a:cs typeface="IBM Plex Sans" panose="020B0503050203000203"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IBM Plex Sans" panose="020B0503050203000203" charset="0"/>
          <a:ea typeface="IBM Plex Sans" panose="020B0503050203000203" charset="0"/>
          <a:cs typeface="IBM Plex Sans" panose="020B0503050203000203"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IBM Plex Sans" panose="020B0503050203000203" charset="0"/>
          <a:ea typeface="IBM Plex Sans" panose="020B0503050203000203" charset="0"/>
          <a:cs typeface="IBM Plex Sans" panose="020B0503050203000203"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IBM Plex Sans" panose="020B0503050203000203" charset="0"/>
          <a:ea typeface="IBM Plex Sans" panose="020B0503050203000203" charset="0"/>
          <a:cs typeface="IBM Plex Sans" panose="020B0503050203000203"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ans" panose="020B0503050203000203" charset="0"/>
          <a:ea typeface="IBM Plex Sans" panose="020B0503050203000203" charset="0"/>
          <a:cs typeface="IBM Plex Sans" panose="020B0503050203000203"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BM Plex Sans" panose="020B0503050203000203" charset="0"/>
          <a:ea typeface="IBM Plex Sans" panose="020B0503050203000203" charset="0"/>
          <a:cs typeface="IBM Plex Sans" panose="020B0503050203000203"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png"/><Relationship Id="rId7" Type="http://schemas.openxmlformats.org/officeDocument/2006/relationships/customXml" Target="../ink/ink4.xml"/><Relationship Id="rId6" Type="http://schemas.openxmlformats.org/officeDocument/2006/relationships/image" Target="../media/image3.png"/><Relationship Id="rId5" Type="http://schemas.openxmlformats.org/officeDocument/2006/relationships/customXml" Target="../ink/ink3.xml"/><Relationship Id="rId4" Type="http://schemas.openxmlformats.org/officeDocument/2006/relationships/image" Target="../media/image2.png"/><Relationship Id="rId3" Type="http://schemas.openxmlformats.org/officeDocument/2006/relationships/customXml" Target="../ink/ink2.xml"/><Relationship Id="rId2" Type="http://schemas.openxmlformats.org/officeDocument/2006/relationships/image" Target="../media/image1.png"/><Relationship Id="rId1" Type="http://schemas.openxmlformats.org/officeDocument/2006/relationships/customXml" Target="../ink/ink1.xml"/></Relationships>
</file>

<file path=ppt/slides/_rels/slide2.xml.rels><?xml version="1.0" encoding="UTF-8" standalone="yes"?>
<Relationships xmlns="http://schemas.openxmlformats.org/package/2006/relationships"><Relationship Id="rId9" Type="http://schemas.openxmlformats.org/officeDocument/2006/relationships/customXml" Target="../ink/ink9.xml"/><Relationship Id="rId8" Type="http://schemas.openxmlformats.org/officeDocument/2006/relationships/image" Target="../media/image8.png"/><Relationship Id="rId7" Type="http://schemas.openxmlformats.org/officeDocument/2006/relationships/customXml" Target="../ink/ink8.xml"/><Relationship Id="rId6" Type="http://schemas.openxmlformats.org/officeDocument/2006/relationships/image" Target="../media/image7.png"/><Relationship Id="rId5" Type="http://schemas.openxmlformats.org/officeDocument/2006/relationships/customXml" Target="../ink/ink7.xml"/><Relationship Id="rId4" Type="http://schemas.openxmlformats.org/officeDocument/2006/relationships/image" Target="../media/image6.png"/><Relationship Id="rId3" Type="http://schemas.openxmlformats.org/officeDocument/2006/relationships/customXml" Target="../ink/ink6.xml"/><Relationship Id="rId2" Type="http://schemas.openxmlformats.org/officeDocument/2006/relationships/image" Target="../media/image5.png"/><Relationship Id="rId14" Type="http://schemas.openxmlformats.org/officeDocument/2006/relationships/slideLayout" Target="../slideLayouts/slideLayout2.xml"/><Relationship Id="rId13" Type="http://schemas.openxmlformats.org/officeDocument/2006/relationships/image" Target="../media/image11.jpeg"/><Relationship Id="rId12" Type="http://schemas.openxmlformats.org/officeDocument/2006/relationships/image" Target="../media/image10.png"/><Relationship Id="rId11" Type="http://schemas.openxmlformats.org/officeDocument/2006/relationships/customXml" Target="../ink/ink10.xml"/><Relationship Id="rId10" Type="http://schemas.openxmlformats.org/officeDocument/2006/relationships/image" Target="../media/image9.png"/><Relationship Id="rId1" Type="http://schemas.openxmlformats.org/officeDocument/2006/relationships/customXml" Target="../ink/ink5.xml"/></Relationships>
</file>

<file path=ppt/slides/_rels/slide3.xml.rels><?xml version="1.0" encoding="UTF-8" standalone="yes"?>
<Relationships xmlns="http://schemas.openxmlformats.org/package/2006/relationships"><Relationship Id="rId9" Type="http://schemas.openxmlformats.org/officeDocument/2006/relationships/customXml" Target="../ink/ink15.xml"/><Relationship Id="rId8" Type="http://schemas.openxmlformats.org/officeDocument/2006/relationships/image" Target="../media/image15.png"/><Relationship Id="rId7" Type="http://schemas.openxmlformats.org/officeDocument/2006/relationships/customXml" Target="../ink/ink14.xml"/><Relationship Id="rId6" Type="http://schemas.openxmlformats.org/officeDocument/2006/relationships/image" Target="../media/image14.png"/><Relationship Id="rId5" Type="http://schemas.openxmlformats.org/officeDocument/2006/relationships/customXml" Target="../ink/ink13.xml"/><Relationship Id="rId4" Type="http://schemas.openxmlformats.org/officeDocument/2006/relationships/image" Target="../media/image13.png"/><Relationship Id="rId3" Type="http://schemas.openxmlformats.org/officeDocument/2006/relationships/customXml" Target="../ink/ink12.xml"/><Relationship Id="rId2" Type="http://schemas.openxmlformats.org/officeDocument/2006/relationships/image" Target="../media/image12.png"/><Relationship Id="rId13" Type="http://schemas.openxmlformats.org/officeDocument/2006/relationships/slideLayout" Target="../slideLayouts/slideLayout2.xml"/><Relationship Id="rId12" Type="http://schemas.openxmlformats.org/officeDocument/2006/relationships/image" Target="../media/image17.png"/><Relationship Id="rId11" Type="http://schemas.openxmlformats.org/officeDocument/2006/relationships/customXml" Target="../ink/ink16.xml"/><Relationship Id="rId10" Type="http://schemas.openxmlformats.org/officeDocument/2006/relationships/image" Target="../media/image16.png"/><Relationship Id="rId1" Type="http://schemas.openxmlformats.org/officeDocument/2006/relationships/customXml" Target="../ink/ink11.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customXml" Target="../ink/ink18.xml"/><Relationship Id="rId2" Type="http://schemas.openxmlformats.org/officeDocument/2006/relationships/image" Target="../media/image18.png"/><Relationship Id="rId1" Type="http://schemas.openxmlformats.org/officeDocument/2006/relationships/customXml" Target="../ink/ink17.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customXml" Target="../ink/ink20.xml"/><Relationship Id="rId2" Type="http://schemas.openxmlformats.org/officeDocument/2006/relationships/image" Target="../media/image20.png"/><Relationship Id="rId1" Type="http://schemas.openxmlformats.org/officeDocument/2006/relationships/customXml" Target="../ink/ink19.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customXml" Target="../ink/ink22.xml"/><Relationship Id="rId2" Type="http://schemas.openxmlformats.org/officeDocument/2006/relationships/image" Target="../media/image18.png"/><Relationship Id="rId1" Type="http://schemas.openxmlformats.org/officeDocument/2006/relationships/customXml" Target="../ink/ink21.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customXml" Target="../ink/ink24.xml"/><Relationship Id="rId2" Type="http://schemas.openxmlformats.org/officeDocument/2006/relationships/image" Target="../media/image20.png"/><Relationship Id="rId1" Type="http://schemas.openxmlformats.org/officeDocument/2006/relationships/customXml" Target="../ink/ink23.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customXml" Target="../ink/ink26.xml"/><Relationship Id="rId2" Type="http://schemas.openxmlformats.org/officeDocument/2006/relationships/image" Target="../media/image18.png"/><Relationship Id="rId1" Type="http://schemas.openxmlformats.org/officeDocument/2006/relationships/customXml" Target="../ink/ink2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customXml" Target="../ink/ink2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xml"/><Relationship Id="rId2" Type="http://schemas.openxmlformats.org/officeDocument/2006/relationships/image" Target="../media/image20.png"/><Relationship Id="rId1" Type="http://schemas.openxmlformats.org/officeDocument/2006/relationships/customXml" Target="../ink/ink28.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xml"/><Relationship Id="rId2" Type="http://schemas.openxmlformats.org/officeDocument/2006/relationships/image" Target="../media/image20.png"/><Relationship Id="rId1" Type="http://schemas.openxmlformats.org/officeDocument/2006/relationships/customXml" Target="../ink/ink29.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customXml" Target="../ink/ink30.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customXml" Target="../ink/ink31.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customXml" Target="../ink/ink33.xml"/><Relationship Id="rId2" Type="http://schemas.openxmlformats.org/officeDocument/2006/relationships/image" Target="../media/image18.png"/><Relationship Id="rId1" Type="http://schemas.openxmlformats.org/officeDocument/2006/relationships/customXml" Target="../ink/ink3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customXml" Target="../ink/ink34.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xml"/><Relationship Id="rId2" Type="http://schemas.openxmlformats.org/officeDocument/2006/relationships/image" Target="../media/image20.png"/><Relationship Id="rId1" Type="http://schemas.openxmlformats.org/officeDocument/2006/relationships/customXml" Target="../ink/ink35.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xml"/><Relationship Id="rId2" Type="http://schemas.openxmlformats.org/officeDocument/2006/relationships/image" Target="../media/image20.png"/><Relationship Id="rId1" Type="http://schemas.openxmlformats.org/officeDocument/2006/relationships/customXml" Target="../ink/ink36.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customXml" Target="../ink/ink37.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customXml" Target="../ink/ink38.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0.png"/><Relationship Id="rId1" Type="http://schemas.openxmlformats.org/officeDocument/2006/relationships/customXml" Target="../ink/ink39.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20.png"/><Relationship Id="rId1" Type="http://schemas.openxmlformats.org/officeDocument/2006/relationships/customXml" Target="../ink/ink40.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0.png"/><Relationship Id="rId1" Type="http://schemas.openxmlformats.org/officeDocument/2006/relationships/customXml" Target="../ink/ink41.xml"/></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png"/><Relationship Id="rId7" Type="http://schemas.openxmlformats.org/officeDocument/2006/relationships/customXml" Target="../ink/ink45.xml"/><Relationship Id="rId6" Type="http://schemas.openxmlformats.org/officeDocument/2006/relationships/image" Target="../media/image30.png"/><Relationship Id="rId5" Type="http://schemas.openxmlformats.org/officeDocument/2006/relationships/customXml" Target="../ink/ink44.xml"/><Relationship Id="rId4" Type="http://schemas.openxmlformats.org/officeDocument/2006/relationships/image" Target="../media/image29.png"/><Relationship Id="rId3" Type="http://schemas.openxmlformats.org/officeDocument/2006/relationships/customXml" Target="../ink/ink43.xml"/><Relationship Id="rId2" Type="http://schemas.openxmlformats.org/officeDocument/2006/relationships/image" Target="../media/image1.png"/><Relationship Id="rId1" Type="http://schemas.openxmlformats.org/officeDocument/2006/relationships/customXml" Target="../ink/ink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406400"/>
            <a:ext cx="12192000" cy="228600"/>
            <a:chOff x="0" y="571500"/>
            <a:chExt cx="12192000" cy="228600"/>
          </a:xfrm>
        </p:grpSpPr>
        <p:cxnSp>
          <p:nvCxnSpPr>
            <p:cNvPr id="5" name="直接连接符 4"/>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rot="10800000">
            <a:off x="0" y="6235700"/>
            <a:ext cx="12192000" cy="228600"/>
            <a:chOff x="0" y="571500"/>
            <a:chExt cx="12192000" cy="228600"/>
          </a:xfrm>
        </p:grpSpPr>
        <p:cxnSp>
          <p:nvCxnSpPr>
            <p:cNvPr id="11" name="直接连接符 10"/>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
        <p:nvSpPr>
          <p:cNvPr id="14" name="文本框 13"/>
          <p:cNvSpPr txBox="1"/>
          <p:nvPr/>
        </p:nvSpPr>
        <p:spPr>
          <a:xfrm rot="21412603">
            <a:off x="492760" y="3383280"/>
            <a:ext cx="11289030" cy="1106805"/>
          </a:xfrm>
          <a:prstGeom prst="rect">
            <a:avLst/>
          </a:prstGeom>
          <a:noFill/>
        </p:spPr>
        <p:txBody>
          <a:bodyPr wrap="square" rtlCol="0">
            <a:spAutoFit/>
          </a:bodyPr>
          <a:lstStyle/>
          <a:p>
            <a:pPr algn="ctr"/>
            <a:r>
              <a:rPr lang="en-US" altLang="en-US" sz="6600" b="1" spc="-300" dirty="0" smtClean="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rPr>
              <a:t>Website bán tài nguyên MMO</a:t>
            </a:r>
            <a:r>
              <a:rPr lang="vi-VN" altLang="en-US" sz="6600" b="1" spc="-300" dirty="0" smtClean="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rPr>
              <a:t> </a:t>
            </a:r>
            <a:endParaRPr lang="vi-VN" altLang="en-US" sz="6600" b="1" spc="-300" dirty="0" smtClean="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endParaRPr>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381586">
              <a:off x="2263007" y="4248119"/>
              <a:ext cx="8318034" cy="1531594"/>
            </p14:xfrm>
          </p:contentPart>
        </mc:Choice>
        <mc:Fallback xmlns="">
          <p:pic>
            <p:nvPicPr>
              <p:cNvPr id="4" name="墨迹 3"/>
            </p:nvPicPr>
            <p:blipFill>
              <a:blip r:embed="rId2"/>
            </p:blipFill>
            <p:spPr>
              <a:xfrm rot="381586">
                <a:off x="2263007" y="4248119"/>
                <a:ext cx="8318034" cy="1531594"/>
              </a:xfrm>
              <a:prstGeom prst="rect"/>
            </p:spPr>
          </p:pic>
        </mc:Fallback>
      </mc:AlternateContent>
      <p:grpSp>
        <p:nvGrpSpPr>
          <p:cNvPr id="26" name="组合 25"/>
          <p:cNvGrpSpPr/>
          <p:nvPr/>
        </p:nvGrpSpPr>
        <p:grpSpPr>
          <a:xfrm rot="21282385">
            <a:off x="3523212" y="-335961"/>
            <a:ext cx="7060606" cy="3610571"/>
            <a:chOff x="2257760" y="921140"/>
            <a:chExt cx="7122465" cy="3642203"/>
          </a:xfrm>
        </p:grpSpPr>
        <mc:AlternateContent xmlns:mc="http://schemas.openxmlformats.org/markup-compatibility/2006" xmlns:p14="http://schemas.microsoft.com/office/powerpoint/2010/main">
          <mc:Choice Requires="p14">
            <p:contentPart r:id="rId3" p14:bwMode="auto">
              <p14:nvContentPartPr>
                <p14:cNvPr id="19" name="墨迹 18"/>
                <p14:cNvContentPartPr/>
                <p14:nvPr/>
              </p14:nvContentPartPr>
              <p14:xfrm>
                <a:off x="5704944" y="2227096"/>
                <a:ext cx="3675281" cy="2336247"/>
              </p14:xfrm>
            </p:contentPart>
          </mc:Choice>
          <mc:Fallback xmlns="">
            <p:pic>
              <p:nvPicPr>
                <p:cNvPr id="19" name="墨迹 18"/>
              </p:nvPicPr>
              <p:blipFill>
                <a:blip r:embed="rId4"/>
              </p:blipFill>
              <p:spPr>
                <a:xfrm>
                  <a:off x="5704944" y="2227096"/>
                  <a:ext cx="3675281" cy="2336247"/>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20" name="墨迹 19"/>
                <p14:cNvContentPartPr/>
                <p14:nvPr/>
              </p14:nvContentPartPr>
              <p14:xfrm>
                <a:off x="2257760" y="921140"/>
                <a:ext cx="656280" cy="407160"/>
              </p14:xfrm>
            </p:contentPart>
          </mc:Choice>
          <mc:Fallback xmlns="">
            <p:pic>
              <p:nvPicPr>
                <p:cNvPr id="20" name="墨迹 19"/>
              </p:nvPicPr>
              <p:blipFill>
                <a:blip r:embed="rId6"/>
              </p:blipFill>
              <p:spPr>
                <a:xfrm>
                  <a:off x="2257760" y="921140"/>
                  <a:ext cx="656280" cy="407160"/>
                </a:xfrm>
                <a:prstGeom prst="rect"/>
              </p:spPr>
            </p:pic>
          </mc:Fallback>
        </mc:AlternateContent>
      </p:grpSp>
      <p:sp>
        <p:nvSpPr>
          <p:cNvPr id="113" name="KSO_Shape"/>
          <p:cNvSpPr/>
          <p:nvPr/>
        </p:nvSpPr>
        <p:spPr bwMode="auto">
          <a:xfrm rot="2633721">
            <a:off x="10410189" y="3795143"/>
            <a:ext cx="1346200" cy="1800225"/>
          </a:xfrm>
          <a:custGeom>
            <a:avLst/>
            <a:gdLst>
              <a:gd name="T0" fmla="*/ 1281616 w 634"/>
              <a:gd name="T1" fmla="*/ 39819 h 633"/>
              <a:gd name="T2" fmla="*/ 1281616 w 634"/>
              <a:gd name="T3" fmla="*/ 39819 h 633"/>
              <a:gd name="T4" fmla="*/ 0 w 634"/>
              <a:gd name="T5" fmla="*/ 878867 h 633"/>
              <a:gd name="T6" fmla="*/ 405951 w 634"/>
              <a:gd name="T7" fmla="*/ 1214486 h 633"/>
              <a:gd name="T8" fmla="*/ 656748 w 634"/>
              <a:gd name="T9" fmla="*/ 1797553 h 633"/>
              <a:gd name="T10" fmla="*/ 1313497 w 634"/>
              <a:gd name="T11" fmla="*/ 82483 h 633"/>
              <a:gd name="T12" fmla="*/ 1281616 w 634"/>
              <a:gd name="T13" fmla="*/ 39819 h 633"/>
              <a:gd name="T14" fmla="*/ 157280 w 634"/>
              <a:gd name="T15" fmla="*/ 878867 h 633"/>
              <a:gd name="T16" fmla="*/ 157280 w 634"/>
              <a:gd name="T17" fmla="*/ 878867 h 633"/>
              <a:gd name="T18" fmla="*/ 1126461 w 634"/>
              <a:gd name="T19" fmla="*/ 250292 h 633"/>
              <a:gd name="T20" fmla="*/ 437832 w 634"/>
              <a:gd name="T21" fmla="*/ 1086496 h 633"/>
              <a:gd name="T22" fmla="*/ 157280 w 634"/>
              <a:gd name="T23" fmla="*/ 878867 h 633"/>
              <a:gd name="T24" fmla="*/ 656748 w 634"/>
              <a:gd name="T25" fmla="*/ 1589924 h 633"/>
              <a:gd name="T26" fmla="*/ 656748 w 634"/>
              <a:gd name="T27" fmla="*/ 1589924 h 633"/>
              <a:gd name="T28" fmla="*/ 501594 w 634"/>
              <a:gd name="T29" fmla="*/ 1129159 h 633"/>
              <a:gd name="T30" fmla="*/ 1158342 w 634"/>
              <a:gd name="T31" fmla="*/ 290111 h 633"/>
              <a:gd name="T32" fmla="*/ 656748 w 634"/>
              <a:gd name="T33" fmla="*/ 1589924 h 6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34" h="633">
                <a:moveTo>
                  <a:pt x="603" y="14"/>
                </a:moveTo>
                <a:lnTo>
                  <a:pt x="603" y="14"/>
                </a:lnTo>
                <a:cubicBezTo>
                  <a:pt x="574" y="14"/>
                  <a:pt x="0" y="309"/>
                  <a:pt x="0" y="309"/>
                </a:cubicBezTo>
                <a:lnTo>
                  <a:pt x="191" y="427"/>
                </a:lnTo>
                <a:lnTo>
                  <a:pt x="309" y="632"/>
                </a:lnTo>
                <a:cubicBezTo>
                  <a:pt x="309" y="632"/>
                  <a:pt x="618" y="44"/>
                  <a:pt x="618" y="29"/>
                </a:cubicBezTo>
                <a:cubicBezTo>
                  <a:pt x="633" y="14"/>
                  <a:pt x="618" y="0"/>
                  <a:pt x="603" y="14"/>
                </a:cubicBezTo>
                <a:close/>
                <a:moveTo>
                  <a:pt x="74" y="309"/>
                </a:moveTo>
                <a:lnTo>
                  <a:pt x="74" y="309"/>
                </a:lnTo>
                <a:cubicBezTo>
                  <a:pt x="530" y="88"/>
                  <a:pt x="530" y="88"/>
                  <a:pt x="530" y="88"/>
                </a:cubicBezTo>
                <a:cubicBezTo>
                  <a:pt x="206" y="382"/>
                  <a:pt x="206" y="382"/>
                  <a:pt x="206" y="382"/>
                </a:cubicBezTo>
                <a:lnTo>
                  <a:pt x="74" y="309"/>
                </a:lnTo>
                <a:close/>
                <a:moveTo>
                  <a:pt x="309" y="559"/>
                </a:moveTo>
                <a:lnTo>
                  <a:pt x="309" y="559"/>
                </a:lnTo>
                <a:cubicBezTo>
                  <a:pt x="309" y="559"/>
                  <a:pt x="250" y="441"/>
                  <a:pt x="236" y="397"/>
                </a:cubicBezTo>
                <a:cubicBezTo>
                  <a:pt x="545" y="102"/>
                  <a:pt x="545" y="102"/>
                  <a:pt x="545" y="102"/>
                </a:cubicBezTo>
                <a:lnTo>
                  <a:pt x="309" y="559"/>
                </a:lnTo>
                <a:close/>
              </a:path>
            </a:pathLst>
          </a:custGeom>
          <a:solidFill>
            <a:srgbClr val="44546A"/>
          </a:solidFill>
          <a:ln>
            <a:noFill/>
          </a:ln>
        </p:spPr>
        <p:txBody>
          <a:bodyPr wrap="none" lIns="121908" tIns="60955" rIns="121908" bIns="60955"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9pPr>
          </a:lstStyle>
          <a:p>
            <a:endParaRPr lang="zh-CN" altLang="en-US">
              <a:latin typeface="IBM Plex Sans" panose="020B0503050203000203" charset="0"/>
              <a:ea typeface="IBM Plex Sans" panose="020B0503050203000203" charset="0"/>
              <a:cs typeface="IBM Plex Sans" panose="020B0503050203000203" charset="0"/>
            </a:endParaRPr>
          </a:p>
        </p:txBody>
      </p:sp>
      <mc:AlternateContent xmlns:mc="http://schemas.openxmlformats.org/markup-compatibility/2006" xmlns:p14="http://schemas.microsoft.com/office/powerpoint/2010/main">
        <mc:Choice Requires="p14">
          <p:contentPart r:id="rId7" p14:bwMode="auto">
            <p14:nvContentPartPr>
              <p14:cNvPr id="115" name="墨迹 114"/>
              <p14:cNvContentPartPr/>
              <p14:nvPr/>
            </p14:nvContentPartPr>
            <p14:xfrm>
              <a:off x="210350" y="5152088"/>
              <a:ext cx="1112400" cy="533880"/>
            </p14:xfrm>
          </p:contentPart>
        </mc:Choice>
        <mc:Fallback xmlns="">
          <p:pic>
            <p:nvPicPr>
              <p:cNvPr id="115" name="墨迹 114"/>
            </p:nvPicPr>
            <p:blipFill>
              <a:blip r:embed="rId8"/>
            </p:blipFill>
            <p:spPr>
              <a:xfrm>
                <a:off x="210350" y="5152088"/>
                <a:ext cx="1112400" cy="533880"/>
              </a:xfrm>
              <a:prstGeom prst="rect"/>
            </p:spPr>
          </p:pic>
        </mc:Fallback>
      </mc:AlternateContent>
      <p:sp>
        <p:nvSpPr>
          <p:cNvPr id="2" name="文本框 13"/>
          <p:cNvSpPr txBox="1"/>
          <p:nvPr/>
        </p:nvSpPr>
        <p:spPr>
          <a:xfrm rot="21412603">
            <a:off x="6423660" y="1356995"/>
            <a:ext cx="3573145" cy="768350"/>
          </a:xfrm>
          <a:prstGeom prst="rect">
            <a:avLst/>
          </a:prstGeom>
          <a:noFill/>
        </p:spPr>
        <p:txBody>
          <a:bodyPr wrap="square" rtlCol="0">
            <a:spAutoFit/>
          </a:bodyPr>
          <a:p>
            <a:pPr algn="ctr"/>
            <a:r>
              <a:rPr lang="vi-VN" altLang="zh-CN" sz="4400" b="1" spc="-300" dirty="0" smtClean="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rPr>
              <a:t>Team Api</a:t>
            </a:r>
            <a:endParaRPr lang="vi-VN" altLang="zh-CN" sz="4400" b="1" spc="-300" dirty="0" smtClean="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endParaRPr>
          </a:p>
        </p:txBody>
      </p:sp>
      <p:sp>
        <p:nvSpPr>
          <p:cNvPr id="18" name="TextBox 59"/>
          <p:cNvSpPr txBox="1">
            <a:spLocks noChangeArrowheads="1"/>
          </p:cNvSpPr>
          <p:nvPr/>
        </p:nvSpPr>
        <p:spPr bwMode="auto">
          <a:xfrm>
            <a:off x="283210" y="861060"/>
            <a:ext cx="6610350" cy="49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Trường đại học công nghệ đông </a:t>
            </a:r>
            <a:r>
              <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á</a:t>
            </a:r>
            <a:endPar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TextBox 59"/>
          <p:cNvSpPr txBox="1">
            <a:spLocks noChangeArrowheads="1"/>
          </p:cNvSpPr>
          <p:nvPr/>
        </p:nvSpPr>
        <p:spPr bwMode="auto">
          <a:xfrm>
            <a:off x="283210" y="1358900"/>
            <a:ext cx="6610350" cy="49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Khoa: Công nghệ thông </a:t>
            </a:r>
            <a:r>
              <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tin</a:t>
            </a:r>
            <a:endPar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7" name="TextBox 59"/>
          <p:cNvSpPr txBox="1">
            <a:spLocks noChangeArrowheads="1"/>
          </p:cNvSpPr>
          <p:nvPr/>
        </p:nvSpPr>
        <p:spPr bwMode="auto">
          <a:xfrm>
            <a:off x="283210" y="1856740"/>
            <a:ext cx="6610350" cy="49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Học phần: Công nghệ </a:t>
            </a:r>
            <a:r>
              <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Java</a:t>
            </a:r>
            <a:endPar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6414770" y="2388870"/>
              <a:ext cx="5259070" cy="76200"/>
            </p14:xfrm>
          </p:contentPart>
        </mc:Choice>
        <mc:Fallback xmlns="">
          <p:pic>
            <p:nvPicPr>
              <p:cNvPr id="3" name="墨迹 2"/>
            </p:nvPicPr>
            <p:blipFill>
              <a:blip r:embed="rId2"/>
            </p:blipFill>
            <p:spPr>
              <a:xfrm>
                <a:off x="6414770" y="2388870"/>
                <a:ext cx="5259070" cy="762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6414770" y="3033395"/>
              <a:ext cx="5291455" cy="76200"/>
            </p14:xfrm>
          </p:contentPart>
        </mc:Choice>
        <mc:Fallback xmlns="">
          <p:pic>
            <p:nvPicPr>
              <p:cNvPr id="5" name="墨迹 4"/>
            </p:nvPicPr>
            <p:blipFill>
              <a:blip r:embed="rId4"/>
            </p:blipFill>
            <p:spPr>
              <a:xfrm>
                <a:off x="6414770" y="3033395"/>
                <a:ext cx="5291455" cy="76200"/>
              </a:xfrm>
              <a:prstGeom prst="rect"/>
            </p:spPr>
          </p:pic>
        </mc:Fallback>
      </mc:AlternateContent>
      <p:grpSp>
        <p:nvGrpSpPr>
          <p:cNvPr id="19" name="组合 18"/>
          <p:cNvGrpSpPr/>
          <p:nvPr/>
        </p:nvGrpSpPr>
        <p:grpSpPr>
          <a:xfrm>
            <a:off x="0" y="406400"/>
            <a:ext cx="12192000" cy="228600"/>
            <a:chOff x="0" y="571500"/>
            <a:chExt cx="12192000" cy="228600"/>
          </a:xfrm>
        </p:grpSpPr>
        <p:cxnSp>
          <p:nvCxnSpPr>
            <p:cNvPr id="20" name="直接连接符 19"/>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rot="10800000">
            <a:off x="-635" y="6235700"/>
            <a:ext cx="12192000" cy="228600"/>
            <a:chOff x="0" y="571500"/>
            <a:chExt cx="12192000" cy="228600"/>
          </a:xfrm>
        </p:grpSpPr>
        <p:cxnSp>
          <p:nvCxnSpPr>
            <p:cNvPr id="23" name="直接连接符 22"/>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p14="http://schemas.microsoft.com/office/powerpoint/2010/main">
        <mc:Choice Requires="p14">
          <p:contentPart r:id="rId5" p14:bwMode="auto">
            <p14:nvContentPartPr>
              <p14:cNvPr id="4" name="Ink 3"/>
              <p14:cNvContentPartPr/>
              <p14:nvPr/>
            </p14:nvContentPartPr>
            <p14:xfrm>
              <a:off x="6414770" y="3722370"/>
              <a:ext cx="5266690" cy="76200"/>
            </p14:xfrm>
          </p:contentPart>
        </mc:Choice>
        <mc:Fallback xmlns="">
          <p:pic>
            <p:nvPicPr>
              <p:cNvPr id="4" name="Ink 3"/>
            </p:nvPicPr>
            <p:blipFill>
              <a:blip r:embed="rId6"/>
            </p:blipFill>
            <p:spPr>
              <a:xfrm>
                <a:off x="6414770" y="3722370"/>
                <a:ext cx="5266690" cy="762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Ink 5"/>
              <p14:cNvContentPartPr/>
              <p14:nvPr/>
            </p14:nvContentPartPr>
            <p14:xfrm>
              <a:off x="6414770" y="4386580"/>
              <a:ext cx="5241925" cy="76200"/>
            </p14:xfrm>
          </p:contentPart>
        </mc:Choice>
        <mc:Fallback xmlns="">
          <p:pic>
            <p:nvPicPr>
              <p:cNvPr id="6" name="Ink 5"/>
            </p:nvPicPr>
            <p:blipFill>
              <a:blip r:embed="rId8"/>
            </p:blipFill>
            <p:spPr>
              <a:xfrm>
                <a:off x="6414770" y="4386580"/>
                <a:ext cx="5241925" cy="762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Ink 6"/>
              <p14:cNvContentPartPr/>
              <p14:nvPr/>
            </p14:nvContentPartPr>
            <p14:xfrm>
              <a:off x="6414770" y="5093335"/>
              <a:ext cx="5250815" cy="76200"/>
            </p14:xfrm>
          </p:contentPart>
        </mc:Choice>
        <mc:Fallback xmlns="">
          <p:pic>
            <p:nvPicPr>
              <p:cNvPr id="7" name="Ink 6"/>
            </p:nvPicPr>
            <p:blipFill>
              <a:blip r:embed="rId10"/>
            </p:blipFill>
            <p:spPr>
              <a:xfrm>
                <a:off x="6414770" y="5093335"/>
                <a:ext cx="5250815" cy="762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0" name="Ink 9"/>
              <p14:cNvContentPartPr/>
              <p14:nvPr/>
            </p14:nvContentPartPr>
            <p14:xfrm rot="5400000">
              <a:off x="6784975" y="3465195"/>
              <a:ext cx="3293745" cy="114935"/>
            </p14:xfrm>
          </p:contentPart>
        </mc:Choice>
        <mc:Fallback xmlns="">
          <p:pic>
            <p:nvPicPr>
              <p:cNvPr id="10" name="Ink 9"/>
            </p:nvPicPr>
            <p:blipFill>
              <a:blip r:embed="rId12"/>
            </p:blipFill>
            <p:spPr>
              <a:xfrm rot="5400000">
                <a:off x="6784975" y="3465195"/>
                <a:ext cx="3293745" cy="114935"/>
              </a:xfrm>
              <a:prstGeom prst="rect"/>
            </p:spPr>
          </p:pic>
        </mc:Fallback>
      </mc:AlternateContent>
      <p:sp>
        <p:nvSpPr>
          <p:cNvPr id="18" name="TextBox 59"/>
          <p:cNvSpPr txBox="1">
            <a:spLocks noChangeArrowheads="1"/>
          </p:cNvSpPr>
          <p:nvPr/>
        </p:nvSpPr>
        <p:spPr bwMode="auto">
          <a:xfrm>
            <a:off x="6499860" y="1923415"/>
            <a:ext cx="1893570" cy="43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en-US" altLang="en-US" sz="2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20222999</a:t>
            </a:r>
            <a:endParaRPr lang="en-US" altLang="en-US" sz="2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7" name="TextBox 59"/>
          <p:cNvSpPr txBox="1">
            <a:spLocks noChangeArrowheads="1"/>
          </p:cNvSpPr>
          <p:nvPr/>
        </p:nvSpPr>
        <p:spPr bwMode="auto">
          <a:xfrm>
            <a:off x="6499860" y="2535555"/>
            <a:ext cx="1893570" cy="43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en-US" altLang="en-US" sz="2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20223155</a:t>
            </a:r>
            <a:endParaRPr lang="en-US" altLang="en-US" sz="2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25" name="TextBox 59"/>
          <p:cNvSpPr txBox="1">
            <a:spLocks noChangeArrowheads="1"/>
          </p:cNvSpPr>
          <p:nvPr/>
        </p:nvSpPr>
        <p:spPr bwMode="auto">
          <a:xfrm>
            <a:off x="6499860" y="3189605"/>
            <a:ext cx="1893570" cy="43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en-US" altLang="en-US" sz="2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20222996</a:t>
            </a:r>
            <a:endParaRPr lang="en-US" altLang="en-US" sz="2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26" name="TextBox 59"/>
          <p:cNvSpPr txBox="1">
            <a:spLocks noChangeArrowheads="1"/>
          </p:cNvSpPr>
          <p:nvPr/>
        </p:nvSpPr>
        <p:spPr bwMode="auto">
          <a:xfrm>
            <a:off x="6499860" y="3856355"/>
            <a:ext cx="1893570" cy="43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en-US" altLang="en-US" sz="2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20222998</a:t>
            </a:r>
            <a:endParaRPr lang="en-US" altLang="en-US" sz="2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27" name="TextBox 59"/>
          <p:cNvSpPr txBox="1">
            <a:spLocks noChangeArrowheads="1"/>
          </p:cNvSpPr>
          <p:nvPr/>
        </p:nvSpPr>
        <p:spPr bwMode="auto">
          <a:xfrm>
            <a:off x="6499860" y="4543425"/>
            <a:ext cx="1893570" cy="43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en-US" altLang="en-US" sz="2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20223011</a:t>
            </a:r>
            <a:endParaRPr lang="en-US" altLang="en-US" sz="2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28" name="TextBox 59"/>
          <p:cNvSpPr txBox="1">
            <a:spLocks noChangeArrowheads="1"/>
          </p:cNvSpPr>
          <p:nvPr/>
        </p:nvSpPr>
        <p:spPr bwMode="auto">
          <a:xfrm>
            <a:off x="8489315" y="1923415"/>
            <a:ext cx="370205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Nguyễn Trung Chính</a:t>
            </a:r>
            <a:endPar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29" name="TextBox 59"/>
          <p:cNvSpPr txBox="1">
            <a:spLocks noChangeArrowheads="1"/>
          </p:cNvSpPr>
          <p:nvPr/>
        </p:nvSpPr>
        <p:spPr bwMode="auto">
          <a:xfrm>
            <a:off x="8545195" y="2602865"/>
            <a:ext cx="370205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Nguyễn Trí D</a:t>
            </a:r>
            <a:r>
              <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ũ</a:t>
            </a:r>
            <a:r>
              <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ng</a:t>
            </a:r>
            <a:endPar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30" name="TextBox 59"/>
          <p:cNvSpPr txBox="1">
            <a:spLocks noChangeArrowheads="1"/>
          </p:cNvSpPr>
          <p:nvPr/>
        </p:nvSpPr>
        <p:spPr bwMode="auto">
          <a:xfrm>
            <a:off x="8545195" y="3250565"/>
            <a:ext cx="370205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Trần V</a:t>
            </a:r>
            <a:r>
              <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ă</a:t>
            </a:r>
            <a:r>
              <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n Nam</a:t>
            </a:r>
            <a:endPar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31" name="TextBox 59"/>
          <p:cNvSpPr txBox="1">
            <a:spLocks noChangeArrowheads="1"/>
          </p:cNvSpPr>
          <p:nvPr/>
        </p:nvSpPr>
        <p:spPr bwMode="auto">
          <a:xfrm>
            <a:off x="8616315" y="3917950"/>
            <a:ext cx="370205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V</a:t>
            </a:r>
            <a:r>
              <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ũ</a:t>
            </a:r>
            <a:r>
              <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 V</a:t>
            </a:r>
            <a:r>
              <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ă</a:t>
            </a:r>
            <a:r>
              <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n Phong</a:t>
            </a:r>
            <a:endPar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32" name="TextBox 59"/>
          <p:cNvSpPr txBox="1">
            <a:spLocks noChangeArrowheads="1"/>
          </p:cNvSpPr>
          <p:nvPr/>
        </p:nvSpPr>
        <p:spPr bwMode="auto">
          <a:xfrm>
            <a:off x="8616315" y="4605020"/>
            <a:ext cx="370205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Hoàng Ngọc Thành</a:t>
            </a:r>
            <a:endParaRPr lang="en-US" altLang="en-US" sz="20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pic>
        <p:nvPicPr>
          <p:cNvPr id="34" name="Picture 33" descr="XrefB_PHGh49p-fXMPLVB"/>
          <p:cNvPicPr>
            <a:picLocks noChangeAspect="1"/>
          </p:cNvPicPr>
          <p:nvPr/>
        </p:nvPicPr>
        <p:blipFill>
          <a:blip r:embed="rId13">
            <a:lum contrast="-6000"/>
          </a:blip>
          <a:stretch>
            <a:fillRect/>
          </a:stretch>
        </p:blipFill>
        <p:spPr>
          <a:xfrm>
            <a:off x="0" y="997585"/>
            <a:ext cx="6049645" cy="5093970"/>
          </a:xfrm>
          <a:prstGeom prst="rect">
            <a:avLst/>
          </a:prstGeom>
          <a:ln>
            <a:noFill/>
          </a:ln>
          <a:effectLst>
            <a:reflection blurRad="6350" stA="50000" endA="300" endPos="55500" dist="101600" dir="5400000" sy="-100000" algn="bl" rotWithShape="0"/>
          </a:effectLst>
        </p:spPr>
      </p:pic>
      <p:sp>
        <p:nvSpPr>
          <p:cNvPr id="33" name="TextBox 59"/>
          <p:cNvSpPr txBox="1">
            <a:spLocks noChangeArrowheads="1"/>
          </p:cNvSpPr>
          <p:nvPr/>
        </p:nvSpPr>
        <p:spPr bwMode="auto">
          <a:xfrm>
            <a:off x="6725920" y="997585"/>
            <a:ext cx="4669155" cy="621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algn="ctr" eaLnBrk="1" hangingPunct="1"/>
            <a:r>
              <a:rPr lang="vi-VN" altLang="en-US" sz="36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Thành viên nhóm</a:t>
            </a:r>
            <a:endParaRPr lang="vi-VN" altLang="en-US" sz="36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86995" y="2720975"/>
            <a:ext cx="4070350" cy="1938020"/>
            <a:chOff x="4103432" y="1382936"/>
            <a:chExt cx="4051935" cy="1937957"/>
          </a:xfrm>
        </p:grpSpPr>
        <p:sp>
          <p:nvSpPr>
            <p:cNvPr id="4" name="文本框 3"/>
            <p:cNvSpPr txBox="1"/>
            <p:nvPr/>
          </p:nvSpPr>
          <p:spPr>
            <a:xfrm rot="21300000">
              <a:off x="4103432" y="1382936"/>
              <a:ext cx="4051935" cy="1937957"/>
            </a:xfrm>
            <a:prstGeom prst="rect">
              <a:avLst/>
            </a:prstGeom>
            <a:noFill/>
          </p:spPr>
          <p:txBody>
            <a:bodyPr wrap="square" rtlCol="0">
              <a:spAutoFit/>
            </a:bodyPr>
            <a:lstStyle/>
            <a:p>
              <a:pPr algn="ctr"/>
              <a:r>
                <a:rPr lang="zh-CN" altLang="en-US" sz="60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CONTENTS</a:t>
              </a:r>
              <a:endParaRPr lang="zh-CN" altLang="en-US" sz="60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mc:AlternateContent xmlns:mc="http://schemas.openxmlformats.org/markup-compatibility/2006" xmlns:p14="http://schemas.microsoft.com/office/powerpoint/2010/main">
          <mc:Choice Requires="p14">
            <p:contentPart r:id="rId1" p14:bwMode="auto">
              <p14:nvContentPartPr>
                <p14:cNvPr id="5" name="墨迹 4"/>
                <p14:cNvContentPartPr/>
                <p14:nvPr/>
              </p14:nvContentPartPr>
              <p14:xfrm rot="381586">
                <a:off x="5172148" y="2226204"/>
                <a:ext cx="2413900" cy="444470"/>
              </p14:xfrm>
            </p:contentPart>
          </mc:Choice>
          <mc:Fallback xmlns="">
            <p:pic>
              <p:nvPicPr>
                <p:cNvPr id="5" name="墨迹 4"/>
              </p:nvPicPr>
              <p:blipFill>
                <a:blip r:embed="rId2"/>
              </p:blipFill>
              <p:spPr>
                <a:xfrm rot="381586">
                  <a:off x="5172148" y="2226204"/>
                  <a:ext cx="2413900" cy="444470"/>
                </a:xfrm>
                <a:prstGeom prst="rect"/>
              </p:spPr>
            </p:pic>
          </mc:Fallback>
        </mc:AlternateContent>
      </p:grpSp>
      <p:sp>
        <p:nvSpPr>
          <p:cNvPr id="17" name="TextBox 58"/>
          <p:cNvSpPr txBox="1">
            <a:spLocks noChangeArrowheads="1"/>
          </p:cNvSpPr>
          <p:nvPr/>
        </p:nvSpPr>
        <p:spPr bwMode="auto">
          <a:xfrm>
            <a:off x="5822950" y="2315845"/>
            <a:ext cx="5069205" cy="49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vi-VN" altLang="en-US"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Tổng quan công </a:t>
            </a:r>
            <a:r>
              <a:rPr lang="vi-VN" altLang="en-US"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nghệ</a:t>
            </a:r>
            <a:endParaRPr lang="vi-VN" altLang="en-US"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8" name="TextBox 59"/>
          <p:cNvSpPr txBox="1">
            <a:spLocks noChangeArrowheads="1"/>
          </p:cNvSpPr>
          <p:nvPr/>
        </p:nvSpPr>
        <p:spPr bwMode="auto">
          <a:xfrm>
            <a:off x="5791834" y="1323746"/>
            <a:ext cx="5100633" cy="49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Giới thiệu đề </a:t>
            </a:r>
            <a:r>
              <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tài</a:t>
            </a:r>
            <a:endPar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9" name="TextBox 68"/>
          <p:cNvSpPr txBox="1">
            <a:spLocks noChangeArrowheads="1"/>
          </p:cNvSpPr>
          <p:nvPr/>
        </p:nvSpPr>
        <p:spPr bwMode="auto">
          <a:xfrm>
            <a:off x="5832475" y="3225800"/>
            <a:ext cx="5521960"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no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en-US" altLang="en-US"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Nêu các ưu và nhược </a:t>
            </a:r>
            <a:r>
              <a:rPr lang="vi-VN" altLang="en-US"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    </a:t>
            </a:r>
            <a:r>
              <a:rPr lang="en-US" altLang="en-US"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điểm</a:t>
            </a:r>
            <a:r>
              <a:rPr lang="vi-VN" altLang="en-US"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 </a:t>
            </a:r>
            <a:r>
              <a:rPr lang="vi-VN" altLang="en-US"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sym typeface="+mn-ea"/>
              </a:rPr>
              <a:t>của công </a:t>
            </a:r>
            <a:r>
              <a:rPr lang="vi-VN" altLang="en-US"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sym typeface="+mn-ea"/>
              </a:rPr>
              <a:t>nghệ</a:t>
            </a:r>
            <a:endParaRPr lang="vi-VN" altLang="en-US"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sp>
        <p:nvSpPr>
          <p:cNvPr id="20" name="TextBox 69"/>
          <p:cNvSpPr txBox="1">
            <a:spLocks noChangeArrowheads="1"/>
          </p:cNvSpPr>
          <p:nvPr/>
        </p:nvSpPr>
        <p:spPr bwMode="auto">
          <a:xfrm>
            <a:off x="5833110" y="4393565"/>
            <a:ext cx="4399280" cy="79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no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SimSun" panose="02010600030101010101" pitchFamily="2" charset="-122"/>
              </a:defRPr>
            </a:lvl9pPr>
          </a:lstStyle>
          <a:p>
            <a:pPr eaLnBrk="1" hangingPunct="1"/>
            <a:r>
              <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sym typeface="+mn-ea"/>
              </a:rPr>
              <a:t>Demo chương trình</a:t>
            </a:r>
            <a:endParaRPr lang="vi-VN" altLang="zh-CN" sz="28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grpSp>
        <p:nvGrpSpPr>
          <p:cNvPr id="2" name="组合 1"/>
          <p:cNvGrpSpPr/>
          <p:nvPr/>
        </p:nvGrpSpPr>
        <p:grpSpPr>
          <a:xfrm>
            <a:off x="4432534" y="952386"/>
            <a:ext cx="1398905" cy="1014730"/>
            <a:chOff x="3920238" y="570952"/>
            <a:chExt cx="1398905" cy="1014730"/>
          </a:xfrm>
          <a:noFill/>
        </p:grpSpPr>
        <p:sp>
          <p:nvSpPr>
            <p:cNvPr id="29" name="文本框 28"/>
            <p:cNvSpPr txBox="1"/>
            <p:nvPr/>
          </p:nvSpPr>
          <p:spPr>
            <a:xfrm>
              <a:off x="3920238" y="570952"/>
              <a:ext cx="1398905" cy="1014730"/>
            </a:xfrm>
            <a:prstGeom prst="rect">
              <a:avLst/>
            </a:prstGeom>
            <a:grpFill/>
          </p:spPr>
          <p:txBody>
            <a:bodyPr wrap="square" rtlCol="0">
              <a:spAutoFit/>
            </a:bodyPr>
            <a:lstStyle/>
            <a:p>
              <a:pPr algn="ctr"/>
              <a:r>
                <a:rPr lang="en-US" altLang="zh-CN" sz="60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1</a:t>
              </a:r>
              <a:endParaRPr lang="en-US" altLang="zh-CN" sz="60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mc:AlternateContent xmlns:mc="http://schemas.openxmlformats.org/markup-compatibility/2006" xmlns:p14="http://schemas.microsoft.com/office/powerpoint/2010/main">
          <mc:Choice Requires="p14">
            <p:contentPart r:id="rId3" p14:bwMode="auto">
              <p14:nvContentPartPr>
                <p14:cNvPr id="30" name="墨迹 29"/>
                <p14:cNvContentPartPr/>
                <p14:nvPr/>
              </p14:nvContentPartPr>
              <p14:xfrm rot="381586">
                <a:off x="4299182" y="1293504"/>
                <a:ext cx="845167" cy="155620"/>
              </p14:xfrm>
            </p:contentPart>
          </mc:Choice>
          <mc:Fallback xmlns="">
            <p:pic>
              <p:nvPicPr>
                <p:cNvPr id="30" name="墨迹 29"/>
              </p:nvPicPr>
              <p:blipFill>
                <a:blip r:embed="rId4"/>
              </p:blipFill>
              <p:spPr>
                <a:xfrm rot="381586">
                  <a:off x="4299182" y="1293504"/>
                  <a:ext cx="845167" cy="155620"/>
                </a:xfrm>
                <a:prstGeom prst="rect"/>
              </p:spPr>
            </p:pic>
          </mc:Fallback>
        </mc:AlternateContent>
      </p:grpSp>
      <mc:AlternateContent xmlns:mc="http://schemas.openxmlformats.org/markup-compatibility/2006" xmlns:p14="http://schemas.microsoft.com/office/powerpoint/2010/main">
        <mc:Choice Requires="p14">
          <p:contentPart r:id="rId5" p14:bwMode="auto">
            <p14:nvContentPartPr>
              <p14:cNvPr id="23" name="墨迹 22"/>
              <p14:cNvContentPartPr/>
              <p14:nvPr/>
            </p14:nvContentPartPr>
            <p14:xfrm>
              <a:off x="4234180" y="349885"/>
              <a:ext cx="712470" cy="5826760"/>
            </p14:xfrm>
          </p:contentPart>
        </mc:Choice>
        <mc:Fallback xmlns="">
          <p:pic>
            <p:nvPicPr>
              <p:cNvPr id="23" name="墨迹 22"/>
            </p:nvPicPr>
            <p:blipFill>
              <a:blip r:embed="rId6"/>
            </p:blipFill>
            <p:spPr>
              <a:xfrm>
                <a:off x="4234180" y="349885"/>
                <a:ext cx="712470" cy="5826760"/>
              </a:xfrm>
              <a:prstGeom prst="rect"/>
            </p:spPr>
          </p:pic>
        </mc:Fallback>
      </mc:AlternateContent>
      <p:grpSp>
        <p:nvGrpSpPr>
          <p:cNvPr id="10" name="组合 1"/>
          <p:cNvGrpSpPr/>
          <p:nvPr/>
        </p:nvGrpSpPr>
        <p:grpSpPr>
          <a:xfrm>
            <a:off x="4398879" y="2075066"/>
            <a:ext cx="1398905" cy="1014730"/>
            <a:chOff x="3840863" y="570952"/>
            <a:chExt cx="1398905" cy="1014730"/>
          </a:xfrm>
        </p:grpSpPr>
        <p:sp>
          <p:nvSpPr>
            <p:cNvPr id="11" name="文本框 28"/>
            <p:cNvSpPr txBox="1"/>
            <p:nvPr/>
          </p:nvSpPr>
          <p:spPr>
            <a:xfrm>
              <a:off x="3840863" y="570952"/>
              <a:ext cx="1398905" cy="1014730"/>
            </a:xfrm>
            <a:prstGeom prst="rect">
              <a:avLst/>
            </a:prstGeom>
            <a:noFill/>
            <a:extLst>
              <a:ext uri="{909E8E84-426E-40DD-AFC4-6F175D3DCCD1}">
                <a14:hiddenFill xmlns:a14="http://schemas.microsoft.com/office/drawing/2010/main">
                  <a:solidFill>
                    <a:srgbClr val="231D19"/>
                  </a:solidFill>
                </a14:hiddenFill>
              </a:ext>
            </a:extLst>
          </p:spPr>
          <p:txBody>
            <a:bodyPr wrap="square" rtlCol="0">
              <a:spAutoFit/>
            </a:bodyPr>
            <a:p>
              <a:pPr algn="ctr"/>
              <a:r>
                <a:rPr lang="vi-VN" altLang="en-US" sz="60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2</a:t>
              </a:r>
              <a:endParaRPr lang="vi-VN" altLang="en-US" sz="60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mc:AlternateContent xmlns:mc="http://schemas.openxmlformats.org/markup-compatibility/2006" xmlns:p14="http://schemas.microsoft.com/office/powerpoint/2010/main">
          <mc:Choice Requires="p14">
            <p:contentPart r:id="rId7" p14:bwMode="auto">
              <p14:nvContentPartPr>
                <p14:cNvPr id="12" name="墨迹 29"/>
                <p14:cNvContentPartPr/>
                <p14:nvPr/>
              </p14:nvContentPartPr>
              <p14:xfrm rot="381586">
                <a:off x="4299182" y="1293504"/>
                <a:ext cx="845167" cy="155620"/>
              </p14:xfrm>
            </p:contentPart>
          </mc:Choice>
          <mc:Fallback xmlns="">
            <p:pic>
              <p:nvPicPr>
                <p:cNvPr id="12" name="墨迹 29"/>
              </p:nvPicPr>
              <p:blipFill>
                <a:blip r:embed="rId8"/>
              </p:blipFill>
              <p:spPr>
                <a:xfrm rot="381586">
                  <a:off x="4299182" y="1293504"/>
                  <a:ext cx="845167" cy="155620"/>
                </a:xfrm>
                <a:prstGeom prst="rect"/>
              </p:spPr>
            </p:pic>
          </mc:Fallback>
        </mc:AlternateContent>
      </p:grpSp>
      <p:grpSp>
        <p:nvGrpSpPr>
          <p:cNvPr id="13" name="组合 1"/>
          <p:cNvGrpSpPr/>
          <p:nvPr/>
        </p:nvGrpSpPr>
        <p:grpSpPr>
          <a:xfrm>
            <a:off x="4398879" y="3171076"/>
            <a:ext cx="1398905" cy="1014730"/>
            <a:chOff x="3840863" y="570952"/>
            <a:chExt cx="1398905" cy="1014730"/>
          </a:xfrm>
          <a:noFill/>
        </p:grpSpPr>
        <p:sp>
          <p:nvSpPr>
            <p:cNvPr id="14" name="文本框 28"/>
            <p:cNvSpPr txBox="1"/>
            <p:nvPr/>
          </p:nvSpPr>
          <p:spPr>
            <a:xfrm>
              <a:off x="3840863" y="570952"/>
              <a:ext cx="1398905" cy="1014730"/>
            </a:xfrm>
            <a:prstGeom prst="rect">
              <a:avLst/>
            </a:prstGeom>
            <a:grpFill/>
          </p:spPr>
          <p:txBody>
            <a:bodyPr wrap="square" rtlCol="0">
              <a:spAutoFit/>
            </a:bodyPr>
            <a:lstStyle/>
            <a:p>
              <a:pPr algn="ctr"/>
              <a:r>
                <a:rPr lang="vi-VN" altLang="en-US" sz="60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3</a:t>
              </a:r>
              <a:endParaRPr lang="vi-VN" altLang="en-US" sz="60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mc:AlternateContent xmlns:mc="http://schemas.openxmlformats.org/markup-compatibility/2006" xmlns:p14="http://schemas.microsoft.com/office/powerpoint/2010/main">
          <mc:Choice Requires="p14">
            <p:contentPart r:id="rId9" p14:bwMode="auto">
              <p14:nvContentPartPr>
                <p14:cNvPr id="15" name="墨迹 29"/>
                <p14:cNvContentPartPr/>
                <p14:nvPr/>
              </p14:nvContentPartPr>
              <p14:xfrm rot="381586">
                <a:off x="4299182" y="1293504"/>
                <a:ext cx="845167" cy="155620"/>
              </p14:xfrm>
            </p:contentPart>
          </mc:Choice>
          <mc:Fallback xmlns="">
            <p:pic>
              <p:nvPicPr>
                <p:cNvPr id="15" name="墨迹 29"/>
              </p:nvPicPr>
              <p:blipFill>
                <a:blip r:embed="rId10"/>
              </p:blipFill>
              <p:spPr>
                <a:xfrm rot="381586">
                  <a:off x="4299182" y="1293504"/>
                  <a:ext cx="845167" cy="155620"/>
                </a:xfrm>
                <a:prstGeom prst="rect"/>
              </p:spPr>
            </p:pic>
          </mc:Fallback>
        </mc:AlternateContent>
      </p:grpSp>
      <p:grpSp>
        <p:nvGrpSpPr>
          <p:cNvPr id="16" name="组合 1"/>
          <p:cNvGrpSpPr/>
          <p:nvPr/>
        </p:nvGrpSpPr>
        <p:grpSpPr>
          <a:xfrm>
            <a:off x="4398879" y="4267086"/>
            <a:ext cx="1398905" cy="1014730"/>
            <a:chOff x="3840863" y="570952"/>
            <a:chExt cx="1398905" cy="1014730"/>
          </a:xfrm>
          <a:noFill/>
        </p:grpSpPr>
        <p:sp>
          <p:nvSpPr>
            <p:cNvPr id="22" name="文本框 28"/>
            <p:cNvSpPr txBox="1"/>
            <p:nvPr/>
          </p:nvSpPr>
          <p:spPr>
            <a:xfrm>
              <a:off x="3840863" y="570952"/>
              <a:ext cx="1398905" cy="1014730"/>
            </a:xfrm>
            <a:prstGeom prst="rect">
              <a:avLst/>
            </a:prstGeom>
            <a:grpFill/>
          </p:spPr>
          <p:txBody>
            <a:bodyPr wrap="square" rtlCol="0">
              <a:spAutoFit/>
            </a:bodyPr>
            <a:lstStyle/>
            <a:p>
              <a:pPr algn="ctr"/>
              <a:r>
                <a:rPr lang="vi-VN" altLang="en-US" sz="60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4</a:t>
              </a:r>
              <a:endParaRPr lang="vi-VN" altLang="en-US" sz="60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mc:AlternateContent xmlns:mc="http://schemas.openxmlformats.org/markup-compatibility/2006" xmlns:p14="http://schemas.microsoft.com/office/powerpoint/2010/main">
          <mc:Choice Requires="p14">
            <p:contentPart r:id="rId11" p14:bwMode="auto">
              <p14:nvContentPartPr>
                <p14:cNvPr id="24" name="墨迹 29"/>
                <p14:cNvContentPartPr/>
                <p14:nvPr/>
              </p14:nvContentPartPr>
              <p14:xfrm rot="381586">
                <a:off x="4299182" y="1293504"/>
                <a:ext cx="845167" cy="155620"/>
              </p14:xfrm>
            </p:contentPart>
          </mc:Choice>
          <mc:Fallback xmlns="">
            <p:pic>
              <p:nvPicPr>
                <p:cNvPr id="24" name="墨迹 29"/>
              </p:nvPicPr>
              <p:blipFill>
                <a:blip r:embed="rId12"/>
              </p:blipFill>
              <p:spPr>
                <a:xfrm rot="381586">
                  <a:off x="4299182" y="1293504"/>
                  <a:ext cx="845167" cy="155620"/>
                </a:xfrm>
                <a:prstGeom prst="rect"/>
              </p:spPr>
            </p:pic>
          </mc:Fallback>
        </mc:AlternateContent>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440468" y="1658424"/>
            <a:ext cx="1778000" cy="3769360"/>
          </a:xfrm>
          <a:prstGeom prst="rect">
            <a:avLst/>
          </a:prstGeom>
          <a:noFill/>
        </p:spPr>
        <p:txBody>
          <a:bodyPr wrap="square" rtlCol="0">
            <a:spAutoFit/>
          </a:bodyPr>
          <a:lstStyle/>
          <a:p>
            <a:pPr algn="ctr"/>
            <a:r>
              <a:rPr lang="en-US" altLang="zh-CN" sz="23900" b="1" spc="-300" dirty="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rPr>
              <a:t>1</a:t>
            </a:r>
            <a:endParaRPr lang="en-US" altLang="zh-CN" sz="23900" b="1" spc="-300" dirty="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endParaRPr>
          </a:p>
        </p:txBody>
      </p:sp>
      <p:sp>
        <p:nvSpPr>
          <p:cNvPr id="9" name="矩形 8"/>
          <p:cNvSpPr/>
          <p:nvPr/>
        </p:nvSpPr>
        <p:spPr>
          <a:xfrm>
            <a:off x="4935017" y="1957767"/>
            <a:ext cx="5526405" cy="897890"/>
          </a:xfrm>
          <a:prstGeom prst="rect">
            <a:avLst/>
          </a:prstGeom>
        </p:spPr>
        <p:txBody>
          <a:bodyPr wrap="none" lIns="68571" tIns="34285" rIns="68571" bIns="34285">
            <a:spAutoFit/>
          </a:bodyPr>
          <a:lstStyle/>
          <a:p>
            <a:pPr marL="0" lvl="1" algn="ct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Giới thiệu đề tài</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5041440" y="3196639"/>
              <a:ext cx="5904720" cy="131040"/>
            </p14:xfrm>
          </p:contentPart>
        </mc:Choice>
        <mc:Fallback xmlns="">
          <p:pic>
            <p:nvPicPr>
              <p:cNvPr id="3" name="墨迹 2"/>
            </p:nvPicPr>
            <p:blipFill>
              <a:blip r:embed="rId2"/>
            </p:blipFill>
            <p:spPr>
              <a:xfrm>
                <a:off x="5041440" y="3196639"/>
                <a:ext cx="5904720" cy="1310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5073120" y="4751119"/>
              <a:ext cx="6123960" cy="151920"/>
            </p14:xfrm>
          </p:contentPart>
        </mc:Choice>
        <mc:Fallback xmlns="">
          <p:pic>
            <p:nvPicPr>
              <p:cNvPr id="5" name="墨迹 4"/>
            </p:nvPicPr>
            <p:blipFill>
              <a:blip r:embed="rId4"/>
            </p:blipFill>
            <p:spPr>
              <a:xfrm>
                <a:off x="5073120" y="4751119"/>
                <a:ext cx="6123960" cy="151920"/>
              </a:xfrm>
              <a:prstGeom prst="rect"/>
            </p:spPr>
          </p:pic>
        </mc:Fallback>
      </mc:AlternateContent>
      <p:grpSp>
        <p:nvGrpSpPr>
          <p:cNvPr id="11" name="组合 10"/>
          <p:cNvGrpSpPr/>
          <p:nvPr/>
        </p:nvGrpSpPr>
        <p:grpSpPr>
          <a:xfrm>
            <a:off x="5759450" y="3561080"/>
            <a:ext cx="5437505" cy="955040"/>
            <a:chOff x="5973738" y="4953001"/>
            <a:chExt cx="4309458" cy="954847"/>
          </a:xfrm>
        </p:grpSpPr>
        <p:sp>
          <p:nvSpPr>
            <p:cNvPr id="12" name="矩形 11"/>
            <p:cNvSpPr/>
            <p:nvPr/>
          </p:nvSpPr>
          <p:spPr>
            <a:xfrm>
              <a:off x="5973738" y="4953001"/>
              <a:ext cx="3966845" cy="436157"/>
            </a:xfrm>
            <a:prstGeom prst="rect">
              <a:avLst/>
            </a:prstGeom>
          </p:spPr>
          <p:txBody>
            <a:bodyPr wrap="square" lIns="68571" tIns="34285" rIns="68571" bIns="34285">
              <a:spAutoFit/>
            </a:bodyPr>
            <a:lstStyle/>
            <a:p>
              <a:pPr marL="342900" indent="-342900" algn="l">
                <a:buFont typeface="Wingdings" panose="05000000000000000000" charset="0"/>
                <a:buChar char="ü"/>
              </a:pPr>
              <a:r>
                <a:rPr lang="vi-VN"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rPr>
                <a:t>Web bán tài nguyên </a:t>
              </a:r>
              <a:r>
                <a:rPr lang="vi-VN"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rPr>
                <a:t>MMO</a:t>
              </a:r>
              <a:endParaRPr lang="vi-VN"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3" name="矩形 12"/>
            <p:cNvSpPr/>
            <p:nvPr/>
          </p:nvSpPr>
          <p:spPr>
            <a:xfrm>
              <a:off x="8567360" y="4953001"/>
              <a:ext cx="1715836" cy="438572"/>
            </a:xfrm>
            <a:prstGeom prst="rect">
              <a:avLst/>
            </a:prstGeom>
          </p:spPr>
          <p:txBody>
            <a:bodyPr wrap="square" lIns="68571" tIns="34285" rIns="68571" bIns="34285">
              <a:spAutoFit/>
            </a:bodyPr>
            <a:lstStyle/>
            <a:p>
              <a:pPr marL="342900" indent="-342900">
                <a:buFont typeface="IBM Plex Sans" panose="020B0503050203000203" charset="0"/>
                <a:buChar char="ü"/>
              </a:pPr>
              <a:endParaRPr lang="zh-CN" altLang="en-US" sz="2400" b="1"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4" name="矩形 13"/>
            <p:cNvSpPr/>
            <p:nvPr/>
          </p:nvSpPr>
          <p:spPr>
            <a:xfrm>
              <a:off x="5973738" y="5471691"/>
              <a:ext cx="2407116" cy="436157"/>
            </a:xfrm>
            <a:prstGeom prst="rect">
              <a:avLst/>
            </a:prstGeom>
          </p:spPr>
          <p:txBody>
            <a:bodyPr wrap="square" lIns="68571" tIns="34285" rIns="68571" bIns="34285">
              <a:spAutoFit/>
            </a:bodyPr>
            <a:lstStyle/>
            <a:p>
              <a:pPr marL="342900" lvl="0" indent="-342900" algn="l">
                <a:buClrTx/>
                <a:buSzTx/>
                <a:buFont typeface="Wingdings" panose="05000000000000000000" charset="0"/>
                <a:buChar char="ü"/>
              </a:pPr>
              <a:r>
                <a:rPr lang="vi-V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Sping </a:t>
              </a:r>
              <a:r>
                <a:rPr lang="vi-V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Boot</a:t>
              </a:r>
              <a:endParaRPr lang="vi-V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sp>
          <p:nvSpPr>
            <p:cNvPr id="15" name="矩形 14"/>
            <p:cNvSpPr/>
            <p:nvPr/>
          </p:nvSpPr>
          <p:spPr>
            <a:xfrm>
              <a:off x="8567360" y="5471603"/>
              <a:ext cx="1423670" cy="436157"/>
            </a:xfrm>
            <a:prstGeom prst="rect">
              <a:avLst/>
            </a:prstGeom>
          </p:spPr>
          <p:txBody>
            <a:bodyPr wrap="square" lIns="68571" tIns="34285" rIns="68571" bIns="34285">
              <a:spAutoFit/>
            </a:bodyPr>
            <a:lstStyle/>
            <a:p>
              <a:pPr lvl="0" indent="0" algn="l">
                <a:buClrTx/>
                <a:buSzTx/>
                <a:buFont typeface="Wingdings" panose="05000000000000000000" charset="0"/>
                <a:buNone/>
              </a:pPr>
              <a:endPar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sp>
          <p:nvSpPr>
            <p:cNvPr id="2" name="矩形 1"/>
            <p:cNvSpPr/>
            <p:nvPr/>
          </p:nvSpPr>
          <p:spPr>
            <a:xfrm>
              <a:off x="8567360" y="4978208"/>
              <a:ext cx="1423670" cy="436157"/>
            </a:xfrm>
            <a:prstGeom prst="rect">
              <a:avLst/>
            </a:prstGeom>
          </p:spPr>
          <p:txBody>
            <a:bodyPr wrap="square" lIns="68571" tIns="34285" rIns="68571" bIns="34285">
              <a:spAutoFit/>
            </a:bodyPr>
            <a:p>
              <a:pPr lvl="0" indent="0" algn="l">
                <a:buClrTx/>
                <a:buSzTx/>
                <a:buFont typeface="Wingdings" panose="05000000000000000000" charset="0"/>
                <a:buNone/>
              </a:pPr>
              <a:endPar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grpSp>
      <p:grpSp>
        <p:nvGrpSpPr>
          <p:cNvPr id="19" name="组合 18"/>
          <p:cNvGrpSpPr/>
          <p:nvPr/>
        </p:nvGrpSpPr>
        <p:grpSpPr>
          <a:xfrm>
            <a:off x="0" y="406400"/>
            <a:ext cx="12192000" cy="228600"/>
            <a:chOff x="0" y="571500"/>
            <a:chExt cx="12192000" cy="228600"/>
          </a:xfrm>
        </p:grpSpPr>
        <p:cxnSp>
          <p:nvCxnSpPr>
            <p:cNvPr id="20" name="直接连接符 19"/>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rot="10800000">
            <a:off x="0" y="6235700"/>
            <a:ext cx="12192000" cy="228600"/>
            <a:chOff x="0" y="571500"/>
            <a:chExt cx="12192000" cy="228600"/>
          </a:xfrm>
        </p:grpSpPr>
        <p:cxnSp>
          <p:nvCxnSpPr>
            <p:cNvPr id="23" name="直接连接符 22"/>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en-US" altLang="zh-CN"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1</a:t>
            </a:r>
            <a:endParaRPr lang="en-US" altLang="zh-CN"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2360485" y="551051"/>
            <a:ext cx="7985760" cy="1729105"/>
          </a:xfrm>
          <a:prstGeom prst="rect">
            <a:avLst/>
          </a:prstGeom>
        </p:spPr>
        <p:txBody>
          <a:bodyPr wrap="none" lIns="68571" tIns="34285" rIns="68571" bIns="34285">
            <a:spAutoFit/>
          </a:bodyPr>
          <a:lstStyle/>
          <a:p>
            <a:pPr marL="0" lvl="1" algn="ctr"/>
            <a:r>
              <a:rPr lang="vi-VN" altLang="zh-CN" sz="5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Web bán tài nguyên MMO</a:t>
            </a:r>
            <a:endParaRPr lang="vi-VN" altLang="zh-CN" sz="5400" b="1" dirty="0" smtClean="0">
              <a:solidFill>
                <a:srgbClr val="44546A"/>
              </a:solidFill>
              <a:latin typeface="Times New Roman" panose="02020603050405020304" charset="0"/>
              <a:ea typeface="IBM Plex Sans SemiBold" panose="020B0703050203000203" charset="0"/>
              <a:cs typeface="Times New Roman" panose="02020603050405020304" charset="0"/>
            </a:endParaRPr>
          </a:p>
          <a:p>
            <a:pPr marL="0" lvl="1" algn="ct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0" name="圆角矩形 9"/>
          <p:cNvSpPr/>
          <p:nvPr/>
        </p:nvSpPr>
        <p:spPr>
          <a:xfrm>
            <a:off x="400050" y="1907234"/>
            <a:ext cx="11391900" cy="4580965"/>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sp>
        <p:nvSpPr>
          <p:cNvPr id="14" name="矩形 7"/>
          <p:cNvSpPr>
            <a:spLocks noChangeArrowheads="1"/>
          </p:cNvSpPr>
          <p:nvPr/>
        </p:nvSpPr>
        <p:spPr bwMode="auto">
          <a:xfrm>
            <a:off x="582930" y="2411730"/>
            <a:ext cx="10986135" cy="331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indent="457200" algn="just">
              <a:lnSpc>
                <a:spcPct val="150000"/>
              </a:lnSpc>
            </a:pP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sym typeface="+mn-ea"/>
              </a:rPr>
              <a:t>Website bán tài nguyên MMO (Make Money Online) là nơi cung cấp các công cụ, tài khoản, phần mềm và khóa học phục vụ cho việc kiếm tiền online. Website hỗ trợ ngư</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sym typeface="+mn-ea"/>
              </a:rPr>
              <a:t>ời dùng tiếp cận nhanh chóng với các tài nguyên cần thiết cho các hình thức như affiliate, dropshipping, TikTok Shop, chạy quảng cáo, v.v.</a:t>
            </a:r>
            <a:endParaRPr lang="en-US" altLang="en-US" sz="2500" dirty="0">
              <a:solidFill>
                <a:srgbClr val="44546A"/>
              </a:solidFill>
              <a:latin typeface="Times New Roman" panose="02020603050405020304" charset="0"/>
              <a:ea typeface="IBM Plex Sans" panose="020B0503050203000203" charset="0"/>
              <a:cs typeface="Times New Roman" panose="02020603050405020304" charset="0"/>
              <a:sym typeface="+mn-ea"/>
            </a:endParaRPr>
          </a:p>
          <a:p>
            <a:pPr indent="457200" algn="just">
              <a:lnSpc>
                <a:spcPct val="150000"/>
              </a:lnSpc>
            </a:pP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sym typeface="+mn-ea"/>
              </a:rPr>
              <a:t>Với giao diện thân thiện, thanh toán tiện lợi và cập nhật xu hướng thư</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sym typeface="+mn-ea"/>
              </a:rPr>
              <a:t>ờng xuyên, website là trợ thủ đắc lực cho cộng đ</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sym typeface="+mn-ea"/>
              </a:rPr>
              <a:t>ồng làm MMO, đặc biệt là ngư</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sym typeface="+mn-ea"/>
              </a:rPr>
              <a:t>ời mới bắt đầu.</a:t>
            </a:r>
            <a:endParaRPr lang="en-US" altLang="en-US" sz="2500" dirty="0">
              <a:solidFill>
                <a:srgbClr val="44546A"/>
              </a:solidFill>
              <a:latin typeface="Times New Roman" panose="02020603050405020304" charset="0"/>
              <a:ea typeface="IBM Plex Sans" panose="020B0503050203000203" charset="0"/>
              <a:cs typeface="Times New Roman" panose="02020603050405020304" charset="0"/>
              <a:sym typeface="+mn-ea"/>
            </a:endParaRPr>
          </a:p>
        </p:txBody>
      </p:sp>
      <p:grpSp>
        <p:nvGrpSpPr>
          <p:cNvPr id="2" name="Group 1"/>
          <p:cNvGrpSpPr/>
          <p:nvPr/>
        </p:nvGrpSpPr>
        <p:grpSpPr>
          <a:xfrm>
            <a:off x="-82550" y="1697990"/>
            <a:ext cx="1111250" cy="713740"/>
            <a:chOff x="1759" y="4451"/>
            <a:chExt cx="7230" cy="4598"/>
          </a:xfrm>
        </p:grpSpPr>
        <mc:AlternateContent xmlns:mc="http://schemas.openxmlformats.org/markup-compatibility/2006" xmlns:p14="http://schemas.microsoft.com/office/powerpoint/2010/main">
          <mc:Choice Requires="p14">
            <p:contentPart r:id="rId3" p14:bwMode="auto">
              <p14:nvContentPartPr>
                <p14:cNvPr id="13" name="墨迹 12"/>
                <p14:cNvContentPartPr/>
                <p14:nvPr/>
              </p14:nvContentPartPr>
              <p14:xfrm>
                <a:off x="1759" y="4451"/>
                <a:ext cx="7231" cy="4598"/>
              </p14:xfrm>
            </p:contentPart>
          </mc:Choice>
          <mc:Fallback xmlns="">
            <p:pic>
              <p:nvPicPr>
                <p:cNvPr id="13" name="墨迹 12"/>
              </p:nvPicPr>
              <p:blipFill>
                <a:blip r:embed="rId4"/>
              </p:blipFill>
              <p:spPr>
                <a:xfrm>
                  <a:off x="1759" y="4451"/>
                  <a:ext cx="7231" cy="4598"/>
                </a:xfrm>
                <a:prstGeom prst="rect"/>
              </p:spPr>
            </p:pic>
          </mc:Fallback>
        </mc:AlternateContent>
        <p:sp>
          <p:nvSpPr>
            <p:cNvPr id="16" name="KSO_Shape"/>
            <p:cNvSpPr/>
            <p:nvPr/>
          </p:nvSpPr>
          <p:spPr bwMode="auto">
            <a:xfrm rot="1918848">
              <a:off x="3494" y="5176"/>
              <a:ext cx="1832" cy="2450"/>
            </a:xfrm>
            <a:custGeom>
              <a:avLst/>
              <a:gdLst>
                <a:gd name="T0" fmla="*/ 1281616 w 634"/>
                <a:gd name="T1" fmla="*/ 39819 h 633"/>
                <a:gd name="T2" fmla="*/ 1281616 w 634"/>
                <a:gd name="T3" fmla="*/ 39819 h 633"/>
                <a:gd name="T4" fmla="*/ 0 w 634"/>
                <a:gd name="T5" fmla="*/ 878867 h 633"/>
                <a:gd name="T6" fmla="*/ 405951 w 634"/>
                <a:gd name="T7" fmla="*/ 1214486 h 633"/>
                <a:gd name="T8" fmla="*/ 656748 w 634"/>
                <a:gd name="T9" fmla="*/ 1797553 h 633"/>
                <a:gd name="T10" fmla="*/ 1313497 w 634"/>
                <a:gd name="T11" fmla="*/ 82483 h 633"/>
                <a:gd name="T12" fmla="*/ 1281616 w 634"/>
                <a:gd name="T13" fmla="*/ 39819 h 633"/>
                <a:gd name="T14" fmla="*/ 157280 w 634"/>
                <a:gd name="T15" fmla="*/ 878867 h 633"/>
                <a:gd name="T16" fmla="*/ 157280 w 634"/>
                <a:gd name="T17" fmla="*/ 878867 h 633"/>
                <a:gd name="T18" fmla="*/ 1126461 w 634"/>
                <a:gd name="T19" fmla="*/ 250292 h 633"/>
                <a:gd name="T20" fmla="*/ 437832 w 634"/>
                <a:gd name="T21" fmla="*/ 1086496 h 633"/>
                <a:gd name="T22" fmla="*/ 157280 w 634"/>
                <a:gd name="T23" fmla="*/ 878867 h 633"/>
                <a:gd name="T24" fmla="*/ 656748 w 634"/>
                <a:gd name="T25" fmla="*/ 1589924 h 633"/>
                <a:gd name="T26" fmla="*/ 656748 w 634"/>
                <a:gd name="T27" fmla="*/ 1589924 h 633"/>
                <a:gd name="T28" fmla="*/ 501594 w 634"/>
                <a:gd name="T29" fmla="*/ 1129159 h 633"/>
                <a:gd name="T30" fmla="*/ 1158342 w 634"/>
                <a:gd name="T31" fmla="*/ 290111 h 633"/>
                <a:gd name="T32" fmla="*/ 656748 w 634"/>
                <a:gd name="T33" fmla="*/ 1589924 h 6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34" h="633">
                  <a:moveTo>
                    <a:pt x="603" y="14"/>
                  </a:moveTo>
                  <a:lnTo>
                    <a:pt x="603" y="14"/>
                  </a:lnTo>
                  <a:cubicBezTo>
                    <a:pt x="574" y="14"/>
                    <a:pt x="0" y="309"/>
                    <a:pt x="0" y="309"/>
                  </a:cubicBezTo>
                  <a:lnTo>
                    <a:pt x="191" y="427"/>
                  </a:lnTo>
                  <a:lnTo>
                    <a:pt x="309" y="632"/>
                  </a:lnTo>
                  <a:cubicBezTo>
                    <a:pt x="309" y="632"/>
                    <a:pt x="618" y="44"/>
                    <a:pt x="618" y="29"/>
                  </a:cubicBezTo>
                  <a:cubicBezTo>
                    <a:pt x="633" y="14"/>
                    <a:pt x="618" y="0"/>
                    <a:pt x="603" y="14"/>
                  </a:cubicBezTo>
                  <a:close/>
                  <a:moveTo>
                    <a:pt x="74" y="309"/>
                  </a:moveTo>
                  <a:lnTo>
                    <a:pt x="74" y="309"/>
                  </a:lnTo>
                  <a:cubicBezTo>
                    <a:pt x="530" y="88"/>
                    <a:pt x="530" y="88"/>
                    <a:pt x="530" y="88"/>
                  </a:cubicBezTo>
                  <a:cubicBezTo>
                    <a:pt x="206" y="382"/>
                    <a:pt x="206" y="382"/>
                    <a:pt x="206" y="382"/>
                  </a:cubicBezTo>
                  <a:lnTo>
                    <a:pt x="74" y="309"/>
                  </a:lnTo>
                  <a:close/>
                  <a:moveTo>
                    <a:pt x="309" y="559"/>
                  </a:moveTo>
                  <a:lnTo>
                    <a:pt x="309" y="559"/>
                  </a:lnTo>
                  <a:cubicBezTo>
                    <a:pt x="309" y="559"/>
                    <a:pt x="250" y="441"/>
                    <a:pt x="236" y="397"/>
                  </a:cubicBezTo>
                  <a:cubicBezTo>
                    <a:pt x="545" y="102"/>
                    <a:pt x="545" y="102"/>
                    <a:pt x="545" y="102"/>
                  </a:cubicBezTo>
                  <a:lnTo>
                    <a:pt x="309" y="559"/>
                  </a:lnTo>
                  <a:close/>
                </a:path>
              </a:pathLst>
            </a:custGeom>
            <a:solidFill>
              <a:srgbClr val="44546A"/>
            </a:solidFill>
            <a:ln>
              <a:noFill/>
            </a:ln>
          </p:spPr>
          <p:txBody>
            <a:bodyPr wrap="none" lIns="121908" tIns="60955" rIns="121908" bIns="60955"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9pPr>
            </a:lstStyle>
            <a:p>
              <a:endParaRPr lang="zh-CN" altLang="en-US">
                <a:latin typeface="Times New Roman" panose="02020603050405020304" charset="0"/>
                <a:ea typeface="IBM Plex Sans" panose="020B0503050203000203" charset="0"/>
                <a:cs typeface="Times New Roman" panose="02020603050405020304" charset="0"/>
              </a:endParaRPr>
            </a:p>
          </p:txBody>
        </p:sp>
      </p:grpSp>
      <p:sp>
        <p:nvSpPr>
          <p:cNvPr id="27" name="Freeform 23"/>
          <p:cNvSpPr/>
          <p:nvPr/>
        </p:nvSpPr>
        <p:spPr bwMode="auto">
          <a:xfrm>
            <a:off x="11792170" y="130865"/>
            <a:ext cx="291718" cy="302976"/>
          </a:xfrm>
          <a:custGeom>
            <a:avLst/>
            <a:gdLst>
              <a:gd name="T0" fmla="*/ 100 w 137"/>
              <a:gd name="T1" fmla="*/ 57 h 142"/>
              <a:gd name="T2" fmla="*/ 137 w 137"/>
              <a:gd name="T3" fmla="*/ 57 h 142"/>
              <a:gd name="T4" fmla="*/ 76 w 137"/>
              <a:gd name="T5" fmla="*/ 4 h 142"/>
              <a:gd name="T6" fmla="*/ 70 w 137"/>
              <a:gd name="T7" fmla="*/ 0 h 142"/>
              <a:gd name="T8" fmla="*/ 63 w 137"/>
              <a:gd name="T9" fmla="*/ 4 h 142"/>
              <a:gd name="T10" fmla="*/ 0 w 137"/>
              <a:gd name="T11" fmla="*/ 57 h 142"/>
              <a:gd name="T12" fmla="*/ 40 w 137"/>
              <a:gd name="T13" fmla="*/ 57 h 142"/>
              <a:gd name="T14" fmla="*/ 63 w 137"/>
              <a:gd name="T15" fmla="*/ 4 h 142"/>
              <a:gd name="T16" fmla="*/ 62 w 137"/>
              <a:gd name="T17" fmla="*/ 5 h 142"/>
              <a:gd name="T18" fmla="*/ 44 w 137"/>
              <a:gd name="T19" fmla="*/ 57 h 142"/>
              <a:gd name="T20" fmla="*/ 65 w 137"/>
              <a:gd name="T21" fmla="*/ 57 h 142"/>
              <a:gd name="T22" fmla="*/ 65 w 137"/>
              <a:gd name="T23" fmla="*/ 122 h 142"/>
              <a:gd name="T24" fmla="*/ 65 w 137"/>
              <a:gd name="T25" fmla="*/ 125 h 142"/>
              <a:gd name="T26" fmla="*/ 65 w 137"/>
              <a:gd name="T27" fmla="*/ 130 h 142"/>
              <a:gd name="T28" fmla="*/ 76 w 137"/>
              <a:gd name="T29" fmla="*/ 142 h 142"/>
              <a:gd name="T30" fmla="*/ 88 w 137"/>
              <a:gd name="T31" fmla="*/ 130 h 142"/>
              <a:gd name="T32" fmla="*/ 88 w 137"/>
              <a:gd name="T33" fmla="*/ 125 h 142"/>
              <a:gd name="T34" fmla="*/ 80 w 137"/>
              <a:gd name="T35" fmla="*/ 125 h 142"/>
              <a:gd name="T36" fmla="*/ 80 w 137"/>
              <a:gd name="T37" fmla="*/ 127 h 142"/>
              <a:gd name="T38" fmla="*/ 80 w 137"/>
              <a:gd name="T39" fmla="*/ 129 h 142"/>
              <a:gd name="T40" fmla="*/ 76 w 137"/>
              <a:gd name="T41" fmla="*/ 133 h 142"/>
              <a:gd name="T42" fmla="*/ 73 w 137"/>
              <a:gd name="T43" fmla="*/ 129 h 142"/>
              <a:gd name="T44" fmla="*/ 73 w 137"/>
              <a:gd name="T45" fmla="*/ 127 h 142"/>
              <a:gd name="T46" fmla="*/ 73 w 137"/>
              <a:gd name="T47" fmla="*/ 125 h 142"/>
              <a:gd name="T48" fmla="*/ 73 w 137"/>
              <a:gd name="T49" fmla="*/ 111 h 142"/>
              <a:gd name="T50" fmla="*/ 73 w 137"/>
              <a:gd name="T51" fmla="*/ 57 h 142"/>
              <a:gd name="T52" fmla="*/ 95 w 137"/>
              <a:gd name="T53" fmla="*/ 57 h 142"/>
              <a:gd name="T54" fmla="*/ 77 w 137"/>
              <a:gd name="T55" fmla="*/ 5 h 142"/>
              <a:gd name="T56" fmla="*/ 76 w 137"/>
              <a:gd name="T57" fmla="*/ 4 h 142"/>
              <a:gd name="T58" fmla="*/ 100 w 137"/>
              <a:gd name="T59" fmla="*/ 5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7" h="142">
                <a:moveTo>
                  <a:pt x="100" y="57"/>
                </a:moveTo>
                <a:cubicBezTo>
                  <a:pt x="137" y="57"/>
                  <a:pt x="137" y="57"/>
                  <a:pt x="137" y="57"/>
                </a:cubicBezTo>
                <a:cubicBezTo>
                  <a:pt x="130" y="28"/>
                  <a:pt x="106" y="7"/>
                  <a:pt x="76" y="4"/>
                </a:cubicBezTo>
                <a:cubicBezTo>
                  <a:pt x="75" y="1"/>
                  <a:pt x="73" y="0"/>
                  <a:pt x="70" y="0"/>
                </a:cubicBezTo>
                <a:cubicBezTo>
                  <a:pt x="67" y="0"/>
                  <a:pt x="64" y="1"/>
                  <a:pt x="63" y="4"/>
                </a:cubicBezTo>
                <a:cubicBezTo>
                  <a:pt x="33" y="6"/>
                  <a:pt x="8" y="28"/>
                  <a:pt x="0" y="57"/>
                </a:cubicBezTo>
                <a:cubicBezTo>
                  <a:pt x="40" y="57"/>
                  <a:pt x="40" y="57"/>
                  <a:pt x="40" y="57"/>
                </a:cubicBezTo>
                <a:cubicBezTo>
                  <a:pt x="40" y="24"/>
                  <a:pt x="58" y="7"/>
                  <a:pt x="63" y="4"/>
                </a:cubicBezTo>
                <a:cubicBezTo>
                  <a:pt x="63" y="4"/>
                  <a:pt x="62" y="5"/>
                  <a:pt x="62" y="5"/>
                </a:cubicBezTo>
                <a:cubicBezTo>
                  <a:pt x="41" y="31"/>
                  <a:pt x="44" y="57"/>
                  <a:pt x="44" y="57"/>
                </a:cubicBezTo>
                <a:cubicBezTo>
                  <a:pt x="65" y="57"/>
                  <a:pt x="65" y="57"/>
                  <a:pt x="65" y="57"/>
                </a:cubicBezTo>
                <a:cubicBezTo>
                  <a:pt x="65" y="122"/>
                  <a:pt x="65" y="122"/>
                  <a:pt x="65" y="122"/>
                </a:cubicBezTo>
                <a:cubicBezTo>
                  <a:pt x="65" y="125"/>
                  <a:pt x="65" y="125"/>
                  <a:pt x="65" y="125"/>
                </a:cubicBezTo>
                <a:cubicBezTo>
                  <a:pt x="65" y="130"/>
                  <a:pt x="65" y="130"/>
                  <a:pt x="65" y="130"/>
                </a:cubicBezTo>
                <a:cubicBezTo>
                  <a:pt x="65" y="136"/>
                  <a:pt x="70" y="142"/>
                  <a:pt x="76" y="142"/>
                </a:cubicBezTo>
                <a:cubicBezTo>
                  <a:pt x="83" y="142"/>
                  <a:pt x="88" y="136"/>
                  <a:pt x="88" y="130"/>
                </a:cubicBezTo>
                <a:cubicBezTo>
                  <a:pt x="88" y="125"/>
                  <a:pt x="88" y="125"/>
                  <a:pt x="88" y="125"/>
                </a:cubicBezTo>
                <a:cubicBezTo>
                  <a:pt x="80" y="125"/>
                  <a:pt x="80" y="125"/>
                  <a:pt x="80" y="125"/>
                </a:cubicBezTo>
                <a:cubicBezTo>
                  <a:pt x="80" y="127"/>
                  <a:pt x="80" y="127"/>
                  <a:pt x="80" y="127"/>
                </a:cubicBezTo>
                <a:cubicBezTo>
                  <a:pt x="80" y="129"/>
                  <a:pt x="80" y="129"/>
                  <a:pt x="80" y="129"/>
                </a:cubicBezTo>
                <a:cubicBezTo>
                  <a:pt x="80" y="131"/>
                  <a:pt x="78" y="133"/>
                  <a:pt x="76" y="133"/>
                </a:cubicBezTo>
                <a:cubicBezTo>
                  <a:pt x="74" y="133"/>
                  <a:pt x="73" y="131"/>
                  <a:pt x="73" y="129"/>
                </a:cubicBezTo>
                <a:cubicBezTo>
                  <a:pt x="73" y="127"/>
                  <a:pt x="73" y="127"/>
                  <a:pt x="73" y="127"/>
                </a:cubicBezTo>
                <a:cubicBezTo>
                  <a:pt x="73" y="125"/>
                  <a:pt x="73" y="125"/>
                  <a:pt x="73" y="125"/>
                </a:cubicBezTo>
                <a:cubicBezTo>
                  <a:pt x="73" y="111"/>
                  <a:pt x="73" y="111"/>
                  <a:pt x="73" y="111"/>
                </a:cubicBezTo>
                <a:cubicBezTo>
                  <a:pt x="73" y="57"/>
                  <a:pt x="73" y="57"/>
                  <a:pt x="73" y="57"/>
                </a:cubicBezTo>
                <a:cubicBezTo>
                  <a:pt x="95" y="57"/>
                  <a:pt x="95" y="57"/>
                  <a:pt x="95" y="57"/>
                </a:cubicBezTo>
                <a:cubicBezTo>
                  <a:pt x="95" y="57"/>
                  <a:pt x="98" y="31"/>
                  <a:pt x="77" y="5"/>
                </a:cubicBezTo>
                <a:cubicBezTo>
                  <a:pt x="77" y="5"/>
                  <a:pt x="77" y="4"/>
                  <a:pt x="76" y="4"/>
                </a:cubicBezTo>
                <a:cubicBezTo>
                  <a:pt x="81" y="7"/>
                  <a:pt x="100" y="24"/>
                  <a:pt x="100" y="57"/>
                </a:cubicBezTo>
                <a:close/>
              </a:path>
            </a:pathLst>
          </a:custGeom>
          <a:solidFill>
            <a:srgbClr val="44546A"/>
          </a:solidFill>
          <a:ln>
            <a:noFill/>
          </a:ln>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440468" y="1658424"/>
            <a:ext cx="1778000" cy="3769360"/>
          </a:xfrm>
          <a:prstGeom prst="rect">
            <a:avLst/>
          </a:prstGeom>
          <a:noFill/>
        </p:spPr>
        <p:txBody>
          <a:bodyPr wrap="square" rtlCol="0">
            <a:spAutoFit/>
          </a:bodyPr>
          <a:lstStyle/>
          <a:p>
            <a:pPr algn="ctr"/>
            <a:r>
              <a:rPr lang="vi-VN" altLang="en-US" sz="23900" b="1" spc="-300" dirty="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rPr>
              <a:t>2</a:t>
            </a:r>
            <a:endParaRPr lang="vi-VN" altLang="en-US" sz="23900" b="1" spc="-300" dirty="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endParaRPr>
          </a:p>
        </p:txBody>
      </p:sp>
      <p:sp>
        <p:nvSpPr>
          <p:cNvPr id="9" name="矩形 8"/>
          <p:cNvSpPr/>
          <p:nvPr/>
        </p:nvSpPr>
        <p:spPr>
          <a:xfrm>
            <a:off x="3648710" y="2020570"/>
            <a:ext cx="8543290" cy="1666240"/>
          </a:xfrm>
          <a:prstGeom prst="rect">
            <a:avLst/>
          </a:prstGeom>
        </p:spPr>
        <p:txBody>
          <a:bodyPr wrap="none" lIns="68571" tIns="34285" rIns="68571" bIns="34285">
            <a:noAutofit/>
          </a:bodyPr>
          <a:lstStyle/>
          <a:p>
            <a:pPr marL="0" lvl="1" algn="ct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Tổng quan công </a:t>
            </a: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nghệ</a:t>
            </a:r>
            <a:endPar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5041440" y="3196639"/>
              <a:ext cx="5904720" cy="131040"/>
            </p14:xfrm>
          </p:contentPart>
        </mc:Choice>
        <mc:Fallback xmlns="">
          <p:pic>
            <p:nvPicPr>
              <p:cNvPr id="3" name="墨迹 2"/>
            </p:nvPicPr>
            <p:blipFill>
              <a:blip r:embed="rId2"/>
            </p:blipFill>
            <p:spPr>
              <a:xfrm>
                <a:off x="5041440" y="3196639"/>
                <a:ext cx="5904720" cy="1310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5073120" y="4751119"/>
              <a:ext cx="6123960" cy="151920"/>
            </p14:xfrm>
          </p:contentPart>
        </mc:Choice>
        <mc:Fallback xmlns="">
          <p:pic>
            <p:nvPicPr>
              <p:cNvPr id="5" name="墨迹 4"/>
            </p:nvPicPr>
            <p:blipFill>
              <a:blip r:embed="rId4"/>
            </p:blipFill>
            <p:spPr>
              <a:xfrm>
                <a:off x="5073120" y="4751119"/>
                <a:ext cx="6123960" cy="151920"/>
              </a:xfrm>
              <a:prstGeom prst="rect"/>
            </p:spPr>
          </p:pic>
        </mc:Fallback>
      </mc:AlternateContent>
      <p:grpSp>
        <p:nvGrpSpPr>
          <p:cNvPr id="11" name="组合 10"/>
          <p:cNvGrpSpPr/>
          <p:nvPr/>
        </p:nvGrpSpPr>
        <p:grpSpPr>
          <a:xfrm>
            <a:off x="5759601" y="3560812"/>
            <a:ext cx="4309458" cy="954847"/>
            <a:chOff x="5973738" y="4953001"/>
            <a:chExt cx="4309458" cy="954847"/>
          </a:xfrm>
        </p:grpSpPr>
        <p:sp>
          <p:nvSpPr>
            <p:cNvPr id="12" name="矩形 11"/>
            <p:cNvSpPr/>
            <p:nvPr/>
          </p:nvSpPr>
          <p:spPr>
            <a:xfrm>
              <a:off x="5973738" y="4953001"/>
              <a:ext cx="1423670" cy="436245"/>
            </a:xfrm>
            <a:prstGeom prst="rect">
              <a:avLst/>
            </a:prstGeom>
          </p:spPr>
          <p:txBody>
            <a:bodyPr wrap="none" lIns="68571" tIns="34285" rIns="68571" bIns="34285">
              <a:spAutoFit/>
            </a:bodyPr>
            <a:lstStyle/>
            <a:p>
              <a:pPr marL="342900" indent="-342900" algn="l">
                <a:buFont typeface="Wingdings" panose="05000000000000000000" charset="0"/>
                <a:buChar char="ü"/>
              </a:pPr>
              <a:r>
                <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rPr>
                <a:t>Topic 1</a:t>
              </a:r>
              <a:endPar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3" name="矩形 12"/>
            <p:cNvSpPr/>
            <p:nvPr/>
          </p:nvSpPr>
          <p:spPr>
            <a:xfrm>
              <a:off x="8567360" y="4953001"/>
              <a:ext cx="1715836" cy="438572"/>
            </a:xfrm>
            <a:prstGeom prst="rect">
              <a:avLst/>
            </a:prstGeom>
          </p:spPr>
          <p:txBody>
            <a:bodyPr wrap="none" lIns="68571" tIns="34285" rIns="68571" bIns="34285">
              <a:spAutoFit/>
            </a:bodyPr>
            <a:lstStyle/>
            <a:p>
              <a:pPr marL="342900" indent="-342900">
                <a:buFont typeface="IBM Plex Sans" panose="020B0503050203000203" charset="0"/>
                <a:buChar char="ü"/>
              </a:pPr>
              <a:endParaRPr lang="zh-CN" altLang="en-US" sz="2400" b="1"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4" name="矩形 13"/>
            <p:cNvSpPr/>
            <p:nvPr/>
          </p:nvSpPr>
          <p:spPr>
            <a:xfrm>
              <a:off x="5973738" y="5471603"/>
              <a:ext cx="1423670" cy="436245"/>
            </a:xfrm>
            <a:prstGeom prst="rect">
              <a:avLst/>
            </a:prstGeom>
          </p:spPr>
          <p:txBody>
            <a:bodyPr wrap="none" lIns="68571" tIns="34285" rIns="68571" bIns="34285">
              <a:spAutoFit/>
            </a:bodyPr>
            <a:lstStyle/>
            <a:p>
              <a:pPr marL="342900" lvl="0" indent="-342900" algn="l">
                <a:buClrTx/>
                <a:buSzTx/>
                <a:buFont typeface="Wingdings" panose="05000000000000000000" charset="0"/>
                <a:buChar char="ü"/>
              </a:pPr>
              <a:r>
                <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Topic </a:t>
              </a:r>
              <a:r>
                <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3</a:t>
              </a:r>
              <a:endPar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sp>
          <p:nvSpPr>
            <p:cNvPr id="15" name="矩形 14"/>
            <p:cNvSpPr/>
            <p:nvPr/>
          </p:nvSpPr>
          <p:spPr>
            <a:xfrm>
              <a:off x="8567360" y="5471603"/>
              <a:ext cx="1423670" cy="436245"/>
            </a:xfrm>
            <a:prstGeom prst="rect">
              <a:avLst/>
            </a:prstGeom>
          </p:spPr>
          <p:txBody>
            <a:bodyPr wrap="none" lIns="68571" tIns="34285" rIns="68571" bIns="34285">
              <a:spAutoFit/>
            </a:bodyPr>
            <a:lstStyle/>
            <a:p>
              <a:pPr marL="342900" lvl="0" indent="-342900" algn="l">
                <a:buClrTx/>
                <a:buSzTx/>
                <a:buFont typeface="Wingdings" panose="05000000000000000000" charset="0"/>
                <a:buChar char="ü"/>
              </a:pPr>
              <a:r>
                <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Topic </a:t>
              </a:r>
              <a:r>
                <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4</a:t>
              </a:r>
              <a:endPar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sp>
          <p:nvSpPr>
            <p:cNvPr id="2" name="矩形 1"/>
            <p:cNvSpPr/>
            <p:nvPr/>
          </p:nvSpPr>
          <p:spPr>
            <a:xfrm>
              <a:off x="8567360" y="4978208"/>
              <a:ext cx="1423670" cy="436245"/>
            </a:xfrm>
            <a:prstGeom prst="rect">
              <a:avLst/>
            </a:prstGeom>
          </p:spPr>
          <p:txBody>
            <a:bodyPr wrap="none" lIns="68571" tIns="34285" rIns="68571" bIns="34285">
              <a:spAutoFit/>
            </a:bodyPr>
            <a:p>
              <a:pPr marL="342900" lvl="0" indent="-342900" algn="l">
                <a:buClrTx/>
                <a:buSzTx/>
                <a:buFont typeface="Wingdings" panose="05000000000000000000" charset="0"/>
                <a:buChar char="ü"/>
              </a:pPr>
              <a:r>
                <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Topic </a:t>
              </a:r>
              <a:r>
                <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2</a:t>
              </a:r>
              <a:endPar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grpSp>
      <p:grpSp>
        <p:nvGrpSpPr>
          <p:cNvPr id="19" name="组合 18"/>
          <p:cNvGrpSpPr/>
          <p:nvPr/>
        </p:nvGrpSpPr>
        <p:grpSpPr>
          <a:xfrm>
            <a:off x="0" y="406400"/>
            <a:ext cx="12192000" cy="228600"/>
            <a:chOff x="0" y="571500"/>
            <a:chExt cx="12192000" cy="228600"/>
          </a:xfrm>
        </p:grpSpPr>
        <p:cxnSp>
          <p:nvCxnSpPr>
            <p:cNvPr id="20" name="直接连接符 19"/>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rot="10800000">
            <a:off x="0" y="6235700"/>
            <a:ext cx="12192000" cy="228600"/>
            <a:chOff x="0" y="571500"/>
            <a:chExt cx="12192000" cy="228600"/>
          </a:xfrm>
        </p:grpSpPr>
        <p:cxnSp>
          <p:nvCxnSpPr>
            <p:cNvPr id="23" name="直接连接符 22"/>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1</a:t>
            </a:r>
            <a:endPar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4208335" y="551051"/>
            <a:ext cx="4290060" cy="897890"/>
          </a:xfrm>
          <a:prstGeom prst="rect">
            <a:avLst/>
          </a:prstGeom>
        </p:spPr>
        <p:txBody>
          <a:bodyPr wrap="none" lIns="68571" tIns="34285" rIns="68571" bIns="34285">
            <a:spAutoFit/>
          </a:bodyPr>
          <a:lstStyle/>
          <a:p>
            <a:pPr marL="0" lvl="1" algn="ct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 Spring </a:t>
            </a: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Boot</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4" name="矩形 7"/>
          <p:cNvSpPr>
            <a:spLocks noChangeArrowheads="1"/>
          </p:cNvSpPr>
          <p:nvPr/>
        </p:nvSpPr>
        <p:spPr bwMode="auto">
          <a:xfrm>
            <a:off x="582930" y="1825625"/>
            <a:ext cx="10986135" cy="3547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indent="457200" algn="just">
              <a:lnSpc>
                <a:spcPct val="150000"/>
              </a:lnSpc>
            </a:pPr>
            <a:r>
              <a:rPr lang="en-US" altLang="en-US" sz="2800" dirty="0">
                <a:solidFill>
                  <a:srgbClr val="44546A"/>
                </a:solidFill>
                <a:latin typeface="Times New Roman" panose="02020603050405020304" charset="0"/>
                <a:ea typeface="IBM Plex Sans" panose="020B0503050203000203" charset="0"/>
                <a:cs typeface="Times New Roman" panose="02020603050405020304" charset="0"/>
              </a:rPr>
              <a:t>Spring Boot là một framework Java giúp phát triển ứng dụng web nhanh chóng và đ</a:t>
            </a:r>
            <a:r>
              <a:rPr lang="en-US" altLang="en-US" sz="2800" dirty="0">
                <a:solidFill>
                  <a:srgbClr val="44546A"/>
                </a:solidFill>
                <a:latin typeface="Times New Roman" panose="02020603050405020304" charset="0"/>
                <a:ea typeface="IBM Plex Sans" panose="020B0503050203000203" charset="0"/>
                <a:cs typeface="Times New Roman" panose="02020603050405020304" charset="0"/>
              </a:rPr>
              <a:t>ơn giản hơn. Nó đư</a:t>
            </a:r>
            <a:r>
              <a:rPr lang="en-US" altLang="en-US" sz="2800" dirty="0">
                <a:solidFill>
                  <a:srgbClr val="44546A"/>
                </a:solidFill>
                <a:latin typeface="Times New Roman" panose="02020603050405020304" charset="0"/>
                <a:ea typeface="IBM Plex Sans" panose="020B0503050203000203" charset="0"/>
                <a:cs typeface="Times New Roman" panose="02020603050405020304" charset="0"/>
              </a:rPr>
              <a:t>ợc xây dựng dựa trên nền tảng Spring, với khả nă</a:t>
            </a:r>
            <a:r>
              <a:rPr lang="en-US" altLang="en-US" sz="2800" dirty="0">
                <a:solidFill>
                  <a:srgbClr val="44546A"/>
                </a:solidFill>
                <a:latin typeface="Times New Roman" panose="02020603050405020304" charset="0"/>
                <a:ea typeface="IBM Plex Sans" panose="020B0503050203000203" charset="0"/>
                <a:cs typeface="Times New Roman" panose="02020603050405020304" charset="0"/>
              </a:rPr>
              <a:t>ng tự đ</a:t>
            </a:r>
            <a:r>
              <a:rPr lang="en-US" altLang="en-US" sz="2800" dirty="0">
                <a:solidFill>
                  <a:srgbClr val="44546A"/>
                </a:solidFill>
                <a:latin typeface="Times New Roman" panose="02020603050405020304" charset="0"/>
                <a:ea typeface="IBM Plex Sans" panose="020B0503050203000203" charset="0"/>
                <a:cs typeface="Times New Roman" panose="02020603050405020304" charset="0"/>
              </a:rPr>
              <a:t>ộng cấu hình và tích hợp sẵn server như</a:t>
            </a:r>
            <a:r>
              <a:rPr lang="en-US" altLang="en-US" sz="2800" dirty="0">
                <a:solidFill>
                  <a:srgbClr val="44546A"/>
                </a:solidFill>
                <a:latin typeface="Times New Roman" panose="02020603050405020304" charset="0"/>
                <a:ea typeface="IBM Plex Sans" panose="020B0503050203000203" charset="0"/>
                <a:cs typeface="Times New Roman" panose="02020603050405020304" charset="0"/>
              </a:rPr>
              <a:t> Tomcat.</a:t>
            </a:r>
            <a:endParaRPr lang="en-US" altLang="en-US" sz="2800" dirty="0">
              <a:solidFill>
                <a:srgbClr val="44546A"/>
              </a:solidFill>
              <a:latin typeface="Times New Roman" panose="02020603050405020304" charset="0"/>
              <a:ea typeface="IBM Plex Sans" panose="020B0503050203000203" charset="0"/>
              <a:cs typeface="Times New Roman" panose="02020603050405020304" charset="0"/>
            </a:endParaRPr>
          </a:p>
          <a:p>
            <a:pPr indent="457200" algn="just">
              <a:lnSpc>
                <a:spcPct val="150000"/>
              </a:lnSpc>
            </a:pPr>
            <a:r>
              <a:rPr lang="en-US" altLang="en-US" sz="2800" dirty="0">
                <a:solidFill>
                  <a:srgbClr val="44546A"/>
                </a:solidFill>
                <a:latin typeface="Times New Roman" panose="02020603050405020304" charset="0"/>
                <a:ea typeface="IBM Plex Sans" panose="020B0503050203000203" charset="0"/>
                <a:cs typeface="Times New Roman" panose="02020603050405020304" charset="0"/>
              </a:rPr>
              <a:t>Nhờ đ</a:t>
            </a:r>
            <a:r>
              <a:rPr lang="en-US" altLang="en-US" sz="2800" dirty="0">
                <a:solidFill>
                  <a:srgbClr val="44546A"/>
                </a:solidFill>
                <a:latin typeface="Times New Roman" panose="02020603050405020304" charset="0"/>
                <a:ea typeface="IBM Plex Sans" panose="020B0503050203000203" charset="0"/>
                <a:cs typeface="Times New Roman" panose="02020603050405020304" charset="0"/>
              </a:rPr>
              <a:t>ó, lập trình viên có thể tạo ứng dụng web hoặc API chỉ trong vài bư</a:t>
            </a:r>
            <a:r>
              <a:rPr lang="en-US" altLang="en-US" sz="2800" dirty="0">
                <a:solidFill>
                  <a:srgbClr val="44546A"/>
                </a:solidFill>
                <a:latin typeface="Times New Roman" panose="02020603050405020304" charset="0"/>
                <a:ea typeface="IBM Plex Sans" panose="020B0503050203000203" charset="0"/>
                <a:cs typeface="Times New Roman" panose="02020603050405020304" charset="0"/>
              </a:rPr>
              <a:t>ớc mà không cần cấu hình phức tạp. Spring Boot đ</a:t>
            </a:r>
            <a:r>
              <a:rPr lang="en-US" altLang="en-US" sz="2800" dirty="0">
                <a:solidFill>
                  <a:srgbClr val="44546A"/>
                </a:solidFill>
                <a:latin typeface="Times New Roman" panose="02020603050405020304" charset="0"/>
                <a:ea typeface="IBM Plex Sans" panose="020B0503050203000203" charset="0"/>
                <a:cs typeface="Times New Roman" panose="02020603050405020304" charset="0"/>
              </a:rPr>
              <a:t>ặc biệt phù hợp với các dự án cần triển khai nhanh và dễ mở rộng.</a:t>
            </a:r>
            <a:endParaRPr lang="en-US" altLang="en-US" sz="2800" dirty="0">
              <a:solidFill>
                <a:srgbClr val="44546A"/>
              </a:solidFill>
              <a:latin typeface="Times New Roman" panose="02020603050405020304" charset="0"/>
              <a:ea typeface="IBM Plex Sans" panose="020B0503050203000203" charset="0"/>
              <a:cs typeface="Times New Roman" panose="02020603050405020304" charset="0"/>
            </a:endParaRPr>
          </a:p>
        </p:txBody>
      </p:sp>
      <p:grpSp>
        <p:nvGrpSpPr>
          <p:cNvPr id="2" name="Group 1"/>
          <p:cNvGrpSpPr/>
          <p:nvPr/>
        </p:nvGrpSpPr>
        <p:grpSpPr>
          <a:xfrm>
            <a:off x="-82550" y="1697990"/>
            <a:ext cx="1111250" cy="713740"/>
            <a:chOff x="1759" y="4451"/>
            <a:chExt cx="7230" cy="4598"/>
          </a:xfrm>
        </p:grpSpPr>
        <mc:AlternateContent xmlns:mc="http://schemas.openxmlformats.org/markup-compatibility/2006" xmlns:p14="http://schemas.microsoft.com/office/powerpoint/2010/main">
          <mc:Choice Requires="p14">
            <p:contentPart r:id="rId3" p14:bwMode="auto">
              <p14:nvContentPartPr>
                <p14:cNvPr id="13" name="墨迹 12"/>
                <p14:cNvContentPartPr/>
                <p14:nvPr/>
              </p14:nvContentPartPr>
              <p14:xfrm>
                <a:off x="1759" y="4451"/>
                <a:ext cx="7231" cy="4598"/>
              </p14:xfrm>
            </p:contentPart>
          </mc:Choice>
          <mc:Fallback xmlns="">
            <p:pic>
              <p:nvPicPr>
                <p:cNvPr id="13" name="墨迹 12"/>
              </p:nvPicPr>
              <p:blipFill>
                <a:blip r:embed="rId4"/>
              </p:blipFill>
              <p:spPr>
                <a:xfrm>
                  <a:off x="1759" y="4451"/>
                  <a:ext cx="7231" cy="4598"/>
                </a:xfrm>
                <a:prstGeom prst="rect"/>
              </p:spPr>
            </p:pic>
          </mc:Fallback>
        </mc:AlternateContent>
        <p:sp>
          <p:nvSpPr>
            <p:cNvPr id="16" name="KSO_Shape"/>
            <p:cNvSpPr/>
            <p:nvPr/>
          </p:nvSpPr>
          <p:spPr bwMode="auto">
            <a:xfrm rot="1918848">
              <a:off x="3494" y="5176"/>
              <a:ext cx="1832" cy="2450"/>
            </a:xfrm>
            <a:custGeom>
              <a:avLst/>
              <a:gdLst>
                <a:gd name="T0" fmla="*/ 1281616 w 634"/>
                <a:gd name="T1" fmla="*/ 39819 h 633"/>
                <a:gd name="T2" fmla="*/ 1281616 w 634"/>
                <a:gd name="T3" fmla="*/ 39819 h 633"/>
                <a:gd name="T4" fmla="*/ 0 w 634"/>
                <a:gd name="T5" fmla="*/ 878867 h 633"/>
                <a:gd name="T6" fmla="*/ 405951 w 634"/>
                <a:gd name="T7" fmla="*/ 1214486 h 633"/>
                <a:gd name="T8" fmla="*/ 656748 w 634"/>
                <a:gd name="T9" fmla="*/ 1797553 h 633"/>
                <a:gd name="T10" fmla="*/ 1313497 w 634"/>
                <a:gd name="T11" fmla="*/ 82483 h 633"/>
                <a:gd name="T12" fmla="*/ 1281616 w 634"/>
                <a:gd name="T13" fmla="*/ 39819 h 633"/>
                <a:gd name="T14" fmla="*/ 157280 w 634"/>
                <a:gd name="T15" fmla="*/ 878867 h 633"/>
                <a:gd name="T16" fmla="*/ 157280 w 634"/>
                <a:gd name="T17" fmla="*/ 878867 h 633"/>
                <a:gd name="T18" fmla="*/ 1126461 w 634"/>
                <a:gd name="T19" fmla="*/ 250292 h 633"/>
                <a:gd name="T20" fmla="*/ 437832 w 634"/>
                <a:gd name="T21" fmla="*/ 1086496 h 633"/>
                <a:gd name="T22" fmla="*/ 157280 w 634"/>
                <a:gd name="T23" fmla="*/ 878867 h 633"/>
                <a:gd name="T24" fmla="*/ 656748 w 634"/>
                <a:gd name="T25" fmla="*/ 1589924 h 633"/>
                <a:gd name="T26" fmla="*/ 656748 w 634"/>
                <a:gd name="T27" fmla="*/ 1589924 h 633"/>
                <a:gd name="T28" fmla="*/ 501594 w 634"/>
                <a:gd name="T29" fmla="*/ 1129159 h 633"/>
                <a:gd name="T30" fmla="*/ 1158342 w 634"/>
                <a:gd name="T31" fmla="*/ 290111 h 633"/>
                <a:gd name="T32" fmla="*/ 656748 w 634"/>
                <a:gd name="T33" fmla="*/ 1589924 h 6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34" h="633">
                  <a:moveTo>
                    <a:pt x="603" y="14"/>
                  </a:moveTo>
                  <a:lnTo>
                    <a:pt x="603" y="14"/>
                  </a:lnTo>
                  <a:cubicBezTo>
                    <a:pt x="574" y="14"/>
                    <a:pt x="0" y="309"/>
                    <a:pt x="0" y="309"/>
                  </a:cubicBezTo>
                  <a:lnTo>
                    <a:pt x="191" y="427"/>
                  </a:lnTo>
                  <a:lnTo>
                    <a:pt x="309" y="632"/>
                  </a:lnTo>
                  <a:cubicBezTo>
                    <a:pt x="309" y="632"/>
                    <a:pt x="618" y="44"/>
                    <a:pt x="618" y="29"/>
                  </a:cubicBezTo>
                  <a:cubicBezTo>
                    <a:pt x="633" y="14"/>
                    <a:pt x="618" y="0"/>
                    <a:pt x="603" y="14"/>
                  </a:cubicBezTo>
                  <a:close/>
                  <a:moveTo>
                    <a:pt x="74" y="309"/>
                  </a:moveTo>
                  <a:lnTo>
                    <a:pt x="74" y="309"/>
                  </a:lnTo>
                  <a:cubicBezTo>
                    <a:pt x="530" y="88"/>
                    <a:pt x="530" y="88"/>
                    <a:pt x="530" y="88"/>
                  </a:cubicBezTo>
                  <a:cubicBezTo>
                    <a:pt x="206" y="382"/>
                    <a:pt x="206" y="382"/>
                    <a:pt x="206" y="382"/>
                  </a:cubicBezTo>
                  <a:lnTo>
                    <a:pt x="74" y="309"/>
                  </a:lnTo>
                  <a:close/>
                  <a:moveTo>
                    <a:pt x="309" y="559"/>
                  </a:moveTo>
                  <a:lnTo>
                    <a:pt x="309" y="559"/>
                  </a:lnTo>
                  <a:cubicBezTo>
                    <a:pt x="309" y="559"/>
                    <a:pt x="250" y="441"/>
                    <a:pt x="236" y="397"/>
                  </a:cubicBezTo>
                  <a:cubicBezTo>
                    <a:pt x="545" y="102"/>
                    <a:pt x="545" y="102"/>
                    <a:pt x="545" y="102"/>
                  </a:cubicBezTo>
                  <a:lnTo>
                    <a:pt x="309" y="559"/>
                  </a:lnTo>
                  <a:close/>
                </a:path>
              </a:pathLst>
            </a:custGeom>
            <a:solidFill>
              <a:srgbClr val="44546A"/>
            </a:solidFill>
            <a:ln>
              <a:noFill/>
            </a:ln>
          </p:spPr>
          <p:txBody>
            <a:bodyPr wrap="none" lIns="121908" tIns="60955" rIns="121908" bIns="60955"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9pPr>
            </a:lstStyle>
            <a:p>
              <a:endParaRPr lang="zh-CN" altLang="en-US">
                <a:latin typeface="Times New Roman" panose="02020603050405020304" charset="0"/>
                <a:ea typeface="IBM Plex Sans" panose="020B0503050203000203" charset="0"/>
                <a:cs typeface="Times New Roman" panose="02020603050405020304" charset="0"/>
              </a:endParaRPr>
            </a:p>
          </p:txBody>
        </p:sp>
      </p:grpSp>
      <p:grpSp>
        <p:nvGrpSpPr>
          <p:cNvPr id="28" name="Group 66"/>
          <p:cNvGrpSpPr/>
          <p:nvPr/>
        </p:nvGrpSpPr>
        <p:grpSpPr>
          <a:xfrm>
            <a:off x="11719094" y="129301"/>
            <a:ext cx="360434" cy="224513"/>
            <a:chOff x="5172076" y="1938338"/>
            <a:chExt cx="471488" cy="293688"/>
          </a:xfrm>
          <a:solidFill>
            <a:srgbClr val="44546A"/>
          </a:solidFill>
        </p:grpSpPr>
        <p:sp>
          <p:nvSpPr>
            <p:cNvPr id="29" name="Freeform 8"/>
            <p:cNvSpPr>
              <a:spLocks noEditPoints="1"/>
            </p:cNvSpPr>
            <p:nvPr/>
          </p:nvSpPr>
          <p:spPr bwMode="auto">
            <a:xfrm>
              <a:off x="5172076" y="1938338"/>
              <a:ext cx="471488" cy="293688"/>
            </a:xfrm>
            <a:custGeom>
              <a:avLst/>
              <a:gdLst>
                <a:gd name="T0" fmla="*/ 113 w 125"/>
                <a:gd name="T1" fmla="*/ 18 h 78"/>
                <a:gd name="T2" fmla="*/ 113 w 125"/>
                <a:gd name="T3" fmla="*/ 0 h 78"/>
                <a:gd name="T4" fmla="*/ 0 w 125"/>
                <a:gd name="T5" fmla="*/ 0 h 78"/>
                <a:gd name="T6" fmla="*/ 0 w 125"/>
                <a:gd name="T7" fmla="*/ 78 h 78"/>
                <a:gd name="T8" fmla="*/ 113 w 125"/>
                <a:gd name="T9" fmla="*/ 78 h 78"/>
                <a:gd name="T10" fmla="*/ 113 w 125"/>
                <a:gd name="T11" fmla="*/ 60 h 78"/>
                <a:gd name="T12" fmla="*/ 125 w 125"/>
                <a:gd name="T13" fmla="*/ 54 h 78"/>
                <a:gd name="T14" fmla="*/ 125 w 125"/>
                <a:gd name="T15" fmla="*/ 26 h 78"/>
                <a:gd name="T16" fmla="*/ 113 w 125"/>
                <a:gd name="T17" fmla="*/ 18 h 78"/>
                <a:gd name="T18" fmla="*/ 104 w 125"/>
                <a:gd name="T19" fmla="*/ 69 h 78"/>
                <a:gd name="T20" fmla="*/ 10 w 125"/>
                <a:gd name="T21" fmla="*/ 69 h 78"/>
                <a:gd name="T22" fmla="*/ 10 w 125"/>
                <a:gd name="T23" fmla="*/ 10 h 78"/>
                <a:gd name="T24" fmla="*/ 104 w 125"/>
                <a:gd name="T25" fmla="*/ 10 h 78"/>
                <a:gd name="T26" fmla="*/ 104 w 125"/>
                <a:gd name="T27" fmla="*/ 6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5" h="78">
                  <a:moveTo>
                    <a:pt x="113" y="18"/>
                  </a:moveTo>
                  <a:cubicBezTo>
                    <a:pt x="113" y="0"/>
                    <a:pt x="113" y="0"/>
                    <a:pt x="113" y="0"/>
                  </a:cubicBezTo>
                  <a:cubicBezTo>
                    <a:pt x="0" y="0"/>
                    <a:pt x="0" y="0"/>
                    <a:pt x="0" y="0"/>
                  </a:cubicBezTo>
                  <a:cubicBezTo>
                    <a:pt x="0" y="78"/>
                    <a:pt x="0" y="78"/>
                    <a:pt x="0" y="78"/>
                  </a:cubicBezTo>
                  <a:cubicBezTo>
                    <a:pt x="113" y="78"/>
                    <a:pt x="113" y="78"/>
                    <a:pt x="113" y="78"/>
                  </a:cubicBezTo>
                  <a:cubicBezTo>
                    <a:pt x="113" y="60"/>
                    <a:pt x="113" y="60"/>
                    <a:pt x="113" y="60"/>
                  </a:cubicBezTo>
                  <a:cubicBezTo>
                    <a:pt x="117" y="60"/>
                    <a:pt x="125" y="61"/>
                    <a:pt x="125" y="54"/>
                  </a:cubicBezTo>
                  <a:cubicBezTo>
                    <a:pt x="125" y="26"/>
                    <a:pt x="125" y="26"/>
                    <a:pt x="125" y="26"/>
                  </a:cubicBezTo>
                  <a:cubicBezTo>
                    <a:pt x="125" y="17"/>
                    <a:pt x="116" y="18"/>
                    <a:pt x="113" y="18"/>
                  </a:cubicBezTo>
                  <a:close/>
                  <a:moveTo>
                    <a:pt x="104" y="69"/>
                  </a:moveTo>
                  <a:cubicBezTo>
                    <a:pt x="10" y="69"/>
                    <a:pt x="10" y="69"/>
                    <a:pt x="10" y="69"/>
                  </a:cubicBezTo>
                  <a:cubicBezTo>
                    <a:pt x="10" y="10"/>
                    <a:pt x="10" y="10"/>
                    <a:pt x="10" y="10"/>
                  </a:cubicBezTo>
                  <a:cubicBezTo>
                    <a:pt x="104" y="10"/>
                    <a:pt x="104" y="10"/>
                    <a:pt x="104" y="10"/>
                  </a:cubicBezTo>
                  <a:lnTo>
                    <a:pt x="104"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sp>
          <p:nvSpPr>
            <p:cNvPr id="30" name="Rectangle 9"/>
            <p:cNvSpPr>
              <a:spLocks noChangeArrowheads="1"/>
            </p:cNvSpPr>
            <p:nvPr/>
          </p:nvSpPr>
          <p:spPr bwMode="auto">
            <a:xfrm>
              <a:off x="5235576" y="2001838"/>
              <a:ext cx="90488" cy="166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sp>
          <p:nvSpPr>
            <p:cNvPr id="31" name="Rectangle 10"/>
            <p:cNvSpPr>
              <a:spLocks noChangeArrowheads="1"/>
            </p:cNvSpPr>
            <p:nvPr/>
          </p:nvSpPr>
          <p:spPr bwMode="auto">
            <a:xfrm>
              <a:off x="5341938" y="2001838"/>
              <a:ext cx="85725" cy="166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1440468" y="1658424"/>
            <a:ext cx="1778000" cy="3769360"/>
          </a:xfrm>
          <a:prstGeom prst="rect">
            <a:avLst/>
          </a:prstGeom>
          <a:noFill/>
        </p:spPr>
        <p:txBody>
          <a:bodyPr wrap="square" rtlCol="0">
            <a:spAutoFit/>
          </a:bodyPr>
          <a:lstStyle/>
          <a:p>
            <a:pPr algn="ctr"/>
            <a:r>
              <a:rPr lang="vi-VN" altLang="en-US" sz="23900" b="1" spc="-300" dirty="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rPr>
              <a:t>3</a:t>
            </a:r>
            <a:endParaRPr lang="vi-VN" altLang="en-US" sz="23900" b="1" spc="-300" dirty="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endParaRPr>
          </a:p>
        </p:txBody>
      </p:sp>
      <p:sp>
        <p:nvSpPr>
          <p:cNvPr id="9" name="矩形 8"/>
          <p:cNvSpPr/>
          <p:nvPr/>
        </p:nvSpPr>
        <p:spPr>
          <a:xfrm>
            <a:off x="3648710" y="1346200"/>
            <a:ext cx="8543290" cy="2340610"/>
          </a:xfrm>
          <a:prstGeom prst="rect">
            <a:avLst/>
          </a:prstGeom>
        </p:spPr>
        <p:txBody>
          <a:bodyPr wrap="none" lIns="68571" tIns="34285" rIns="68571" bIns="34285">
            <a:noAutofit/>
          </a:bodyPr>
          <a:lstStyle/>
          <a:p>
            <a:pPr algn="l" eaLnBrk="1" hangingPunct="1"/>
            <a:r>
              <a:rPr lang="en-US" altLang="en-US" sz="5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sym typeface="+mn-ea"/>
              </a:rPr>
              <a:t>Nêu các ưu và nhược</a:t>
            </a:r>
            <a:endParaRPr lang="en-US" altLang="en-US" sz="5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sym typeface="+mn-ea"/>
            </a:endParaRPr>
          </a:p>
          <a:p>
            <a:pPr algn="l" eaLnBrk="1" hangingPunct="1"/>
            <a:r>
              <a:rPr lang="en-US" altLang="en-US" sz="5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sym typeface="+mn-ea"/>
              </a:rPr>
              <a:t>điểm</a:t>
            </a:r>
            <a:r>
              <a:rPr lang="vi-VN" altLang="en-US" sz="5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sym typeface="+mn-ea"/>
              </a:rPr>
              <a:t> </a:t>
            </a:r>
            <a:r>
              <a:rPr lang="vi-VN" altLang="en-US" sz="5400" b="1" spc="300" dirty="0">
                <a:ln w="6350">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sym typeface="+mn-ea"/>
              </a:rPr>
              <a:t>của công nghệ</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mc:AlternateContent xmlns:mc="http://schemas.openxmlformats.org/markup-compatibility/2006" xmlns:p14="http://schemas.microsoft.com/office/powerpoint/2010/main">
        <mc:Choice Requires="p14">
          <p:contentPart r:id="rId1" p14:bwMode="auto">
            <p14:nvContentPartPr>
              <p14:cNvPr id="4" name="Ink 3"/>
              <p14:cNvContentPartPr/>
              <p14:nvPr/>
            </p14:nvContentPartPr>
            <p14:xfrm>
              <a:off x="5041440" y="3196639"/>
              <a:ext cx="5904720" cy="131040"/>
            </p14:xfrm>
          </p:contentPart>
        </mc:Choice>
        <mc:Fallback xmlns="">
          <p:pic>
            <p:nvPicPr>
              <p:cNvPr id="4" name="Ink 3"/>
            </p:nvPicPr>
            <p:blipFill>
              <a:blip r:embed="rId2"/>
            </p:blipFill>
            <p:spPr>
              <a:xfrm>
                <a:off x="5041440" y="3196639"/>
                <a:ext cx="5904720" cy="1310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Ink 4"/>
              <p14:cNvContentPartPr/>
              <p14:nvPr/>
            </p14:nvContentPartPr>
            <p14:xfrm>
              <a:off x="5073120" y="4751119"/>
              <a:ext cx="6123960" cy="151920"/>
            </p14:xfrm>
          </p:contentPart>
        </mc:Choice>
        <mc:Fallback xmlns="">
          <p:pic>
            <p:nvPicPr>
              <p:cNvPr id="5" name="Ink 4"/>
            </p:nvPicPr>
            <p:blipFill>
              <a:blip r:embed="rId4"/>
            </p:blipFill>
            <p:spPr>
              <a:xfrm>
                <a:off x="5073120" y="4751119"/>
                <a:ext cx="6123960" cy="151920"/>
              </a:xfrm>
              <a:prstGeom prst="rect"/>
            </p:spPr>
          </p:pic>
        </mc:Fallback>
      </mc:AlternateContent>
      <p:grpSp>
        <p:nvGrpSpPr>
          <p:cNvPr id="11" name="组合 10"/>
          <p:cNvGrpSpPr/>
          <p:nvPr/>
        </p:nvGrpSpPr>
        <p:grpSpPr>
          <a:xfrm>
            <a:off x="5759601" y="3560812"/>
            <a:ext cx="4309458" cy="954847"/>
            <a:chOff x="5973738" y="4953001"/>
            <a:chExt cx="4309458" cy="954847"/>
          </a:xfrm>
        </p:grpSpPr>
        <p:sp>
          <p:nvSpPr>
            <p:cNvPr id="12" name="矩形 11"/>
            <p:cNvSpPr/>
            <p:nvPr/>
          </p:nvSpPr>
          <p:spPr>
            <a:xfrm>
              <a:off x="5973738" y="4953001"/>
              <a:ext cx="1423670" cy="436245"/>
            </a:xfrm>
            <a:prstGeom prst="rect">
              <a:avLst/>
            </a:prstGeom>
          </p:spPr>
          <p:txBody>
            <a:bodyPr wrap="none" lIns="68571" tIns="34285" rIns="68571" bIns="34285">
              <a:spAutoFit/>
            </a:bodyPr>
            <a:lstStyle/>
            <a:p>
              <a:pPr marL="342900" indent="-342900" algn="l">
                <a:buFont typeface="Wingdings" panose="05000000000000000000" charset="0"/>
                <a:buChar char="ü"/>
              </a:pPr>
              <a:r>
                <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rPr>
                <a:t>Topic 1</a:t>
              </a:r>
              <a:endPar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3" name="矩形 12"/>
            <p:cNvSpPr/>
            <p:nvPr/>
          </p:nvSpPr>
          <p:spPr>
            <a:xfrm>
              <a:off x="8567360" y="4953001"/>
              <a:ext cx="1715836" cy="438572"/>
            </a:xfrm>
            <a:prstGeom prst="rect">
              <a:avLst/>
            </a:prstGeom>
          </p:spPr>
          <p:txBody>
            <a:bodyPr wrap="none" lIns="68571" tIns="34285" rIns="68571" bIns="34285">
              <a:spAutoFit/>
            </a:bodyPr>
            <a:lstStyle/>
            <a:p>
              <a:pPr marL="342900" indent="-342900">
                <a:buFont typeface="IBM Plex Sans" panose="020B0503050203000203" charset="0"/>
                <a:buChar char="ü"/>
              </a:pPr>
              <a:endParaRPr lang="zh-CN" altLang="en-US" sz="2400" b="1"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4" name="矩形 13"/>
            <p:cNvSpPr/>
            <p:nvPr/>
          </p:nvSpPr>
          <p:spPr>
            <a:xfrm>
              <a:off x="5973738" y="5471603"/>
              <a:ext cx="1423670" cy="436245"/>
            </a:xfrm>
            <a:prstGeom prst="rect">
              <a:avLst/>
            </a:prstGeom>
          </p:spPr>
          <p:txBody>
            <a:bodyPr wrap="none" lIns="68571" tIns="34285" rIns="68571" bIns="34285">
              <a:spAutoFit/>
            </a:bodyPr>
            <a:lstStyle/>
            <a:p>
              <a:pPr marL="342900" lvl="0" indent="-342900" algn="l">
                <a:buClrTx/>
                <a:buSzTx/>
                <a:buFont typeface="Wingdings" panose="05000000000000000000" charset="0"/>
                <a:buChar char="ü"/>
              </a:pPr>
              <a:r>
                <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Topic </a:t>
              </a:r>
              <a:r>
                <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3</a:t>
              </a:r>
              <a:endPar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sp>
          <p:nvSpPr>
            <p:cNvPr id="15" name="矩形 14"/>
            <p:cNvSpPr/>
            <p:nvPr/>
          </p:nvSpPr>
          <p:spPr>
            <a:xfrm>
              <a:off x="8567360" y="5471603"/>
              <a:ext cx="1423670" cy="436245"/>
            </a:xfrm>
            <a:prstGeom prst="rect">
              <a:avLst/>
            </a:prstGeom>
          </p:spPr>
          <p:txBody>
            <a:bodyPr wrap="none" lIns="68571" tIns="34285" rIns="68571" bIns="34285">
              <a:spAutoFit/>
            </a:bodyPr>
            <a:lstStyle/>
            <a:p>
              <a:pPr marL="342900" lvl="0" indent="-342900" algn="l">
                <a:buClrTx/>
                <a:buSzTx/>
                <a:buFont typeface="Wingdings" panose="05000000000000000000" charset="0"/>
                <a:buChar char="ü"/>
              </a:pPr>
              <a:r>
                <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Topic </a:t>
              </a:r>
              <a:r>
                <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4</a:t>
              </a:r>
              <a:endPar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sp>
          <p:nvSpPr>
            <p:cNvPr id="6" name="矩形 1"/>
            <p:cNvSpPr/>
            <p:nvPr/>
          </p:nvSpPr>
          <p:spPr>
            <a:xfrm>
              <a:off x="8567360" y="4978208"/>
              <a:ext cx="1423670" cy="436245"/>
            </a:xfrm>
            <a:prstGeom prst="rect">
              <a:avLst/>
            </a:prstGeom>
          </p:spPr>
          <p:txBody>
            <a:bodyPr wrap="none" lIns="68571" tIns="34285" rIns="68571" bIns="34285">
              <a:spAutoFit/>
            </a:bodyPr>
            <a:p>
              <a:pPr marL="342900" lvl="0" indent="-342900" algn="l">
                <a:buClrTx/>
                <a:buSzTx/>
                <a:buFont typeface="Wingdings" panose="05000000000000000000" charset="0"/>
                <a:buChar char="ü"/>
              </a:pPr>
              <a:r>
                <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Topic </a:t>
              </a:r>
              <a:r>
                <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2</a:t>
              </a:r>
              <a:endPar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grpSp>
      <p:grpSp>
        <p:nvGrpSpPr>
          <p:cNvPr id="19" name="组合 18"/>
          <p:cNvGrpSpPr/>
          <p:nvPr/>
        </p:nvGrpSpPr>
        <p:grpSpPr>
          <a:xfrm>
            <a:off x="0" y="406400"/>
            <a:ext cx="12192000" cy="228600"/>
            <a:chOff x="0" y="571500"/>
            <a:chExt cx="12192000" cy="228600"/>
          </a:xfrm>
        </p:grpSpPr>
        <p:cxnSp>
          <p:nvCxnSpPr>
            <p:cNvPr id="20" name="直接连接符 19"/>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rot="10800000">
            <a:off x="0" y="6235700"/>
            <a:ext cx="12192000" cy="228600"/>
            <a:chOff x="0" y="571500"/>
            <a:chExt cx="12192000" cy="228600"/>
          </a:xfrm>
        </p:grpSpPr>
        <p:cxnSp>
          <p:nvCxnSpPr>
            <p:cNvPr id="23" name="直接连接符 22"/>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1</a:t>
            </a:r>
            <a:endPar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2953892" y="551686"/>
            <a:ext cx="9073515" cy="1729105"/>
          </a:xfrm>
          <a:prstGeom prst="rect">
            <a:avLst/>
          </a:prstGeom>
        </p:spPr>
        <p:txBody>
          <a:bodyPr wrap="none" lIns="68571" tIns="34285" rIns="68571" bIns="34285">
            <a:spAutoFit/>
          </a:bodyPr>
          <a:lstStyle/>
          <a:p>
            <a:pPr marL="0" lvl="1" algn="ct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Các ưu và nhược điểm c</a:t>
            </a: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ủa </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a:p>
            <a:pPr marL="0" lvl="1" algn="ct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spring </a:t>
            </a: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boot</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0" name="圆角矩形 9"/>
          <p:cNvSpPr/>
          <p:nvPr/>
        </p:nvSpPr>
        <p:spPr>
          <a:xfrm>
            <a:off x="400050" y="2384425"/>
            <a:ext cx="11391900" cy="4104005"/>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sp>
        <p:nvSpPr>
          <p:cNvPr id="14" name="矩形 7"/>
          <p:cNvSpPr>
            <a:spLocks noChangeArrowheads="1"/>
          </p:cNvSpPr>
          <p:nvPr/>
        </p:nvSpPr>
        <p:spPr bwMode="auto">
          <a:xfrm>
            <a:off x="582930" y="2479040"/>
            <a:ext cx="10986135" cy="1862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indent="0" algn="just">
              <a:lnSpc>
                <a:spcPct val="150000"/>
              </a:lnSpc>
              <a:buFont typeface="Wingdings" panose="05000000000000000000" charset="0"/>
              <a:buNone/>
            </a:pPr>
            <a:r>
              <a:rPr lang="en-US" altLang="en-US" sz="2500" b="1" dirty="0">
                <a:solidFill>
                  <a:srgbClr val="44546A"/>
                </a:solidFill>
                <a:latin typeface="Times New Roman" panose="02020603050405020304" charset="0"/>
                <a:ea typeface="IBM Plex Sans" panose="020B0503050203000203" charset="0"/>
                <a:cs typeface="Times New Roman" panose="02020603050405020304" charset="0"/>
              </a:rPr>
              <a:t>Ưu điểm</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rPr>
              <a:t>: Spring Boot giúp phát triển ứng dụng nhanh chóng nhờ tự động cấu hình, tích hợp sẵn server, hỗ trợ quản lý thư viện bằng Maven/Gradle. Nó có hệ sinh thái mạnh, dễ mở rộng và phù hợp cho cả ứng dụng nhỏ lẫn lớn.</a:t>
            </a:r>
            <a:endParaRPr lang="en-US" altLang="en-US" sz="2500" dirty="0">
              <a:solidFill>
                <a:srgbClr val="44546A"/>
              </a:solidFill>
              <a:latin typeface="Times New Roman" panose="02020603050405020304" charset="0"/>
              <a:ea typeface="IBM Plex Sans" panose="020B0503050203000203" charset="0"/>
              <a:cs typeface="Times New Roman" panose="02020603050405020304" charset="0"/>
            </a:endParaRPr>
          </a:p>
          <a:p>
            <a:pPr indent="0" algn="just">
              <a:lnSpc>
                <a:spcPct val="150000"/>
              </a:lnSpc>
              <a:buFont typeface="Wingdings" panose="05000000000000000000" charset="0"/>
              <a:buNone/>
            </a:pPr>
            <a:r>
              <a:rPr lang="en-US" altLang="en-US" sz="2500" b="1" dirty="0">
                <a:solidFill>
                  <a:srgbClr val="44546A"/>
                </a:solidFill>
                <a:latin typeface="Times New Roman" panose="02020603050405020304" charset="0"/>
                <a:ea typeface="IBM Plex Sans" panose="020B0503050203000203" charset="0"/>
                <a:cs typeface="Times New Roman" panose="02020603050405020304" charset="0"/>
              </a:rPr>
              <a:t>Nhược điểm</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rPr>
              <a:t>: Cấu trúc phức tạp đối với người mới bắt đầu, khó kiểm soát khi cần tùy chỉnh sâu. Ngoài ra, ứng dụng build ra có thể nặng do tích hợp nhiều thư viện mặc định.</a:t>
            </a:r>
            <a:endParaRPr lang="en-US" altLang="en-US" sz="2500" dirty="0">
              <a:solidFill>
                <a:srgbClr val="44546A"/>
              </a:solidFill>
              <a:latin typeface="Times New Roman" panose="02020603050405020304" charset="0"/>
              <a:ea typeface="IBM Plex Sans" panose="020B0503050203000203" charset="0"/>
              <a:cs typeface="Times New Roman" panose="02020603050405020304" charset="0"/>
            </a:endParaRPr>
          </a:p>
        </p:txBody>
      </p:sp>
      <p:grpSp>
        <p:nvGrpSpPr>
          <p:cNvPr id="24" name="Group 62"/>
          <p:cNvGrpSpPr/>
          <p:nvPr/>
        </p:nvGrpSpPr>
        <p:grpSpPr>
          <a:xfrm>
            <a:off x="11791666" y="127680"/>
            <a:ext cx="315441" cy="225472"/>
            <a:chOff x="1585913" y="1584325"/>
            <a:chExt cx="461963" cy="330201"/>
          </a:xfrm>
          <a:solidFill>
            <a:srgbClr val="44546A"/>
          </a:solidFill>
        </p:grpSpPr>
        <p:sp>
          <p:nvSpPr>
            <p:cNvPr id="25" name="Freeform 13"/>
            <p:cNvSpPr/>
            <p:nvPr/>
          </p:nvSpPr>
          <p:spPr bwMode="auto">
            <a:xfrm>
              <a:off x="1585913" y="1646238"/>
              <a:ext cx="461963" cy="268288"/>
            </a:xfrm>
            <a:custGeom>
              <a:avLst/>
              <a:gdLst>
                <a:gd name="T0" fmla="*/ 0 w 291"/>
                <a:gd name="T1" fmla="*/ 0 h 169"/>
                <a:gd name="T2" fmla="*/ 0 w 291"/>
                <a:gd name="T3" fmla="*/ 169 h 169"/>
                <a:gd name="T4" fmla="*/ 291 w 291"/>
                <a:gd name="T5" fmla="*/ 169 h 169"/>
                <a:gd name="T6" fmla="*/ 291 w 291"/>
                <a:gd name="T7" fmla="*/ 0 h 169"/>
                <a:gd name="T8" fmla="*/ 146 w 291"/>
                <a:gd name="T9" fmla="*/ 105 h 169"/>
                <a:gd name="T10" fmla="*/ 0 w 291"/>
                <a:gd name="T11" fmla="*/ 0 h 169"/>
              </a:gdLst>
              <a:ahLst/>
              <a:cxnLst>
                <a:cxn ang="0">
                  <a:pos x="T0" y="T1"/>
                </a:cxn>
                <a:cxn ang="0">
                  <a:pos x="T2" y="T3"/>
                </a:cxn>
                <a:cxn ang="0">
                  <a:pos x="T4" y="T5"/>
                </a:cxn>
                <a:cxn ang="0">
                  <a:pos x="T6" y="T7"/>
                </a:cxn>
                <a:cxn ang="0">
                  <a:pos x="T8" y="T9"/>
                </a:cxn>
                <a:cxn ang="0">
                  <a:pos x="T10" y="T11"/>
                </a:cxn>
              </a:cxnLst>
              <a:rect l="0" t="0" r="r" b="b"/>
              <a:pathLst>
                <a:path w="291" h="169">
                  <a:moveTo>
                    <a:pt x="0" y="0"/>
                  </a:moveTo>
                  <a:lnTo>
                    <a:pt x="0" y="169"/>
                  </a:lnTo>
                  <a:lnTo>
                    <a:pt x="291" y="169"/>
                  </a:lnTo>
                  <a:lnTo>
                    <a:pt x="291" y="0"/>
                  </a:lnTo>
                  <a:lnTo>
                    <a:pt x="146" y="10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sp>
          <p:nvSpPr>
            <p:cNvPr id="26" name="Freeform 14"/>
            <p:cNvSpPr/>
            <p:nvPr/>
          </p:nvSpPr>
          <p:spPr bwMode="auto">
            <a:xfrm>
              <a:off x="1585913" y="1584325"/>
              <a:ext cx="461963" cy="192088"/>
            </a:xfrm>
            <a:custGeom>
              <a:avLst/>
              <a:gdLst>
                <a:gd name="T0" fmla="*/ 291 w 291"/>
                <a:gd name="T1" fmla="*/ 17 h 121"/>
                <a:gd name="T2" fmla="*/ 291 w 291"/>
                <a:gd name="T3" fmla="*/ 0 h 121"/>
                <a:gd name="T4" fmla="*/ 0 w 291"/>
                <a:gd name="T5" fmla="*/ 0 h 121"/>
                <a:gd name="T6" fmla="*/ 0 w 291"/>
                <a:gd name="T7" fmla="*/ 17 h 121"/>
                <a:gd name="T8" fmla="*/ 146 w 291"/>
                <a:gd name="T9" fmla="*/ 121 h 121"/>
                <a:gd name="T10" fmla="*/ 291 w 291"/>
                <a:gd name="T11" fmla="*/ 17 h 121"/>
              </a:gdLst>
              <a:ahLst/>
              <a:cxnLst>
                <a:cxn ang="0">
                  <a:pos x="T0" y="T1"/>
                </a:cxn>
                <a:cxn ang="0">
                  <a:pos x="T2" y="T3"/>
                </a:cxn>
                <a:cxn ang="0">
                  <a:pos x="T4" y="T5"/>
                </a:cxn>
                <a:cxn ang="0">
                  <a:pos x="T6" y="T7"/>
                </a:cxn>
                <a:cxn ang="0">
                  <a:pos x="T8" y="T9"/>
                </a:cxn>
                <a:cxn ang="0">
                  <a:pos x="T10" y="T11"/>
                </a:cxn>
              </a:cxnLst>
              <a:rect l="0" t="0" r="r" b="b"/>
              <a:pathLst>
                <a:path w="291" h="121">
                  <a:moveTo>
                    <a:pt x="291" y="17"/>
                  </a:moveTo>
                  <a:lnTo>
                    <a:pt x="291" y="0"/>
                  </a:lnTo>
                  <a:lnTo>
                    <a:pt x="0" y="0"/>
                  </a:lnTo>
                  <a:lnTo>
                    <a:pt x="0" y="17"/>
                  </a:lnTo>
                  <a:lnTo>
                    <a:pt x="146" y="121"/>
                  </a:lnTo>
                  <a:lnTo>
                    <a:pt x="291"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2</a:t>
            </a:r>
            <a:endPar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2953892" y="551686"/>
            <a:ext cx="9073515" cy="1729105"/>
          </a:xfrm>
          <a:prstGeom prst="rect">
            <a:avLst/>
          </a:prstGeom>
        </p:spPr>
        <p:txBody>
          <a:bodyPr wrap="none" lIns="68571" tIns="34285" rIns="68571" bIns="34285">
            <a:spAutoFit/>
          </a:bodyPr>
          <a:lstStyle/>
          <a:p>
            <a:pPr marL="0" lvl="1" algn="ct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Các ưu và nhược điểm c</a:t>
            </a: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ủa </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a:p>
            <a:pPr marL="0" lvl="1" algn="ct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spring </a:t>
            </a: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boot</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0" name="圆角矩形 9"/>
          <p:cNvSpPr/>
          <p:nvPr/>
        </p:nvSpPr>
        <p:spPr>
          <a:xfrm>
            <a:off x="400050" y="2384425"/>
            <a:ext cx="11391900" cy="4104005"/>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grpSp>
        <p:nvGrpSpPr>
          <p:cNvPr id="24" name="Group 62"/>
          <p:cNvGrpSpPr/>
          <p:nvPr/>
        </p:nvGrpSpPr>
        <p:grpSpPr>
          <a:xfrm>
            <a:off x="11791666" y="127680"/>
            <a:ext cx="315441" cy="225472"/>
            <a:chOff x="1585913" y="1584325"/>
            <a:chExt cx="461963" cy="330201"/>
          </a:xfrm>
          <a:solidFill>
            <a:srgbClr val="44546A"/>
          </a:solidFill>
        </p:grpSpPr>
        <p:sp>
          <p:nvSpPr>
            <p:cNvPr id="25" name="Freeform 13"/>
            <p:cNvSpPr/>
            <p:nvPr/>
          </p:nvSpPr>
          <p:spPr bwMode="auto">
            <a:xfrm>
              <a:off x="1585913" y="1646238"/>
              <a:ext cx="461963" cy="268288"/>
            </a:xfrm>
            <a:custGeom>
              <a:avLst/>
              <a:gdLst>
                <a:gd name="T0" fmla="*/ 0 w 291"/>
                <a:gd name="T1" fmla="*/ 0 h 169"/>
                <a:gd name="T2" fmla="*/ 0 w 291"/>
                <a:gd name="T3" fmla="*/ 169 h 169"/>
                <a:gd name="T4" fmla="*/ 291 w 291"/>
                <a:gd name="T5" fmla="*/ 169 h 169"/>
                <a:gd name="T6" fmla="*/ 291 w 291"/>
                <a:gd name="T7" fmla="*/ 0 h 169"/>
                <a:gd name="T8" fmla="*/ 146 w 291"/>
                <a:gd name="T9" fmla="*/ 105 h 169"/>
                <a:gd name="T10" fmla="*/ 0 w 291"/>
                <a:gd name="T11" fmla="*/ 0 h 169"/>
              </a:gdLst>
              <a:ahLst/>
              <a:cxnLst>
                <a:cxn ang="0">
                  <a:pos x="T0" y="T1"/>
                </a:cxn>
                <a:cxn ang="0">
                  <a:pos x="T2" y="T3"/>
                </a:cxn>
                <a:cxn ang="0">
                  <a:pos x="T4" y="T5"/>
                </a:cxn>
                <a:cxn ang="0">
                  <a:pos x="T6" y="T7"/>
                </a:cxn>
                <a:cxn ang="0">
                  <a:pos x="T8" y="T9"/>
                </a:cxn>
                <a:cxn ang="0">
                  <a:pos x="T10" y="T11"/>
                </a:cxn>
              </a:cxnLst>
              <a:rect l="0" t="0" r="r" b="b"/>
              <a:pathLst>
                <a:path w="291" h="169">
                  <a:moveTo>
                    <a:pt x="0" y="0"/>
                  </a:moveTo>
                  <a:lnTo>
                    <a:pt x="0" y="169"/>
                  </a:lnTo>
                  <a:lnTo>
                    <a:pt x="291" y="169"/>
                  </a:lnTo>
                  <a:lnTo>
                    <a:pt x="291" y="0"/>
                  </a:lnTo>
                  <a:lnTo>
                    <a:pt x="146" y="10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sp>
          <p:nvSpPr>
            <p:cNvPr id="26" name="Freeform 14"/>
            <p:cNvSpPr/>
            <p:nvPr/>
          </p:nvSpPr>
          <p:spPr bwMode="auto">
            <a:xfrm>
              <a:off x="1585913" y="1584325"/>
              <a:ext cx="461963" cy="192088"/>
            </a:xfrm>
            <a:custGeom>
              <a:avLst/>
              <a:gdLst>
                <a:gd name="T0" fmla="*/ 291 w 291"/>
                <a:gd name="T1" fmla="*/ 17 h 121"/>
                <a:gd name="T2" fmla="*/ 291 w 291"/>
                <a:gd name="T3" fmla="*/ 0 h 121"/>
                <a:gd name="T4" fmla="*/ 0 w 291"/>
                <a:gd name="T5" fmla="*/ 0 h 121"/>
                <a:gd name="T6" fmla="*/ 0 w 291"/>
                <a:gd name="T7" fmla="*/ 17 h 121"/>
                <a:gd name="T8" fmla="*/ 146 w 291"/>
                <a:gd name="T9" fmla="*/ 121 h 121"/>
                <a:gd name="T10" fmla="*/ 291 w 291"/>
                <a:gd name="T11" fmla="*/ 17 h 121"/>
              </a:gdLst>
              <a:ahLst/>
              <a:cxnLst>
                <a:cxn ang="0">
                  <a:pos x="T0" y="T1"/>
                </a:cxn>
                <a:cxn ang="0">
                  <a:pos x="T2" y="T3"/>
                </a:cxn>
                <a:cxn ang="0">
                  <a:pos x="T4" y="T5"/>
                </a:cxn>
                <a:cxn ang="0">
                  <a:pos x="T6" y="T7"/>
                </a:cxn>
                <a:cxn ang="0">
                  <a:pos x="T8" y="T9"/>
                </a:cxn>
                <a:cxn ang="0">
                  <a:pos x="T10" y="T11"/>
                </a:cxn>
              </a:cxnLst>
              <a:rect l="0" t="0" r="r" b="b"/>
              <a:pathLst>
                <a:path w="291" h="121">
                  <a:moveTo>
                    <a:pt x="291" y="17"/>
                  </a:moveTo>
                  <a:lnTo>
                    <a:pt x="291" y="0"/>
                  </a:lnTo>
                  <a:lnTo>
                    <a:pt x="0" y="0"/>
                  </a:lnTo>
                  <a:lnTo>
                    <a:pt x="0" y="17"/>
                  </a:lnTo>
                  <a:lnTo>
                    <a:pt x="146" y="121"/>
                  </a:lnTo>
                  <a:lnTo>
                    <a:pt x="291"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grpSp>
      <p:graphicFrame>
        <p:nvGraphicFramePr>
          <p:cNvPr id="3" name="Table 2"/>
          <p:cNvGraphicFramePr/>
          <p:nvPr>
            <p:custDataLst>
              <p:tags r:id="rId3"/>
            </p:custDataLst>
          </p:nvPr>
        </p:nvGraphicFramePr>
        <p:xfrm>
          <a:off x="609600" y="2573655"/>
          <a:ext cx="10867390" cy="3629025"/>
        </p:xfrm>
        <a:graphic>
          <a:graphicData uri="http://schemas.openxmlformats.org/drawingml/2006/table">
            <a:tbl>
              <a:tblPr firstRow="1" bandRow="1">
                <a:tableStyleId>{5C22544A-7EE6-4342-B048-85BDC9FD1C3A}</a:tableStyleId>
              </a:tblPr>
              <a:tblGrid>
                <a:gridCol w="5433695"/>
                <a:gridCol w="5433695"/>
              </a:tblGrid>
              <a:tr h="725805">
                <a:tc>
                  <a:txBody>
                    <a:bodyPr/>
                    <a:p>
                      <a:pPr algn="ctr"/>
                      <a:r>
                        <a:rPr lang="en-US" altLang="zh-CN" sz="2000"/>
                        <a:t>Ưu điểm</a:t>
                      </a:r>
                      <a:endParaRPr lang="en-US" altLang="zh-CN" sz="2000"/>
                    </a:p>
                  </a:txBody>
                  <a:tcPr marL="0" marR="0" marT="0" marB="0" anchor="ctr" anchorCtr="0"/>
                </a:tc>
                <a:tc>
                  <a:txBody>
                    <a:bodyPr/>
                    <a:p>
                      <a:pPr algn="ctr"/>
                      <a:r>
                        <a:rPr lang="en-US" altLang="zh-CN" sz="2000"/>
                        <a:t>Giải thích</a:t>
                      </a:r>
                      <a:endParaRPr lang="en-US" altLang="zh-CN" sz="2000"/>
                    </a:p>
                  </a:txBody>
                  <a:tcPr marL="0" marR="0" marT="0" marB="0" anchor="ctr" anchorCtr="0"/>
                </a:tc>
              </a:tr>
              <a:tr h="725805">
                <a:tc>
                  <a:txBody>
                    <a:bodyPr/>
                    <a:p>
                      <a:r>
                        <a:rPr lang="en-US" altLang="zh-CN" sz="2000"/>
                        <a:t>Học thực tế ngay từ đầu</a:t>
                      </a:r>
                      <a:endParaRPr lang="en-US" altLang="zh-CN" sz="2000"/>
                    </a:p>
                  </a:txBody>
                  <a:tcPr marL="0" marR="0" marT="0" marB="0" anchor="ctr" anchorCtr="0"/>
                </a:tc>
                <a:tc>
                  <a:txBody>
                    <a:bodyPr/>
                    <a:p>
                      <a:r>
                        <a:rPr lang="en-US" altLang="zh-CN" sz="2000"/>
                        <a:t>Spring Boot giúp học viên hiểu được cách tạo REST API, kết nối DB, xử lý request giống như một app thực tế.</a:t>
                      </a:r>
                      <a:endParaRPr lang="en-US" altLang="zh-CN" sz="2000"/>
                    </a:p>
                  </a:txBody>
                  <a:tcPr marL="0" marR="0" marT="0" marB="0" anchor="ctr" anchorCtr="0"/>
                </a:tc>
              </a:tr>
              <a:tr h="725805">
                <a:tc>
                  <a:txBody>
                    <a:bodyPr/>
                    <a:p>
                      <a:r>
                        <a:rPr lang="en-US" altLang="zh-CN" sz="2000"/>
                        <a:t>Tự động cấu hình (auto config)</a:t>
                      </a:r>
                      <a:endParaRPr lang="en-US" altLang="zh-CN" sz="2000"/>
                    </a:p>
                  </a:txBody>
                  <a:tcPr marL="0" marR="0" marT="0" marB="0" anchor="ctr" anchorCtr="0"/>
                </a:tc>
                <a:tc>
                  <a:txBody>
                    <a:bodyPr/>
                    <a:p>
                      <a:r>
                        <a:rPr lang="en-US" altLang="zh-CN" sz="2000"/>
                        <a:t>Người mới không cần cấu hình quá nhiều file XML rườm rà như Spring truyền thống.</a:t>
                      </a:r>
                      <a:endParaRPr lang="en-US" altLang="zh-CN" sz="2000"/>
                    </a:p>
                  </a:txBody>
                  <a:tcPr marL="0" marR="0" marT="0" marB="0" anchor="ctr" anchorCtr="0"/>
                </a:tc>
              </a:tr>
              <a:tr h="725805">
                <a:tc>
                  <a:txBody>
                    <a:bodyPr/>
                    <a:p>
                      <a:r>
                        <a:rPr lang="en-US" altLang="zh-CN" sz="2000"/>
                        <a:t>Starter Pack hỗ trợ mạnh mẽ</a:t>
                      </a:r>
                      <a:endParaRPr lang="en-US" altLang="zh-CN" sz="2000"/>
                    </a:p>
                  </a:txBody>
                  <a:tcPr marL="0" marR="0" marT="0" marB="0" anchor="ctr" anchorCtr="0"/>
                </a:tc>
                <a:tc>
                  <a:txBody>
                    <a:bodyPr/>
                    <a:p>
                      <a:r>
                        <a:rPr lang="en-US" altLang="zh-CN" sz="2000"/>
                        <a:t>Các dependency được quản lý gọn gàng, dễ thêm vào. Không cần lo xung đột thư viện.</a:t>
                      </a:r>
                      <a:endParaRPr lang="en-US" altLang="zh-CN" sz="2000"/>
                    </a:p>
                  </a:txBody>
                  <a:tcPr marL="0" marR="0" marT="0" marB="0" anchor="ctr" anchorCtr="0"/>
                </a:tc>
              </a:tr>
              <a:tr h="725805">
                <a:tc>
                  <a:txBody>
                    <a:bodyPr/>
                    <a:p>
                      <a:r>
                        <a:rPr lang="en-US" altLang="zh-CN" sz="2000"/>
                        <a:t>Tạo REST API dễ dàng</a:t>
                      </a:r>
                      <a:endParaRPr lang="en-US" altLang="zh-CN" sz="2000"/>
                    </a:p>
                  </a:txBody>
                  <a:tcPr marL="0" marR="0" marT="0" marB="0" anchor="ctr" anchorCtr="0"/>
                </a:tc>
                <a:tc>
                  <a:txBody>
                    <a:bodyPr/>
                    <a:p>
                      <a:r>
                        <a:rPr lang="en-US" altLang="zh-CN" sz="2000"/>
                        <a:t>Thao tác với @RestController, @GetMapping, @PostMapping rất trực quan.</a:t>
                      </a:r>
                      <a:endParaRPr lang="en-US" altLang="zh-CN" sz="2000"/>
                    </a:p>
                  </a:txBody>
                  <a:tcPr marL="0" marR="0" marT="0" marB="0" anchor="ctr" anchorCtr="0"/>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en-US" altLang="vi-VN"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3</a:t>
            </a:r>
            <a:endParaRPr lang="en-US" altLang="vi-VN"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2953892" y="551686"/>
            <a:ext cx="9073515" cy="1729105"/>
          </a:xfrm>
          <a:prstGeom prst="rect">
            <a:avLst/>
          </a:prstGeom>
        </p:spPr>
        <p:txBody>
          <a:bodyPr wrap="none" lIns="68571" tIns="34285" rIns="68571" bIns="34285">
            <a:spAutoFit/>
          </a:bodyPr>
          <a:lstStyle/>
          <a:p>
            <a:pPr marL="0" lvl="1" algn="ct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Các ưu và nhược điểm c</a:t>
            </a: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ủa </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a:p>
            <a:pPr marL="0" lvl="1" algn="ct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spring </a:t>
            </a: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rPr>
              <a:t>boot</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0" name="圆角矩形 9"/>
          <p:cNvSpPr/>
          <p:nvPr/>
        </p:nvSpPr>
        <p:spPr>
          <a:xfrm>
            <a:off x="400050" y="2384425"/>
            <a:ext cx="11391900" cy="4104005"/>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grpSp>
        <p:nvGrpSpPr>
          <p:cNvPr id="24" name="Group 62"/>
          <p:cNvGrpSpPr/>
          <p:nvPr/>
        </p:nvGrpSpPr>
        <p:grpSpPr>
          <a:xfrm>
            <a:off x="11791666" y="127680"/>
            <a:ext cx="315441" cy="225472"/>
            <a:chOff x="1585913" y="1584325"/>
            <a:chExt cx="461963" cy="330201"/>
          </a:xfrm>
          <a:solidFill>
            <a:srgbClr val="44546A"/>
          </a:solidFill>
        </p:grpSpPr>
        <p:sp>
          <p:nvSpPr>
            <p:cNvPr id="25" name="Freeform 13"/>
            <p:cNvSpPr/>
            <p:nvPr/>
          </p:nvSpPr>
          <p:spPr bwMode="auto">
            <a:xfrm>
              <a:off x="1585913" y="1646238"/>
              <a:ext cx="461963" cy="268288"/>
            </a:xfrm>
            <a:custGeom>
              <a:avLst/>
              <a:gdLst>
                <a:gd name="T0" fmla="*/ 0 w 291"/>
                <a:gd name="T1" fmla="*/ 0 h 169"/>
                <a:gd name="T2" fmla="*/ 0 w 291"/>
                <a:gd name="T3" fmla="*/ 169 h 169"/>
                <a:gd name="T4" fmla="*/ 291 w 291"/>
                <a:gd name="T5" fmla="*/ 169 h 169"/>
                <a:gd name="T6" fmla="*/ 291 w 291"/>
                <a:gd name="T7" fmla="*/ 0 h 169"/>
                <a:gd name="T8" fmla="*/ 146 w 291"/>
                <a:gd name="T9" fmla="*/ 105 h 169"/>
                <a:gd name="T10" fmla="*/ 0 w 291"/>
                <a:gd name="T11" fmla="*/ 0 h 169"/>
              </a:gdLst>
              <a:ahLst/>
              <a:cxnLst>
                <a:cxn ang="0">
                  <a:pos x="T0" y="T1"/>
                </a:cxn>
                <a:cxn ang="0">
                  <a:pos x="T2" y="T3"/>
                </a:cxn>
                <a:cxn ang="0">
                  <a:pos x="T4" y="T5"/>
                </a:cxn>
                <a:cxn ang="0">
                  <a:pos x="T6" y="T7"/>
                </a:cxn>
                <a:cxn ang="0">
                  <a:pos x="T8" y="T9"/>
                </a:cxn>
                <a:cxn ang="0">
                  <a:pos x="T10" y="T11"/>
                </a:cxn>
              </a:cxnLst>
              <a:rect l="0" t="0" r="r" b="b"/>
              <a:pathLst>
                <a:path w="291" h="169">
                  <a:moveTo>
                    <a:pt x="0" y="0"/>
                  </a:moveTo>
                  <a:lnTo>
                    <a:pt x="0" y="169"/>
                  </a:lnTo>
                  <a:lnTo>
                    <a:pt x="291" y="169"/>
                  </a:lnTo>
                  <a:lnTo>
                    <a:pt x="291" y="0"/>
                  </a:lnTo>
                  <a:lnTo>
                    <a:pt x="146" y="10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sp>
          <p:nvSpPr>
            <p:cNvPr id="26" name="Freeform 14"/>
            <p:cNvSpPr/>
            <p:nvPr/>
          </p:nvSpPr>
          <p:spPr bwMode="auto">
            <a:xfrm>
              <a:off x="1585913" y="1584325"/>
              <a:ext cx="461963" cy="192088"/>
            </a:xfrm>
            <a:custGeom>
              <a:avLst/>
              <a:gdLst>
                <a:gd name="T0" fmla="*/ 291 w 291"/>
                <a:gd name="T1" fmla="*/ 17 h 121"/>
                <a:gd name="T2" fmla="*/ 291 w 291"/>
                <a:gd name="T3" fmla="*/ 0 h 121"/>
                <a:gd name="T4" fmla="*/ 0 w 291"/>
                <a:gd name="T5" fmla="*/ 0 h 121"/>
                <a:gd name="T6" fmla="*/ 0 w 291"/>
                <a:gd name="T7" fmla="*/ 17 h 121"/>
                <a:gd name="T8" fmla="*/ 146 w 291"/>
                <a:gd name="T9" fmla="*/ 121 h 121"/>
                <a:gd name="T10" fmla="*/ 291 w 291"/>
                <a:gd name="T11" fmla="*/ 17 h 121"/>
              </a:gdLst>
              <a:ahLst/>
              <a:cxnLst>
                <a:cxn ang="0">
                  <a:pos x="T0" y="T1"/>
                </a:cxn>
                <a:cxn ang="0">
                  <a:pos x="T2" y="T3"/>
                </a:cxn>
                <a:cxn ang="0">
                  <a:pos x="T4" y="T5"/>
                </a:cxn>
                <a:cxn ang="0">
                  <a:pos x="T6" y="T7"/>
                </a:cxn>
                <a:cxn ang="0">
                  <a:pos x="T8" y="T9"/>
                </a:cxn>
                <a:cxn ang="0">
                  <a:pos x="T10" y="T11"/>
                </a:cxn>
              </a:cxnLst>
              <a:rect l="0" t="0" r="r" b="b"/>
              <a:pathLst>
                <a:path w="291" h="121">
                  <a:moveTo>
                    <a:pt x="291" y="17"/>
                  </a:moveTo>
                  <a:lnTo>
                    <a:pt x="291" y="0"/>
                  </a:lnTo>
                  <a:lnTo>
                    <a:pt x="0" y="0"/>
                  </a:lnTo>
                  <a:lnTo>
                    <a:pt x="0" y="17"/>
                  </a:lnTo>
                  <a:lnTo>
                    <a:pt x="146" y="121"/>
                  </a:lnTo>
                  <a:lnTo>
                    <a:pt x="291"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grpSp>
      <p:graphicFrame>
        <p:nvGraphicFramePr>
          <p:cNvPr id="3" name="Table 2"/>
          <p:cNvGraphicFramePr/>
          <p:nvPr>
            <p:custDataLst>
              <p:tags r:id="rId3"/>
            </p:custDataLst>
          </p:nvPr>
        </p:nvGraphicFramePr>
        <p:xfrm>
          <a:off x="609600" y="2573655"/>
          <a:ext cx="10971530" cy="3657600"/>
        </p:xfrm>
        <a:graphic>
          <a:graphicData uri="http://schemas.openxmlformats.org/drawingml/2006/table">
            <a:tbl>
              <a:tblPr firstRow="1" bandRow="1">
                <a:tableStyleId>{5C22544A-7EE6-4342-B048-85BDC9FD1C3A}</a:tableStyleId>
              </a:tblPr>
              <a:tblGrid>
                <a:gridCol w="5485765"/>
                <a:gridCol w="5485765"/>
              </a:tblGrid>
              <a:tr h="914400">
                <a:tc>
                  <a:txBody>
                    <a:bodyPr/>
                    <a:p>
                      <a:pPr algn="ctr"/>
                      <a:r>
                        <a:rPr lang="en-US" altLang="zh-CN" sz="2000"/>
                        <a:t>Hạn chế</a:t>
                      </a:r>
                      <a:endParaRPr lang="en-US" altLang="zh-CN" sz="2000"/>
                    </a:p>
                  </a:txBody>
                  <a:tcPr marL="0" marR="0" marT="0" marB="0" anchor="ctr" anchorCtr="0"/>
                </a:tc>
                <a:tc>
                  <a:txBody>
                    <a:bodyPr/>
                    <a:p>
                      <a:pPr algn="ctr"/>
                      <a:r>
                        <a:rPr lang="en-US" altLang="zh-CN" sz="2000"/>
                        <a:t>Giải thích</a:t>
                      </a:r>
                      <a:endParaRPr lang="en-US" altLang="zh-CN" sz="2000"/>
                    </a:p>
                  </a:txBody>
                  <a:tcPr marL="0" marR="0" marT="0" marB="0" anchor="ctr" anchorCtr="0"/>
                </a:tc>
              </a:tr>
              <a:tr h="914400">
                <a:tc>
                  <a:txBody>
                    <a:bodyPr/>
                    <a:p>
                      <a:r>
                        <a:rPr lang="en-US" altLang="zh-CN" sz="2000"/>
                        <a:t>Khó nếu chưa nắm rõ OOP + Java cơ bản</a:t>
                      </a:r>
                      <a:endParaRPr lang="en-US" altLang="zh-CN" sz="2000"/>
                    </a:p>
                  </a:txBody>
                  <a:tcPr marL="0" marR="0" marT="0" marB="0" anchor="ctr" anchorCtr="0"/>
                </a:tc>
                <a:tc>
                  <a:txBody>
                    <a:bodyPr/>
                    <a:p>
                      <a:r>
                        <a:rPr lang="en-US" altLang="zh-CN" sz="2000"/>
                        <a:t>Người mới sẽ gặp khó khăn với các khái niệm như Annotation, Dependency Injection, Bean Life Cycle.</a:t>
                      </a:r>
                      <a:endParaRPr lang="en-US" altLang="zh-CN" sz="2000"/>
                    </a:p>
                  </a:txBody>
                  <a:tcPr marL="0" marR="0" marT="0" marB="0" anchor="ctr" anchorCtr="0"/>
                </a:tc>
              </a:tr>
              <a:tr h="914400">
                <a:tc>
                  <a:txBody>
                    <a:bodyPr/>
                    <a:p>
                      <a:r>
                        <a:rPr lang="en-US" altLang="zh-CN" sz="2000"/>
                        <a:t>Không hiểu rõ những gì đang xảy ra bên trong</a:t>
                      </a:r>
                      <a:endParaRPr lang="en-US" altLang="zh-CN" sz="2000"/>
                    </a:p>
                  </a:txBody>
                  <a:tcPr marL="0" marR="0" marT="0" marB="0" anchor="ctr" anchorCtr="0"/>
                </a:tc>
                <a:tc>
                  <a:txBody>
                    <a:bodyPr/>
                    <a:p>
                      <a:r>
                        <a:rPr lang="en-US" altLang="zh-CN" sz="2000"/>
                        <a:t>Dễ bị học kiểu “gõ theo hướng dẫn”, không hiểu bản chất, dẫn tới code sai không biết sửa.</a:t>
                      </a:r>
                      <a:endParaRPr lang="en-US" altLang="zh-CN" sz="2000"/>
                    </a:p>
                  </a:txBody>
                  <a:tcPr marL="0" marR="0" marT="0" marB="0" anchor="ctr" anchorCtr="0"/>
                </a:tc>
              </a:tr>
              <a:tr h="914400">
                <a:tc>
                  <a:txBody>
                    <a:bodyPr/>
                    <a:p>
                      <a:r>
                        <a:rPr lang="en-US" altLang="zh-CN" sz="2000"/>
                        <a:t>Không có nền tảng OOP sẽ bị rối</a:t>
                      </a:r>
                      <a:endParaRPr lang="en-US" altLang="zh-CN" sz="2000"/>
                    </a:p>
                  </a:txBody>
                  <a:tcPr marL="0" marR="0" marT="0" marB="0" anchor="ctr" anchorCtr="0"/>
                </a:tc>
                <a:tc>
                  <a:txBody>
                    <a:bodyPr/>
                    <a:p>
                      <a:r>
                        <a:rPr lang="en-US" altLang="zh-CN" sz="2000"/>
                        <a:t>Spring Boot sử dụng nhiều interface, abstract, generic… nên nếu chưa vững sẽ dễ nản.</a:t>
                      </a:r>
                      <a:endParaRPr lang="en-US" altLang="zh-CN" sz="2000"/>
                    </a:p>
                  </a:txBody>
                  <a:tcPr marL="0" marR="0" marT="0" marB="0" anchor="ctr" anchorCtr="0"/>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en-US" altLang="vi-VN"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4</a:t>
            </a:r>
            <a:endParaRPr lang="en-US" altLang="vi-VN"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4120387" y="551686"/>
            <a:ext cx="6740525" cy="897890"/>
          </a:xfrm>
          <a:prstGeom prst="rect">
            <a:avLst/>
          </a:prstGeom>
        </p:spPr>
        <p:txBody>
          <a:bodyPr wrap="none" lIns="68571" tIns="34285" rIns="68571" bIns="34285">
            <a:spAutoFit/>
          </a:bodyPr>
          <a:lstStyle/>
          <a:p>
            <a:pPr marL="0" lvl="1" algn="ctr"/>
            <a:r>
              <a:rPr lang="en-US" altLang="vi-VN" sz="5400" b="1" spc="300" dirty="0">
                <a:solidFill>
                  <a:srgbClr val="44546A"/>
                </a:solidFill>
                <a:latin typeface="Times New Roman" panose="02020603050405020304" charset="0"/>
                <a:ea typeface="IBM Plex Sans SemiBold" panose="020B0703050203000203" charset="0"/>
                <a:cs typeface="Times New Roman" panose="02020603050405020304" charset="0"/>
              </a:rPr>
              <a:t>Ph</a:t>
            </a: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ân cấp chức </a:t>
            </a: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năng</a:t>
            </a:r>
            <a:endPar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0" name="圆角矩形 9"/>
          <p:cNvSpPr/>
          <p:nvPr/>
        </p:nvSpPr>
        <p:spPr>
          <a:xfrm>
            <a:off x="400050" y="1762760"/>
            <a:ext cx="11391900" cy="4725670"/>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grpSp>
        <p:nvGrpSpPr>
          <p:cNvPr id="24" name="Group 62"/>
          <p:cNvGrpSpPr/>
          <p:nvPr/>
        </p:nvGrpSpPr>
        <p:grpSpPr>
          <a:xfrm>
            <a:off x="11791666" y="127680"/>
            <a:ext cx="315441" cy="225472"/>
            <a:chOff x="1585913" y="1584325"/>
            <a:chExt cx="461963" cy="330201"/>
          </a:xfrm>
          <a:solidFill>
            <a:srgbClr val="44546A"/>
          </a:solidFill>
        </p:grpSpPr>
        <p:sp>
          <p:nvSpPr>
            <p:cNvPr id="25" name="Freeform 13"/>
            <p:cNvSpPr/>
            <p:nvPr/>
          </p:nvSpPr>
          <p:spPr bwMode="auto">
            <a:xfrm>
              <a:off x="1585913" y="1646238"/>
              <a:ext cx="461963" cy="268288"/>
            </a:xfrm>
            <a:custGeom>
              <a:avLst/>
              <a:gdLst>
                <a:gd name="T0" fmla="*/ 0 w 291"/>
                <a:gd name="T1" fmla="*/ 0 h 169"/>
                <a:gd name="T2" fmla="*/ 0 w 291"/>
                <a:gd name="T3" fmla="*/ 169 h 169"/>
                <a:gd name="T4" fmla="*/ 291 w 291"/>
                <a:gd name="T5" fmla="*/ 169 h 169"/>
                <a:gd name="T6" fmla="*/ 291 w 291"/>
                <a:gd name="T7" fmla="*/ 0 h 169"/>
                <a:gd name="T8" fmla="*/ 146 w 291"/>
                <a:gd name="T9" fmla="*/ 105 h 169"/>
                <a:gd name="T10" fmla="*/ 0 w 291"/>
                <a:gd name="T11" fmla="*/ 0 h 169"/>
              </a:gdLst>
              <a:ahLst/>
              <a:cxnLst>
                <a:cxn ang="0">
                  <a:pos x="T0" y="T1"/>
                </a:cxn>
                <a:cxn ang="0">
                  <a:pos x="T2" y="T3"/>
                </a:cxn>
                <a:cxn ang="0">
                  <a:pos x="T4" y="T5"/>
                </a:cxn>
                <a:cxn ang="0">
                  <a:pos x="T6" y="T7"/>
                </a:cxn>
                <a:cxn ang="0">
                  <a:pos x="T8" y="T9"/>
                </a:cxn>
                <a:cxn ang="0">
                  <a:pos x="T10" y="T11"/>
                </a:cxn>
              </a:cxnLst>
              <a:rect l="0" t="0" r="r" b="b"/>
              <a:pathLst>
                <a:path w="291" h="169">
                  <a:moveTo>
                    <a:pt x="0" y="0"/>
                  </a:moveTo>
                  <a:lnTo>
                    <a:pt x="0" y="169"/>
                  </a:lnTo>
                  <a:lnTo>
                    <a:pt x="291" y="169"/>
                  </a:lnTo>
                  <a:lnTo>
                    <a:pt x="291" y="0"/>
                  </a:lnTo>
                  <a:lnTo>
                    <a:pt x="146" y="10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sp>
          <p:nvSpPr>
            <p:cNvPr id="26" name="Freeform 14"/>
            <p:cNvSpPr/>
            <p:nvPr/>
          </p:nvSpPr>
          <p:spPr bwMode="auto">
            <a:xfrm>
              <a:off x="1585913" y="1584325"/>
              <a:ext cx="461963" cy="192088"/>
            </a:xfrm>
            <a:custGeom>
              <a:avLst/>
              <a:gdLst>
                <a:gd name="T0" fmla="*/ 291 w 291"/>
                <a:gd name="T1" fmla="*/ 17 h 121"/>
                <a:gd name="T2" fmla="*/ 291 w 291"/>
                <a:gd name="T3" fmla="*/ 0 h 121"/>
                <a:gd name="T4" fmla="*/ 0 w 291"/>
                <a:gd name="T5" fmla="*/ 0 h 121"/>
                <a:gd name="T6" fmla="*/ 0 w 291"/>
                <a:gd name="T7" fmla="*/ 17 h 121"/>
                <a:gd name="T8" fmla="*/ 146 w 291"/>
                <a:gd name="T9" fmla="*/ 121 h 121"/>
                <a:gd name="T10" fmla="*/ 291 w 291"/>
                <a:gd name="T11" fmla="*/ 17 h 121"/>
              </a:gdLst>
              <a:ahLst/>
              <a:cxnLst>
                <a:cxn ang="0">
                  <a:pos x="T0" y="T1"/>
                </a:cxn>
                <a:cxn ang="0">
                  <a:pos x="T2" y="T3"/>
                </a:cxn>
                <a:cxn ang="0">
                  <a:pos x="T4" y="T5"/>
                </a:cxn>
                <a:cxn ang="0">
                  <a:pos x="T6" y="T7"/>
                </a:cxn>
                <a:cxn ang="0">
                  <a:pos x="T8" y="T9"/>
                </a:cxn>
                <a:cxn ang="0">
                  <a:pos x="T10" y="T11"/>
                </a:cxn>
              </a:cxnLst>
              <a:rect l="0" t="0" r="r" b="b"/>
              <a:pathLst>
                <a:path w="291" h="121">
                  <a:moveTo>
                    <a:pt x="291" y="17"/>
                  </a:moveTo>
                  <a:lnTo>
                    <a:pt x="291" y="0"/>
                  </a:lnTo>
                  <a:lnTo>
                    <a:pt x="0" y="0"/>
                  </a:lnTo>
                  <a:lnTo>
                    <a:pt x="0" y="17"/>
                  </a:lnTo>
                  <a:lnTo>
                    <a:pt x="146" y="121"/>
                  </a:lnTo>
                  <a:lnTo>
                    <a:pt x="291"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grpSp>
      <p:pic>
        <p:nvPicPr>
          <p:cNvPr id="2" name="Picture 1"/>
          <p:cNvPicPr>
            <a:picLocks noChangeAspect="1"/>
          </p:cNvPicPr>
          <p:nvPr/>
        </p:nvPicPr>
        <p:blipFill>
          <a:blip r:embed="rId3"/>
          <a:stretch>
            <a:fillRect/>
          </a:stretch>
        </p:blipFill>
        <p:spPr>
          <a:xfrm>
            <a:off x="575945" y="1895475"/>
            <a:ext cx="11011535" cy="435483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5</a:t>
            </a:r>
            <a:endPar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0" name="圆角矩形 9"/>
          <p:cNvSpPr/>
          <p:nvPr/>
        </p:nvSpPr>
        <p:spPr>
          <a:xfrm>
            <a:off x="400050" y="1762760"/>
            <a:ext cx="11391900" cy="4725670"/>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pic>
        <p:nvPicPr>
          <p:cNvPr id="3" name="Picture 2"/>
          <p:cNvPicPr>
            <a:picLocks noChangeAspect="1"/>
          </p:cNvPicPr>
          <p:nvPr/>
        </p:nvPicPr>
        <p:blipFill>
          <a:blip r:embed="rId3"/>
          <a:stretch>
            <a:fillRect/>
          </a:stretch>
        </p:blipFill>
        <p:spPr>
          <a:xfrm>
            <a:off x="6008370" y="0"/>
            <a:ext cx="5783580" cy="6707505"/>
          </a:xfrm>
          <a:prstGeom prst="rect">
            <a:avLst/>
          </a:prstGeom>
        </p:spPr>
      </p:pic>
      <p:sp>
        <p:nvSpPr>
          <p:cNvPr id="7" name="矩形 5"/>
          <p:cNvSpPr/>
          <p:nvPr/>
        </p:nvSpPr>
        <p:spPr>
          <a:xfrm>
            <a:off x="695325" y="2091690"/>
            <a:ext cx="4010025" cy="1837690"/>
          </a:xfrm>
          <a:prstGeom prst="rect">
            <a:avLst/>
          </a:prstGeom>
        </p:spPr>
        <p:txBody>
          <a:bodyPr wrap="none" lIns="68571" tIns="34285" rIns="68571" bIns="34285">
            <a:noAutofit/>
          </a:bodyPr>
          <a:p>
            <a:pPr marL="0" lvl="1" algn="ct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Sơ </a:t>
            </a: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đồ </a:t>
            </a:r>
            <a:endPar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a:p>
            <a:pPr marL="0" lvl="1" algn="ct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Use </a:t>
            </a: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tổng</a:t>
            </a:r>
            <a:endPar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440468" y="1658424"/>
            <a:ext cx="1778000" cy="3769360"/>
          </a:xfrm>
          <a:prstGeom prst="rect">
            <a:avLst/>
          </a:prstGeom>
          <a:noFill/>
        </p:spPr>
        <p:txBody>
          <a:bodyPr wrap="square" rtlCol="0">
            <a:spAutoFit/>
          </a:bodyPr>
          <a:lstStyle/>
          <a:p>
            <a:pPr algn="ctr"/>
            <a:r>
              <a:rPr lang="vi-VN" altLang="en-US" sz="23900" b="1" spc="-300" dirty="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rPr>
              <a:t>4</a:t>
            </a:r>
            <a:endParaRPr lang="vi-VN" altLang="en-US" sz="23900" b="1" spc="-300" dirty="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endParaRPr>
          </a:p>
        </p:txBody>
      </p:sp>
      <p:sp>
        <p:nvSpPr>
          <p:cNvPr id="9" name="矩形 8"/>
          <p:cNvSpPr/>
          <p:nvPr/>
        </p:nvSpPr>
        <p:spPr>
          <a:xfrm>
            <a:off x="3570605" y="1378585"/>
            <a:ext cx="7719695" cy="2308225"/>
          </a:xfrm>
          <a:prstGeom prst="rect">
            <a:avLst/>
          </a:prstGeom>
        </p:spPr>
        <p:txBody>
          <a:bodyPr wrap="none" lIns="68571" tIns="34285" rIns="68571" bIns="34285">
            <a:noAutofit/>
          </a:bodyPr>
          <a:lstStyle/>
          <a:p>
            <a:pPr marL="0" lvl="1" algn="ct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sym typeface="+mn-ea"/>
              </a:rPr>
              <a:t>Demo chương trình</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5041440" y="3196639"/>
              <a:ext cx="5904720" cy="131040"/>
            </p14:xfrm>
          </p:contentPart>
        </mc:Choice>
        <mc:Fallback xmlns="">
          <p:pic>
            <p:nvPicPr>
              <p:cNvPr id="3" name="墨迹 2"/>
            </p:nvPicPr>
            <p:blipFill>
              <a:blip r:embed="rId2"/>
            </p:blipFill>
            <p:spPr>
              <a:xfrm>
                <a:off x="5041440" y="3196639"/>
                <a:ext cx="5904720" cy="13104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5073120" y="4751119"/>
              <a:ext cx="6123960" cy="151920"/>
            </p14:xfrm>
          </p:contentPart>
        </mc:Choice>
        <mc:Fallback xmlns="">
          <p:pic>
            <p:nvPicPr>
              <p:cNvPr id="5" name="墨迹 4"/>
            </p:nvPicPr>
            <p:blipFill>
              <a:blip r:embed="rId4"/>
            </p:blipFill>
            <p:spPr>
              <a:xfrm>
                <a:off x="5073120" y="4751119"/>
                <a:ext cx="6123960" cy="151920"/>
              </a:xfrm>
              <a:prstGeom prst="rect"/>
            </p:spPr>
          </p:pic>
        </mc:Fallback>
      </mc:AlternateContent>
      <p:grpSp>
        <p:nvGrpSpPr>
          <p:cNvPr id="11" name="组合 10"/>
          <p:cNvGrpSpPr/>
          <p:nvPr/>
        </p:nvGrpSpPr>
        <p:grpSpPr>
          <a:xfrm>
            <a:off x="5759601" y="3560812"/>
            <a:ext cx="4309458" cy="954847"/>
            <a:chOff x="5973738" y="4953001"/>
            <a:chExt cx="4309458" cy="954847"/>
          </a:xfrm>
        </p:grpSpPr>
        <p:sp>
          <p:nvSpPr>
            <p:cNvPr id="12" name="矩形 11"/>
            <p:cNvSpPr/>
            <p:nvPr/>
          </p:nvSpPr>
          <p:spPr>
            <a:xfrm>
              <a:off x="5973738" y="4953001"/>
              <a:ext cx="1423670" cy="436245"/>
            </a:xfrm>
            <a:prstGeom prst="rect">
              <a:avLst/>
            </a:prstGeom>
          </p:spPr>
          <p:txBody>
            <a:bodyPr wrap="none" lIns="68571" tIns="34285" rIns="68571" bIns="34285">
              <a:spAutoFit/>
            </a:bodyPr>
            <a:lstStyle/>
            <a:p>
              <a:pPr marL="342900" indent="-342900" algn="l">
                <a:buFont typeface="Wingdings" panose="05000000000000000000" charset="0"/>
                <a:buChar char="ü"/>
              </a:pPr>
              <a:r>
                <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rPr>
                <a:t>Topic 1</a:t>
              </a:r>
              <a:endPar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3" name="矩形 12"/>
            <p:cNvSpPr/>
            <p:nvPr/>
          </p:nvSpPr>
          <p:spPr>
            <a:xfrm>
              <a:off x="8567360" y="4953001"/>
              <a:ext cx="1715836" cy="438572"/>
            </a:xfrm>
            <a:prstGeom prst="rect">
              <a:avLst/>
            </a:prstGeom>
          </p:spPr>
          <p:txBody>
            <a:bodyPr wrap="none" lIns="68571" tIns="34285" rIns="68571" bIns="34285">
              <a:spAutoFit/>
            </a:bodyPr>
            <a:lstStyle/>
            <a:p>
              <a:pPr marL="342900" indent="-342900">
                <a:buFont typeface="IBM Plex Sans" panose="020B0503050203000203" charset="0"/>
                <a:buChar char="ü"/>
              </a:pPr>
              <a:endParaRPr lang="zh-CN" altLang="en-US" sz="2400" b="1"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4" name="矩形 13"/>
            <p:cNvSpPr/>
            <p:nvPr/>
          </p:nvSpPr>
          <p:spPr>
            <a:xfrm>
              <a:off x="5973738" y="5471603"/>
              <a:ext cx="1423670" cy="436245"/>
            </a:xfrm>
            <a:prstGeom prst="rect">
              <a:avLst/>
            </a:prstGeom>
          </p:spPr>
          <p:txBody>
            <a:bodyPr wrap="none" lIns="68571" tIns="34285" rIns="68571" bIns="34285">
              <a:spAutoFit/>
            </a:bodyPr>
            <a:lstStyle/>
            <a:p>
              <a:pPr marL="342900" lvl="0" indent="-342900" algn="l">
                <a:buClrTx/>
                <a:buSzTx/>
                <a:buFont typeface="Wingdings" panose="05000000000000000000" charset="0"/>
                <a:buChar char="ü"/>
              </a:pPr>
              <a:r>
                <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Topic </a:t>
              </a:r>
              <a:r>
                <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3</a:t>
              </a:r>
              <a:endPar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sp>
          <p:nvSpPr>
            <p:cNvPr id="15" name="矩形 14"/>
            <p:cNvSpPr/>
            <p:nvPr/>
          </p:nvSpPr>
          <p:spPr>
            <a:xfrm>
              <a:off x="8567360" y="5471603"/>
              <a:ext cx="1423670" cy="436245"/>
            </a:xfrm>
            <a:prstGeom prst="rect">
              <a:avLst/>
            </a:prstGeom>
          </p:spPr>
          <p:txBody>
            <a:bodyPr wrap="none" lIns="68571" tIns="34285" rIns="68571" bIns="34285">
              <a:spAutoFit/>
            </a:bodyPr>
            <a:lstStyle/>
            <a:p>
              <a:pPr marL="342900" lvl="0" indent="-342900" algn="l">
                <a:buClrTx/>
                <a:buSzTx/>
                <a:buFont typeface="Wingdings" panose="05000000000000000000" charset="0"/>
                <a:buChar char="ü"/>
              </a:pPr>
              <a:r>
                <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Topic </a:t>
              </a:r>
              <a:r>
                <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4</a:t>
              </a:r>
              <a:endPar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sp>
          <p:nvSpPr>
            <p:cNvPr id="2" name="矩形 1"/>
            <p:cNvSpPr/>
            <p:nvPr/>
          </p:nvSpPr>
          <p:spPr>
            <a:xfrm>
              <a:off x="8567360" y="4978208"/>
              <a:ext cx="1423670" cy="436245"/>
            </a:xfrm>
            <a:prstGeom prst="rect">
              <a:avLst/>
            </a:prstGeom>
          </p:spPr>
          <p:txBody>
            <a:bodyPr wrap="none" lIns="68571" tIns="34285" rIns="68571" bIns="34285">
              <a:spAutoFit/>
            </a:bodyPr>
            <a:p>
              <a:pPr marL="342900" lvl="0" indent="-342900" algn="l">
                <a:buClrTx/>
                <a:buSzTx/>
                <a:buFont typeface="Wingdings" panose="05000000000000000000" charset="0"/>
                <a:buChar char="ü"/>
              </a:pPr>
              <a:r>
                <a:rPr lang="zh-CN" altLang="en-US"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Topic </a:t>
              </a:r>
              <a:r>
                <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rPr>
                <a:t>2</a:t>
              </a:r>
              <a:endParaRPr lang="en-US" altLang="zh-CN" sz="2400" b="1" dirty="0" smtClean="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grpSp>
      <p:grpSp>
        <p:nvGrpSpPr>
          <p:cNvPr id="19" name="组合 18"/>
          <p:cNvGrpSpPr/>
          <p:nvPr/>
        </p:nvGrpSpPr>
        <p:grpSpPr>
          <a:xfrm>
            <a:off x="0" y="406400"/>
            <a:ext cx="12192000" cy="228600"/>
            <a:chOff x="0" y="571500"/>
            <a:chExt cx="12192000" cy="228600"/>
          </a:xfrm>
        </p:grpSpPr>
        <p:cxnSp>
          <p:nvCxnSpPr>
            <p:cNvPr id="20" name="直接连接符 19"/>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rot="10800000">
            <a:off x="0" y="6235700"/>
            <a:ext cx="12192000" cy="228600"/>
            <a:chOff x="0" y="571500"/>
            <a:chExt cx="12192000" cy="228600"/>
          </a:xfrm>
        </p:grpSpPr>
        <p:cxnSp>
          <p:nvCxnSpPr>
            <p:cNvPr id="23" name="直接连接符 22"/>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1</a:t>
            </a:r>
            <a:endPar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3247390" y="551815"/>
            <a:ext cx="8322310" cy="1729105"/>
          </a:xfrm>
          <a:prstGeom prst="rect">
            <a:avLst/>
          </a:prstGeom>
        </p:spPr>
        <p:txBody>
          <a:bodyPr wrap="square" lIns="68571" tIns="34285" rIns="68571" bIns="34285">
            <a:spAutoFit/>
          </a:bodyPr>
          <a:lstStyle/>
          <a:p>
            <a:pPr marL="0" lvl="1" algn="ctr"/>
            <a:r>
              <a:rPr lang="en-US" altLang="vi-VN" sz="5400" b="1" spc="300" dirty="0">
                <a:solidFill>
                  <a:srgbClr val="44546A"/>
                </a:solidFill>
                <a:latin typeface="Times New Roman" panose="02020603050405020304" charset="0"/>
                <a:ea typeface="IBM Plex Sans SemiBold" panose="020B0703050203000203" charset="0"/>
                <a:cs typeface="Times New Roman" panose="02020603050405020304" charset="0"/>
              </a:rPr>
              <a:t>C</a:t>
            </a: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ác công nghệ được</a:t>
            </a:r>
            <a:endPar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a:p>
            <a:pPr marL="0" lvl="1" algn="ct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 ứng </a:t>
            </a: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dụng</a:t>
            </a:r>
            <a:endPar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0" name="圆角矩形 9"/>
          <p:cNvSpPr/>
          <p:nvPr/>
        </p:nvSpPr>
        <p:spPr>
          <a:xfrm>
            <a:off x="400050" y="2384425"/>
            <a:ext cx="11391900" cy="4104005"/>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sp>
        <p:nvSpPr>
          <p:cNvPr id="14" name="矩形 7"/>
          <p:cNvSpPr>
            <a:spLocks noChangeArrowheads="1"/>
          </p:cNvSpPr>
          <p:nvPr/>
        </p:nvSpPr>
        <p:spPr bwMode="auto">
          <a:xfrm>
            <a:off x="582930" y="2479040"/>
            <a:ext cx="10986135" cy="3823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indent="0" algn="just">
              <a:lnSpc>
                <a:spcPct val="150000"/>
              </a:lnSpc>
              <a:buFont typeface="Wingdings" panose="05000000000000000000" charset="0"/>
              <a:buNone/>
            </a:pPr>
            <a:r>
              <a:rPr lang="vi-VN" altLang="en-US" sz="2500" b="1" dirty="0">
                <a:solidFill>
                  <a:srgbClr val="44546A"/>
                </a:solidFill>
                <a:latin typeface="Times New Roman" panose="02020603050405020304" charset="0"/>
                <a:ea typeface="IBM Plex Sans" panose="020B0503050203000203" charset="0"/>
                <a:cs typeface="Times New Roman" panose="02020603050405020304" charset="0"/>
              </a:rPr>
              <a:t>BackEnd</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rPr>
              <a:t>: </a:t>
            </a:r>
            <a:r>
              <a:rPr lang="vi-VN" altLang="en-US" sz="2500" dirty="0">
                <a:solidFill>
                  <a:srgbClr val="44546A"/>
                </a:solidFill>
                <a:latin typeface="Times New Roman" panose="02020603050405020304" charset="0"/>
                <a:ea typeface="IBM Plex Sans" panose="020B0503050203000203" charset="0"/>
                <a:cs typeface="Times New Roman" panose="02020603050405020304" charset="0"/>
              </a:rPr>
              <a:t>Java </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rPr>
              <a:t>Spring Boot </a:t>
            </a:r>
            <a:r>
              <a:rPr lang="vi-VN" altLang="en-US" sz="2500" dirty="0">
                <a:solidFill>
                  <a:srgbClr val="44546A"/>
                </a:solidFill>
                <a:latin typeface="Times New Roman" panose="02020603050405020304" charset="0"/>
                <a:ea typeface="IBM Plex Sans" panose="020B0503050203000203" charset="0"/>
                <a:cs typeface="Times New Roman" panose="02020603050405020304" charset="0"/>
              </a:rPr>
              <a:t>sẻ đóng vai trò nghiệp vụ </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rPr>
              <a:t>API RESTful, kết nối cơ sở dữ liệu, xác thực và phân quyền, quản l</a:t>
            </a:r>
            <a:r>
              <a:rPr lang="" altLang="en-US" sz="2500" dirty="0">
                <a:solidFill>
                  <a:srgbClr val="44546A"/>
                </a:solidFill>
                <a:latin typeface="Times New Roman" panose="02020603050405020304" charset="0"/>
                <a:ea typeface="IBM Plex Sans" panose="020B0503050203000203" charset="0"/>
                <a:cs typeface="Times New Roman" panose="02020603050405020304" charset="0"/>
              </a:rPr>
              <a:t>ý</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rPr>
              <a:t> session, v.v.</a:t>
            </a:r>
            <a:r>
              <a:rPr lang="vi-VN" altLang="en-US" sz="2500" dirty="0">
                <a:solidFill>
                  <a:srgbClr val="44546A"/>
                </a:solidFill>
                <a:latin typeface="Times New Roman" panose="02020603050405020304" charset="0"/>
                <a:ea typeface="IBM Plex Sans" panose="020B0503050203000203" charset="0"/>
                <a:cs typeface="Times New Roman" panose="02020603050405020304" charset="0"/>
              </a:rPr>
              <a:t> (I</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rPr>
              <a:t>ntellij idea</a:t>
            </a:r>
            <a:r>
              <a:rPr lang="vi-VN" altLang="en-US" sz="2500" dirty="0">
                <a:solidFill>
                  <a:srgbClr val="44546A"/>
                </a:solidFill>
                <a:latin typeface="Times New Roman" panose="02020603050405020304" charset="0"/>
                <a:ea typeface="IBM Plex Sans" panose="020B0503050203000203" charset="0"/>
                <a:cs typeface="Times New Roman" panose="02020603050405020304" charset="0"/>
              </a:rPr>
              <a:t>)</a:t>
            </a:r>
            <a:endParaRPr lang="en-US" altLang="en-US" sz="2500" dirty="0">
              <a:solidFill>
                <a:srgbClr val="44546A"/>
              </a:solidFill>
              <a:latin typeface="Times New Roman" panose="02020603050405020304" charset="0"/>
              <a:ea typeface="IBM Plex Sans" panose="020B0503050203000203" charset="0"/>
              <a:cs typeface="Times New Roman" panose="02020603050405020304" charset="0"/>
            </a:endParaRPr>
          </a:p>
          <a:p>
            <a:pPr indent="0" algn="just">
              <a:lnSpc>
                <a:spcPct val="150000"/>
              </a:lnSpc>
              <a:buFont typeface="Wingdings" panose="05000000000000000000" charset="0"/>
              <a:buNone/>
            </a:pPr>
            <a:r>
              <a:rPr lang="vi-VN" altLang="en-US" sz="2500" b="1" dirty="0">
                <a:solidFill>
                  <a:srgbClr val="44546A"/>
                </a:solidFill>
                <a:latin typeface="Times New Roman" panose="02020603050405020304" charset="0"/>
                <a:ea typeface="IBM Plex Sans" panose="020B0503050203000203" charset="0"/>
                <a:cs typeface="Times New Roman" panose="02020603050405020304" charset="0"/>
              </a:rPr>
              <a:t>FrontEnd</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rPr>
              <a:t>: Hiển thị giao diện ng</a:t>
            </a:r>
            <a:r>
              <a:rPr lang="" altLang="en-US" sz="2500" dirty="0">
                <a:solidFill>
                  <a:srgbClr val="44546A"/>
                </a:solidFill>
                <a:latin typeface="Times New Roman" panose="02020603050405020304" charset="0"/>
                <a:ea typeface="IBM Plex Sans" panose="020B0503050203000203" charset="0"/>
                <a:cs typeface="Times New Roman" panose="02020603050405020304" charset="0"/>
              </a:rPr>
              <a:t>ư</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rPr>
              <a:t>ời dùng, gọi API từ Spring Boot, xử l</a:t>
            </a:r>
            <a:r>
              <a:rPr lang="" altLang="en-US" sz="2500" dirty="0">
                <a:solidFill>
                  <a:srgbClr val="44546A"/>
                </a:solidFill>
                <a:latin typeface="Times New Roman" panose="02020603050405020304" charset="0"/>
                <a:ea typeface="IBM Plex Sans" panose="020B0503050203000203" charset="0"/>
                <a:cs typeface="Times New Roman" panose="02020603050405020304" charset="0"/>
              </a:rPr>
              <a:t>ý</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rPr>
              <a:t> các t</a:t>
            </a:r>
            <a:r>
              <a:rPr lang="" altLang="en-US" sz="2500" dirty="0">
                <a:solidFill>
                  <a:srgbClr val="44546A"/>
                </a:solidFill>
                <a:latin typeface="Times New Roman" panose="02020603050405020304" charset="0"/>
                <a:ea typeface="IBM Plex Sans" panose="020B0503050203000203" charset="0"/>
                <a:cs typeface="Times New Roman" panose="02020603050405020304" charset="0"/>
              </a:rPr>
              <a:t>ư</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rPr>
              <a:t>ơng tác phía client</a:t>
            </a:r>
            <a:r>
              <a:rPr lang="vi-VN" altLang="en-US" sz="2500" dirty="0">
                <a:solidFill>
                  <a:srgbClr val="44546A"/>
                </a:solidFill>
                <a:latin typeface="Times New Roman" panose="02020603050405020304" charset="0"/>
                <a:ea typeface="IBM Plex Sans" panose="020B0503050203000203" charset="0"/>
                <a:cs typeface="Times New Roman" panose="02020603050405020304" charset="0"/>
              </a:rPr>
              <a:t>. (VS </a:t>
            </a:r>
            <a:r>
              <a:rPr lang="vi-VN" altLang="en-US" sz="2500" dirty="0">
                <a:solidFill>
                  <a:srgbClr val="44546A"/>
                </a:solidFill>
                <a:latin typeface="Times New Roman" panose="02020603050405020304" charset="0"/>
                <a:ea typeface="IBM Plex Sans" panose="020B0503050203000203" charset="0"/>
                <a:cs typeface="Times New Roman" panose="02020603050405020304" charset="0"/>
              </a:rPr>
              <a:t>Code)</a:t>
            </a:r>
            <a:endParaRPr lang="vi-VN" altLang="en-US" sz="2500" dirty="0">
              <a:solidFill>
                <a:srgbClr val="44546A"/>
              </a:solidFill>
              <a:latin typeface="Times New Roman" panose="02020603050405020304" charset="0"/>
              <a:ea typeface="IBM Plex Sans" panose="020B0503050203000203" charset="0"/>
              <a:cs typeface="Times New Roman" panose="02020603050405020304" charset="0"/>
            </a:endParaRPr>
          </a:p>
          <a:p>
            <a:pPr indent="0" algn="just">
              <a:lnSpc>
                <a:spcPct val="150000"/>
              </a:lnSpc>
              <a:buFont typeface="Wingdings" panose="05000000000000000000" charset="0"/>
              <a:buNone/>
            </a:pPr>
            <a:r>
              <a:rPr lang="en-US" altLang="en-US" sz="2500" b="1" dirty="0">
                <a:solidFill>
                  <a:srgbClr val="44546A"/>
                </a:solidFill>
                <a:latin typeface="Times New Roman" panose="02020603050405020304" charset="0"/>
                <a:ea typeface="IBM Plex Sans" panose="020B0503050203000203" charset="0"/>
                <a:cs typeface="Times New Roman" panose="02020603050405020304" charset="0"/>
              </a:rPr>
              <a:t>Database</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rPr>
              <a:t>: MySQL</a:t>
            </a:r>
            <a:r>
              <a:rPr lang="vi-VN" altLang="en-US" sz="2500" dirty="0">
                <a:solidFill>
                  <a:srgbClr val="44546A"/>
                </a:solidFill>
                <a:latin typeface="Times New Roman" panose="02020603050405020304" charset="0"/>
                <a:ea typeface="IBM Plex Sans" panose="020B0503050203000203" charset="0"/>
                <a:cs typeface="Times New Roman" panose="02020603050405020304" charset="0"/>
              </a:rPr>
              <a:t> của ứng dụng </a:t>
            </a:r>
            <a:r>
              <a:rPr lang="vi-VN" altLang="en-US" sz="2500" dirty="0">
                <a:solidFill>
                  <a:srgbClr val="44546A"/>
                </a:solidFill>
                <a:latin typeface="Times New Roman" panose="02020603050405020304" charset="0"/>
                <a:ea typeface="IBM Plex Sans" panose="020B0503050203000203" charset="0"/>
                <a:cs typeface="Times New Roman" panose="02020603050405020304" charset="0"/>
              </a:rPr>
              <a:t>Laragon</a:t>
            </a:r>
            <a:endParaRPr lang="vi-VN" altLang="en-US" sz="2500" dirty="0">
              <a:solidFill>
                <a:srgbClr val="44546A"/>
              </a:solidFill>
              <a:latin typeface="Times New Roman" panose="02020603050405020304" charset="0"/>
              <a:ea typeface="IBM Plex Sans" panose="020B0503050203000203" charset="0"/>
              <a:cs typeface="Times New Roman" panose="02020603050405020304" charset="0"/>
            </a:endParaRPr>
          </a:p>
          <a:p>
            <a:pPr indent="0" algn="just">
              <a:lnSpc>
                <a:spcPct val="150000"/>
              </a:lnSpc>
              <a:buFont typeface="Wingdings" panose="05000000000000000000" charset="0"/>
              <a:buNone/>
            </a:pPr>
            <a:r>
              <a:rPr lang="vi-VN" altLang="en-US" sz="2500" b="1" dirty="0">
                <a:solidFill>
                  <a:srgbClr val="44546A"/>
                </a:solidFill>
                <a:latin typeface="Times New Roman" panose="02020603050405020304" charset="0"/>
                <a:ea typeface="IBM Plex Sans" panose="020B0503050203000203" charset="0"/>
                <a:cs typeface="Times New Roman" panose="02020603050405020304" charset="0"/>
                <a:sym typeface="+mn-ea"/>
              </a:rPr>
              <a:t>PostMan</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sym typeface="+mn-ea"/>
              </a:rPr>
              <a:t>: </a:t>
            </a:r>
            <a:r>
              <a:rPr lang="vi-VN" altLang="en-US" sz="2500" dirty="0">
                <a:solidFill>
                  <a:srgbClr val="44546A"/>
                </a:solidFill>
                <a:latin typeface="Times New Roman" panose="02020603050405020304" charset="0"/>
                <a:ea typeface="IBM Plex Sans" panose="020B0503050203000203" charset="0"/>
                <a:cs typeface="Times New Roman" panose="02020603050405020304" charset="0"/>
                <a:sym typeface="+mn-ea"/>
              </a:rPr>
              <a:t>Test các </a:t>
            </a:r>
            <a:r>
              <a:rPr lang="en-US" altLang="en-US" sz="2500" dirty="0">
                <a:solidFill>
                  <a:srgbClr val="44546A"/>
                </a:solidFill>
                <a:latin typeface="Times New Roman" panose="02020603050405020304" charset="0"/>
                <a:ea typeface="IBM Plex Sans" panose="020B0503050203000203" charset="0"/>
                <a:cs typeface="Times New Roman" panose="02020603050405020304" charset="0"/>
                <a:sym typeface="+mn-ea"/>
              </a:rPr>
              <a:t>API RESTful</a:t>
            </a:r>
            <a:r>
              <a:rPr lang="vi-VN" altLang="en-US" sz="2500" dirty="0">
                <a:solidFill>
                  <a:srgbClr val="44546A"/>
                </a:solidFill>
                <a:latin typeface="Times New Roman" panose="02020603050405020304" charset="0"/>
                <a:ea typeface="IBM Plex Sans" panose="020B0503050203000203" charset="0"/>
                <a:cs typeface="Times New Roman" panose="02020603050405020304" charset="0"/>
                <a:sym typeface="+mn-ea"/>
              </a:rPr>
              <a:t> của Java.</a:t>
            </a:r>
            <a:endParaRPr lang="vi-VN" altLang="en-US" sz="2500" dirty="0">
              <a:solidFill>
                <a:srgbClr val="44546A"/>
              </a:solidFill>
              <a:latin typeface="Times New Roman" panose="02020603050405020304" charset="0"/>
              <a:ea typeface="IBM Plex Sans" panose="020B0503050203000203" charset="0"/>
              <a:cs typeface="Times New Roman" panose="02020603050405020304" charset="0"/>
            </a:endParaRPr>
          </a:p>
          <a:p>
            <a:pPr indent="0" algn="just">
              <a:lnSpc>
                <a:spcPct val="150000"/>
              </a:lnSpc>
              <a:buFont typeface="Wingdings" panose="05000000000000000000" charset="0"/>
              <a:buNone/>
            </a:pPr>
            <a:endParaRPr lang="vi-VN" altLang="en-US" sz="2500" dirty="0">
              <a:solidFill>
                <a:srgbClr val="44546A"/>
              </a:solidFill>
              <a:latin typeface="Times New Roman" panose="02020603050405020304" charset="0"/>
              <a:ea typeface="IBM Plex Sans" panose="020B0503050203000203" charset="0"/>
              <a:cs typeface="Times New Roman" panose="02020603050405020304" charset="0"/>
            </a:endParaRPr>
          </a:p>
          <a:p>
            <a:pPr indent="0" algn="just">
              <a:lnSpc>
                <a:spcPct val="150000"/>
              </a:lnSpc>
              <a:buFont typeface="Wingdings" panose="05000000000000000000" charset="0"/>
              <a:buNone/>
            </a:pPr>
            <a:endParaRPr lang="vi-VN" altLang="en-US" sz="2500" dirty="0">
              <a:solidFill>
                <a:srgbClr val="44546A"/>
              </a:solidFill>
              <a:latin typeface="Times New Roman" panose="02020603050405020304" charset="0"/>
              <a:ea typeface="IBM Plex Sans" panose="020B0503050203000203" charset="0"/>
              <a:cs typeface="Times New Roman" panose="02020603050405020304" charset="0"/>
            </a:endParaRPr>
          </a:p>
        </p:txBody>
      </p:sp>
      <p:grpSp>
        <p:nvGrpSpPr>
          <p:cNvPr id="24" name="Group 62"/>
          <p:cNvGrpSpPr/>
          <p:nvPr/>
        </p:nvGrpSpPr>
        <p:grpSpPr>
          <a:xfrm>
            <a:off x="11791666" y="127680"/>
            <a:ext cx="315441" cy="225472"/>
            <a:chOff x="1585913" y="1584325"/>
            <a:chExt cx="461963" cy="330201"/>
          </a:xfrm>
          <a:solidFill>
            <a:srgbClr val="44546A"/>
          </a:solidFill>
        </p:grpSpPr>
        <p:sp>
          <p:nvSpPr>
            <p:cNvPr id="25" name="Freeform 13"/>
            <p:cNvSpPr/>
            <p:nvPr/>
          </p:nvSpPr>
          <p:spPr bwMode="auto">
            <a:xfrm>
              <a:off x="1585913" y="1646238"/>
              <a:ext cx="461963" cy="268288"/>
            </a:xfrm>
            <a:custGeom>
              <a:avLst/>
              <a:gdLst>
                <a:gd name="T0" fmla="*/ 0 w 291"/>
                <a:gd name="T1" fmla="*/ 0 h 169"/>
                <a:gd name="T2" fmla="*/ 0 w 291"/>
                <a:gd name="T3" fmla="*/ 169 h 169"/>
                <a:gd name="T4" fmla="*/ 291 w 291"/>
                <a:gd name="T5" fmla="*/ 169 h 169"/>
                <a:gd name="T6" fmla="*/ 291 w 291"/>
                <a:gd name="T7" fmla="*/ 0 h 169"/>
                <a:gd name="T8" fmla="*/ 146 w 291"/>
                <a:gd name="T9" fmla="*/ 105 h 169"/>
                <a:gd name="T10" fmla="*/ 0 w 291"/>
                <a:gd name="T11" fmla="*/ 0 h 169"/>
              </a:gdLst>
              <a:ahLst/>
              <a:cxnLst>
                <a:cxn ang="0">
                  <a:pos x="T0" y="T1"/>
                </a:cxn>
                <a:cxn ang="0">
                  <a:pos x="T2" y="T3"/>
                </a:cxn>
                <a:cxn ang="0">
                  <a:pos x="T4" y="T5"/>
                </a:cxn>
                <a:cxn ang="0">
                  <a:pos x="T6" y="T7"/>
                </a:cxn>
                <a:cxn ang="0">
                  <a:pos x="T8" y="T9"/>
                </a:cxn>
                <a:cxn ang="0">
                  <a:pos x="T10" y="T11"/>
                </a:cxn>
              </a:cxnLst>
              <a:rect l="0" t="0" r="r" b="b"/>
              <a:pathLst>
                <a:path w="291" h="169">
                  <a:moveTo>
                    <a:pt x="0" y="0"/>
                  </a:moveTo>
                  <a:lnTo>
                    <a:pt x="0" y="169"/>
                  </a:lnTo>
                  <a:lnTo>
                    <a:pt x="291" y="169"/>
                  </a:lnTo>
                  <a:lnTo>
                    <a:pt x="291" y="0"/>
                  </a:lnTo>
                  <a:lnTo>
                    <a:pt x="146" y="10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sp>
          <p:nvSpPr>
            <p:cNvPr id="26" name="Freeform 14"/>
            <p:cNvSpPr/>
            <p:nvPr/>
          </p:nvSpPr>
          <p:spPr bwMode="auto">
            <a:xfrm>
              <a:off x="1585913" y="1584325"/>
              <a:ext cx="461963" cy="192088"/>
            </a:xfrm>
            <a:custGeom>
              <a:avLst/>
              <a:gdLst>
                <a:gd name="T0" fmla="*/ 291 w 291"/>
                <a:gd name="T1" fmla="*/ 17 h 121"/>
                <a:gd name="T2" fmla="*/ 291 w 291"/>
                <a:gd name="T3" fmla="*/ 0 h 121"/>
                <a:gd name="T4" fmla="*/ 0 w 291"/>
                <a:gd name="T5" fmla="*/ 0 h 121"/>
                <a:gd name="T6" fmla="*/ 0 w 291"/>
                <a:gd name="T7" fmla="*/ 17 h 121"/>
                <a:gd name="T8" fmla="*/ 146 w 291"/>
                <a:gd name="T9" fmla="*/ 121 h 121"/>
                <a:gd name="T10" fmla="*/ 291 w 291"/>
                <a:gd name="T11" fmla="*/ 17 h 121"/>
              </a:gdLst>
              <a:ahLst/>
              <a:cxnLst>
                <a:cxn ang="0">
                  <a:pos x="T0" y="T1"/>
                </a:cxn>
                <a:cxn ang="0">
                  <a:pos x="T2" y="T3"/>
                </a:cxn>
                <a:cxn ang="0">
                  <a:pos x="T4" y="T5"/>
                </a:cxn>
                <a:cxn ang="0">
                  <a:pos x="T6" y="T7"/>
                </a:cxn>
                <a:cxn ang="0">
                  <a:pos x="T8" y="T9"/>
                </a:cxn>
                <a:cxn ang="0">
                  <a:pos x="T10" y="T11"/>
                </a:cxn>
              </a:cxnLst>
              <a:rect l="0" t="0" r="r" b="b"/>
              <a:pathLst>
                <a:path w="291" h="121">
                  <a:moveTo>
                    <a:pt x="291" y="17"/>
                  </a:moveTo>
                  <a:lnTo>
                    <a:pt x="291" y="0"/>
                  </a:lnTo>
                  <a:lnTo>
                    <a:pt x="0" y="0"/>
                  </a:lnTo>
                  <a:lnTo>
                    <a:pt x="0" y="17"/>
                  </a:lnTo>
                  <a:lnTo>
                    <a:pt x="146" y="121"/>
                  </a:lnTo>
                  <a:lnTo>
                    <a:pt x="291"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2</a:t>
            </a:r>
            <a:endPar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3247390" y="551815"/>
            <a:ext cx="8322310" cy="897890"/>
          </a:xfrm>
          <a:prstGeom prst="rect">
            <a:avLst/>
          </a:prstGeom>
        </p:spPr>
        <p:txBody>
          <a:bodyPr wrap="square" lIns="68571" tIns="34285" rIns="68571" bIns="34285">
            <a:spAutoFit/>
          </a:bodyPr>
          <a:lstStyle/>
          <a:p>
            <a:pPr marL="0" lvl="1" algn="ct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Cấu trúc chương </a:t>
            </a: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trình</a:t>
            </a:r>
            <a:endPar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0" name="圆角矩形 9"/>
          <p:cNvSpPr/>
          <p:nvPr/>
        </p:nvSpPr>
        <p:spPr>
          <a:xfrm>
            <a:off x="400050" y="1762760"/>
            <a:ext cx="11391900" cy="4725670"/>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sp>
        <p:nvSpPr>
          <p:cNvPr id="14" name="矩形 7"/>
          <p:cNvSpPr>
            <a:spLocks noChangeArrowheads="1"/>
          </p:cNvSpPr>
          <p:nvPr/>
        </p:nvSpPr>
        <p:spPr bwMode="auto">
          <a:xfrm>
            <a:off x="582930" y="2479040"/>
            <a:ext cx="10986135" cy="3823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indent="0" algn="just">
              <a:lnSpc>
                <a:spcPct val="150000"/>
              </a:lnSpc>
              <a:buFont typeface="Wingdings" panose="05000000000000000000" charset="0"/>
              <a:buNone/>
            </a:pPr>
            <a:endParaRPr lang="vi-VN" altLang="en-US" sz="2500" dirty="0">
              <a:solidFill>
                <a:srgbClr val="44546A"/>
              </a:solidFill>
              <a:latin typeface="Times New Roman" panose="02020603050405020304" charset="0"/>
              <a:ea typeface="IBM Plex Sans" panose="020B0503050203000203" charset="0"/>
              <a:cs typeface="Times New Roman" panose="02020603050405020304" charset="0"/>
            </a:endParaRPr>
          </a:p>
        </p:txBody>
      </p:sp>
      <p:grpSp>
        <p:nvGrpSpPr>
          <p:cNvPr id="24" name="Group 62"/>
          <p:cNvGrpSpPr/>
          <p:nvPr/>
        </p:nvGrpSpPr>
        <p:grpSpPr>
          <a:xfrm>
            <a:off x="11791666" y="127680"/>
            <a:ext cx="315441" cy="225472"/>
            <a:chOff x="1585913" y="1584325"/>
            <a:chExt cx="461963" cy="330201"/>
          </a:xfrm>
          <a:solidFill>
            <a:srgbClr val="44546A"/>
          </a:solidFill>
        </p:grpSpPr>
        <p:sp>
          <p:nvSpPr>
            <p:cNvPr id="25" name="Freeform 13"/>
            <p:cNvSpPr/>
            <p:nvPr/>
          </p:nvSpPr>
          <p:spPr bwMode="auto">
            <a:xfrm>
              <a:off x="1585913" y="1646238"/>
              <a:ext cx="461963" cy="268288"/>
            </a:xfrm>
            <a:custGeom>
              <a:avLst/>
              <a:gdLst>
                <a:gd name="T0" fmla="*/ 0 w 291"/>
                <a:gd name="T1" fmla="*/ 0 h 169"/>
                <a:gd name="T2" fmla="*/ 0 w 291"/>
                <a:gd name="T3" fmla="*/ 169 h 169"/>
                <a:gd name="T4" fmla="*/ 291 w 291"/>
                <a:gd name="T5" fmla="*/ 169 h 169"/>
                <a:gd name="T6" fmla="*/ 291 w 291"/>
                <a:gd name="T7" fmla="*/ 0 h 169"/>
                <a:gd name="T8" fmla="*/ 146 w 291"/>
                <a:gd name="T9" fmla="*/ 105 h 169"/>
                <a:gd name="T10" fmla="*/ 0 w 291"/>
                <a:gd name="T11" fmla="*/ 0 h 169"/>
              </a:gdLst>
              <a:ahLst/>
              <a:cxnLst>
                <a:cxn ang="0">
                  <a:pos x="T0" y="T1"/>
                </a:cxn>
                <a:cxn ang="0">
                  <a:pos x="T2" y="T3"/>
                </a:cxn>
                <a:cxn ang="0">
                  <a:pos x="T4" y="T5"/>
                </a:cxn>
                <a:cxn ang="0">
                  <a:pos x="T6" y="T7"/>
                </a:cxn>
                <a:cxn ang="0">
                  <a:pos x="T8" y="T9"/>
                </a:cxn>
                <a:cxn ang="0">
                  <a:pos x="T10" y="T11"/>
                </a:cxn>
              </a:cxnLst>
              <a:rect l="0" t="0" r="r" b="b"/>
              <a:pathLst>
                <a:path w="291" h="169">
                  <a:moveTo>
                    <a:pt x="0" y="0"/>
                  </a:moveTo>
                  <a:lnTo>
                    <a:pt x="0" y="169"/>
                  </a:lnTo>
                  <a:lnTo>
                    <a:pt x="291" y="169"/>
                  </a:lnTo>
                  <a:lnTo>
                    <a:pt x="291" y="0"/>
                  </a:lnTo>
                  <a:lnTo>
                    <a:pt x="146" y="10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sp>
          <p:nvSpPr>
            <p:cNvPr id="26" name="Freeform 14"/>
            <p:cNvSpPr/>
            <p:nvPr/>
          </p:nvSpPr>
          <p:spPr bwMode="auto">
            <a:xfrm>
              <a:off x="1585913" y="1584325"/>
              <a:ext cx="461963" cy="192088"/>
            </a:xfrm>
            <a:custGeom>
              <a:avLst/>
              <a:gdLst>
                <a:gd name="T0" fmla="*/ 291 w 291"/>
                <a:gd name="T1" fmla="*/ 17 h 121"/>
                <a:gd name="T2" fmla="*/ 291 w 291"/>
                <a:gd name="T3" fmla="*/ 0 h 121"/>
                <a:gd name="T4" fmla="*/ 0 w 291"/>
                <a:gd name="T5" fmla="*/ 0 h 121"/>
                <a:gd name="T6" fmla="*/ 0 w 291"/>
                <a:gd name="T7" fmla="*/ 17 h 121"/>
                <a:gd name="T8" fmla="*/ 146 w 291"/>
                <a:gd name="T9" fmla="*/ 121 h 121"/>
                <a:gd name="T10" fmla="*/ 291 w 291"/>
                <a:gd name="T11" fmla="*/ 17 h 121"/>
              </a:gdLst>
              <a:ahLst/>
              <a:cxnLst>
                <a:cxn ang="0">
                  <a:pos x="T0" y="T1"/>
                </a:cxn>
                <a:cxn ang="0">
                  <a:pos x="T2" y="T3"/>
                </a:cxn>
                <a:cxn ang="0">
                  <a:pos x="T4" y="T5"/>
                </a:cxn>
                <a:cxn ang="0">
                  <a:pos x="T6" y="T7"/>
                </a:cxn>
                <a:cxn ang="0">
                  <a:pos x="T8" y="T9"/>
                </a:cxn>
                <a:cxn ang="0">
                  <a:pos x="T10" y="T11"/>
                </a:cxn>
              </a:cxnLst>
              <a:rect l="0" t="0" r="r" b="b"/>
              <a:pathLst>
                <a:path w="291" h="121">
                  <a:moveTo>
                    <a:pt x="291" y="17"/>
                  </a:moveTo>
                  <a:lnTo>
                    <a:pt x="291" y="0"/>
                  </a:lnTo>
                  <a:lnTo>
                    <a:pt x="0" y="0"/>
                  </a:lnTo>
                  <a:lnTo>
                    <a:pt x="0" y="17"/>
                  </a:lnTo>
                  <a:lnTo>
                    <a:pt x="146" y="121"/>
                  </a:lnTo>
                  <a:lnTo>
                    <a:pt x="291"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grpSp>
      <p:graphicFrame>
        <p:nvGraphicFramePr>
          <p:cNvPr id="2" name="Table 1"/>
          <p:cNvGraphicFramePr/>
          <p:nvPr>
            <p:custDataLst>
              <p:tags r:id="rId3"/>
            </p:custDataLst>
          </p:nvPr>
        </p:nvGraphicFramePr>
        <p:xfrm>
          <a:off x="525780" y="1920240"/>
          <a:ext cx="11119485" cy="4464685"/>
        </p:xfrm>
        <a:graphic>
          <a:graphicData uri="http://schemas.openxmlformats.org/drawingml/2006/table">
            <a:tbl>
              <a:tblPr firstRow="1" bandRow="1">
                <a:tableStyleId>{5C22544A-7EE6-4342-B048-85BDC9FD1C3A}</a:tableStyleId>
              </a:tblPr>
              <a:tblGrid>
                <a:gridCol w="598805"/>
                <a:gridCol w="1577340"/>
                <a:gridCol w="8943340"/>
              </a:tblGrid>
              <a:tr h="367030">
                <a:tc>
                  <a:txBody>
                    <a:bodyPr/>
                    <a:p>
                      <a:pPr algn="ctr">
                        <a:buNone/>
                      </a:pPr>
                      <a:r>
                        <a:rPr lang="vi-VN" altLang="en-US"/>
                        <a:t>STT</a:t>
                      </a:r>
                      <a:endParaRPr lang="vi-VN" altLang="en-US"/>
                    </a:p>
                  </a:txBody>
                  <a:tcPr/>
                </a:tc>
                <a:tc>
                  <a:txBody>
                    <a:bodyPr/>
                    <a:p>
                      <a:pPr algn="ctr">
                        <a:buNone/>
                      </a:pPr>
                      <a:r>
                        <a:rPr lang="vi-VN" altLang="en-US"/>
                        <a:t>Tên thư </a:t>
                      </a:r>
                      <a:r>
                        <a:rPr lang="vi-VN" altLang="en-US"/>
                        <a:t>mục</a:t>
                      </a:r>
                      <a:endParaRPr lang="vi-VN" altLang="en-US"/>
                    </a:p>
                  </a:txBody>
                  <a:tcPr/>
                </a:tc>
                <a:tc>
                  <a:txBody>
                    <a:bodyPr/>
                    <a:p>
                      <a:pPr algn="ctr">
                        <a:buNone/>
                      </a:pPr>
                      <a:r>
                        <a:rPr lang="vi-VN" altLang="en-US"/>
                        <a:t>Giải </a:t>
                      </a:r>
                      <a:r>
                        <a:rPr lang="vi-VN" altLang="en-US"/>
                        <a:t>thích</a:t>
                      </a:r>
                      <a:endParaRPr lang="vi-VN" altLang="en-US"/>
                    </a:p>
                  </a:txBody>
                  <a:tcPr/>
                </a:tc>
              </a:tr>
              <a:tr h="683260">
                <a:tc>
                  <a:txBody>
                    <a:bodyPr/>
                    <a:p>
                      <a:pPr indent="0" algn="ctr">
                        <a:buFont typeface="+mj-lt"/>
                        <a:buNone/>
                      </a:pPr>
                      <a:r>
                        <a:rPr lang="vi-VN" altLang="en-US"/>
                        <a:t>1</a:t>
                      </a:r>
                      <a:endParaRPr lang="vi-VN" altLang="en-US"/>
                    </a:p>
                  </a:txBody>
                  <a:tcPr/>
                </a:tc>
                <a:tc>
                  <a:txBody>
                    <a:bodyPr/>
                    <a:p>
                      <a:pPr algn="ctr">
                        <a:buNone/>
                      </a:pPr>
                      <a:r>
                        <a:rPr lang="en-US" altLang="en-US"/>
                        <a:t>config</a:t>
                      </a:r>
                      <a:endParaRPr lang="en-US" altLang="en-US"/>
                    </a:p>
                  </a:txBody>
                  <a:tcPr/>
                </a:tc>
                <a:tc>
                  <a:txBody>
                    <a:bodyPr/>
                    <a:p>
                      <a:pPr algn="l">
                        <a:buNone/>
                      </a:pPr>
                      <a:r>
                        <a:rPr lang="en-US" altLang="en-US"/>
                        <a:t>Chứa các lớp cấu hình cho ứng dụng (CORS, bảo mật</a:t>
                      </a:r>
                      <a:r>
                        <a:rPr lang="vi-VN" altLang="en-US"/>
                        <a:t>)</a:t>
                      </a:r>
                      <a:endParaRPr lang="vi-VN" altLang="en-US"/>
                    </a:p>
                  </a:txBody>
                  <a:tcPr/>
                </a:tc>
              </a:tr>
              <a:tr h="682625">
                <a:tc>
                  <a:txBody>
                    <a:bodyPr/>
                    <a:p>
                      <a:pPr indent="0" algn="ctr">
                        <a:buFont typeface="+mj-lt"/>
                        <a:buNone/>
                      </a:pPr>
                      <a:r>
                        <a:rPr lang="vi-VN" altLang="en-US"/>
                        <a:t>2</a:t>
                      </a:r>
                      <a:endParaRPr lang="vi-VN" altLang="en-US"/>
                    </a:p>
                  </a:txBody>
                  <a:tcPr/>
                </a:tc>
                <a:tc>
                  <a:txBody>
                    <a:bodyPr/>
                    <a:p>
                      <a:pPr algn="ctr">
                        <a:buNone/>
                      </a:pPr>
                      <a:r>
                        <a:rPr lang="en-US" altLang="en-US"/>
                        <a:t>controller</a:t>
                      </a:r>
                      <a:endParaRPr lang="en-US" altLang="en-US"/>
                    </a:p>
                  </a:txBody>
                  <a:tcPr/>
                </a:tc>
                <a:tc>
                  <a:txBody>
                    <a:bodyPr/>
                    <a:p>
                      <a:pPr algn="l">
                        <a:buNone/>
                      </a:pPr>
                      <a:r>
                        <a:rPr lang="en-US" altLang="en-US"/>
                        <a:t>Xử l</a:t>
                      </a:r>
                      <a:r>
                        <a:rPr lang="" altLang="en-US"/>
                        <a:t>ý</a:t>
                      </a:r>
                      <a:r>
                        <a:rPr lang="en-US" altLang="en-US"/>
                        <a:t> các HTTP request từ phía client, </a:t>
                      </a:r>
                      <a:r>
                        <a:rPr lang="" altLang="en-US"/>
                        <a:t>đ</a:t>
                      </a:r>
                      <a:r>
                        <a:rPr lang="en-US" altLang="en-US"/>
                        <a:t>iều h</a:t>
                      </a:r>
                      <a:r>
                        <a:rPr lang="" altLang="en-US"/>
                        <a:t>ư</a:t>
                      </a:r>
                      <a:r>
                        <a:rPr lang="en-US" altLang="en-US"/>
                        <a:t>ớng luồng xử l</a:t>
                      </a:r>
                      <a:r>
                        <a:rPr lang="" altLang="en-US"/>
                        <a:t>ý</a:t>
                      </a:r>
                      <a:r>
                        <a:rPr lang="en-US" altLang="en-US"/>
                        <a:t>, trả response về client.</a:t>
                      </a:r>
                      <a:endParaRPr lang="en-US" altLang="en-US"/>
                    </a:p>
                  </a:txBody>
                  <a:tcPr/>
                </a:tc>
              </a:tr>
              <a:tr h="683260">
                <a:tc>
                  <a:txBody>
                    <a:bodyPr/>
                    <a:p>
                      <a:pPr indent="0" algn="ctr">
                        <a:buFont typeface="+mj-lt"/>
                        <a:buNone/>
                      </a:pPr>
                      <a:r>
                        <a:rPr lang="vi-VN" altLang="en-US"/>
                        <a:t>3</a:t>
                      </a:r>
                      <a:endParaRPr lang="vi-VN" altLang="en-US"/>
                    </a:p>
                  </a:txBody>
                  <a:tcPr/>
                </a:tc>
                <a:tc>
                  <a:txBody>
                    <a:bodyPr/>
                    <a:p>
                      <a:pPr algn="ctr">
                        <a:buNone/>
                      </a:pPr>
                      <a:r>
                        <a:rPr lang="en-US" altLang="en-US"/>
                        <a:t>service</a:t>
                      </a:r>
                      <a:endParaRPr lang="en-US" altLang="en-US"/>
                    </a:p>
                  </a:txBody>
                  <a:tcPr/>
                </a:tc>
                <a:tc>
                  <a:txBody>
                    <a:bodyPr/>
                    <a:p>
                      <a:pPr algn="l">
                        <a:buNone/>
                      </a:pPr>
                      <a:r>
                        <a:rPr lang="en-US" altLang="en-US"/>
                        <a:t>Xử l</a:t>
                      </a:r>
                      <a:r>
                        <a:rPr lang="" altLang="en-US"/>
                        <a:t>ý</a:t>
                      </a:r>
                      <a:r>
                        <a:rPr lang="en-US" altLang="en-US"/>
                        <a:t> logic nghiệp vụ chính, là tầng trung gian giữa controller và repository.</a:t>
                      </a:r>
                      <a:endParaRPr lang="en-US" altLang="en-US"/>
                    </a:p>
                  </a:txBody>
                  <a:tcPr/>
                </a:tc>
              </a:tr>
              <a:tr h="683260">
                <a:tc>
                  <a:txBody>
                    <a:bodyPr/>
                    <a:p>
                      <a:pPr indent="0" algn="ctr">
                        <a:buFont typeface="+mj-lt"/>
                        <a:buNone/>
                      </a:pPr>
                      <a:r>
                        <a:rPr lang="vi-VN" altLang="en-US"/>
                        <a:t>4</a:t>
                      </a:r>
                      <a:endParaRPr lang="vi-VN" altLang="en-US"/>
                    </a:p>
                  </a:txBody>
                  <a:tcPr/>
                </a:tc>
                <a:tc>
                  <a:txBody>
                    <a:bodyPr/>
                    <a:p>
                      <a:pPr algn="ctr">
                        <a:buNone/>
                      </a:pPr>
                      <a:r>
                        <a:rPr lang="en-US" altLang="en-US"/>
                        <a:t>repository</a:t>
                      </a:r>
                      <a:endParaRPr lang="en-US" altLang="en-US"/>
                    </a:p>
                  </a:txBody>
                  <a:tcPr/>
                </a:tc>
                <a:tc>
                  <a:txBody>
                    <a:bodyPr/>
                    <a:p>
                      <a:pPr algn="l">
                        <a:buNone/>
                      </a:pPr>
                      <a:r>
                        <a:rPr lang="en-US" altLang="en-US"/>
                        <a:t>Giao tiếp trực tiếp với cơ sở dữ liệu, sử dụng Spring Data JPA </a:t>
                      </a:r>
                      <a:r>
                        <a:rPr lang="" altLang="en-US"/>
                        <a:t>đ</a:t>
                      </a:r>
                      <a:r>
                        <a:rPr lang="en-US" altLang="en-US"/>
                        <a:t>ể thực hiện truy vấn.</a:t>
                      </a:r>
                      <a:endParaRPr lang="en-US" altLang="en-US"/>
                    </a:p>
                  </a:txBody>
                  <a:tcPr/>
                </a:tc>
              </a:tr>
              <a:tr h="681990">
                <a:tc>
                  <a:txBody>
                    <a:bodyPr/>
                    <a:p>
                      <a:pPr indent="0" algn="ctr">
                        <a:buFont typeface="+mj-lt"/>
                        <a:buNone/>
                      </a:pPr>
                      <a:r>
                        <a:rPr lang="vi-VN" altLang="en-US"/>
                        <a:t>5</a:t>
                      </a:r>
                      <a:endParaRPr lang="vi-VN" altLang="en-US"/>
                    </a:p>
                  </a:txBody>
                  <a:tcPr/>
                </a:tc>
                <a:tc>
                  <a:txBody>
                    <a:bodyPr/>
                    <a:p>
                      <a:pPr algn="ctr">
                        <a:buNone/>
                      </a:pPr>
                      <a:r>
                        <a:rPr lang="en-US" altLang="en-US"/>
                        <a:t>entity</a:t>
                      </a:r>
                      <a:endParaRPr lang="en-US" altLang="en-US"/>
                    </a:p>
                  </a:txBody>
                  <a:tcPr/>
                </a:tc>
                <a:tc>
                  <a:txBody>
                    <a:bodyPr/>
                    <a:p>
                      <a:pPr algn="l">
                        <a:buNone/>
                      </a:pPr>
                      <a:r>
                        <a:rPr lang="en-US" altLang="en-US"/>
                        <a:t>Chứa các lớp ánh xạ dữ liệu với bảng trong cơ sở dữ liệu (ORM – Object Relational Mapping).</a:t>
                      </a:r>
                      <a:endParaRPr lang="en-US" altLang="en-US"/>
                    </a:p>
                  </a:txBody>
                  <a:tcPr/>
                </a:tc>
              </a:tr>
              <a:tr h="683260">
                <a:tc>
                  <a:txBody>
                    <a:bodyPr/>
                    <a:p>
                      <a:pPr indent="0" algn="ctr">
                        <a:buFont typeface="+mj-lt"/>
                        <a:buNone/>
                      </a:pPr>
                      <a:r>
                        <a:rPr lang="vi-VN" altLang="en-US"/>
                        <a:t>6</a:t>
                      </a:r>
                      <a:endParaRPr lang="vi-VN" altLang="en-US"/>
                    </a:p>
                  </a:txBody>
                  <a:tcPr/>
                </a:tc>
                <a:tc>
                  <a:txBody>
                    <a:bodyPr/>
                    <a:p>
                      <a:pPr algn="ctr">
                        <a:buNone/>
                      </a:pPr>
                      <a:r>
                        <a:rPr lang="en-US" altLang="en-US"/>
                        <a:t>application.yml</a:t>
                      </a:r>
                      <a:endParaRPr lang="en-US" altLang="en-US"/>
                    </a:p>
                  </a:txBody>
                  <a:tcPr/>
                </a:tc>
                <a:tc>
                  <a:txBody>
                    <a:bodyPr/>
                    <a:p>
                      <a:pPr algn="l">
                        <a:buNone/>
                      </a:pPr>
                      <a:r>
                        <a:rPr lang="vi-VN" altLang="en-US"/>
                        <a:t>M</a:t>
                      </a:r>
                      <a:r>
                        <a:rPr lang="en-US" altLang="en-US"/>
                        <a:t>ột dạng file cấu hình chính trong Spring Boot</a:t>
                      </a:r>
                      <a:r>
                        <a:rPr lang="vi-VN" altLang="en-US"/>
                        <a:t>. Dùng kết nối MySQL </a:t>
                      </a:r>
                      <a:r>
                        <a:rPr lang="en-US" altLang="en-US"/>
                        <a:t>jdbc</a:t>
                      </a:r>
                      <a:endParaRPr lang="en-US" altLang="en-US"/>
                    </a:p>
                  </a:txBody>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3</a:t>
            </a:r>
            <a:endPar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3247390" y="551815"/>
            <a:ext cx="8322310" cy="897890"/>
          </a:xfrm>
          <a:prstGeom prst="rect">
            <a:avLst/>
          </a:prstGeom>
        </p:spPr>
        <p:txBody>
          <a:bodyPr wrap="square" lIns="68571" tIns="34285" rIns="68571" bIns="34285">
            <a:spAutoFit/>
          </a:bodyPr>
          <a:lstStyle/>
          <a:p>
            <a:pPr marL="0" lvl="1" algn="ct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Các thư viện cần </a:t>
            </a: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thiết</a:t>
            </a:r>
            <a:endPar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0" name="圆角矩形 9"/>
          <p:cNvSpPr/>
          <p:nvPr/>
        </p:nvSpPr>
        <p:spPr>
          <a:xfrm>
            <a:off x="400050" y="1762760"/>
            <a:ext cx="11391900" cy="4725670"/>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sp>
        <p:nvSpPr>
          <p:cNvPr id="14" name="矩形 7"/>
          <p:cNvSpPr>
            <a:spLocks noChangeArrowheads="1"/>
          </p:cNvSpPr>
          <p:nvPr/>
        </p:nvSpPr>
        <p:spPr bwMode="auto">
          <a:xfrm>
            <a:off x="582930" y="2479040"/>
            <a:ext cx="10986135" cy="3823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indent="0" algn="just">
              <a:lnSpc>
                <a:spcPct val="150000"/>
              </a:lnSpc>
              <a:buFont typeface="Wingdings" panose="05000000000000000000" charset="0"/>
              <a:buNone/>
            </a:pPr>
            <a:endParaRPr lang="vi-VN" altLang="en-US" sz="2500" dirty="0">
              <a:solidFill>
                <a:srgbClr val="44546A"/>
              </a:solidFill>
              <a:latin typeface="Times New Roman" panose="02020603050405020304" charset="0"/>
              <a:ea typeface="IBM Plex Sans" panose="020B0503050203000203" charset="0"/>
              <a:cs typeface="Times New Roman" panose="02020603050405020304" charset="0"/>
            </a:endParaRPr>
          </a:p>
        </p:txBody>
      </p:sp>
      <p:grpSp>
        <p:nvGrpSpPr>
          <p:cNvPr id="24" name="Group 62"/>
          <p:cNvGrpSpPr/>
          <p:nvPr/>
        </p:nvGrpSpPr>
        <p:grpSpPr>
          <a:xfrm>
            <a:off x="11791666" y="127680"/>
            <a:ext cx="315441" cy="225472"/>
            <a:chOff x="1585913" y="1584325"/>
            <a:chExt cx="461963" cy="330201"/>
          </a:xfrm>
          <a:solidFill>
            <a:srgbClr val="44546A"/>
          </a:solidFill>
        </p:grpSpPr>
        <p:sp>
          <p:nvSpPr>
            <p:cNvPr id="25" name="Freeform 13"/>
            <p:cNvSpPr/>
            <p:nvPr/>
          </p:nvSpPr>
          <p:spPr bwMode="auto">
            <a:xfrm>
              <a:off x="1585913" y="1646238"/>
              <a:ext cx="461963" cy="268288"/>
            </a:xfrm>
            <a:custGeom>
              <a:avLst/>
              <a:gdLst>
                <a:gd name="T0" fmla="*/ 0 w 291"/>
                <a:gd name="T1" fmla="*/ 0 h 169"/>
                <a:gd name="T2" fmla="*/ 0 w 291"/>
                <a:gd name="T3" fmla="*/ 169 h 169"/>
                <a:gd name="T4" fmla="*/ 291 w 291"/>
                <a:gd name="T5" fmla="*/ 169 h 169"/>
                <a:gd name="T6" fmla="*/ 291 w 291"/>
                <a:gd name="T7" fmla="*/ 0 h 169"/>
                <a:gd name="T8" fmla="*/ 146 w 291"/>
                <a:gd name="T9" fmla="*/ 105 h 169"/>
                <a:gd name="T10" fmla="*/ 0 w 291"/>
                <a:gd name="T11" fmla="*/ 0 h 169"/>
              </a:gdLst>
              <a:ahLst/>
              <a:cxnLst>
                <a:cxn ang="0">
                  <a:pos x="T0" y="T1"/>
                </a:cxn>
                <a:cxn ang="0">
                  <a:pos x="T2" y="T3"/>
                </a:cxn>
                <a:cxn ang="0">
                  <a:pos x="T4" y="T5"/>
                </a:cxn>
                <a:cxn ang="0">
                  <a:pos x="T6" y="T7"/>
                </a:cxn>
                <a:cxn ang="0">
                  <a:pos x="T8" y="T9"/>
                </a:cxn>
                <a:cxn ang="0">
                  <a:pos x="T10" y="T11"/>
                </a:cxn>
              </a:cxnLst>
              <a:rect l="0" t="0" r="r" b="b"/>
              <a:pathLst>
                <a:path w="291" h="169">
                  <a:moveTo>
                    <a:pt x="0" y="0"/>
                  </a:moveTo>
                  <a:lnTo>
                    <a:pt x="0" y="169"/>
                  </a:lnTo>
                  <a:lnTo>
                    <a:pt x="291" y="169"/>
                  </a:lnTo>
                  <a:lnTo>
                    <a:pt x="291" y="0"/>
                  </a:lnTo>
                  <a:lnTo>
                    <a:pt x="146" y="10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sp>
          <p:nvSpPr>
            <p:cNvPr id="26" name="Freeform 14"/>
            <p:cNvSpPr/>
            <p:nvPr/>
          </p:nvSpPr>
          <p:spPr bwMode="auto">
            <a:xfrm>
              <a:off x="1585913" y="1584325"/>
              <a:ext cx="461963" cy="192088"/>
            </a:xfrm>
            <a:custGeom>
              <a:avLst/>
              <a:gdLst>
                <a:gd name="T0" fmla="*/ 291 w 291"/>
                <a:gd name="T1" fmla="*/ 17 h 121"/>
                <a:gd name="T2" fmla="*/ 291 w 291"/>
                <a:gd name="T3" fmla="*/ 0 h 121"/>
                <a:gd name="T4" fmla="*/ 0 w 291"/>
                <a:gd name="T5" fmla="*/ 0 h 121"/>
                <a:gd name="T6" fmla="*/ 0 w 291"/>
                <a:gd name="T7" fmla="*/ 17 h 121"/>
                <a:gd name="T8" fmla="*/ 146 w 291"/>
                <a:gd name="T9" fmla="*/ 121 h 121"/>
                <a:gd name="T10" fmla="*/ 291 w 291"/>
                <a:gd name="T11" fmla="*/ 17 h 121"/>
              </a:gdLst>
              <a:ahLst/>
              <a:cxnLst>
                <a:cxn ang="0">
                  <a:pos x="T0" y="T1"/>
                </a:cxn>
                <a:cxn ang="0">
                  <a:pos x="T2" y="T3"/>
                </a:cxn>
                <a:cxn ang="0">
                  <a:pos x="T4" y="T5"/>
                </a:cxn>
                <a:cxn ang="0">
                  <a:pos x="T6" y="T7"/>
                </a:cxn>
                <a:cxn ang="0">
                  <a:pos x="T8" y="T9"/>
                </a:cxn>
                <a:cxn ang="0">
                  <a:pos x="T10" y="T11"/>
                </a:cxn>
              </a:cxnLst>
              <a:rect l="0" t="0" r="r" b="b"/>
              <a:pathLst>
                <a:path w="291" h="121">
                  <a:moveTo>
                    <a:pt x="291" y="17"/>
                  </a:moveTo>
                  <a:lnTo>
                    <a:pt x="291" y="0"/>
                  </a:lnTo>
                  <a:lnTo>
                    <a:pt x="0" y="0"/>
                  </a:lnTo>
                  <a:lnTo>
                    <a:pt x="0" y="17"/>
                  </a:lnTo>
                  <a:lnTo>
                    <a:pt x="146" y="121"/>
                  </a:lnTo>
                  <a:lnTo>
                    <a:pt x="291"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grpSp>
      <p:graphicFrame>
        <p:nvGraphicFramePr>
          <p:cNvPr id="2" name="Table 1"/>
          <p:cNvGraphicFramePr/>
          <p:nvPr>
            <p:custDataLst>
              <p:tags r:id="rId3"/>
            </p:custDataLst>
          </p:nvPr>
        </p:nvGraphicFramePr>
        <p:xfrm>
          <a:off x="525780" y="1920240"/>
          <a:ext cx="11119485" cy="4464685"/>
        </p:xfrm>
        <a:graphic>
          <a:graphicData uri="http://schemas.openxmlformats.org/drawingml/2006/table">
            <a:tbl>
              <a:tblPr firstRow="1" bandRow="1">
                <a:tableStyleId>{5C22544A-7EE6-4342-B048-85BDC9FD1C3A}</a:tableStyleId>
              </a:tblPr>
              <a:tblGrid>
                <a:gridCol w="598805"/>
                <a:gridCol w="4787265"/>
                <a:gridCol w="5733415"/>
              </a:tblGrid>
              <a:tr h="367030">
                <a:tc>
                  <a:txBody>
                    <a:bodyPr/>
                    <a:p>
                      <a:pPr algn="ctr">
                        <a:buNone/>
                      </a:pPr>
                      <a:r>
                        <a:rPr lang="vi-VN" altLang="en-US"/>
                        <a:t>STT</a:t>
                      </a:r>
                      <a:endParaRPr lang="vi-VN" altLang="en-US"/>
                    </a:p>
                  </a:txBody>
                  <a:tcPr/>
                </a:tc>
                <a:tc>
                  <a:txBody>
                    <a:bodyPr/>
                    <a:p>
                      <a:pPr algn="ctr">
                        <a:buNone/>
                      </a:pPr>
                      <a:r>
                        <a:rPr lang="vi-VN" altLang="en-US"/>
                        <a:t>Tên thư </a:t>
                      </a:r>
                      <a:r>
                        <a:rPr lang="vi-VN" altLang="en-US"/>
                        <a:t>mục</a:t>
                      </a:r>
                      <a:endParaRPr lang="vi-VN" altLang="en-US"/>
                    </a:p>
                  </a:txBody>
                  <a:tcPr/>
                </a:tc>
                <a:tc>
                  <a:txBody>
                    <a:bodyPr/>
                    <a:p>
                      <a:pPr algn="ctr">
                        <a:buNone/>
                      </a:pPr>
                      <a:r>
                        <a:rPr lang="vi-VN" altLang="en-US"/>
                        <a:t>Giải </a:t>
                      </a:r>
                      <a:r>
                        <a:rPr lang="vi-VN" altLang="en-US"/>
                        <a:t>thích</a:t>
                      </a:r>
                      <a:endParaRPr lang="vi-VN" altLang="en-US"/>
                    </a:p>
                  </a:txBody>
                  <a:tcPr/>
                </a:tc>
              </a:tr>
              <a:tr h="683260">
                <a:tc>
                  <a:txBody>
                    <a:bodyPr/>
                    <a:p>
                      <a:pPr indent="0" algn="ctr">
                        <a:buFont typeface="+mj-lt"/>
                        <a:buNone/>
                      </a:pPr>
                      <a:r>
                        <a:rPr lang="vi-VN" altLang="en-US"/>
                        <a:t>1</a:t>
                      </a:r>
                      <a:endParaRPr lang="vi-VN" altLang="en-US"/>
                    </a:p>
                  </a:txBody>
                  <a:tcPr/>
                </a:tc>
                <a:tc>
                  <a:txBody>
                    <a:bodyPr/>
                    <a:p>
                      <a:pPr algn="l">
                        <a:buNone/>
                      </a:pPr>
                      <a:r>
                        <a:rPr lang="en-US" altLang="en-US"/>
                        <a:t>org.springframework.context.annotation.*</a:t>
                      </a:r>
                      <a:endParaRPr lang="en-US" altLang="en-US"/>
                    </a:p>
                  </a:txBody>
                  <a:tcPr/>
                </a:tc>
                <a:tc>
                  <a:txBody>
                    <a:bodyPr/>
                    <a:p>
                      <a:pPr algn="l">
                        <a:buNone/>
                      </a:pPr>
                      <a:r>
                        <a:rPr lang="" altLang="en-US"/>
                        <a:t>Đ</a:t>
                      </a:r>
                      <a:r>
                        <a:rPr lang="en-US" altLang="en-US"/>
                        <a:t>ánh dấu cấu hình bằng @Configuration, cấu hình bean, inject phụ thuộc.</a:t>
                      </a:r>
                      <a:endParaRPr lang="en-US" altLang="en-US"/>
                    </a:p>
                  </a:txBody>
                  <a:tcPr/>
                </a:tc>
              </a:tr>
              <a:tr h="682625">
                <a:tc>
                  <a:txBody>
                    <a:bodyPr/>
                    <a:p>
                      <a:pPr indent="0" algn="ctr">
                        <a:buFont typeface="+mj-lt"/>
                        <a:buNone/>
                      </a:pPr>
                      <a:r>
                        <a:rPr lang="vi-VN" altLang="en-US"/>
                        <a:t>2</a:t>
                      </a:r>
                      <a:endParaRPr lang="vi-VN" altLang="en-US"/>
                    </a:p>
                  </a:txBody>
                  <a:tcPr/>
                </a:tc>
                <a:tc>
                  <a:txBody>
                    <a:bodyPr/>
                    <a:p>
                      <a:pPr algn="l">
                        <a:buNone/>
                      </a:pPr>
                      <a:r>
                        <a:rPr lang="en-US" altLang="en-US"/>
                        <a:t>jakarta.persistence.* (hoặc javax.persistence.*)</a:t>
                      </a:r>
                      <a:endParaRPr lang="en-US" altLang="en-US"/>
                    </a:p>
                  </a:txBody>
                  <a:tcPr/>
                </a:tc>
                <a:tc>
                  <a:txBody>
                    <a:bodyPr/>
                    <a:p>
                      <a:pPr algn="l">
                        <a:buNone/>
                      </a:pPr>
                      <a:r>
                        <a:rPr lang="" altLang="en-US"/>
                        <a:t>Á</a:t>
                      </a:r>
                      <a:r>
                        <a:rPr lang="en-US" altLang="en-US"/>
                        <a:t>nh xạ ORM giữa class Java và bảng trong DB: @Entity, @Table, @Id...</a:t>
                      </a:r>
                      <a:endParaRPr lang="en-US" altLang="en-US"/>
                    </a:p>
                  </a:txBody>
                  <a:tcPr/>
                </a:tc>
              </a:tr>
              <a:tr h="683260">
                <a:tc>
                  <a:txBody>
                    <a:bodyPr/>
                    <a:p>
                      <a:pPr indent="0" algn="ctr">
                        <a:buFont typeface="+mj-lt"/>
                        <a:buNone/>
                      </a:pPr>
                      <a:r>
                        <a:rPr lang="vi-VN" altLang="en-US"/>
                        <a:t>3</a:t>
                      </a:r>
                      <a:endParaRPr lang="vi-VN" altLang="en-US"/>
                    </a:p>
                  </a:txBody>
                  <a:tcPr/>
                </a:tc>
                <a:tc>
                  <a:txBody>
                    <a:bodyPr/>
                    <a:p>
                      <a:pPr algn="l">
                        <a:buNone/>
                      </a:pPr>
                      <a:r>
                        <a:rPr lang="en-US" altLang="en-US"/>
                        <a:t>org.springframework.web.servlet.config.*</a:t>
                      </a:r>
                      <a:endParaRPr lang="en-US" altLang="en-US"/>
                    </a:p>
                  </a:txBody>
                  <a:tcPr/>
                </a:tc>
                <a:tc>
                  <a:txBody>
                    <a:bodyPr/>
                    <a:p>
                      <a:pPr algn="l">
                        <a:buNone/>
                      </a:pPr>
                      <a:r>
                        <a:rPr lang="en-US" altLang="en-US"/>
                        <a:t>Cấu hình web, </a:t>
                      </a:r>
                      <a:r>
                        <a:rPr lang="" altLang="en-US"/>
                        <a:t>đ</a:t>
                      </a:r>
                      <a:r>
                        <a:rPr lang="en-US" altLang="en-US"/>
                        <a:t>ặc biệt là CORS, Interceptor, Formatter...</a:t>
                      </a:r>
                      <a:endParaRPr lang="en-US" altLang="en-US"/>
                    </a:p>
                  </a:txBody>
                  <a:tcPr/>
                </a:tc>
              </a:tr>
              <a:tr h="683260">
                <a:tc>
                  <a:txBody>
                    <a:bodyPr/>
                    <a:p>
                      <a:pPr indent="0" algn="ctr">
                        <a:buFont typeface="+mj-lt"/>
                        <a:buNone/>
                      </a:pPr>
                      <a:r>
                        <a:rPr lang="vi-VN" altLang="en-US"/>
                        <a:t>4</a:t>
                      </a:r>
                      <a:endParaRPr lang="vi-VN" altLang="en-US"/>
                    </a:p>
                  </a:txBody>
                  <a:tcPr/>
                </a:tc>
                <a:tc>
                  <a:txBody>
                    <a:bodyPr/>
                    <a:p>
                      <a:pPr algn="l">
                        <a:buNone/>
                      </a:pPr>
                      <a:r>
                        <a:rPr lang="en-US" altLang="en-US"/>
                        <a:t>org.springframework.web.bind.annotation.*</a:t>
                      </a:r>
                      <a:endParaRPr lang="en-US" altLang="en-US"/>
                    </a:p>
                  </a:txBody>
                  <a:tcPr/>
                </a:tc>
                <a:tc>
                  <a:txBody>
                    <a:bodyPr/>
                    <a:p>
                      <a:pPr algn="l">
                        <a:buNone/>
                      </a:pPr>
                      <a:r>
                        <a:rPr lang="en-US" altLang="en-US"/>
                        <a:t>Tạo các REST API: @RestController, @RequestMapping, @GetMapping,...</a:t>
                      </a:r>
                      <a:endParaRPr lang="en-US" altLang="en-US"/>
                    </a:p>
                  </a:txBody>
                  <a:tcPr/>
                </a:tc>
              </a:tr>
              <a:tr h="681990">
                <a:tc>
                  <a:txBody>
                    <a:bodyPr/>
                    <a:p>
                      <a:pPr indent="0" algn="ctr">
                        <a:buFont typeface="+mj-lt"/>
                        <a:buNone/>
                      </a:pPr>
                      <a:r>
                        <a:rPr lang="vi-VN" altLang="en-US"/>
                        <a:t>5</a:t>
                      </a:r>
                      <a:endParaRPr lang="vi-VN" altLang="en-US"/>
                    </a:p>
                  </a:txBody>
                  <a:tcPr/>
                </a:tc>
                <a:tc>
                  <a:txBody>
                    <a:bodyPr/>
                    <a:p>
                      <a:pPr algn="l">
                        <a:buNone/>
                      </a:pPr>
                      <a:r>
                        <a:rPr lang="en-US" altLang="en-US"/>
                        <a:t>org.springframework.http.*</a:t>
                      </a:r>
                      <a:endParaRPr lang="en-US" altLang="en-US"/>
                    </a:p>
                  </a:txBody>
                  <a:tcPr/>
                </a:tc>
                <a:tc>
                  <a:txBody>
                    <a:bodyPr/>
                    <a:p>
                      <a:pPr algn="l">
                        <a:buNone/>
                      </a:pPr>
                      <a:r>
                        <a:rPr lang="en-US" altLang="en-US"/>
                        <a:t>Tạo response theo dạng HTTP (ResponseEntity, HttpStatus)</a:t>
                      </a:r>
                      <a:endParaRPr lang="en-US" altLang="en-US"/>
                    </a:p>
                  </a:txBody>
                  <a:tcPr/>
                </a:tc>
              </a:tr>
              <a:tr h="683260">
                <a:tc>
                  <a:txBody>
                    <a:bodyPr/>
                    <a:p>
                      <a:pPr indent="0" algn="ctr">
                        <a:buFont typeface="+mj-lt"/>
                        <a:buNone/>
                      </a:pPr>
                      <a:r>
                        <a:rPr lang="vi-VN" altLang="en-US"/>
                        <a:t>6</a:t>
                      </a:r>
                      <a:endParaRPr lang="vi-VN" altLang="en-US"/>
                    </a:p>
                  </a:txBody>
                  <a:tcPr/>
                </a:tc>
                <a:tc>
                  <a:txBody>
                    <a:bodyPr/>
                    <a:p>
                      <a:pPr algn="l">
                        <a:buNone/>
                      </a:pPr>
                      <a:r>
                        <a:rPr lang="en-US" altLang="en-US"/>
                        <a:t>java.util.*</a:t>
                      </a:r>
                      <a:endParaRPr lang="en-US" altLang="en-US"/>
                    </a:p>
                  </a:txBody>
                  <a:tcPr/>
                </a:tc>
                <a:tc>
                  <a:txBody>
                    <a:bodyPr/>
                    <a:p>
                      <a:pPr algn="l">
                        <a:buNone/>
                      </a:pPr>
                      <a:r>
                        <a:rPr lang="en-US" altLang="en-US"/>
                        <a:t>Các kiểu dữ liệu hỗ trợ nh</a:t>
                      </a:r>
                      <a:r>
                        <a:rPr lang="" altLang="en-US"/>
                        <a:t>ư</a:t>
                      </a:r>
                      <a:r>
                        <a:rPr lang="en-US" altLang="en-US"/>
                        <a:t> List, Optional</a:t>
                      </a:r>
                      <a:endParaRPr lang="en-US" altLang="en-US"/>
                    </a:p>
                  </a:txBody>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4</a:t>
            </a:r>
            <a:endPar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3247390" y="551815"/>
            <a:ext cx="8322310" cy="897890"/>
          </a:xfrm>
          <a:prstGeom prst="rect">
            <a:avLst/>
          </a:prstGeom>
        </p:spPr>
        <p:txBody>
          <a:bodyPr wrap="square" lIns="68571" tIns="34285" rIns="68571" bIns="34285">
            <a:spAutoFit/>
          </a:bodyPr>
          <a:lstStyle/>
          <a:p>
            <a:pPr marL="0" lvl="1" algn="ct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Cấu trúc </a:t>
            </a:r>
            <a:r>
              <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rPr>
              <a:t>project</a:t>
            </a:r>
            <a:endParaRPr lang="vi-VN" altLang="en-US" sz="5400" b="1" spc="300" dirty="0">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10" name="圆角矩形 9"/>
          <p:cNvSpPr/>
          <p:nvPr/>
        </p:nvSpPr>
        <p:spPr>
          <a:xfrm>
            <a:off x="400050" y="1762760"/>
            <a:ext cx="11391900" cy="4725670"/>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sp>
        <p:nvSpPr>
          <p:cNvPr id="14" name="矩形 7"/>
          <p:cNvSpPr>
            <a:spLocks noChangeArrowheads="1"/>
          </p:cNvSpPr>
          <p:nvPr/>
        </p:nvSpPr>
        <p:spPr bwMode="auto">
          <a:xfrm>
            <a:off x="582930" y="2479040"/>
            <a:ext cx="10986135" cy="3823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indent="0" algn="just">
              <a:lnSpc>
                <a:spcPct val="150000"/>
              </a:lnSpc>
              <a:buFont typeface="Wingdings" panose="05000000000000000000" charset="0"/>
              <a:buNone/>
            </a:pPr>
            <a:endParaRPr lang="vi-VN" altLang="en-US" sz="2500" dirty="0">
              <a:solidFill>
                <a:srgbClr val="44546A"/>
              </a:solidFill>
              <a:latin typeface="Times New Roman" panose="02020603050405020304" charset="0"/>
              <a:ea typeface="IBM Plex Sans" panose="020B0503050203000203" charset="0"/>
              <a:cs typeface="Times New Roman" panose="02020603050405020304" charset="0"/>
            </a:endParaRPr>
          </a:p>
        </p:txBody>
      </p:sp>
      <p:grpSp>
        <p:nvGrpSpPr>
          <p:cNvPr id="24" name="Group 62"/>
          <p:cNvGrpSpPr/>
          <p:nvPr/>
        </p:nvGrpSpPr>
        <p:grpSpPr>
          <a:xfrm>
            <a:off x="11791666" y="127680"/>
            <a:ext cx="315441" cy="225472"/>
            <a:chOff x="1585913" y="1584325"/>
            <a:chExt cx="461963" cy="330201"/>
          </a:xfrm>
          <a:solidFill>
            <a:srgbClr val="44546A"/>
          </a:solidFill>
        </p:grpSpPr>
        <p:sp>
          <p:nvSpPr>
            <p:cNvPr id="25" name="Freeform 13"/>
            <p:cNvSpPr/>
            <p:nvPr/>
          </p:nvSpPr>
          <p:spPr bwMode="auto">
            <a:xfrm>
              <a:off x="1585913" y="1646238"/>
              <a:ext cx="461963" cy="268288"/>
            </a:xfrm>
            <a:custGeom>
              <a:avLst/>
              <a:gdLst>
                <a:gd name="T0" fmla="*/ 0 w 291"/>
                <a:gd name="T1" fmla="*/ 0 h 169"/>
                <a:gd name="T2" fmla="*/ 0 w 291"/>
                <a:gd name="T3" fmla="*/ 169 h 169"/>
                <a:gd name="T4" fmla="*/ 291 w 291"/>
                <a:gd name="T5" fmla="*/ 169 h 169"/>
                <a:gd name="T6" fmla="*/ 291 w 291"/>
                <a:gd name="T7" fmla="*/ 0 h 169"/>
                <a:gd name="T8" fmla="*/ 146 w 291"/>
                <a:gd name="T9" fmla="*/ 105 h 169"/>
                <a:gd name="T10" fmla="*/ 0 w 291"/>
                <a:gd name="T11" fmla="*/ 0 h 169"/>
              </a:gdLst>
              <a:ahLst/>
              <a:cxnLst>
                <a:cxn ang="0">
                  <a:pos x="T0" y="T1"/>
                </a:cxn>
                <a:cxn ang="0">
                  <a:pos x="T2" y="T3"/>
                </a:cxn>
                <a:cxn ang="0">
                  <a:pos x="T4" y="T5"/>
                </a:cxn>
                <a:cxn ang="0">
                  <a:pos x="T6" y="T7"/>
                </a:cxn>
                <a:cxn ang="0">
                  <a:pos x="T8" y="T9"/>
                </a:cxn>
                <a:cxn ang="0">
                  <a:pos x="T10" y="T11"/>
                </a:cxn>
              </a:cxnLst>
              <a:rect l="0" t="0" r="r" b="b"/>
              <a:pathLst>
                <a:path w="291" h="169">
                  <a:moveTo>
                    <a:pt x="0" y="0"/>
                  </a:moveTo>
                  <a:lnTo>
                    <a:pt x="0" y="169"/>
                  </a:lnTo>
                  <a:lnTo>
                    <a:pt x="291" y="169"/>
                  </a:lnTo>
                  <a:lnTo>
                    <a:pt x="291" y="0"/>
                  </a:lnTo>
                  <a:lnTo>
                    <a:pt x="146" y="10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sp>
          <p:nvSpPr>
            <p:cNvPr id="26" name="Freeform 14"/>
            <p:cNvSpPr/>
            <p:nvPr/>
          </p:nvSpPr>
          <p:spPr bwMode="auto">
            <a:xfrm>
              <a:off x="1585913" y="1584325"/>
              <a:ext cx="461963" cy="192088"/>
            </a:xfrm>
            <a:custGeom>
              <a:avLst/>
              <a:gdLst>
                <a:gd name="T0" fmla="*/ 291 w 291"/>
                <a:gd name="T1" fmla="*/ 17 h 121"/>
                <a:gd name="T2" fmla="*/ 291 w 291"/>
                <a:gd name="T3" fmla="*/ 0 h 121"/>
                <a:gd name="T4" fmla="*/ 0 w 291"/>
                <a:gd name="T5" fmla="*/ 0 h 121"/>
                <a:gd name="T6" fmla="*/ 0 w 291"/>
                <a:gd name="T7" fmla="*/ 17 h 121"/>
                <a:gd name="T8" fmla="*/ 146 w 291"/>
                <a:gd name="T9" fmla="*/ 121 h 121"/>
                <a:gd name="T10" fmla="*/ 291 w 291"/>
                <a:gd name="T11" fmla="*/ 17 h 121"/>
              </a:gdLst>
              <a:ahLst/>
              <a:cxnLst>
                <a:cxn ang="0">
                  <a:pos x="T0" y="T1"/>
                </a:cxn>
                <a:cxn ang="0">
                  <a:pos x="T2" y="T3"/>
                </a:cxn>
                <a:cxn ang="0">
                  <a:pos x="T4" y="T5"/>
                </a:cxn>
                <a:cxn ang="0">
                  <a:pos x="T6" y="T7"/>
                </a:cxn>
                <a:cxn ang="0">
                  <a:pos x="T8" y="T9"/>
                </a:cxn>
                <a:cxn ang="0">
                  <a:pos x="T10" y="T11"/>
                </a:cxn>
              </a:cxnLst>
              <a:rect l="0" t="0" r="r" b="b"/>
              <a:pathLst>
                <a:path w="291" h="121">
                  <a:moveTo>
                    <a:pt x="291" y="17"/>
                  </a:moveTo>
                  <a:lnTo>
                    <a:pt x="291" y="0"/>
                  </a:lnTo>
                  <a:lnTo>
                    <a:pt x="0" y="0"/>
                  </a:lnTo>
                  <a:lnTo>
                    <a:pt x="0" y="17"/>
                  </a:lnTo>
                  <a:lnTo>
                    <a:pt x="146" y="121"/>
                  </a:lnTo>
                  <a:lnTo>
                    <a:pt x="291"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p>
              <a:endParaRPr lang="en-US">
                <a:solidFill>
                  <a:schemeClr val="tx1">
                    <a:lumMod val="75000"/>
                    <a:lumOff val="25000"/>
                  </a:schemeClr>
                </a:solidFill>
                <a:ea typeface="IBM Plex Sans" panose="020B0503050203000203" charset="0"/>
                <a:cs typeface="IBM Plex Sans" panose="020B0503050203000203" charset="0"/>
              </a:endParaRPr>
            </a:p>
          </p:txBody>
        </p:sp>
      </p:grpSp>
      <p:pic>
        <p:nvPicPr>
          <p:cNvPr id="7" name="Picture 6"/>
          <p:cNvPicPr>
            <a:picLocks noChangeAspect="1"/>
          </p:cNvPicPr>
          <p:nvPr/>
        </p:nvPicPr>
        <p:blipFill>
          <a:blip r:embed="rId3"/>
          <a:stretch>
            <a:fillRect/>
          </a:stretch>
        </p:blipFill>
        <p:spPr>
          <a:xfrm>
            <a:off x="94615" y="127635"/>
            <a:ext cx="12012295" cy="645668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1</a:t>
            </a:r>
            <a:endPar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4228338" y="551051"/>
            <a:ext cx="6528435" cy="897890"/>
          </a:xfrm>
          <a:prstGeom prst="rect">
            <a:avLst/>
          </a:prstGeom>
        </p:spPr>
        <p:txBody>
          <a:bodyPr wrap="none" lIns="68571" tIns="34285" rIns="68571" bIns="34285">
            <a:spAutoFit/>
          </a:bodyPr>
          <a:lstStyle/>
          <a:p>
            <a:pPr marL="0" lvl="1" algn="ct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sym typeface="+mn-ea"/>
              </a:rPr>
              <a:t>Demo chương </a:t>
            </a: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sym typeface="+mn-ea"/>
              </a:rPr>
              <a:t>trình</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sp>
        <p:nvSpPr>
          <p:cNvPr id="10" name="圆角矩形 9"/>
          <p:cNvSpPr/>
          <p:nvPr/>
        </p:nvSpPr>
        <p:spPr>
          <a:xfrm>
            <a:off x="400050" y="1959610"/>
            <a:ext cx="11391900" cy="4528820"/>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sp>
        <p:nvSpPr>
          <p:cNvPr id="14" name="矩形 7"/>
          <p:cNvSpPr>
            <a:spLocks noChangeArrowheads="1"/>
          </p:cNvSpPr>
          <p:nvPr/>
        </p:nvSpPr>
        <p:spPr bwMode="auto">
          <a:xfrm>
            <a:off x="582930" y="1958975"/>
            <a:ext cx="10986135" cy="437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indent="0" algn="just">
              <a:lnSpc>
                <a:spcPct val="150000"/>
              </a:lnSpc>
              <a:buFont typeface="Wingdings" panose="05000000000000000000" charset="0"/>
              <a:buNone/>
            </a:pPr>
            <a:endParaRPr lang="en-US" altLang="en-US" sz="2400" dirty="0">
              <a:solidFill>
                <a:srgbClr val="44546A"/>
              </a:solidFill>
              <a:latin typeface="Times New Roman" panose="02020603050405020304" charset="0"/>
              <a:ea typeface="IBM Plex Sans" panose="020B0503050203000203" charset="0"/>
              <a:cs typeface="Times New Roman" panose="02020603050405020304" charset="0"/>
            </a:endParaRPr>
          </a:p>
        </p:txBody>
      </p:sp>
      <p:pic>
        <p:nvPicPr>
          <p:cNvPr id="2" name="Picture 1"/>
          <p:cNvPicPr>
            <a:picLocks noChangeAspect="1"/>
          </p:cNvPicPr>
          <p:nvPr/>
        </p:nvPicPr>
        <p:blipFill>
          <a:blip r:embed="rId3"/>
          <a:stretch>
            <a:fillRect/>
          </a:stretch>
        </p:blipFill>
        <p:spPr>
          <a:xfrm>
            <a:off x="140335" y="256540"/>
            <a:ext cx="11804015" cy="634492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1</a:t>
            </a:r>
            <a:endPar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4228338" y="551051"/>
            <a:ext cx="6528435" cy="897890"/>
          </a:xfrm>
          <a:prstGeom prst="rect">
            <a:avLst/>
          </a:prstGeom>
        </p:spPr>
        <p:txBody>
          <a:bodyPr wrap="none" lIns="68571" tIns="34285" rIns="68571" bIns="34285">
            <a:spAutoFit/>
          </a:bodyPr>
          <a:lstStyle/>
          <a:p>
            <a:pPr marL="0" lvl="1" algn="ct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sym typeface="+mn-ea"/>
              </a:rPr>
              <a:t>Demo chương </a:t>
            </a: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sym typeface="+mn-ea"/>
              </a:rPr>
              <a:t>trình</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sp>
        <p:nvSpPr>
          <p:cNvPr id="10" name="圆角矩形 9"/>
          <p:cNvSpPr/>
          <p:nvPr/>
        </p:nvSpPr>
        <p:spPr>
          <a:xfrm>
            <a:off x="400050" y="1959610"/>
            <a:ext cx="11391900" cy="4528820"/>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sp>
        <p:nvSpPr>
          <p:cNvPr id="14" name="矩形 7"/>
          <p:cNvSpPr>
            <a:spLocks noChangeArrowheads="1"/>
          </p:cNvSpPr>
          <p:nvPr/>
        </p:nvSpPr>
        <p:spPr bwMode="auto">
          <a:xfrm>
            <a:off x="582930" y="1958975"/>
            <a:ext cx="10986135" cy="437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indent="0" algn="just">
              <a:lnSpc>
                <a:spcPct val="150000"/>
              </a:lnSpc>
              <a:buFont typeface="Wingdings" panose="05000000000000000000" charset="0"/>
              <a:buNone/>
            </a:pPr>
            <a:endParaRPr lang="en-US" altLang="en-US" sz="2400" dirty="0">
              <a:solidFill>
                <a:srgbClr val="44546A"/>
              </a:solidFill>
              <a:latin typeface="Times New Roman" panose="02020603050405020304" charset="0"/>
              <a:ea typeface="IBM Plex Sans" panose="020B0503050203000203" charset="0"/>
              <a:cs typeface="Times New Roman" panose="02020603050405020304" charset="0"/>
            </a:endParaRPr>
          </a:p>
        </p:txBody>
      </p:sp>
      <p:pic>
        <p:nvPicPr>
          <p:cNvPr id="3" name="Picture 2"/>
          <p:cNvPicPr>
            <a:picLocks noChangeAspect="1"/>
          </p:cNvPicPr>
          <p:nvPr/>
        </p:nvPicPr>
        <p:blipFill>
          <a:blip r:embed="rId3"/>
          <a:stretch>
            <a:fillRect/>
          </a:stretch>
        </p:blipFill>
        <p:spPr>
          <a:xfrm>
            <a:off x="175895" y="207645"/>
            <a:ext cx="11685270" cy="628142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1</a:t>
            </a:r>
            <a:endPar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4228338" y="551051"/>
            <a:ext cx="6528435" cy="897890"/>
          </a:xfrm>
          <a:prstGeom prst="rect">
            <a:avLst/>
          </a:prstGeom>
        </p:spPr>
        <p:txBody>
          <a:bodyPr wrap="none" lIns="68571" tIns="34285" rIns="68571" bIns="34285">
            <a:spAutoFit/>
          </a:bodyPr>
          <a:lstStyle/>
          <a:p>
            <a:pPr marL="0" lvl="1" algn="ct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sym typeface="+mn-ea"/>
              </a:rPr>
              <a:t>Demo chương </a:t>
            </a: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sym typeface="+mn-ea"/>
              </a:rPr>
              <a:t>trình</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sp>
        <p:nvSpPr>
          <p:cNvPr id="10" name="圆角矩形 9"/>
          <p:cNvSpPr/>
          <p:nvPr/>
        </p:nvSpPr>
        <p:spPr>
          <a:xfrm>
            <a:off x="400050" y="1959610"/>
            <a:ext cx="11391900" cy="4528820"/>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sp>
        <p:nvSpPr>
          <p:cNvPr id="14" name="矩形 7"/>
          <p:cNvSpPr>
            <a:spLocks noChangeArrowheads="1"/>
          </p:cNvSpPr>
          <p:nvPr/>
        </p:nvSpPr>
        <p:spPr bwMode="auto">
          <a:xfrm>
            <a:off x="582930" y="1958975"/>
            <a:ext cx="10986135" cy="437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indent="0" algn="just">
              <a:lnSpc>
                <a:spcPct val="150000"/>
              </a:lnSpc>
              <a:buFont typeface="Wingdings" panose="05000000000000000000" charset="0"/>
              <a:buNone/>
            </a:pPr>
            <a:endParaRPr lang="en-US" altLang="en-US" sz="2400" dirty="0">
              <a:solidFill>
                <a:srgbClr val="44546A"/>
              </a:solidFill>
              <a:latin typeface="Times New Roman" panose="02020603050405020304" charset="0"/>
              <a:ea typeface="IBM Plex Sans" panose="020B0503050203000203" charset="0"/>
              <a:cs typeface="Times New Roman" panose="02020603050405020304" charset="0"/>
            </a:endParaRPr>
          </a:p>
        </p:txBody>
      </p:sp>
      <p:pic>
        <p:nvPicPr>
          <p:cNvPr id="2" name="Picture 1"/>
          <p:cNvPicPr>
            <a:picLocks noChangeAspect="1"/>
          </p:cNvPicPr>
          <p:nvPr/>
        </p:nvPicPr>
        <p:blipFill>
          <a:blip r:embed="rId3"/>
          <a:stretch>
            <a:fillRect/>
          </a:stretch>
        </p:blipFill>
        <p:spPr>
          <a:xfrm>
            <a:off x="248285" y="236855"/>
            <a:ext cx="11657965" cy="626618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442271">
              <a:off x="878777" y="958946"/>
              <a:ext cx="2032000" cy="809625"/>
            </p14:xfrm>
          </p:contentPart>
        </mc:Choice>
        <mc:Fallback xmlns="">
          <p:pic>
            <p:nvPicPr>
              <p:cNvPr id="4" name="墨迹 3"/>
            </p:nvPicPr>
            <p:blipFill>
              <a:blip r:embed="rId2"/>
            </p:blipFill>
            <p:spPr>
              <a:xfrm rot="442271">
                <a:off x="878777" y="958946"/>
                <a:ext cx="2032000" cy="809625"/>
              </a:xfrm>
              <a:prstGeom prst="rect"/>
            </p:spPr>
          </p:pic>
        </mc:Fallback>
      </mc:AlternateContent>
      <p:sp>
        <p:nvSpPr>
          <p:cNvPr id="5" name="文本框 4"/>
          <p:cNvSpPr txBox="1"/>
          <p:nvPr/>
        </p:nvSpPr>
        <p:spPr>
          <a:xfrm>
            <a:off x="835237" y="-99082"/>
            <a:ext cx="1181822" cy="1861185"/>
          </a:xfrm>
          <a:prstGeom prst="rect">
            <a:avLst/>
          </a:prstGeom>
          <a:noFill/>
        </p:spPr>
        <p:txBody>
          <a:bodyPr wrap="square" rtlCol="0">
            <a:spAutoFit/>
          </a:bodyPr>
          <a:lstStyle/>
          <a:p>
            <a:pPr algn="ctr"/>
            <a:r>
              <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rPr>
              <a:t>1</a:t>
            </a:r>
            <a:endParaRPr lang="vi-VN" altLang="en-US" sz="11500" b="1" spc="-300" dirty="0" smtClean="0">
              <a:ln w="28575">
                <a:solidFill>
                  <a:srgbClr val="44546A"/>
                </a:solidFill>
              </a:ln>
              <a:solidFill>
                <a:srgbClr val="44546A"/>
              </a:solidFill>
              <a:latin typeface="Times New Roman" panose="02020603050405020304" charset="0"/>
              <a:ea typeface="IBM Plex Sans SemiBold" panose="020B0703050203000203" charset="0"/>
              <a:cs typeface="Times New Roman" panose="02020603050405020304" charset="0"/>
            </a:endParaRPr>
          </a:p>
        </p:txBody>
      </p:sp>
      <p:sp>
        <p:nvSpPr>
          <p:cNvPr id="6" name="矩形 5"/>
          <p:cNvSpPr/>
          <p:nvPr/>
        </p:nvSpPr>
        <p:spPr>
          <a:xfrm>
            <a:off x="4228338" y="551051"/>
            <a:ext cx="6528435" cy="897890"/>
          </a:xfrm>
          <a:prstGeom prst="rect">
            <a:avLst/>
          </a:prstGeom>
        </p:spPr>
        <p:txBody>
          <a:bodyPr wrap="none" lIns="68571" tIns="34285" rIns="68571" bIns="34285">
            <a:spAutoFit/>
          </a:bodyPr>
          <a:lstStyle/>
          <a:p>
            <a:pPr marL="0" lvl="1" algn="ct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sym typeface="+mn-ea"/>
              </a:rPr>
              <a:t>Demo chương </a:t>
            </a:r>
            <a:r>
              <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sym typeface="+mn-ea"/>
              </a:rPr>
              <a:t>trình</a:t>
            </a:r>
            <a:endParaRPr lang="vi-VN" altLang="zh-CN" sz="5400" b="1" spc="300" dirty="0">
              <a:solidFill>
                <a:srgbClr val="44546A"/>
              </a:solidFill>
              <a:latin typeface="Times New Roman" panose="02020603050405020304" charset="0"/>
              <a:ea typeface="IBM Plex Sans SemiBold" panose="020B0703050203000203" charset="0"/>
              <a:cs typeface="Times New Roman" panose="02020603050405020304" charset="0"/>
              <a:sym typeface="+mn-ea"/>
            </a:endParaRPr>
          </a:p>
        </p:txBody>
      </p:sp>
      <p:sp>
        <p:nvSpPr>
          <p:cNvPr id="10" name="圆角矩形 9"/>
          <p:cNvSpPr/>
          <p:nvPr/>
        </p:nvSpPr>
        <p:spPr>
          <a:xfrm>
            <a:off x="400050" y="1959610"/>
            <a:ext cx="11391900" cy="4528820"/>
          </a:xfrm>
          <a:prstGeom prst="roundRect">
            <a:avLst>
              <a:gd name="adj" fmla="val 3555"/>
            </a:avLst>
          </a:prstGeom>
          <a:pattFill prst="diagBrick">
            <a:fgClr>
              <a:schemeClr val="accent1">
                <a:lumMod val="20000"/>
                <a:lumOff val="80000"/>
              </a:schemeClr>
            </a:fgClr>
            <a:bgClr>
              <a:schemeClr val="bg1"/>
            </a:bgClr>
          </a:pattFill>
          <a:ln w="57150">
            <a:solidFill>
              <a:srgbClr val="44546A"/>
            </a:solidFill>
          </a:ln>
          <a:effectLst>
            <a:outerShdw blurRad="1524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charset="0"/>
              <a:cs typeface="Times New Roman" panose="02020603050405020304" charset="0"/>
            </a:endParaRPr>
          </a:p>
        </p:txBody>
      </p:sp>
      <p:sp>
        <p:nvSpPr>
          <p:cNvPr id="14" name="矩形 7"/>
          <p:cNvSpPr>
            <a:spLocks noChangeArrowheads="1"/>
          </p:cNvSpPr>
          <p:nvPr/>
        </p:nvSpPr>
        <p:spPr bwMode="auto">
          <a:xfrm>
            <a:off x="582930" y="1958975"/>
            <a:ext cx="10986135" cy="437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SimSun" panose="02010600030101010101" pitchFamily="2" charset="-122"/>
              </a:defRPr>
            </a:lvl9pPr>
          </a:lstStyle>
          <a:p>
            <a:pPr indent="0" algn="just">
              <a:lnSpc>
                <a:spcPct val="150000"/>
              </a:lnSpc>
              <a:buFont typeface="Wingdings" panose="05000000000000000000" charset="0"/>
              <a:buNone/>
            </a:pPr>
            <a:endParaRPr lang="en-US" altLang="en-US" sz="2400" dirty="0">
              <a:solidFill>
                <a:srgbClr val="44546A"/>
              </a:solidFill>
              <a:latin typeface="Times New Roman" panose="02020603050405020304" charset="0"/>
              <a:ea typeface="IBM Plex Sans" panose="020B0503050203000203" charset="0"/>
              <a:cs typeface="Times New Roman" panose="02020603050405020304" charset="0"/>
            </a:endParaRPr>
          </a:p>
        </p:txBody>
      </p:sp>
      <p:pic>
        <p:nvPicPr>
          <p:cNvPr id="3" name="Picture 2"/>
          <p:cNvPicPr>
            <a:picLocks noChangeAspect="1"/>
          </p:cNvPicPr>
          <p:nvPr/>
        </p:nvPicPr>
        <p:blipFill>
          <a:blip r:embed="rId3"/>
          <a:stretch>
            <a:fillRect/>
          </a:stretch>
        </p:blipFill>
        <p:spPr>
          <a:xfrm>
            <a:off x="112395" y="212725"/>
            <a:ext cx="11966575" cy="643255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406400"/>
            <a:ext cx="12192000" cy="228600"/>
            <a:chOff x="0" y="571500"/>
            <a:chExt cx="12192000" cy="228600"/>
          </a:xfrm>
        </p:grpSpPr>
        <p:cxnSp>
          <p:nvCxnSpPr>
            <p:cNvPr id="5" name="直接连接符 4"/>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rot="10800000">
            <a:off x="0" y="6235700"/>
            <a:ext cx="12192000" cy="228600"/>
            <a:chOff x="0" y="571500"/>
            <a:chExt cx="12192000" cy="228600"/>
          </a:xfrm>
        </p:grpSpPr>
        <p:cxnSp>
          <p:nvCxnSpPr>
            <p:cNvPr id="11" name="直接连接符 10"/>
            <p:cNvCxnSpPr/>
            <p:nvPr/>
          </p:nvCxnSpPr>
          <p:spPr>
            <a:xfrm>
              <a:off x="0" y="571500"/>
              <a:ext cx="12192000"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800100"/>
              <a:ext cx="12192000" cy="0"/>
            </a:xfrm>
            <a:prstGeom prst="line">
              <a:avLst/>
            </a:prstGeom>
            <a:ln w="76200">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
        <p:nvSpPr>
          <p:cNvPr id="14" name="文本框 13"/>
          <p:cNvSpPr txBox="1"/>
          <p:nvPr/>
        </p:nvSpPr>
        <p:spPr>
          <a:xfrm rot="21412603">
            <a:off x="492760" y="2871470"/>
            <a:ext cx="11289030" cy="1568450"/>
          </a:xfrm>
          <a:prstGeom prst="rect">
            <a:avLst/>
          </a:prstGeom>
          <a:noFill/>
        </p:spPr>
        <p:txBody>
          <a:bodyPr wrap="square" rtlCol="0">
            <a:spAutoFit/>
          </a:bodyPr>
          <a:lstStyle/>
          <a:p>
            <a:pPr algn="ctr"/>
            <a:r>
              <a:rPr lang="zh-CN" altLang="en-US" sz="9600" b="1" spc="-300" dirty="0" smtClean="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rPr>
              <a:t>THANK YOU</a:t>
            </a:r>
            <a:endParaRPr lang="zh-CN" altLang="en-US" sz="9600" b="1" spc="-300" dirty="0" smtClean="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endParaRPr>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rot="381586">
              <a:off x="2263007" y="4248119"/>
              <a:ext cx="8318034" cy="1531594"/>
            </p14:xfrm>
          </p:contentPart>
        </mc:Choice>
        <mc:Fallback xmlns="">
          <p:pic>
            <p:nvPicPr>
              <p:cNvPr id="4" name="墨迹 3"/>
            </p:nvPicPr>
            <p:blipFill>
              <a:blip r:embed="rId2"/>
            </p:blipFill>
            <p:spPr>
              <a:xfrm rot="381586">
                <a:off x="2263007" y="4248119"/>
                <a:ext cx="8318034" cy="1531594"/>
              </a:xfrm>
              <a:prstGeom prst="rect"/>
            </p:spPr>
          </p:pic>
        </mc:Fallback>
      </mc:AlternateContent>
      <p:grpSp>
        <p:nvGrpSpPr>
          <p:cNvPr id="26" name="组合 25"/>
          <p:cNvGrpSpPr/>
          <p:nvPr/>
        </p:nvGrpSpPr>
        <p:grpSpPr>
          <a:xfrm rot="21282385">
            <a:off x="941339" y="999551"/>
            <a:ext cx="3643361" cy="2315957"/>
            <a:chOff x="1335039" y="920933"/>
            <a:chExt cx="3675281" cy="2336247"/>
          </a:xfrm>
        </p:grpSpPr>
        <mc:AlternateContent xmlns:mc="http://schemas.openxmlformats.org/markup-compatibility/2006" xmlns:p14="http://schemas.microsoft.com/office/powerpoint/2010/main">
          <mc:Choice Requires="p14">
            <p:contentPart r:id="rId3" p14:bwMode="auto">
              <p14:nvContentPartPr>
                <p14:cNvPr id="19" name="墨迹 18"/>
                <p14:cNvContentPartPr/>
                <p14:nvPr/>
              </p14:nvContentPartPr>
              <p14:xfrm>
                <a:off x="1335039" y="920933"/>
                <a:ext cx="3675281" cy="2336247"/>
              </p14:xfrm>
            </p:contentPart>
          </mc:Choice>
          <mc:Fallback xmlns="">
            <p:pic>
              <p:nvPicPr>
                <p:cNvPr id="19" name="墨迹 18"/>
              </p:nvPicPr>
              <p:blipFill>
                <a:blip r:embed="rId4"/>
              </p:blipFill>
              <p:spPr>
                <a:xfrm>
                  <a:off x="1335039" y="920933"/>
                  <a:ext cx="3675281" cy="2336247"/>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20" name="墨迹 19"/>
                <p14:cNvContentPartPr/>
                <p14:nvPr/>
              </p14:nvContentPartPr>
              <p14:xfrm>
                <a:off x="2257760" y="921140"/>
                <a:ext cx="656280" cy="407160"/>
              </p14:xfrm>
            </p:contentPart>
          </mc:Choice>
          <mc:Fallback xmlns="">
            <p:pic>
              <p:nvPicPr>
                <p:cNvPr id="20" name="墨迹 19"/>
              </p:nvPicPr>
              <p:blipFill>
                <a:blip r:embed="rId6"/>
              </p:blipFill>
              <p:spPr>
                <a:xfrm>
                  <a:off x="2257760" y="921140"/>
                  <a:ext cx="656280" cy="407160"/>
                </a:xfrm>
                <a:prstGeom prst="rect"/>
              </p:spPr>
            </p:pic>
          </mc:Fallback>
        </mc:AlternateContent>
      </p:grpSp>
      <p:sp>
        <p:nvSpPr>
          <p:cNvPr id="113" name="KSO_Shape"/>
          <p:cNvSpPr/>
          <p:nvPr/>
        </p:nvSpPr>
        <p:spPr bwMode="auto">
          <a:xfrm rot="2633721">
            <a:off x="8470899" y="935103"/>
            <a:ext cx="1346200" cy="1800225"/>
          </a:xfrm>
          <a:custGeom>
            <a:avLst/>
            <a:gdLst>
              <a:gd name="T0" fmla="*/ 1281616 w 634"/>
              <a:gd name="T1" fmla="*/ 39819 h 633"/>
              <a:gd name="T2" fmla="*/ 1281616 w 634"/>
              <a:gd name="T3" fmla="*/ 39819 h 633"/>
              <a:gd name="T4" fmla="*/ 0 w 634"/>
              <a:gd name="T5" fmla="*/ 878867 h 633"/>
              <a:gd name="T6" fmla="*/ 405951 w 634"/>
              <a:gd name="T7" fmla="*/ 1214486 h 633"/>
              <a:gd name="T8" fmla="*/ 656748 w 634"/>
              <a:gd name="T9" fmla="*/ 1797553 h 633"/>
              <a:gd name="T10" fmla="*/ 1313497 w 634"/>
              <a:gd name="T11" fmla="*/ 82483 h 633"/>
              <a:gd name="T12" fmla="*/ 1281616 w 634"/>
              <a:gd name="T13" fmla="*/ 39819 h 633"/>
              <a:gd name="T14" fmla="*/ 157280 w 634"/>
              <a:gd name="T15" fmla="*/ 878867 h 633"/>
              <a:gd name="T16" fmla="*/ 157280 w 634"/>
              <a:gd name="T17" fmla="*/ 878867 h 633"/>
              <a:gd name="T18" fmla="*/ 1126461 w 634"/>
              <a:gd name="T19" fmla="*/ 250292 h 633"/>
              <a:gd name="T20" fmla="*/ 437832 w 634"/>
              <a:gd name="T21" fmla="*/ 1086496 h 633"/>
              <a:gd name="T22" fmla="*/ 157280 w 634"/>
              <a:gd name="T23" fmla="*/ 878867 h 633"/>
              <a:gd name="T24" fmla="*/ 656748 w 634"/>
              <a:gd name="T25" fmla="*/ 1589924 h 633"/>
              <a:gd name="T26" fmla="*/ 656748 w 634"/>
              <a:gd name="T27" fmla="*/ 1589924 h 633"/>
              <a:gd name="T28" fmla="*/ 501594 w 634"/>
              <a:gd name="T29" fmla="*/ 1129159 h 633"/>
              <a:gd name="T30" fmla="*/ 1158342 w 634"/>
              <a:gd name="T31" fmla="*/ 290111 h 633"/>
              <a:gd name="T32" fmla="*/ 656748 w 634"/>
              <a:gd name="T33" fmla="*/ 1589924 h 6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34" h="633">
                <a:moveTo>
                  <a:pt x="603" y="14"/>
                </a:moveTo>
                <a:lnTo>
                  <a:pt x="603" y="14"/>
                </a:lnTo>
                <a:cubicBezTo>
                  <a:pt x="574" y="14"/>
                  <a:pt x="0" y="309"/>
                  <a:pt x="0" y="309"/>
                </a:cubicBezTo>
                <a:lnTo>
                  <a:pt x="191" y="427"/>
                </a:lnTo>
                <a:lnTo>
                  <a:pt x="309" y="632"/>
                </a:lnTo>
                <a:cubicBezTo>
                  <a:pt x="309" y="632"/>
                  <a:pt x="618" y="44"/>
                  <a:pt x="618" y="29"/>
                </a:cubicBezTo>
                <a:cubicBezTo>
                  <a:pt x="633" y="14"/>
                  <a:pt x="618" y="0"/>
                  <a:pt x="603" y="14"/>
                </a:cubicBezTo>
                <a:close/>
                <a:moveTo>
                  <a:pt x="74" y="309"/>
                </a:moveTo>
                <a:lnTo>
                  <a:pt x="74" y="309"/>
                </a:lnTo>
                <a:cubicBezTo>
                  <a:pt x="530" y="88"/>
                  <a:pt x="530" y="88"/>
                  <a:pt x="530" y="88"/>
                </a:cubicBezTo>
                <a:cubicBezTo>
                  <a:pt x="206" y="382"/>
                  <a:pt x="206" y="382"/>
                  <a:pt x="206" y="382"/>
                </a:cubicBezTo>
                <a:lnTo>
                  <a:pt x="74" y="309"/>
                </a:lnTo>
                <a:close/>
                <a:moveTo>
                  <a:pt x="309" y="559"/>
                </a:moveTo>
                <a:lnTo>
                  <a:pt x="309" y="559"/>
                </a:lnTo>
                <a:cubicBezTo>
                  <a:pt x="309" y="559"/>
                  <a:pt x="250" y="441"/>
                  <a:pt x="236" y="397"/>
                </a:cubicBezTo>
                <a:cubicBezTo>
                  <a:pt x="545" y="102"/>
                  <a:pt x="545" y="102"/>
                  <a:pt x="545" y="102"/>
                </a:cubicBezTo>
                <a:lnTo>
                  <a:pt x="309" y="559"/>
                </a:lnTo>
                <a:close/>
              </a:path>
            </a:pathLst>
          </a:custGeom>
          <a:solidFill>
            <a:srgbClr val="44546A"/>
          </a:solidFill>
          <a:ln>
            <a:noFill/>
          </a:ln>
        </p:spPr>
        <p:txBody>
          <a:bodyPr wrap="none" lIns="121908" tIns="60955" rIns="121908" bIns="60955"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SimSun" panose="02010600030101010101" pitchFamily="2" charset="-122"/>
                <a:cs typeface="+mn-cs"/>
              </a:defRPr>
            </a:lvl9pPr>
          </a:lstStyle>
          <a:p>
            <a:endParaRPr lang="zh-CN" altLang="en-US">
              <a:latin typeface="IBM Plex Sans" panose="020B0503050203000203" charset="0"/>
              <a:ea typeface="IBM Plex Sans" panose="020B0503050203000203" charset="0"/>
              <a:cs typeface="IBM Plex Sans" panose="020B0503050203000203" charset="0"/>
            </a:endParaRPr>
          </a:p>
        </p:txBody>
      </p:sp>
      <mc:AlternateContent xmlns:mc="http://schemas.openxmlformats.org/markup-compatibility/2006" xmlns:p14="http://schemas.microsoft.com/office/powerpoint/2010/main">
        <mc:Choice Requires="p14">
          <p:contentPart r:id="rId7" p14:bwMode="auto">
            <p14:nvContentPartPr>
              <p14:cNvPr id="115" name="墨迹 114"/>
              <p14:cNvContentPartPr/>
              <p14:nvPr/>
            </p14:nvContentPartPr>
            <p14:xfrm>
              <a:off x="7258215" y="1831673"/>
              <a:ext cx="1112400" cy="533880"/>
            </p14:xfrm>
          </p:contentPart>
        </mc:Choice>
        <mc:Fallback xmlns="">
          <p:pic>
            <p:nvPicPr>
              <p:cNvPr id="115" name="墨迹 114"/>
            </p:nvPicPr>
            <p:blipFill>
              <a:blip r:embed="rId8"/>
            </p:blipFill>
            <p:spPr>
              <a:xfrm>
                <a:off x="7258215" y="1831673"/>
                <a:ext cx="1112400" cy="533880"/>
              </a:xfrm>
              <a:prstGeom prst="rect"/>
            </p:spPr>
          </p:pic>
        </mc:Fallback>
      </mc:AlternateContent>
      <p:sp>
        <p:nvSpPr>
          <p:cNvPr id="7" name="文本框 13"/>
          <p:cNvSpPr txBox="1"/>
          <p:nvPr/>
        </p:nvSpPr>
        <p:spPr>
          <a:xfrm rot="21412603">
            <a:off x="-628015" y="1652270"/>
            <a:ext cx="5558790" cy="768350"/>
          </a:xfrm>
          <a:prstGeom prst="rect">
            <a:avLst/>
          </a:prstGeom>
          <a:noFill/>
        </p:spPr>
        <p:txBody>
          <a:bodyPr wrap="square" rtlCol="0">
            <a:spAutoFit/>
          </a:bodyPr>
          <a:p>
            <a:pPr algn="ctr"/>
            <a:r>
              <a:rPr lang="vi-VN" altLang="zh-CN" sz="4400" b="1" spc="-300" dirty="0" smtClean="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rPr>
              <a:t>Team Api</a:t>
            </a:r>
            <a:endParaRPr lang="vi-VN" altLang="zh-CN" sz="4400" b="1" spc="-300" dirty="0" smtClean="0">
              <a:ln w="28575">
                <a:solidFill>
                  <a:srgbClr val="44546A"/>
                </a:solidFill>
              </a:ln>
              <a:solidFill>
                <a:srgbClr val="44546A"/>
              </a:solidFill>
              <a:latin typeface="IBM Plex Sans SemiBold" panose="020B0703050203000203" charset="0"/>
              <a:ea typeface="IBM Plex Sans SemiBold" panose="020B0703050203000203" charset="0"/>
              <a:cs typeface="IBM Plex Sans" panose="020B0503050203000203" charset="0"/>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ABLE_ENDDRAG_ORIGIN_RECT" val="855*285"/>
  <p:tag name="TABLE_ENDDRAG_RECT" val="48*202*855*285"/>
</p:tagLst>
</file>

<file path=ppt/tags/tag2.xml><?xml version="1.0" encoding="utf-8"?>
<p:tagLst xmlns:p="http://schemas.openxmlformats.org/presentationml/2006/main">
  <p:tag name="TABLE_ENDDRAG_ORIGIN_RECT" val="863*287"/>
  <p:tag name="TABLE_ENDDRAG_RECT" val="48*202*863*287"/>
</p:tagLst>
</file>

<file path=ppt/tags/tag3.xml><?xml version="1.0" encoding="utf-8"?>
<p:tagLst xmlns:p="http://schemas.openxmlformats.org/presentationml/2006/main">
  <p:tag name="TABLE_ENDDRAG_ORIGIN_RECT" val="875*351"/>
  <p:tag name="TABLE_ENDDRAG_RECT" val="41*151*875*351"/>
</p:tagLst>
</file>

<file path=ppt/tags/tag4.xml><?xml version="1.0" encoding="utf-8"?>
<p:tagLst xmlns:p="http://schemas.openxmlformats.org/presentationml/2006/main">
  <p:tag name="TABLE_ENDDRAG_ORIGIN_RECT" val="875*351"/>
  <p:tag name="TABLE_ENDDRAG_RECT" val="41*151*875*351"/>
</p:tagLst>
</file>

<file path=ppt/tags/tag5.xml><?xml version="1.0" encoding="utf-8"?>
<p:tagLst xmlns:p="http://schemas.openxmlformats.org/presentationml/2006/main">
  <p:tag name="KSO_WPP_MARK_KEY" val="fccd38f4-e913-46cc-92a5-33572aaec662"/>
  <p:tag name="COMMONDATA" val="eyJoZGlkIjoiMmNmYmEwOWQ4Y2Q0M2IxMGZkNjI4ZjhkZDQyNzg1OT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IBM Plex Sans"/>
        <a:ea typeface=""/>
        <a:cs typeface=""/>
        <a:font script="Jpan" typeface="ＭＳ Ｐゴシック"/>
        <a:font script="Hang" typeface="맑은 고딕"/>
        <a:font script="Hans" typeface="IBM Plex Sans"/>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IBM Plex Sans"/>
        <a:font script="Hant" typeface="新細明體"/>
        <a:font script="Arab" typeface="IBM Plex Sans"/>
        <a:font script="Hebr" typeface="IBM Plex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BM Plex Sans"/>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IBM Plex Sans"/>
        <a:ea typeface=""/>
        <a:cs typeface=""/>
        <a:font script="Jpan" typeface="ＭＳ Ｐゴシック"/>
        <a:font script="Hang" typeface="맑은 고딕"/>
        <a:font script="Hans" typeface="IBM Plex Sans"/>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IBM Plex Sans"/>
        <a:font script="Hant" typeface="新細明體"/>
        <a:font script="Arab" typeface="IBM Plex Sans"/>
        <a:font script="Hebr" typeface="IBM Plex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BM Plex Sans"/>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IBM Plex Sans"/>
        <a:ea typeface=""/>
        <a:cs typeface=""/>
        <a:font script="Jpan" typeface="ＭＳ Ｐゴシック"/>
        <a:font script="Hang" typeface="맑은 고딕"/>
        <a:font script="Hans" typeface="IBM Plex Sans"/>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IBM Plex Sans"/>
        <a:font script="Hant" typeface="新細明體"/>
        <a:font script="Arab" typeface="IBM Plex Sans"/>
        <a:font script="Hebr" typeface="IBM Plex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BM Plex Sans"/>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4482</Words>
  <Application>WPS Slides</Application>
  <PresentationFormat>宽屏</PresentationFormat>
  <Paragraphs>301</Paragraphs>
  <Slides>23</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23</vt:i4>
      </vt:variant>
    </vt:vector>
  </HeadingPairs>
  <TitlesOfParts>
    <vt:vector size="37" baseType="lpstr">
      <vt:lpstr>Arial</vt:lpstr>
      <vt:lpstr>SimSun</vt:lpstr>
      <vt:lpstr>Wingdings</vt:lpstr>
      <vt:lpstr>IBM Plex Sans</vt:lpstr>
      <vt:lpstr>Yu Gothic UI</vt:lpstr>
      <vt:lpstr>IBM Plex Sans SemiBold</vt:lpstr>
      <vt:lpstr>Yu Gothic UI Semibold</vt:lpstr>
      <vt:lpstr>Calibri</vt:lpstr>
      <vt:lpstr>Times New Roman</vt:lpstr>
      <vt:lpstr>Wingdings</vt:lpstr>
      <vt:lpstr>Microsoft YaHei</vt:lpstr>
      <vt:lpstr>Arial Unicode MS</vt:lpstr>
      <vt:lpstr>Agency FB</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Dũng Nguyễn</cp:lastModifiedBy>
  <cp:revision>82</cp:revision>
  <dcterms:created xsi:type="dcterms:W3CDTF">2016-05-12T09:08:00Z</dcterms:created>
  <dcterms:modified xsi:type="dcterms:W3CDTF">2025-05-08T04:14:15Z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816E5A04484D4B0EA026875352B007AE_13</vt:lpwstr>
  </property>
  <property fmtid="{D5CDD505-2E9C-101B-9397-08002B2CF9AE}" pid="3" name="KSOProductBuildVer">
    <vt:lpwstr>1033-12.2.0.20795</vt:lpwstr>
  </property>
</Properties>
</file>