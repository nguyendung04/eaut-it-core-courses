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7"/>
  </p:notesMasterIdLst>
  <p:sldIdLst>
    <p:sldId id="257" r:id="rId2"/>
    <p:sldId id="261" r:id="rId3"/>
    <p:sldId id="381" r:id="rId4"/>
    <p:sldId id="382" r:id="rId5"/>
    <p:sldId id="383" r:id="rId6"/>
    <p:sldId id="384" r:id="rId7"/>
    <p:sldId id="385" r:id="rId8"/>
    <p:sldId id="386" r:id="rId9"/>
    <p:sldId id="387" r:id="rId10"/>
    <p:sldId id="388" r:id="rId11"/>
    <p:sldId id="389" r:id="rId12"/>
    <p:sldId id="390" r:id="rId13"/>
    <p:sldId id="391" r:id="rId14"/>
    <p:sldId id="392" r:id="rId15"/>
    <p:sldId id="39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3" d="100"/>
          <a:sy n="83" d="100"/>
        </p:scale>
        <p:origin x="61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7" Type="http://schemas.openxmlformats.org/officeDocument/2006/relationships/image" Target="../media/image9.wmf"/><Relationship Id="rId2" Type="http://schemas.openxmlformats.org/officeDocument/2006/relationships/image" Target="../media/image4.wmf"/><Relationship Id="rId1" Type="http://schemas.openxmlformats.org/officeDocument/2006/relationships/image" Target="../media/image3.wmf"/><Relationship Id="rId6" Type="http://schemas.openxmlformats.org/officeDocument/2006/relationships/image" Target="../media/image8.wmf"/><Relationship Id="rId5" Type="http://schemas.openxmlformats.org/officeDocument/2006/relationships/image" Target="../media/image7.wmf"/><Relationship Id="rId4"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4" Type="http://schemas.openxmlformats.org/officeDocument/2006/relationships/image" Target="../media/image2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D1BEA3-C1B4-4F81-B774-56CF4F6F2B3D}" type="datetimeFigureOut">
              <a:rPr lang="en-US" smtClean="0"/>
              <a:t>23/02/2024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E357F2-8A00-477D-A2A6-A064B5B7C693}" type="slidenum">
              <a:rPr lang="en-US" smtClean="0"/>
              <a:t>‹#›</a:t>
            </a:fld>
            <a:endParaRPr lang="en-US"/>
          </a:p>
        </p:txBody>
      </p:sp>
    </p:spTree>
    <p:extLst>
      <p:ext uri="{BB962C8B-B14F-4D97-AF65-F5344CB8AC3E}">
        <p14:creationId xmlns:p14="http://schemas.microsoft.com/office/powerpoint/2010/main" val="1630760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F53F7C-00B7-4074-AAA2-379FB7C9A97D}" type="slidenum">
              <a:rPr lang="en-US" altLang="en-US"/>
              <a:pPr/>
              <a:t>3</a:t>
            </a:fld>
            <a:endParaRPr lang="en-US" altLang="en-US"/>
          </a:p>
        </p:txBody>
      </p:sp>
      <p:sp>
        <p:nvSpPr>
          <p:cNvPr id="477186" name="Rectangle 2"/>
          <p:cNvSpPr>
            <a:spLocks noRot="1" noChangeArrowheads="1" noTextEdit="1"/>
          </p:cNvSpPr>
          <p:nvPr>
            <p:ph type="sldImg"/>
          </p:nvPr>
        </p:nvSpPr>
        <p:spPr>
          <a:ln/>
        </p:spPr>
      </p:sp>
      <p:sp>
        <p:nvSpPr>
          <p:cNvPr id="47718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869404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8093DF0-2541-4AD0-A346-3A9D8C5884E8}" type="slidenum">
              <a:rPr lang="en-US" altLang="en-US"/>
              <a:pPr/>
              <a:t>4</a:t>
            </a:fld>
            <a:endParaRPr lang="en-US" altLang="en-US"/>
          </a:p>
        </p:txBody>
      </p:sp>
      <p:sp>
        <p:nvSpPr>
          <p:cNvPr id="479234" name="Rectangle 2"/>
          <p:cNvSpPr>
            <a:spLocks noRot="1" noChangeArrowheads="1" noTextEdit="1"/>
          </p:cNvSpPr>
          <p:nvPr>
            <p:ph type="sldImg"/>
          </p:nvPr>
        </p:nvSpPr>
        <p:spPr>
          <a:ln/>
        </p:spPr>
      </p:sp>
      <p:sp>
        <p:nvSpPr>
          <p:cNvPr id="47923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2207014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5317F21-179A-47D4-9FDD-2828A14B33CD}" type="slidenum">
              <a:rPr lang="en-US" altLang="en-US"/>
              <a:pPr/>
              <a:t>5</a:t>
            </a:fld>
            <a:endParaRPr lang="en-US" altLang="en-US"/>
          </a:p>
        </p:txBody>
      </p:sp>
      <p:sp>
        <p:nvSpPr>
          <p:cNvPr id="481282" name="Rectangle 2"/>
          <p:cNvSpPr>
            <a:spLocks noRot="1" noChangeArrowheads="1" noTextEdit="1"/>
          </p:cNvSpPr>
          <p:nvPr>
            <p:ph type="sldImg"/>
          </p:nvPr>
        </p:nvSpPr>
        <p:spPr>
          <a:ln/>
        </p:spPr>
      </p:sp>
      <p:sp>
        <p:nvSpPr>
          <p:cNvPr id="48128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3303590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23C1F44-3442-4C08-83BD-B1D381F6812C}" type="slidenum">
              <a:rPr lang="en-US" altLang="en-US"/>
              <a:pPr/>
              <a:t>6</a:t>
            </a:fld>
            <a:endParaRPr lang="en-US" altLang="en-US"/>
          </a:p>
        </p:txBody>
      </p:sp>
      <p:sp>
        <p:nvSpPr>
          <p:cNvPr id="483330" name="Rectangle 2"/>
          <p:cNvSpPr>
            <a:spLocks noRot="1" noChangeArrowheads="1" noTextEdit="1"/>
          </p:cNvSpPr>
          <p:nvPr>
            <p:ph type="sldImg"/>
          </p:nvPr>
        </p:nvSpPr>
        <p:spPr>
          <a:ln/>
        </p:spPr>
      </p:sp>
      <p:sp>
        <p:nvSpPr>
          <p:cNvPr id="48333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28486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078816B-C3D2-48F5-861A-110433D7EFAD}" type="slidenum">
              <a:rPr lang="en-US" altLang="en-US"/>
              <a:pPr/>
              <a:t>7</a:t>
            </a:fld>
            <a:endParaRPr lang="en-US" altLang="en-US"/>
          </a:p>
        </p:txBody>
      </p:sp>
      <p:sp>
        <p:nvSpPr>
          <p:cNvPr id="485378" name="Rectangle 2"/>
          <p:cNvSpPr>
            <a:spLocks noRot="1" noChangeArrowheads="1" noTextEdit="1"/>
          </p:cNvSpPr>
          <p:nvPr>
            <p:ph type="sldImg"/>
          </p:nvPr>
        </p:nvSpPr>
        <p:spPr>
          <a:ln/>
        </p:spPr>
      </p:sp>
      <p:sp>
        <p:nvSpPr>
          <p:cNvPr id="48537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9725840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E54790-4763-4867-938E-9039E89B9A39}" type="slidenum">
              <a:rPr lang="en-US" altLang="en-US"/>
              <a:pPr/>
              <a:t>8</a:t>
            </a:fld>
            <a:endParaRPr lang="en-US" altLang="en-US"/>
          </a:p>
        </p:txBody>
      </p:sp>
      <p:sp>
        <p:nvSpPr>
          <p:cNvPr id="487426" name="Rectangle 2"/>
          <p:cNvSpPr>
            <a:spLocks noRot="1" noChangeArrowheads="1" noTextEdit="1"/>
          </p:cNvSpPr>
          <p:nvPr>
            <p:ph type="sldImg"/>
          </p:nvPr>
        </p:nvSpPr>
        <p:spPr>
          <a:ln/>
        </p:spPr>
      </p:sp>
      <p:sp>
        <p:nvSpPr>
          <p:cNvPr id="48742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2255958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05A3FD4-96B0-4148-BD2E-E1022B493EA1}" type="slidenum">
              <a:rPr lang="en-US" altLang="en-US"/>
              <a:pPr/>
              <a:t>9</a:t>
            </a:fld>
            <a:endParaRPr lang="en-US" altLang="en-US"/>
          </a:p>
        </p:txBody>
      </p:sp>
      <p:sp>
        <p:nvSpPr>
          <p:cNvPr id="489474" name="Rectangle 2"/>
          <p:cNvSpPr>
            <a:spLocks noRot="1" noChangeArrowheads="1" noTextEdit="1"/>
          </p:cNvSpPr>
          <p:nvPr>
            <p:ph type="sldImg"/>
          </p:nvPr>
        </p:nvSpPr>
        <p:spPr>
          <a:ln/>
        </p:spPr>
      </p:sp>
      <p:sp>
        <p:nvSpPr>
          <p:cNvPr id="48947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7152139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68EE464-2B5F-4370-B633-6A75676283C9}" type="slidenum">
              <a:rPr lang="en-US" altLang="en-US"/>
              <a:pPr/>
              <a:t>10</a:t>
            </a:fld>
            <a:endParaRPr lang="en-US" altLang="en-US"/>
          </a:p>
        </p:txBody>
      </p:sp>
      <p:sp>
        <p:nvSpPr>
          <p:cNvPr id="491522" name="Rectangle 2"/>
          <p:cNvSpPr>
            <a:spLocks noRot="1" noChangeArrowheads="1" noTextEdit="1"/>
          </p:cNvSpPr>
          <p:nvPr>
            <p:ph type="sldImg"/>
          </p:nvPr>
        </p:nvSpPr>
        <p:spPr>
          <a:ln/>
        </p:spPr>
      </p:sp>
      <p:sp>
        <p:nvSpPr>
          <p:cNvPr id="49152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8571641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4E649A-3282-4626-B502-98ADC4A5D735}" type="slidenum">
              <a:rPr lang="en-US" altLang="en-US"/>
              <a:pPr/>
              <a:t>11</a:t>
            </a:fld>
            <a:endParaRPr lang="en-US" altLang="en-US"/>
          </a:p>
        </p:txBody>
      </p:sp>
      <p:sp>
        <p:nvSpPr>
          <p:cNvPr id="493570" name="Rectangle 2"/>
          <p:cNvSpPr>
            <a:spLocks noRot="1" noChangeArrowheads="1" noTextEdit="1"/>
          </p:cNvSpPr>
          <p:nvPr>
            <p:ph type="sldImg"/>
          </p:nvPr>
        </p:nvSpPr>
        <p:spPr>
          <a:ln/>
        </p:spPr>
      </p:sp>
      <p:sp>
        <p:nvSpPr>
          <p:cNvPr id="49357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000543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F410CE8-C1C7-4314-AABB-2282BD7BF13E}" type="slidenum">
              <a:rPr lang="en-US" altLang="en-US"/>
              <a:pPr/>
              <a:t>12</a:t>
            </a:fld>
            <a:endParaRPr lang="en-US" altLang="en-US"/>
          </a:p>
        </p:txBody>
      </p:sp>
      <p:sp>
        <p:nvSpPr>
          <p:cNvPr id="495618" name="Rectangle 2"/>
          <p:cNvSpPr>
            <a:spLocks noRot="1" noChangeArrowheads="1" noTextEdit="1"/>
          </p:cNvSpPr>
          <p:nvPr>
            <p:ph type="sldImg"/>
          </p:nvPr>
        </p:nvSpPr>
        <p:spPr>
          <a:ln/>
        </p:spPr>
      </p:sp>
      <p:sp>
        <p:nvSpPr>
          <p:cNvPr id="49561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3181840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7AB47BF-EF8D-450E-A14D-5078173E64CA}" type="slidenum">
              <a:rPr lang="en-US" altLang="en-US"/>
              <a:pPr/>
              <a:t>13</a:t>
            </a:fld>
            <a:endParaRPr lang="en-US" altLang="en-US"/>
          </a:p>
        </p:txBody>
      </p:sp>
      <p:sp>
        <p:nvSpPr>
          <p:cNvPr id="497666" name="Rectangle 2"/>
          <p:cNvSpPr>
            <a:spLocks noRot="1" noChangeArrowheads="1" noTextEdit="1"/>
          </p:cNvSpPr>
          <p:nvPr>
            <p:ph type="sldImg"/>
          </p:nvPr>
        </p:nvSpPr>
        <p:spPr>
          <a:ln/>
        </p:spPr>
      </p:sp>
      <p:sp>
        <p:nvSpPr>
          <p:cNvPr id="49766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6506448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492766-20AF-43AC-AFD2-797FB8E1AE9C}" type="slidenum">
              <a:rPr lang="en-US" altLang="en-US"/>
              <a:pPr/>
              <a:t>14</a:t>
            </a:fld>
            <a:endParaRPr lang="en-US" altLang="en-US"/>
          </a:p>
        </p:txBody>
      </p:sp>
      <p:sp>
        <p:nvSpPr>
          <p:cNvPr id="499714" name="Rectangle 2"/>
          <p:cNvSpPr>
            <a:spLocks noRot="1" noChangeArrowheads="1" noTextEdit="1"/>
          </p:cNvSpPr>
          <p:nvPr>
            <p:ph type="sldImg"/>
          </p:nvPr>
        </p:nvSpPr>
        <p:spPr>
          <a:ln/>
        </p:spPr>
      </p:sp>
      <p:sp>
        <p:nvSpPr>
          <p:cNvPr id="49971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6414922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24D817-3129-410B-B220-FEDED62B9FBB}" type="slidenum">
              <a:rPr lang="en-US" altLang="en-US"/>
              <a:pPr/>
              <a:t>15</a:t>
            </a:fld>
            <a:endParaRPr lang="en-US" altLang="en-US"/>
          </a:p>
        </p:txBody>
      </p:sp>
      <p:sp>
        <p:nvSpPr>
          <p:cNvPr id="507906" name="Rectangle 2"/>
          <p:cNvSpPr>
            <a:spLocks noRot="1" noChangeArrowheads="1" noTextEdit="1"/>
          </p:cNvSpPr>
          <p:nvPr>
            <p:ph type="sldImg"/>
          </p:nvPr>
        </p:nvSpPr>
        <p:spPr>
          <a:ln/>
        </p:spPr>
      </p:sp>
      <p:sp>
        <p:nvSpPr>
          <p:cNvPr id="50790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9484271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B332451-59EE-4703-9BE2-548560EDBB43}" type="datetimeFigureOut">
              <a:rPr lang="en-US" smtClean="0"/>
              <a:t>23/02/2024</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541567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B332451-59EE-4703-9BE2-548560EDBB43}" type="datetimeFigureOut">
              <a:rPr lang="en-US" smtClean="0"/>
              <a:t>23/02/2024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24627063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B332451-59EE-4703-9BE2-548560EDBB43}" type="datetimeFigureOut">
              <a:rPr lang="en-US" smtClean="0"/>
              <a:t>23/02/2024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2660698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B332451-59EE-4703-9BE2-548560EDBB43}" type="datetimeFigureOut">
              <a:rPr lang="en-US" smtClean="0"/>
              <a:t>23/02/2024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882647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B332451-59EE-4703-9BE2-548560EDBB43}" type="datetimeFigureOut">
              <a:rPr lang="en-US" smtClean="0"/>
              <a:t>23/02/2024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276608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B332451-59EE-4703-9BE2-548560EDBB43}" type="datetimeFigureOut">
              <a:rPr lang="en-US" smtClean="0"/>
              <a:t>23/02/2024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2334614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332451-59EE-4703-9BE2-548560EDBB43}" type="datetimeFigureOut">
              <a:rPr lang="en-US" smtClean="0"/>
              <a:t>23/02/2024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37302067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B332451-59EE-4703-9BE2-548560EDBB43}" type="datetimeFigureOut">
              <a:rPr lang="en-US" smtClean="0"/>
              <a:t>23/02/2024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24516257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B332451-59EE-4703-9BE2-548560EDBB43}" type="datetimeFigureOut">
              <a:rPr lang="en-US" smtClean="0"/>
              <a:t>23/02/2024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437617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B332451-59EE-4703-9BE2-548560EDBB43}" type="datetimeFigureOut">
              <a:rPr lang="en-US" smtClean="0"/>
              <a:t>23/02/2024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1574225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B332451-59EE-4703-9BE2-548560EDBB43}" type="datetimeFigureOut">
              <a:rPr lang="en-US" smtClean="0"/>
              <a:t>23/02/2024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10889592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B332451-59EE-4703-9BE2-548560EDBB43}" type="datetimeFigureOut">
              <a:rPr lang="en-US" smtClean="0"/>
              <a:t>23/02/2024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15099635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B332451-59EE-4703-9BE2-548560EDBB43}" type="datetimeFigureOut">
              <a:rPr lang="en-US" smtClean="0"/>
              <a:t>23/02/2024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10281943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B332451-59EE-4703-9BE2-548560EDBB43}" type="datetimeFigureOut">
              <a:rPr lang="en-US" smtClean="0"/>
              <a:t>23/02/2024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34431409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B332451-59EE-4703-9BE2-548560EDBB43}" type="datetimeFigureOut">
              <a:rPr lang="en-US" smtClean="0"/>
              <a:t>23/02/2024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24025024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B332451-59EE-4703-9BE2-548560EDBB43}" type="datetimeFigureOut">
              <a:rPr lang="en-US" smtClean="0"/>
              <a:t>23/02/2024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37392466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B332451-59EE-4703-9BE2-548560EDBB43}" type="datetimeFigureOut">
              <a:rPr lang="en-US" smtClean="0"/>
              <a:t>23/02/2024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C668D0-FFF1-47C5-8061-FF1B22C34E7B}" type="slidenum">
              <a:rPr lang="en-US" smtClean="0"/>
              <a:t>‹#›</a:t>
            </a:fld>
            <a:endParaRPr lang="en-US"/>
          </a:p>
        </p:txBody>
      </p:sp>
    </p:spTree>
    <p:extLst>
      <p:ext uri="{BB962C8B-B14F-4D97-AF65-F5344CB8AC3E}">
        <p14:creationId xmlns:p14="http://schemas.microsoft.com/office/powerpoint/2010/main" val="25690050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274638"/>
            <a:ext cx="109728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609600" y="1600200"/>
            <a:ext cx="5384800" cy="21859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197600" y="1600200"/>
            <a:ext cx="5384800" cy="21859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609600" y="3938589"/>
            <a:ext cx="5384800" cy="218757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6197600" y="3938589"/>
            <a:ext cx="5384800" cy="218757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609600" y="6245225"/>
            <a:ext cx="2844800" cy="476250"/>
          </a:xfrm>
        </p:spPr>
        <p:txBody>
          <a:bodyPr/>
          <a:lstStyle>
            <a:lvl1pPr>
              <a:defRPr/>
            </a:lvl1pPr>
          </a:lstStyle>
          <a:p>
            <a:endParaRPr lang="en-US" altLang="en-US"/>
          </a:p>
        </p:txBody>
      </p:sp>
      <p:sp>
        <p:nvSpPr>
          <p:cNvPr id="8" name="Footer Placeholder 7"/>
          <p:cNvSpPr>
            <a:spLocks noGrp="1"/>
          </p:cNvSpPr>
          <p:nvPr>
            <p:ph type="ftr" sz="quarter" idx="11"/>
          </p:nvPr>
        </p:nvSpPr>
        <p:spPr>
          <a:xfrm>
            <a:off x="4165600" y="6245225"/>
            <a:ext cx="3860800" cy="476250"/>
          </a:xfrm>
        </p:spPr>
        <p:txBody>
          <a:bodyPr/>
          <a:lstStyle>
            <a:lvl1pPr>
              <a:defRPr/>
            </a:lvl1pPr>
          </a:lstStyle>
          <a:p>
            <a:endParaRPr lang="en-US" altLang="en-US"/>
          </a:p>
        </p:txBody>
      </p:sp>
      <p:sp>
        <p:nvSpPr>
          <p:cNvPr id="9" name="Slide Number Placeholder 8"/>
          <p:cNvSpPr>
            <a:spLocks noGrp="1"/>
          </p:cNvSpPr>
          <p:nvPr>
            <p:ph type="sldNum" sz="quarter" idx="12"/>
          </p:nvPr>
        </p:nvSpPr>
        <p:spPr>
          <a:xfrm>
            <a:off x="8737600" y="6245225"/>
            <a:ext cx="2844800" cy="476250"/>
          </a:xfrm>
        </p:spPr>
        <p:txBody>
          <a:bodyPr/>
          <a:lstStyle>
            <a:lvl1pPr>
              <a:defRPr/>
            </a:lvl1pPr>
          </a:lstStyle>
          <a:p>
            <a:fld id="{7CDB39A6-A68C-4AC0-B080-8450C1777E01}" type="slidenum">
              <a:rPr lang="en-US" altLang="en-US"/>
              <a:pPr/>
              <a:t>‹#›</a:t>
            </a:fld>
            <a:endParaRPr lang="en-US" altLang="en-US"/>
          </a:p>
        </p:txBody>
      </p:sp>
    </p:spTree>
    <p:extLst>
      <p:ext uri="{BB962C8B-B14F-4D97-AF65-F5344CB8AC3E}">
        <p14:creationId xmlns:p14="http://schemas.microsoft.com/office/powerpoint/2010/main" val="1249873310"/>
      </p:ext>
    </p:extLst>
  </p:cSld>
  <p:clrMapOvr>
    <a:masterClrMapping/>
  </p:clrMapOvr>
  <p:transition spd="med">
    <p:circl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B332451-59EE-4703-9BE2-548560EDBB43}" type="datetimeFigureOut">
              <a:rPr lang="en-US" smtClean="0"/>
              <a:t>23/02/2024</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AC668D0-FFF1-47C5-8061-FF1B22C34E7B}" type="slidenum">
              <a:rPr lang="en-US" smtClean="0"/>
              <a:t>‹#›</a:t>
            </a:fld>
            <a:endParaRPr lang="en-US"/>
          </a:p>
        </p:txBody>
      </p:sp>
    </p:spTree>
    <p:extLst>
      <p:ext uri="{BB962C8B-B14F-4D97-AF65-F5344CB8AC3E}">
        <p14:creationId xmlns:p14="http://schemas.microsoft.com/office/powerpoint/2010/main" val="1633565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2" r:id="rId18"/>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7.wmf"/><Relationship Id="rId3" Type="http://schemas.openxmlformats.org/officeDocument/2006/relationships/notesSlide" Target="../notesSlides/notesSlide1.xml"/><Relationship Id="rId7" Type="http://schemas.openxmlformats.org/officeDocument/2006/relationships/image" Target="../media/image4.wmf"/><Relationship Id="rId12" Type="http://schemas.openxmlformats.org/officeDocument/2006/relationships/oleObject" Target="../embeddings/oleObject5.bin"/><Relationship Id="rId17" Type="http://schemas.openxmlformats.org/officeDocument/2006/relationships/image" Target="../media/image9.wmf"/><Relationship Id="rId2" Type="http://schemas.openxmlformats.org/officeDocument/2006/relationships/slideLayout" Target="../slideLayouts/slideLayout18.xml"/><Relationship Id="rId16" Type="http://schemas.openxmlformats.org/officeDocument/2006/relationships/oleObject" Target="../embeddings/oleObject7.bin"/><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6.wmf"/><Relationship Id="rId5" Type="http://schemas.openxmlformats.org/officeDocument/2006/relationships/image" Target="../media/image3.wmf"/><Relationship Id="rId15" Type="http://schemas.openxmlformats.org/officeDocument/2006/relationships/image" Target="../media/image8.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5.wmf"/><Relationship Id="rId14" Type="http://schemas.openxmlformats.org/officeDocument/2006/relationships/oleObject" Target="../embeddings/oleObject6.bin"/></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11.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9.bin"/><Relationship Id="rId5" Type="http://schemas.openxmlformats.org/officeDocument/2006/relationships/image" Target="../media/image10.wmf"/><Relationship Id="rId4" Type="http://schemas.openxmlformats.org/officeDocument/2006/relationships/oleObject" Target="../embeddings/oleObject8.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13.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11.bin"/><Relationship Id="rId5" Type="http://schemas.openxmlformats.org/officeDocument/2006/relationships/image" Target="../media/image12.wmf"/><Relationship Id="rId4" Type="http://schemas.openxmlformats.org/officeDocument/2006/relationships/oleObject" Target="../embeddings/oleObject10.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15.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13.bin"/><Relationship Id="rId5" Type="http://schemas.openxmlformats.org/officeDocument/2006/relationships/image" Target="../media/image14.wmf"/><Relationship Id="rId4" Type="http://schemas.openxmlformats.org/officeDocument/2006/relationships/oleObject" Target="../embeddings/oleObject12.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17.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5.bin"/><Relationship Id="rId5" Type="http://schemas.openxmlformats.org/officeDocument/2006/relationships/image" Target="../media/image16.wmf"/><Relationship Id="rId4" Type="http://schemas.openxmlformats.org/officeDocument/2006/relationships/oleObject" Target="../embeddings/oleObject14.bin"/></Relationships>
</file>

<file path=ppt/slides/_rels/slide13.xml.rels><?xml version="1.0" encoding="UTF-8" standalone="yes"?>
<Relationships xmlns="http://schemas.openxmlformats.org/package/2006/relationships"><Relationship Id="rId8" Type="http://schemas.openxmlformats.org/officeDocument/2006/relationships/image" Target="../media/image18.wmf"/><Relationship Id="rId13" Type="http://schemas.openxmlformats.org/officeDocument/2006/relationships/oleObject" Target="../embeddings/oleObject19.bin"/><Relationship Id="rId3" Type="http://schemas.openxmlformats.org/officeDocument/2006/relationships/notesSlide" Target="../notesSlides/notesSlide11.xml"/><Relationship Id="rId7" Type="http://schemas.openxmlformats.org/officeDocument/2006/relationships/oleObject" Target="../embeddings/oleObject16.bin"/><Relationship Id="rId12" Type="http://schemas.openxmlformats.org/officeDocument/2006/relationships/image" Target="../media/image20.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24.png"/><Relationship Id="rId11" Type="http://schemas.openxmlformats.org/officeDocument/2006/relationships/oleObject" Target="../embeddings/oleObject18.bin"/><Relationship Id="rId5" Type="http://schemas.openxmlformats.org/officeDocument/2006/relationships/image" Target="../media/image23.png"/><Relationship Id="rId10" Type="http://schemas.openxmlformats.org/officeDocument/2006/relationships/image" Target="../media/image19.wmf"/><Relationship Id="rId4" Type="http://schemas.openxmlformats.org/officeDocument/2006/relationships/image" Target="../media/image22.png"/><Relationship Id="rId9" Type="http://schemas.openxmlformats.org/officeDocument/2006/relationships/oleObject" Target="../embeddings/oleObject17.bin"/><Relationship Id="rId14" Type="http://schemas.openxmlformats.org/officeDocument/2006/relationships/image" Target="../media/image21.w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145390" y="2673921"/>
            <a:ext cx="6773956" cy="1063579"/>
          </a:xfrm>
          <a:prstGeom prst="rect">
            <a:avLst/>
          </a:prstGeom>
        </p:spPr>
        <p:txBody>
          <a:bodyPr vert="horz" wrap="square" lIns="0" tIns="11766" rIns="0" bIns="0" rtlCol="0">
            <a:spAutoFit/>
          </a:bodyPr>
          <a:lstStyle/>
          <a:p>
            <a:pPr marL="25774" algn="ctr"/>
            <a:r>
              <a:rPr lang="en-US" sz="3530" b="1" dirty="0">
                <a:solidFill>
                  <a:schemeClr val="accent1">
                    <a:lumMod val="50000"/>
                  </a:schemeClr>
                </a:solidFill>
                <a:latin typeface="Arial"/>
                <a:cs typeface="Arial"/>
              </a:rPr>
              <a:t>KỸ THUẬT </a:t>
            </a:r>
            <a:r>
              <a:rPr sz="3530" b="1" dirty="0">
                <a:solidFill>
                  <a:schemeClr val="accent1">
                    <a:lumMod val="50000"/>
                  </a:schemeClr>
                </a:solidFill>
                <a:latin typeface="Arial"/>
                <a:cs typeface="Arial"/>
              </a:rPr>
              <a:t>ĐỒ</a:t>
            </a:r>
            <a:r>
              <a:rPr sz="3530" b="1" spc="-4" dirty="0">
                <a:solidFill>
                  <a:schemeClr val="accent1">
                    <a:lumMod val="50000"/>
                  </a:schemeClr>
                </a:solidFill>
                <a:latin typeface="Arial"/>
                <a:cs typeface="Arial"/>
              </a:rPr>
              <a:t> </a:t>
            </a:r>
            <a:r>
              <a:rPr sz="3530" b="1" dirty="0">
                <a:solidFill>
                  <a:schemeClr val="accent1">
                    <a:lumMod val="50000"/>
                  </a:schemeClr>
                </a:solidFill>
                <a:latin typeface="Arial"/>
                <a:cs typeface="Arial"/>
              </a:rPr>
              <a:t>HỌA</a:t>
            </a:r>
            <a:r>
              <a:rPr sz="3530" b="1" spc="-13" dirty="0">
                <a:solidFill>
                  <a:schemeClr val="accent1">
                    <a:lumMod val="50000"/>
                  </a:schemeClr>
                </a:solidFill>
                <a:latin typeface="Arial"/>
                <a:cs typeface="Arial"/>
              </a:rPr>
              <a:t> </a:t>
            </a:r>
            <a:r>
              <a:rPr sz="3530" b="1" dirty="0">
                <a:solidFill>
                  <a:schemeClr val="accent1">
                    <a:lumMod val="50000"/>
                  </a:schemeClr>
                </a:solidFill>
                <a:latin typeface="Arial"/>
                <a:cs typeface="Arial"/>
              </a:rPr>
              <a:t>MÁY</a:t>
            </a:r>
            <a:r>
              <a:rPr sz="3530" b="1" spc="-22" dirty="0">
                <a:solidFill>
                  <a:schemeClr val="accent1">
                    <a:lumMod val="50000"/>
                  </a:schemeClr>
                </a:solidFill>
                <a:latin typeface="Arial"/>
                <a:cs typeface="Arial"/>
              </a:rPr>
              <a:t> </a:t>
            </a:r>
            <a:r>
              <a:rPr sz="3530" b="1" spc="-18" dirty="0">
                <a:solidFill>
                  <a:schemeClr val="accent1">
                    <a:lumMod val="50000"/>
                  </a:schemeClr>
                </a:solidFill>
                <a:latin typeface="Arial"/>
                <a:cs typeface="Arial"/>
              </a:rPr>
              <a:t>TÍNH</a:t>
            </a:r>
            <a:endParaRPr sz="3530" b="1" dirty="0">
              <a:solidFill>
                <a:schemeClr val="accent1">
                  <a:lumMod val="50000"/>
                </a:schemeClr>
              </a:solidFill>
              <a:latin typeface="Arial"/>
              <a:cs typeface="Arial"/>
            </a:endParaRPr>
          </a:p>
          <a:p>
            <a:pPr algn="ctr">
              <a:spcBef>
                <a:spcPts val="1006"/>
              </a:spcBef>
            </a:pPr>
            <a:r>
              <a:rPr lang="en-US" sz="2471" b="1" dirty="0">
                <a:solidFill>
                  <a:schemeClr val="accent1">
                    <a:lumMod val="50000"/>
                  </a:schemeClr>
                </a:solidFill>
                <a:latin typeface="Arial"/>
                <a:cs typeface="Arial"/>
              </a:rPr>
              <a:t>(3TC)</a:t>
            </a:r>
          </a:p>
        </p:txBody>
      </p:sp>
      <p:sp>
        <p:nvSpPr>
          <p:cNvPr id="9" name="TextBox 8"/>
          <p:cNvSpPr txBox="1"/>
          <p:nvPr/>
        </p:nvSpPr>
        <p:spPr>
          <a:xfrm>
            <a:off x="2135366" y="4332263"/>
            <a:ext cx="3103735" cy="1558632"/>
          </a:xfrm>
          <a:prstGeom prst="rect">
            <a:avLst/>
          </a:prstGeom>
          <a:noFill/>
        </p:spPr>
        <p:txBody>
          <a:bodyPr wrap="none" rtlCol="0">
            <a:spAutoFit/>
          </a:bodyPr>
          <a:lstStyle/>
          <a:p>
            <a:pPr>
              <a:lnSpc>
                <a:spcPct val="150000"/>
              </a:lnSpc>
            </a:pPr>
            <a:r>
              <a:rPr lang="en-US" sz="1588" b="1" dirty="0">
                <a:solidFill>
                  <a:schemeClr val="bg2">
                    <a:lumMod val="10000"/>
                  </a:schemeClr>
                </a:solidFill>
                <a:latin typeface="Arial" panose="020B0604020202020204" pitchFamily="34" charset="0"/>
                <a:cs typeface="Arial" panose="020B0604020202020204" pitchFamily="34" charset="0"/>
              </a:rPr>
              <a:t>GV: 	</a:t>
            </a:r>
            <a:r>
              <a:rPr lang="en-US" sz="1588" b="1" dirty="0" err="1">
                <a:solidFill>
                  <a:schemeClr val="bg2">
                    <a:lumMod val="10000"/>
                  </a:schemeClr>
                </a:solidFill>
                <a:latin typeface="Arial" panose="020B0604020202020204" pitchFamily="34" charset="0"/>
                <a:cs typeface="Arial" panose="020B0604020202020204" pitchFamily="34" charset="0"/>
              </a:rPr>
              <a:t>Ngô</a:t>
            </a:r>
            <a:r>
              <a:rPr lang="en-US" sz="1588" b="1">
                <a:solidFill>
                  <a:schemeClr val="bg2">
                    <a:lumMod val="10000"/>
                  </a:schemeClr>
                </a:solidFill>
                <a:latin typeface="Arial" panose="020B0604020202020204" pitchFamily="34" charset="0"/>
                <a:cs typeface="Arial" panose="020B0604020202020204" pitchFamily="34" charset="0"/>
              </a:rPr>
              <a:t> Thùy Giang</a:t>
            </a:r>
          </a:p>
          <a:p>
            <a:pPr>
              <a:lnSpc>
                <a:spcPct val="150000"/>
              </a:lnSpc>
            </a:pPr>
            <a:r>
              <a:rPr lang="en-US" sz="1588" b="1">
                <a:solidFill>
                  <a:schemeClr val="bg2">
                    <a:lumMod val="10000"/>
                  </a:schemeClr>
                </a:solidFill>
                <a:latin typeface="Arial" panose="020B0604020202020204" pitchFamily="34" charset="0"/>
                <a:cs typeface="Arial" panose="020B0604020202020204" pitchFamily="34" charset="0"/>
              </a:rPr>
              <a:t>Khoa: 	Công nghệ thông tin</a:t>
            </a:r>
          </a:p>
          <a:p>
            <a:pPr>
              <a:lnSpc>
                <a:spcPct val="150000"/>
              </a:lnSpc>
            </a:pPr>
            <a:r>
              <a:rPr lang="en-US" sz="1588" b="1">
                <a:solidFill>
                  <a:schemeClr val="bg2">
                    <a:lumMod val="10000"/>
                  </a:schemeClr>
                </a:solidFill>
                <a:latin typeface="Arial" panose="020B0604020202020204" pitchFamily="34" charset="0"/>
                <a:cs typeface="Arial" panose="020B0604020202020204" pitchFamily="34" charset="0"/>
              </a:rPr>
              <a:t>SĐT: 	</a:t>
            </a:r>
            <a:r>
              <a:rPr lang="en-US" sz="1588" b="1" smtClean="0">
                <a:solidFill>
                  <a:schemeClr val="bg2">
                    <a:lumMod val="10000"/>
                  </a:schemeClr>
                </a:solidFill>
                <a:latin typeface="Arial" panose="020B0604020202020204" pitchFamily="34" charset="0"/>
                <a:cs typeface="Arial" panose="020B0604020202020204" pitchFamily="34" charset="0"/>
              </a:rPr>
              <a:t>0979.357.190</a:t>
            </a:r>
          </a:p>
          <a:p>
            <a:pPr>
              <a:lnSpc>
                <a:spcPct val="150000"/>
              </a:lnSpc>
            </a:pPr>
            <a:r>
              <a:rPr lang="en-US" sz="1588" b="1" smtClean="0">
                <a:solidFill>
                  <a:schemeClr val="bg2">
                    <a:lumMod val="10000"/>
                  </a:schemeClr>
                </a:solidFill>
                <a:latin typeface="Arial" panose="020B0604020202020204" pitchFamily="34" charset="0"/>
                <a:cs typeface="Arial" panose="020B0604020202020204" pitchFamily="34" charset="0"/>
              </a:rPr>
              <a:t>Email:giangnt@eaut.edu.vn</a:t>
            </a:r>
            <a:endParaRPr lang="en-US" sz="1588" b="1">
              <a:solidFill>
                <a:schemeClr val="bg2">
                  <a:lumMod val="10000"/>
                </a:schemeClr>
              </a:solidFill>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8428" y="648853"/>
            <a:ext cx="1900925" cy="1900925"/>
          </a:xfrm>
          <a:prstGeom prst="rect">
            <a:avLst/>
          </a:prstGeom>
        </p:spPr>
      </p:pic>
      <p:sp>
        <p:nvSpPr>
          <p:cNvPr id="6" name="object 2"/>
          <p:cNvSpPr txBox="1"/>
          <p:nvPr/>
        </p:nvSpPr>
        <p:spPr>
          <a:xfrm>
            <a:off x="3256226" y="1251791"/>
            <a:ext cx="6773956" cy="381213"/>
          </a:xfrm>
          <a:prstGeom prst="rect">
            <a:avLst/>
          </a:prstGeom>
        </p:spPr>
        <p:txBody>
          <a:bodyPr vert="horz" wrap="square" lIns="0" tIns="11766" rIns="0" bIns="0" rtlCol="0">
            <a:spAutoFit/>
          </a:bodyPr>
          <a:lstStyle/>
          <a:p>
            <a:pPr marL="25774" algn="ctr"/>
            <a:r>
              <a:rPr lang="en-US" sz="2400" b="1" smtClean="0">
                <a:solidFill>
                  <a:schemeClr val="accent1">
                    <a:lumMod val="50000"/>
                  </a:schemeClr>
                </a:solidFill>
                <a:latin typeface="Arial"/>
                <a:cs typeface="Arial"/>
              </a:rPr>
              <a:t>TRƯỜNG ĐẠI HỌC CÔNG NGHỆ ĐÔNG Á</a:t>
            </a:r>
            <a:endParaRPr lang="en-US" sz="2400" b="1">
              <a:solidFill>
                <a:schemeClr val="accent1">
                  <a:lumMod val="50000"/>
                </a:schemeClr>
              </a:solidFill>
              <a:latin typeface="Arial"/>
              <a:cs typeface="Arial"/>
            </a:endParaRPr>
          </a:p>
        </p:txBody>
      </p:sp>
    </p:spTree>
    <p:extLst>
      <p:ext uri="{BB962C8B-B14F-4D97-AF65-F5344CB8AC3E}">
        <p14:creationId xmlns:p14="http://schemas.microsoft.com/office/powerpoint/2010/main" val="3762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560945" y="2341706"/>
            <a:ext cx="10298545"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smtClean="0">
                <a:solidFill>
                  <a:schemeClr val="accent1">
                    <a:lumMod val="50000"/>
                  </a:schemeClr>
                </a:solidFill>
                <a:latin typeface="Constantia" panose="02030602050306030303" pitchFamily="18" charset="0"/>
              </a:rPr>
              <a:t>CHƯƠNG </a:t>
            </a:r>
            <a:r>
              <a:rPr lang="en-US" sz="4000" b="1" smtClean="0">
                <a:solidFill>
                  <a:schemeClr val="accent1">
                    <a:lumMod val="50000"/>
                  </a:schemeClr>
                </a:solidFill>
                <a:latin typeface="Constantia" panose="02030602050306030303" pitchFamily="18" charset="0"/>
              </a:rPr>
              <a:t>IX. </a:t>
            </a:r>
          </a:p>
          <a:p>
            <a:pPr algn="ctr"/>
            <a:r>
              <a:rPr lang="en-US" sz="4000" b="1" smtClean="0">
                <a:solidFill>
                  <a:schemeClr val="accent1">
                    <a:lumMod val="50000"/>
                  </a:schemeClr>
                </a:solidFill>
                <a:latin typeface="Constantia" panose="02030602050306030303" pitchFamily="18" charset="0"/>
              </a:rPr>
              <a:t>PHƯƠNG PHÁP BIỂU DIỄN CÁC BỀ MẶT</a:t>
            </a:r>
            <a:endParaRPr lang="en-US" sz="4000" b="1">
              <a:solidFill>
                <a:schemeClr val="accent1">
                  <a:lumMod val="50000"/>
                </a:schemeClr>
              </a:solidFill>
              <a:latin typeface="Constantia" panose="02030602050306030303" pitchFamily="18" charset="0"/>
            </a:endParaRPr>
          </a:p>
        </p:txBody>
      </p:sp>
    </p:spTree>
    <p:extLst>
      <p:ext uri="{BB962C8B-B14F-4D97-AF65-F5344CB8AC3E}">
        <p14:creationId xmlns:p14="http://schemas.microsoft.com/office/powerpoint/2010/main" val="2744494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 name="Slide Number Placeholder 8"/>
          <p:cNvSpPr>
            <a:spLocks noGrp="1"/>
          </p:cNvSpPr>
          <p:nvPr>
            <p:ph type="sldNum" sz="quarter" idx="12"/>
          </p:nvPr>
        </p:nvSpPr>
        <p:spPr/>
        <p:txBody>
          <a:bodyPr/>
          <a:lstStyle/>
          <a:p>
            <a:fld id="{BEFFBCF9-2301-4476-B1B1-9A7E2BE6147C}" type="slidenum">
              <a:rPr lang="en-US" altLang="en-US"/>
              <a:pPr/>
              <a:t>3</a:t>
            </a:fld>
            <a:endParaRPr lang="en-US" altLang="en-US"/>
          </a:p>
        </p:txBody>
      </p:sp>
      <p:sp>
        <p:nvSpPr>
          <p:cNvPr id="476162" name="Rectangle 2"/>
          <p:cNvSpPr>
            <a:spLocks noGrp="1" noChangeArrowheads="1"/>
          </p:cNvSpPr>
          <p:nvPr>
            <p:ph type="title" sz="quarter"/>
          </p:nvPr>
        </p:nvSpPr>
        <p:spPr>
          <a:xfrm>
            <a:off x="1828800" y="0"/>
            <a:ext cx="8229600" cy="1143000"/>
          </a:xfrm>
        </p:spPr>
        <p:txBody>
          <a:bodyPr/>
          <a:lstStyle/>
          <a:p>
            <a:pPr algn="l"/>
            <a:r>
              <a:rPr lang="en-US" altLang="en-US" sz="2800" b="1" smtClean="0">
                <a:solidFill>
                  <a:srgbClr val="CC0000"/>
                </a:solidFill>
                <a:latin typeface="VNI-Times" pitchFamily="2" charset="0"/>
                <a:sym typeface="Wingdings" panose="05000000000000000000" pitchFamily="2" charset="2"/>
              </a:rPr>
              <a:t>Maët </a:t>
            </a:r>
            <a:r>
              <a:rPr lang="en-US" altLang="en-US" sz="2800" b="1">
                <a:solidFill>
                  <a:srgbClr val="CC0000"/>
                </a:solidFill>
                <a:latin typeface="VNI-Times" pitchFamily="2" charset="0"/>
                <a:sym typeface="Wingdings" panose="05000000000000000000" pitchFamily="2" charset="2"/>
              </a:rPr>
              <a:t>cong</a:t>
            </a:r>
          </a:p>
        </p:txBody>
      </p:sp>
      <p:sp>
        <p:nvSpPr>
          <p:cNvPr id="476163" name="Rectangle 3"/>
          <p:cNvSpPr>
            <a:spLocks noChangeArrowheads="1"/>
          </p:cNvSpPr>
          <p:nvPr/>
        </p:nvSpPr>
        <p:spPr bwMode="auto">
          <a:xfrm>
            <a:off x="1761129" y="1117600"/>
            <a:ext cx="8313859" cy="5680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defRPr>
            </a:lvl1pPr>
            <a:lvl2pPr marL="860425">
              <a:defRPr>
                <a:solidFill>
                  <a:schemeClr val="tx1"/>
                </a:solidFill>
                <a:latin typeface="Arial" panose="020B0604020202020204" pitchFamily="34" charset="0"/>
              </a:defRPr>
            </a:lvl2pPr>
            <a:lvl3pPr marL="974725">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just">
              <a:spcBef>
                <a:spcPct val="20000"/>
              </a:spcBef>
              <a:spcAft>
                <a:spcPts val="300"/>
              </a:spcAft>
              <a:buClr>
                <a:schemeClr val="tx2"/>
              </a:buClr>
            </a:pPr>
            <a:r>
              <a:rPr lang="en-US" altLang="en-US" sz="2400" b="1">
                <a:solidFill>
                  <a:srgbClr val="CC0000"/>
                </a:solidFill>
                <a:latin typeface="VNI-Times" pitchFamily="2" charset="0"/>
                <a:sym typeface="Wingdings" panose="05000000000000000000" pitchFamily="2" charset="2"/>
              </a:rPr>
              <a:t>1. Phöông trình tham soá cuûa maët phaúng</a:t>
            </a:r>
          </a:p>
          <a:p>
            <a:pPr algn="just">
              <a:spcBef>
                <a:spcPct val="20000"/>
              </a:spcBef>
              <a:spcAft>
                <a:spcPts val="300"/>
              </a:spcAft>
              <a:buClr>
                <a:schemeClr val="tx2"/>
              </a:buClr>
            </a:pPr>
            <a:r>
              <a:rPr lang="en-US" altLang="en-US" sz="2400">
                <a:latin typeface="VNI-Times" pitchFamily="2" charset="0"/>
                <a:sym typeface="Wingdings" panose="05000000000000000000" pitchFamily="2" charset="2"/>
              </a:rPr>
              <a:t>	P(u,v)=C+a.u+b.v</a:t>
            </a:r>
          </a:p>
          <a:p>
            <a:pPr algn="just">
              <a:spcBef>
                <a:spcPct val="20000"/>
              </a:spcBef>
              <a:spcAft>
                <a:spcPts val="300"/>
              </a:spcAft>
              <a:buClr>
                <a:schemeClr val="tx2"/>
              </a:buClr>
            </a:pPr>
            <a:r>
              <a:rPr lang="en-US" altLang="en-US" sz="2400">
                <a:latin typeface="VNI-Times" pitchFamily="2" charset="0"/>
                <a:sym typeface="Wingdings" panose="05000000000000000000" pitchFamily="2" charset="2"/>
              </a:rPr>
              <a:t>	</a:t>
            </a:r>
          </a:p>
          <a:p>
            <a:pPr algn="just">
              <a:spcBef>
                <a:spcPct val="20000"/>
              </a:spcBef>
              <a:spcAft>
                <a:spcPts val="300"/>
              </a:spcAft>
              <a:buClr>
                <a:schemeClr val="tx2"/>
              </a:buClr>
            </a:pPr>
            <a:r>
              <a:rPr lang="en-US" altLang="en-US" sz="2400">
                <a:latin typeface="VNI-Times" pitchFamily="2" charset="0"/>
                <a:sym typeface="Wingdings" panose="05000000000000000000" pitchFamily="2" charset="2"/>
              </a:rPr>
              <a:t>Neáu v=0 vaø u thay ñoåi  thì M naèm treân ñoaïn thaúng qua C vaø nhaän       laøm veùctô chæ phöông.</a:t>
            </a:r>
          </a:p>
          <a:p>
            <a:pPr algn="just">
              <a:spcBef>
                <a:spcPct val="20000"/>
              </a:spcBef>
              <a:spcAft>
                <a:spcPts val="300"/>
              </a:spcAft>
              <a:buClr>
                <a:schemeClr val="tx2"/>
              </a:buClr>
            </a:pPr>
            <a:r>
              <a:rPr lang="en-US" altLang="en-US" sz="2400">
                <a:latin typeface="VNI-Times" pitchFamily="2" charset="0"/>
                <a:sym typeface="Wingdings" panose="05000000000000000000" pitchFamily="2" charset="2"/>
              </a:rPr>
              <a:t>	Neáu u=0 vaø v thay ñoåi  thì M naèm treân ñoaïn thaúng qua C vaø nhaän       laøm veùctô chæ phöông.</a:t>
            </a:r>
          </a:p>
          <a:p>
            <a:pPr algn="just">
              <a:spcBef>
                <a:spcPct val="20000"/>
              </a:spcBef>
              <a:spcAft>
                <a:spcPts val="300"/>
              </a:spcAft>
              <a:buClr>
                <a:schemeClr val="tx2"/>
              </a:buClr>
            </a:pPr>
            <a:r>
              <a:rPr lang="en-US" altLang="en-US" sz="2400">
                <a:latin typeface="VNI-Times" pitchFamily="2" charset="0"/>
                <a:sym typeface="Wingdings" panose="05000000000000000000" pitchFamily="2" charset="2"/>
              </a:rPr>
              <a:t>	Neáu v=v</a:t>
            </a:r>
            <a:r>
              <a:rPr lang="en-US" altLang="en-US" sz="2400" baseline="-25000">
                <a:latin typeface="VNI-Times" pitchFamily="2" charset="0"/>
                <a:sym typeface="Wingdings" panose="05000000000000000000" pitchFamily="2" charset="2"/>
              </a:rPr>
              <a:t>c</a:t>
            </a:r>
            <a:r>
              <a:rPr lang="en-US" altLang="en-US" sz="2400">
                <a:latin typeface="VNI-Times" pitchFamily="2" charset="0"/>
                <a:sym typeface="Wingdings" panose="05000000000000000000" pitchFamily="2" charset="2"/>
              </a:rPr>
              <a:t> vaø u thay ñoåi  thì M naèm treân ñoaïn thaúng qua ñieåm           vaø     nhaän  laøm veùctô chæ phöông.</a:t>
            </a:r>
          </a:p>
          <a:p>
            <a:pPr algn="just">
              <a:spcBef>
                <a:spcPct val="20000"/>
              </a:spcBef>
              <a:spcAft>
                <a:spcPts val="300"/>
              </a:spcAft>
              <a:buClr>
                <a:schemeClr val="tx2"/>
              </a:buClr>
            </a:pPr>
            <a:r>
              <a:rPr lang="en-US" altLang="en-US" sz="2400">
                <a:latin typeface="VNI-Times" pitchFamily="2" charset="0"/>
                <a:sym typeface="Wingdings" panose="05000000000000000000" pitchFamily="2" charset="2"/>
              </a:rPr>
              <a:t>	Neáu u=u</a:t>
            </a:r>
            <a:r>
              <a:rPr lang="en-US" altLang="en-US" sz="2400" baseline="-25000">
                <a:latin typeface="VNI-Times" pitchFamily="2" charset="0"/>
                <a:sym typeface="Wingdings" panose="05000000000000000000" pitchFamily="2" charset="2"/>
              </a:rPr>
              <a:t>c</a:t>
            </a:r>
            <a:r>
              <a:rPr lang="en-US" altLang="en-US" sz="2400">
                <a:latin typeface="VNI-Times" pitchFamily="2" charset="0"/>
                <a:sym typeface="Wingdings" panose="05000000000000000000" pitchFamily="2" charset="2"/>
              </a:rPr>
              <a:t> vaø v thay ñoåi  thì M naèm treân ñoaïn thaúng qua ñieåm           </a:t>
            </a:r>
            <a:r>
              <a:rPr lang="en-US" altLang="en-US" sz="2400">
                <a:latin typeface="VNI-Times" pitchFamily="2" charset="0"/>
                <a:sym typeface="Wingdings" panose="05000000000000000000" pitchFamily="2" charset="2"/>
              </a:rPr>
              <a:t>vaø      </a:t>
            </a:r>
            <a:r>
              <a:rPr lang="en-US" altLang="en-US" sz="2400" smtClean="0">
                <a:latin typeface="VNI-Times" pitchFamily="2" charset="0"/>
                <a:sym typeface="Wingdings" panose="05000000000000000000" pitchFamily="2" charset="2"/>
              </a:rPr>
              <a:t>nhaän  </a:t>
            </a:r>
            <a:r>
              <a:rPr lang="en-US" altLang="en-US" sz="2400">
                <a:latin typeface="VNI-Times" pitchFamily="2" charset="0"/>
                <a:sym typeface="Wingdings" panose="05000000000000000000" pitchFamily="2" charset="2"/>
              </a:rPr>
              <a:t>laøm veùctô chæ phöông.</a:t>
            </a:r>
          </a:p>
          <a:p>
            <a:pPr algn="just">
              <a:spcBef>
                <a:spcPct val="20000"/>
              </a:spcBef>
              <a:spcAft>
                <a:spcPts val="300"/>
              </a:spcAft>
              <a:buClr>
                <a:schemeClr val="tx2"/>
              </a:buClr>
            </a:pPr>
            <a:r>
              <a:rPr lang="en-US" altLang="en-US" sz="2400">
                <a:latin typeface="VNI-Times" pitchFamily="2" charset="0"/>
                <a:sym typeface="Wingdings" panose="05000000000000000000" pitchFamily="2" charset="2"/>
              </a:rPr>
              <a:t>	Neáu 0</a:t>
            </a:r>
            <a:r>
              <a:rPr lang="en-US" altLang="en-US" sz="2400">
                <a:latin typeface="VNI-Times" pitchFamily="2" charset="0"/>
                <a:sym typeface="Symbol" panose="05050102010706020507" pitchFamily="18" charset="2"/>
              </a:rPr>
              <a:t></a:t>
            </a:r>
            <a:r>
              <a:rPr lang="en-US" altLang="en-US" sz="2400">
                <a:latin typeface="VNI-Times" pitchFamily="2" charset="0"/>
                <a:sym typeface="Wingdings" panose="05000000000000000000" pitchFamily="2" charset="2"/>
              </a:rPr>
              <a:t>u,v</a:t>
            </a:r>
            <a:r>
              <a:rPr lang="en-US" altLang="en-US" sz="2400">
                <a:latin typeface="VNI-Times" pitchFamily="2" charset="0"/>
                <a:sym typeface="Symbol" panose="05050102010706020507" pitchFamily="18" charset="2"/>
              </a:rPr>
              <a:t></a:t>
            </a:r>
            <a:r>
              <a:rPr lang="en-US" altLang="en-US" sz="2400">
                <a:latin typeface="VNI-Times" pitchFamily="2" charset="0"/>
                <a:sym typeface="Wingdings" panose="05000000000000000000" pitchFamily="2" charset="2"/>
              </a:rPr>
              <a:t>1 thì M naèm trong hình bình haønh taïo bôûi 2 veùctô           ,  vaø ñöôïc goïi laø patch.</a:t>
            </a:r>
          </a:p>
        </p:txBody>
      </p:sp>
      <p:sp>
        <p:nvSpPr>
          <p:cNvPr id="476166" name="Rectangle 6"/>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76167" name="Rectangle 7"/>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76168" name="Rectangle 8"/>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76170" name="Rectangle 10"/>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76172" name="Rectangle 12"/>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76174" name="Rectangle 14"/>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grpSp>
        <p:nvGrpSpPr>
          <p:cNvPr id="476176" name="Group 16"/>
          <p:cNvGrpSpPr>
            <a:grpSpLocks/>
          </p:cNvGrpSpPr>
          <p:nvPr/>
        </p:nvGrpSpPr>
        <p:grpSpPr bwMode="auto">
          <a:xfrm>
            <a:off x="7315200" y="228600"/>
            <a:ext cx="3352800" cy="2438400"/>
            <a:chOff x="3216" y="1680"/>
            <a:chExt cx="2352" cy="2016"/>
          </a:xfrm>
        </p:grpSpPr>
        <p:sp>
          <p:nvSpPr>
            <p:cNvPr id="476177" name="Line 17"/>
            <p:cNvSpPr>
              <a:spLocks noChangeShapeType="1"/>
            </p:cNvSpPr>
            <p:nvPr/>
          </p:nvSpPr>
          <p:spPr bwMode="auto">
            <a:xfrm>
              <a:off x="3938" y="3042"/>
              <a:ext cx="13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6178" name="Line 18"/>
            <p:cNvSpPr>
              <a:spLocks noChangeShapeType="1"/>
            </p:cNvSpPr>
            <p:nvPr/>
          </p:nvSpPr>
          <p:spPr bwMode="auto">
            <a:xfrm flipH="1">
              <a:off x="3383" y="3051"/>
              <a:ext cx="541" cy="64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6179" name="Line 19"/>
            <p:cNvSpPr>
              <a:spLocks noChangeShapeType="1"/>
            </p:cNvSpPr>
            <p:nvPr/>
          </p:nvSpPr>
          <p:spPr bwMode="auto">
            <a:xfrm flipV="1">
              <a:off x="3924" y="1790"/>
              <a:ext cx="0" cy="127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6180" name="Line 20"/>
            <p:cNvSpPr>
              <a:spLocks noChangeShapeType="1"/>
            </p:cNvSpPr>
            <p:nvPr/>
          </p:nvSpPr>
          <p:spPr bwMode="auto">
            <a:xfrm flipV="1">
              <a:off x="4222" y="2104"/>
              <a:ext cx="576" cy="441"/>
            </a:xfrm>
            <a:prstGeom prst="line">
              <a:avLst/>
            </a:prstGeom>
            <a:noFill/>
            <a:ln w="9525">
              <a:solidFill>
                <a:srgbClr val="FF99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6181" name="Line 21"/>
            <p:cNvSpPr>
              <a:spLocks noChangeShapeType="1"/>
            </p:cNvSpPr>
            <p:nvPr/>
          </p:nvSpPr>
          <p:spPr bwMode="auto">
            <a:xfrm>
              <a:off x="4216" y="2554"/>
              <a:ext cx="367" cy="212"/>
            </a:xfrm>
            <a:prstGeom prst="line">
              <a:avLst/>
            </a:prstGeom>
            <a:noFill/>
            <a:ln w="9525">
              <a:solidFill>
                <a:srgbClr val="FF99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6182" name="Line 22"/>
            <p:cNvSpPr>
              <a:spLocks noChangeShapeType="1"/>
            </p:cNvSpPr>
            <p:nvPr/>
          </p:nvSpPr>
          <p:spPr bwMode="auto">
            <a:xfrm>
              <a:off x="4784" y="2122"/>
              <a:ext cx="368" cy="211"/>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76183" name="Line 23"/>
            <p:cNvSpPr>
              <a:spLocks noChangeShapeType="1"/>
            </p:cNvSpPr>
            <p:nvPr/>
          </p:nvSpPr>
          <p:spPr bwMode="auto">
            <a:xfrm flipV="1">
              <a:off x="4576" y="2316"/>
              <a:ext cx="576" cy="441"/>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76184" name="Line 24"/>
            <p:cNvSpPr>
              <a:spLocks noChangeShapeType="1"/>
            </p:cNvSpPr>
            <p:nvPr/>
          </p:nvSpPr>
          <p:spPr bwMode="auto">
            <a:xfrm>
              <a:off x="4424" y="2674"/>
              <a:ext cx="367" cy="21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76185" name="Line 25"/>
            <p:cNvSpPr>
              <a:spLocks noChangeShapeType="1"/>
            </p:cNvSpPr>
            <p:nvPr/>
          </p:nvSpPr>
          <p:spPr bwMode="auto">
            <a:xfrm flipV="1">
              <a:off x="4715" y="1727"/>
              <a:ext cx="575" cy="441"/>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76186" name="Line 26"/>
            <p:cNvSpPr>
              <a:spLocks noChangeShapeType="1"/>
            </p:cNvSpPr>
            <p:nvPr/>
          </p:nvSpPr>
          <p:spPr bwMode="auto">
            <a:xfrm flipV="1">
              <a:off x="4444" y="2048"/>
              <a:ext cx="805" cy="61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76187" name="Line 27"/>
            <p:cNvSpPr>
              <a:spLocks noChangeShapeType="1"/>
            </p:cNvSpPr>
            <p:nvPr/>
          </p:nvSpPr>
          <p:spPr bwMode="auto">
            <a:xfrm>
              <a:off x="5062" y="1910"/>
              <a:ext cx="194" cy="11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76188" name="Text Box 28"/>
            <p:cNvSpPr txBox="1">
              <a:spLocks noChangeArrowheads="1"/>
            </p:cNvSpPr>
            <p:nvPr/>
          </p:nvSpPr>
          <p:spPr bwMode="auto">
            <a:xfrm>
              <a:off x="5186" y="1892"/>
              <a:ext cx="313"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600">
                  <a:latin typeface="VNI-Times" pitchFamily="2" charset="0"/>
                </a:rPr>
                <a:t> M</a:t>
              </a:r>
            </a:p>
          </p:txBody>
        </p:sp>
        <p:sp>
          <p:nvSpPr>
            <p:cNvPr id="476189" name="Text Box 29"/>
            <p:cNvSpPr txBox="1">
              <a:spLocks noChangeArrowheads="1"/>
            </p:cNvSpPr>
            <p:nvPr/>
          </p:nvSpPr>
          <p:spPr bwMode="auto">
            <a:xfrm>
              <a:off x="3827" y="3057"/>
              <a:ext cx="31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600">
                  <a:latin typeface="VNI-Times" pitchFamily="2" charset="0"/>
                </a:rPr>
                <a:t> O</a:t>
              </a:r>
            </a:p>
          </p:txBody>
        </p:sp>
        <p:sp>
          <p:nvSpPr>
            <p:cNvPr id="476190" name="Text Box 30"/>
            <p:cNvSpPr txBox="1">
              <a:spLocks noChangeArrowheads="1"/>
            </p:cNvSpPr>
            <p:nvPr/>
          </p:nvSpPr>
          <p:spPr bwMode="auto">
            <a:xfrm>
              <a:off x="3722" y="1680"/>
              <a:ext cx="313"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600">
                  <a:latin typeface="VNI-Times" pitchFamily="2" charset="0"/>
                </a:rPr>
                <a:t> Z</a:t>
              </a:r>
            </a:p>
          </p:txBody>
        </p:sp>
        <p:sp>
          <p:nvSpPr>
            <p:cNvPr id="476191" name="Text Box 31"/>
            <p:cNvSpPr txBox="1">
              <a:spLocks noChangeArrowheads="1"/>
            </p:cNvSpPr>
            <p:nvPr/>
          </p:nvSpPr>
          <p:spPr bwMode="auto">
            <a:xfrm>
              <a:off x="3216" y="3382"/>
              <a:ext cx="31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600">
                  <a:latin typeface="VNI-Times" pitchFamily="2" charset="0"/>
                </a:rPr>
                <a:t> X</a:t>
              </a:r>
            </a:p>
          </p:txBody>
        </p:sp>
        <p:sp>
          <p:nvSpPr>
            <p:cNvPr id="476192" name="Text Box 32"/>
            <p:cNvSpPr txBox="1">
              <a:spLocks noChangeArrowheads="1"/>
            </p:cNvSpPr>
            <p:nvPr/>
          </p:nvSpPr>
          <p:spPr bwMode="auto">
            <a:xfrm>
              <a:off x="5256" y="2968"/>
              <a:ext cx="31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600">
                  <a:latin typeface="VNI-Times" pitchFamily="2" charset="0"/>
                </a:rPr>
                <a:t> Y</a:t>
              </a:r>
            </a:p>
          </p:txBody>
        </p:sp>
        <p:sp>
          <p:nvSpPr>
            <p:cNvPr id="476193" name="Text Box 33"/>
            <p:cNvSpPr txBox="1">
              <a:spLocks noChangeArrowheads="1"/>
            </p:cNvSpPr>
            <p:nvPr/>
          </p:nvSpPr>
          <p:spPr bwMode="auto">
            <a:xfrm>
              <a:off x="4224" y="2640"/>
              <a:ext cx="31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600">
                  <a:latin typeface="VNI-Times" pitchFamily="2" charset="0"/>
                </a:rPr>
                <a:t> a</a:t>
              </a:r>
            </a:p>
          </p:txBody>
        </p:sp>
        <p:sp>
          <p:nvSpPr>
            <p:cNvPr id="476194" name="Text Box 34"/>
            <p:cNvSpPr txBox="1">
              <a:spLocks noChangeArrowheads="1"/>
            </p:cNvSpPr>
            <p:nvPr/>
          </p:nvSpPr>
          <p:spPr bwMode="auto">
            <a:xfrm>
              <a:off x="4032" y="2352"/>
              <a:ext cx="31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600">
                  <a:latin typeface="VNI-Times" pitchFamily="2" charset="0"/>
                </a:rPr>
                <a:t> C</a:t>
              </a:r>
            </a:p>
          </p:txBody>
        </p:sp>
        <p:sp>
          <p:nvSpPr>
            <p:cNvPr id="476195" name="Text Box 35"/>
            <p:cNvSpPr txBox="1">
              <a:spLocks noChangeArrowheads="1"/>
            </p:cNvSpPr>
            <p:nvPr/>
          </p:nvSpPr>
          <p:spPr bwMode="auto">
            <a:xfrm>
              <a:off x="4395" y="2085"/>
              <a:ext cx="313"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600">
                  <a:latin typeface="VNI-Times" pitchFamily="2" charset="0"/>
                </a:rPr>
                <a:t> b</a:t>
              </a:r>
            </a:p>
          </p:txBody>
        </p:sp>
        <p:sp>
          <p:nvSpPr>
            <p:cNvPr id="476196" name="Line 36"/>
            <p:cNvSpPr>
              <a:spLocks noChangeShapeType="1"/>
            </p:cNvSpPr>
            <p:nvPr/>
          </p:nvSpPr>
          <p:spPr bwMode="auto">
            <a:xfrm flipV="1">
              <a:off x="4465" y="2131"/>
              <a:ext cx="90" cy="18"/>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476197" name="Line 37"/>
            <p:cNvSpPr>
              <a:spLocks noChangeShapeType="1"/>
            </p:cNvSpPr>
            <p:nvPr/>
          </p:nvSpPr>
          <p:spPr bwMode="auto">
            <a:xfrm flipV="1">
              <a:off x="4272" y="2670"/>
              <a:ext cx="90" cy="18"/>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476198" name="Line 38"/>
            <p:cNvSpPr>
              <a:spLocks noChangeShapeType="1"/>
            </p:cNvSpPr>
            <p:nvPr/>
          </p:nvSpPr>
          <p:spPr bwMode="auto">
            <a:xfrm flipV="1">
              <a:off x="4224" y="2016"/>
              <a:ext cx="1008" cy="5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US"/>
            </a:p>
          </p:txBody>
        </p:sp>
      </p:grpSp>
      <p:sp>
        <p:nvSpPr>
          <p:cNvPr id="476200" name="Rectangle 40"/>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76208" name="Rectangle 48"/>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76214" name="Rectangle 54"/>
          <p:cNvSpPr>
            <a:spLocks noChangeArrowheads="1"/>
          </p:cNvSpPr>
          <p:nvPr/>
        </p:nvSpPr>
        <p:spPr bwMode="auto">
          <a:xfrm>
            <a:off x="1524001" y="3176202"/>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graphicFrame>
        <p:nvGraphicFramePr>
          <p:cNvPr id="476213" name="Object 53"/>
          <p:cNvGraphicFramePr>
            <a:graphicFrameLocks noChangeAspect="1"/>
          </p:cNvGraphicFramePr>
          <p:nvPr/>
        </p:nvGraphicFramePr>
        <p:xfrm>
          <a:off x="2590800" y="5486401"/>
          <a:ext cx="685800" cy="530225"/>
        </p:xfrm>
        <a:graphic>
          <a:graphicData uri="http://schemas.openxmlformats.org/presentationml/2006/ole">
            <mc:AlternateContent xmlns:mc="http://schemas.openxmlformats.org/markup-compatibility/2006">
              <mc:Choice xmlns:v="urn:schemas-microsoft-com:vml" Requires="v">
                <p:oleObj spid="_x0000_s8194" name="Equation" r:id="rId4" imgW="291973" imgH="228501" progId="Equation.DSMT4">
                  <p:embed/>
                </p:oleObj>
              </mc:Choice>
              <mc:Fallback>
                <p:oleObj name="Equation" r:id="rId4" imgW="291973" imgH="228501" progId="Equation.DSMT4">
                  <p:embed/>
                  <p:pic>
                    <p:nvPicPr>
                      <p:cNvPr id="476213" name="Object 5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486401"/>
                        <a:ext cx="685800"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6216" name="Rectangle 56"/>
          <p:cNvSpPr>
            <a:spLocks noChangeArrowheads="1"/>
          </p:cNvSpPr>
          <p:nvPr/>
        </p:nvSpPr>
        <p:spPr bwMode="auto">
          <a:xfrm>
            <a:off x="1524001" y="3161915"/>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graphicFrame>
        <p:nvGraphicFramePr>
          <p:cNvPr id="476215" name="Object 55"/>
          <p:cNvGraphicFramePr>
            <a:graphicFrameLocks noChangeAspect="1"/>
          </p:cNvGraphicFramePr>
          <p:nvPr>
            <p:extLst>
              <p:ext uri="{D42A27DB-BD31-4B8C-83A1-F6EECF244321}">
                <p14:modId xmlns:p14="http://schemas.microsoft.com/office/powerpoint/2010/main" val="144522830"/>
              </p:ext>
            </p:extLst>
          </p:nvPr>
        </p:nvGraphicFramePr>
        <p:xfrm>
          <a:off x="2604655" y="4584700"/>
          <a:ext cx="609600" cy="530225"/>
        </p:xfrm>
        <a:graphic>
          <a:graphicData uri="http://schemas.openxmlformats.org/presentationml/2006/ole">
            <mc:AlternateContent xmlns:mc="http://schemas.openxmlformats.org/markup-compatibility/2006">
              <mc:Choice xmlns:v="urn:schemas-microsoft-com:vml" Requires="v">
                <p:oleObj spid="_x0000_s8195" name="Equation" r:id="rId6" imgW="291973" imgH="253890" progId="Equation.DSMT4">
                  <p:embed/>
                </p:oleObj>
              </mc:Choice>
              <mc:Fallback>
                <p:oleObj name="Equation" r:id="rId6" imgW="291973" imgH="253890" progId="Equation.DSMT4">
                  <p:embed/>
                  <p:pic>
                    <p:nvPicPr>
                      <p:cNvPr id="476215" name="Object 5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04655" y="4584700"/>
                        <a:ext cx="609600"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6218" name="Rectangle 58"/>
          <p:cNvSpPr>
            <a:spLocks noChangeArrowheads="1"/>
          </p:cNvSpPr>
          <p:nvPr/>
        </p:nvSpPr>
        <p:spPr bwMode="auto">
          <a:xfrm>
            <a:off x="1524001" y="3180965"/>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graphicFrame>
        <p:nvGraphicFramePr>
          <p:cNvPr id="476217" name="Object 57"/>
          <p:cNvGraphicFramePr>
            <a:graphicFrameLocks noChangeAspect="1"/>
          </p:cNvGraphicFramePr>
          <p:nvPr>
            <p:extLst>
              <p:ext uri="{D42A27DB-BD31-4B8C-83A1-F6EECF244321}">
                <p14:modId xmlns:p14="http://schemas.microsoft.com/office/powerpoint/2010/main" val="154671239"/>
              </p:ext>
            </p:extLst>
          </p:nvPr>
        </p:nvGraphicFramePr>
        <p:xfrm>
          <a:off x="2963864" y="3709592"/>
          <a:ext cx="304799" cy="467637"/>
        </p:xfrm>
        <a:graphic>
          <a:graphicData uri="http://schemas.openxmlformats.org/presentationml/2006/ole">
            <mc:AlternateContent xmlns:mc="http://schemas.openxmlformats.org/markup-compatibility/2006">
              <mc:Choice xmlns:v="urn:schemas-microsoft-com:vml" Requires="v">
                <p:oleObj spid="_x0000_s8196" name="Equation" r:id="rId8" imgW="139579" imgH="215713" progId="Equation.DSMT4">
                  <p:embed/>
                </p:oleObj>
              </mc:Choice>
              <mc:Fallback>
                <p:oleObj name="Equation" r:id="rId8" imgW="139579" imgH="215713" progId="Equation.DSMT4">
                  <p:embed/>
                  <p:pic>
                    <p:nvPicPr>
                      <p:cNvPr id="476217" name="Object 5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63864" y="3709592"/>
                        <a:ext cx="304799" cy="467637"/>
                      </a:xfrm>
                      <a:prstGeom prst="rect">
                        <a:avLst/>
                      </a:prstGeom>
                      <a:noFill/>
                    </p:spPr>
                  </p:pic>
                </p:oleObj>
              </mc:Fallback>
            </mc:AlternateContent>
          </a:graphicData>
        </a:graphic>
      </p:graphicFrame>
      <p:graphicFrame>
        <p:nvGraphicFramePr>
          <p:cNvPr id="476225" name="Object 65"/>
          <p:cNvGraphicFramePr>
            <a:graphicFrameLocks noChangeAspect="1"/>
          </p:cNvGraphicFramePr>
          <p:nvPr>
            <p:ph sz="quarter" idx="4"/>
            <p:extLst>
              <p:ext uri="{D42A27DB-BD31-4B8C-83A1-F6EECF244321}">
                <p14:modId xmlns:p14="http://schemas.microsoft.com/office/powerpoint/2010/main" val="112376802"/>
              </p:ext>
            </p:extLst>
          </p:nvPr>
        </p:nvGraphicFramePr>
        <p:xfrm>
          <a:off x="3705577" y="4584700"/>
          <a:ext cx="262383" cy="445256"/>
        </p:xfrm>
        <a:graphic>
          <a:graphicData uri="http://schemas.openxmlformats.org/presentationml/2006/ole">
            <mc:AlternateContent xmlns:mc="http://schemas.openxmlformats.org/markup-compatibility/2006">
              <mc:Choice xmlns:v="urn:schemas-microsoft-com:vml" Requires="v">
                <p:oleObj spid="_x0000_s8197" name="Equation" r:id="rId10" imgW="126720" imgH="215640" progId="Equation.DSMT4">
                  <p:embed/>
                </p:oleObj>
              </mc:Choice>
              <mc:Fallback>
                <p:oleObj name="Equation" r:id="rId10" imgW="126720" imgH="215640" progId="Equation.DSMT4">
                  <p:embed/>
                  <p:pic>
                    <p:nvPicPr>
                      <p:cNvPr id="476225" name="Object 6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05577" y="4584700"/>
                        <a:ext cx="262383" cy="445256"/>
                      </a:xfrm>
                      <a:prstGeom prst="rect">
                        <a:avLst/>
                      </a:prstGeom>
                      <a:noFill/>
                      <a:ln>
                        <a:noFill/>
                      </a:ln>
                      <a:effectLst/>
                    </p:spPr>
                  </p:pic>
                </p:oleObj>
              </mc:Fallback>
            </mc:AlternateContent>
          </a:graphicData>
        </a:graphic>
      </p:graphicFrame>
      <p:sp>
        <p:nvSpPr>
          <p:cNvPr id="476232" name="Rectangle 72"/>
          <p:cNvSpPr>
            <a:spLocks noChangeArrowheads="1"/>
          </p:cNvSpPr>
          <p:nvPr/>
        </p:nvSpPr>
        <p:spPr bwMode="auto">
          <a:xfrm>
            <a:off x="1524001" y="3180965"/>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graphicFrame>
        <p:nvGraphicFramePr>
          <p:cNvPr id="476231" name="Object 71"/>
          <p:cNvGraphicFramePr>
            <a:graphicFrameLocks noChangeAspect="1"/>
          </p:cNvGraphicFramePr>
          <p:nvPr>
            <p:extLst>
              <p:ext uri="{D42A27DB-BD31-4B8C-83A1-F6EECF244321}">
                <p14:modId xmlns:p14="http://schemas.microsoft.com/office/powerpoint/2010/main" val="455708418"/>
              </p:ext>
            </p:extLst>
          </p:nvPr>
        </p:nvGraphicFramePr>
        <p:xfrm>
          <a:off x="2590800" y="2857500"/>
          <a:ext cx="260350" cy="457200"/>
        </p:xfrm>
        <a:graphic>
          <a:graphicData uri="http://schemas.openxmlformats.org/presentationml/2006/ole">
            <mc:AlternateContent xmlns:mc="http://schemas.openxmlformats.org/markup-compatibility/2006">
              <mc:Choice xmlns:v="urn:schemas-microsoft-com:vml" Requires="v">
                <p:oleObj spid="_x0000_s8198" name="Equation" r:id="rId12" imgW="126780" imgH="215526" progId="Equation.DSMT4">
                  <p:embed/>
                </p:oleObj>
              </mc:Choice>
              <mc:Fallback>
                <p:oleObj name="Equation" r:id="rId12" imgW="126780" imgH="215526" progId="Equation.DSMT4">
                  <p:embed/>
                  <p:pic>
                    <p:nvPicPr>
                      <p:cNvPr id="476231" name="Object 7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90800" y="2857500"/>
                        <a:ext cx="26035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6234" name="Rectangle 74"/>
          <p:cNvSpPr>
            <a:spLocks noChangeArrowheads="1"/>
          </p:cNvSpPr>
          <p:nvPr/>
        </p:nvSpPr>
        <p:spPr bwMode="auto">
          <a:xfrm>
            <a:off x="1524001" y="3180965"/>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graphicFrame>
        <p:nvGraphicFramePr>
          <p:cNvPr id="476233" name="Object 73"/>
          <p:cNvGraphicFramePr>
            <a:graphicFrameLocks noChangeAspect="1"/>
          </p:cNvGraphicFramePr>
          <p:nvPr>
            <p:extLst>
              <p:ext uri="{D42A27DB-BD31-4B8C-83A1-F6EECF244321}">
                <p14:modId xmlns:p14="http://schemas.microsoft.com/office/powerpoint/2010/main" val="73774439"/>
              </p:ext>
            </p:extLst>
          </p:nvPr>
        </p:nvGraphicFramePr>
        <p:xfrm>
          <a:off x="3746515" y="5486401"/>
          <a:ext cx="245478" cy="434109"/>
        </p:xfrm>
        <a:graphic>
          <a:graphicData uri="http://schemas.openxmlformats.org/presentationml/2006/ole">
            <mc:AlternateContent xmlns:mc="http://schemas.openxmlformats.org/markup-compatibility/2006">
              <mc:Choice xmlns:v="urn:schemas-microsoft-com:vml" Requires="v">
                <p:oleObj spid="_x0000_s8199" name="Equation" r:id="rId14" imgW="126720" imgH="215640" progId="Equation.DSMT4">
                  <p:embed/>
                </p:oleObj>
              </mc:Choice>
              <mc:Fallback>
                <p:oleObj name="Equation" r:id="rId14" imgW="126720" imgH="215640" progId="Equation.DSMT4">
                  <p:embed/>
                  <p:pic>
                    <p:nvPicPr>
                      <p:cNvPr id="476233" name="Object 7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746515" y="5486401"/>
                        <a:ext cx="245478" cy="434109"/>
                      </a:xfrm>
                      <a:prstGeom prst="rect">
                        <a:avLst/>
                      </a:prstGeom>
                      <a:noFill/>
                    </p:spPr>
                  </p:pic>
                </p:oleObj>
              </mc:Fallback>
            </mc:AlternateContent>
          </a:graphicData>
        </a:graphic>
      </p:graphicFrame>
      <p:sp>
        <p:nvSpPr>
          <p:cNvPr id="476236" name="Rectangle 76"/>
          <p:cNvSpPr>
            <a:spLocks noChangeArrowheads="1"/>
          </p:cNvSpPr>
          <p:nvPr/>
        </p:nvSpPr>
        <p:spPr bwMode="auto">
          <a:xfrm>
            <a:off x="1524001" y="3171440"/>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graphicFrame>
        <p:nvGraphicFramePr>
          <p:cNvPr id="476235" name="Object 75"/>
          <p:cNvGraphicFramePr>
            <a:graphicFrameLocks noChangeAspect="1"/>
          </p:cNvGraphicFramePr>
          <p:nvPr>
            <p:extLst>
              <p:ext uri="{D42A27DB-BD31-4B8C-83A1-F6EECF244321}">
                <p14:modId xmlns:p14="http://schemas.microsoft.com/office/powerpoint/2010/main" val="3796989552"/>
              </p:ext>
            </p:extLst>
          </p:nvPr>
        </p:nvGraphicFramePr>
        <p:xfrm>
          <a:off x="2757055" y="6321290"/>
          <a:ext cx="457200" cy="423862"/>
        </p:xfrm>
        <a:graphic>
          <a:graphicData uri="http://schemas.openxmlformats.org/presentationml/2006/ole">
            <mc:AlternateContent xmlns:mc="http://schemas.openxmlformats.org/markup-compatibility/2006">
              <mc:Choice xmlns:v="urn:schemas-microsoft-com:vml" Requires="v">
                <p:oleObj spid="_x0000_s8200" name="Equation" r:id="rId16" imgW="253890" imgH="241195" progId="Equation.DSMT4">
                  <p:embed/>
                </p:oleObj>
              </mc:Choice>
              <mc:Fallback>
                <p:oleObj name="Equation" r:id="rId16" imgW="253890" imgH="241195" progId="Equation.DSMT4">
                  <p:embed/>
                  <p:pic>
                    <p:nvPicPr>
                      <p:cNvPr id="476235" name="Object 7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57055" y="6321290"/>
                        <a:ext cx="457200" cy="423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828418820"/>
      </p:ext>
    </p:extLst>
  </p:cSld>
  <p:clrMapOvr>
    <a:masterClrMapping/>
  </p:clrMapOvr>
  <p:transition spd="med">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76162"/>
                                        </p:tgtEl>
                                        <p:attrNameLst>
                                          <p:attrName>style.visibility</p:attrName>
                                        </p:attrNameLst>
                                      </p:cBhvr>
                                      <p:to>
                                        <p:strVal val="visible"/>
                                      </p:to>
                                    </p:set>
                                    <p:animEffect transition="in" filter="fade">
                                      <p:cBhvr>
                                        <p:cTn id="7" dur="2000"/>
                                        <p:tgtEl>
                                          <p:spTgt spid="4761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476163">
                                            <p:txEl>
                                              <p:pRg st="0" end="0"/>
                                            </p:txEl>
                                          </p:spTgt>
                                        </p:tgtEl>
                                        <p:attrNameLst>
                                          <p:attrName>style.visibility</p:attrName>
                                        </p:attrNameLst>
                                      </p:cBhvr>
                                      <p:to>
                                        <p:strVal val="visible"/>
                                      </p:to>
                                    </p:set>
                                    <p:animEffect transition="in" filter="fade">
                                      <p:cBhvr>
                                        <p:cTn id="12" dur="2000"/>
                                        <p:tgtEl>
                                          <p:spTgt spid="476163">
                                            <p:txEl>
                                              <p:pRg st="0" end="0"/>
                                            </p:txEl>
                                          </p:spTgt>
                                        </p:tgtEl>
                                      </p:cBhvr>
                                    </p:animEffect>
                                  </p:childTnLst>
                                </p:cTn>
                              </p:par>
                            </p:childTnLst>
                          </p:cTn>
                        </p:par>
                        <p:par>
                          <p:cTn id="13" fill="hold" nodeType="afterGroup">
                            <p:stCondLst>
                              <p:cond delay="2000"/>
                            </p:stCondLst>
                            <p:childTnLst>
                              <p:par>
                                <p:cTn id="14" presetID="10" presetClass="entr" presetSubtype="0" fill="hold" nodeType="afterEffect">
                                  <p:stCondLst>
                                    <p:cond delay="0"/>
                                  </p:stCondLst>
                                  <p:childTnLst>
                                    <p:set>
                                      <p:cBhvr>
                                        <p:cTn id="15" dur="1" fill="hold">
                                          <p:stCondLst>
                                            <p:cond delay="0"/>
                                          </p:stCondLst>
                                        </p:cTn>
                                        <p:tgtEl>
                                          <p:spTgt spid="476176"/>
                                        </p:tgtEl>
                                        <p:attrNameLst>
                                          <p:attrName>style.visibility</p:attrName>
                                        </p:attrNameLst>
                                      </p:cBhvr>
                                      <p:to>
                                        <p:strVal val="visible"/>
                                      </p:to>
                                    </p:set>
                                    <p:animEffect transition="in" filter="fade">
                                      <p:cBhvr>
                                        <p:cTn id="16" dur="2000"/>
                                        <p:tgtEl>
                                          <p:spTgt spid="47617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nodeType="clickEffect">
                                  <p:stCondLst>
                                    <p:cond delay="0"/>
                                  </p:stCondLst>
                                  <p:childTnLst>
                                    <p:set>
                                      <p:cBhvr>
                                        <p:cTn id="20" dur="1" fill="hold">
                                          <p:stCondLst>
                                            <p:cond delay="0"/>
                                          </p:stCondLst>
                                        </p:cTn>
                                        <p:tgtEl>
                                          <p:spTgt spid="476163">
                                            <p:txEl>
                                              <p:pRg st="2" end="2"/>
                                            </p:txEl>
                                          </p:spTgt>
                                        </p:tgtEl>
                                        <p:attrNameLst>
                                          <p:attrName>style.visibility</p:attrName>
                                        </p:attrNameLst>
                                      </p:cBhvr>
                                      <p:to>
                                        <p:strVal val="visible"/>
                                      </p:to>
                                    </p:set>
                                    <p:animEffect transition="in" filter="fade">
                                      <p:cBhvr>
                                        <p:cTn id="21" dur="2000"/>
                                        <p:tgtEl>
                                          <p:spTgt spid="476163">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nodeType="clickEffect">
                                  <p:stCondLst>
                                    <p:cond delay="0"/>
                                  </p:stCondLst>
                                  <p:childTnLst>
                                    <p:set>
                                      <p:cBhvr>
                                        <p:cTn id="25" dur="1" fill="hold">
                                          <p:stCondLst>
                                            <p:cond delay="0"/>
                                          </p:stCondLst>
                                        </p:cTn>
                                        <p:tgtEl>
                                          <p:spTgt spid="476163">
                                            <p:txEl>
                                              <p:pRg st="3" end="3"/>
                                            </p:txEl>
                                          </p:spTgt>
                                        </p:tgtEl>
                                        <p:attrNameLst>
                                          <p:attrName>style.visibility</p:attrName>
                                        </p:attrNameLst>
                                      </p:cBhvr>
                                      <p:to>
                                        <p:strVal val="visible"/>
                                      </p:to>
                                    </p:set>
                                    <p:animEffect transition="in" filter="fade">
                                      <p:cBhvr>
                                        <p:cTn id="26" dur="2000"/>
                                        <p:tgtEl>
                                          <p:spTgt spid="476163">
                                            <p:txEl>
                                              <p:pRg st="3" end="3"/>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nodeType="clickEffect">
                                  <p:stCondLst>
                                    <p:cond delay="0"/>
                                  </p:stCondLst>
                                  <p:childTnLst>
                                    <p:set>
                                      <p:cBhvr>
                                        <p:cTn id="30" dur="1" fill="hold">
                                          <p:stCondLst>
                                            <p:cond delay="0"/>
                                          </p:stCondLst>
                                        </p:cTn>
                                        <p:tgtEl>
                                          <p:spTgt spid="476163">
                                            <p:txEl>
                                              <p:pRg st="4" end="4"/>
                                            </p:txEl>
                                          </p:spTgt>
                                        </p:tgtEl>
                                        <p:attrNameLst>
                                          <p:attrName>style.visibility</p:attrName>
                                        </p:attrNameLst>
                                      </p:cBhvr>
                                      <p:to>
                                        <p:strVal val="visible"/>
                                      </p:to>
                                    </p:set>
                                    <p:animEffect transition="in" filter="fade">
                                      <p:cBhvr>
                                        <p:cTn id="31" dur="2000"/>
                                        <p:tgtEl>
                                          <p:spTgt spid="476163">
                                            <p:txEl>
                                              <p:pRg st="4" end="4"/>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0" presetClass="entr" presetSubtype="0" fill="hold" nodeType="clickEffect">
                                  <p:stCondLst>
                                    <p:cond delay="0"/>
                                  </p:stCondLst>
                                  <p:childTnLst>
                                    <p:set>
                                      <p:cBhvr>
                                        <p:cTn id="35" dur="1" fill="hold">
                                          <p:stCondLst>
                                            <p:cond delay="0"/>
                                          </p:stCondLst>
                                        </p:cTn>
                                        <p:tgtEl>
                                          <p:spTgt spid="476163">
                                            <p:txEl>
                                              <p:pRg st="5" end="5"/>
                                            </p:txEl>
                                          </p:spTgt>
                                        </p:tgtEl>
                                        <p:attrNameLst>
                                          <p:attrName>style.visibility</p:attrName>
                                        </p:attrNameLst>
                                      </p:cBhvr>
                                      <p:to>
                                        <p:strVal val="visible"/>
                                      </p:to>
                                    </p:set>
                                    <p:animEffect transition="in" filter="fade">
                                      <p:cBhvr>
                                        <p:cTn id="36" dur="2000"/>
                                        <p:tgtEl>
                                          <p:spTgt spid="476163">
                                            <p:txEl>
                                              <p:pRg st="5" end="5"/>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0" presetClass="entr" presetSubtype="0" fill="hold" nodeType="clickEffect">
                                  <p:stCondLst>
                                    <p:cond delay="0"/>
                                  </p:stCondLst>
                                  <p:childTnLst>
                                    <p:set>
                                      <p:cBhvr>
                                        <p:cTn id="40" dur="1" fill="hold">
                                          <p:stCondLst>
                                            <p:cond delay="0"/>
                                          </p:stCondLst>
                                        </p:cTn>
                                        <p:tgtEl>
                                          <p:spTgt spid="476163">
                                            <p:txEl>
                                              <p:pRg st="6" end="6"/>
                                            </p:txEl>
                                          </p:spTgt>
                                        </p:tgtEl>
                                        <p:attrNameLst>
                                          <p:attrName>style.visibility</p:attrName>
                                        </p:attrNameLst>
                                      </p:cBhvr>
                                      <p:to>
                                        <p:strVal val="visible"/>
                                      </p:to>
                                    </p:set>
                                    <p:animEffect transition="in" filter="fade">
                                      <p:cBhvr>
                                        <p:cTn id="41" dur="2000"/>
                                        <p:tgtEl>
                                          <p:spTgt spid="476163">
                                            <p:txEl>
                                              <p:pRg st="6" end="6"/>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0" presetClass="entr" presetSubtype="0" fill="hold" nodeType="clickEffect">
                                  <p:stCondLst>
                                    <p:cond delay="0"/>
                                  </p:stCondLst>
                                  <p:childTnLst>
                                    <p:set>
                                      <p:cBhvr>
                                        <p:cTn id="45" dur="1" fill="hold">
                                          <p:stCondLst>
                                            <p:cond delay="0"/>
                                          </p:stCondLst>
                                        </p:cTn>
                                        <p:tgtEl>
                                          <p:spTgt spid="476163">
                                            <p:txEl>
                                              <p:pRg st="7" end="7"/>
                                            </p:txEl>
                                          </p:spTgt>
                                        </p:tgtEl>
                                        <p:attrNameLst>
                                          <p:attrName>style.visibility</p:attrName>
                                        </p:attrNameLst>
                                      </p:cBhvr>
                                      <p:to>
                                        <p:strVal val="visible"/>
                                      </p:to>
                                    </p:set>
                                    <p:animEffect transition="in" filter="fade">
                                      <p:cBhvr>
                                        <p:cTn id="46" dur="2000"/>
                                        <p:tgtEl>
                                          <p:spTgt spid="47616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162" grpId="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 name="Slide Number Placeholder 5"/>
          <p:cNvSpPr>
            <a:spLocks noGrp="1"/>
          </p:cNvSpPr>
          <p:nvPr>
            <p:ph type="sldNum" sz="quarter" idx="12"/>
          </p:nvPr>
        </p:nvSpPr>
        <p:spPr/>
        <p:txBody>
          <a:bodyPr/>
          <a:lstStyle/>
          <a:p>
            <a:fld id="{70A01738-4F73-4D02-836F-07C955C8691F}" type="slidenum">
              <a:rPr lang="en-US" altLang="en-US"/>
              <a:pPr/>
              <a:t>4</a:t>
            </a:fld>
            <a:endParaRPr lang="en-US" altLang="en-US"/>
          </a:p>
        </p:txBody>
      </p:sp>
      <p:sp>
        <p:nvSpPr>
          <p:cNvPr id="478210" name="Rectangle 2"/>
          <p:cNvSpPr>
            <a:spLocks noGrp="1" noChangeArrowheads="1"/>
          </p:cNvSpPr>
          <p:nvPr>
            <p:ph type="title"/>
          </p:nvPr>
        </p:nvSpPr>
        <p:spPr>
          <a:xfrm>
            <a:off x="1905000" y="0"/>
            <a:ext cx="4114800" cy="609600"/>
          </a:xfrm>
        </p:spPr>
        <p:txBody>
          <a:bodyPr/>
          <a:lstStyle/>
          <a:p>
            <a:pPr algn="l"/>
            <a:r>
              <a:rPr lang="en-US" altLang="en-US" sz="2800" b="1">
                <a:solidFill>
                  <a:srgbClr val="CC0000"/>
                </a:solidFill>
                <a:latin typeface="VNI-Times" pitchFamily="2" charset="0"/>
                <a:sym typeface="Wingdings" panose="05000000000000000000" pitchFamily="2" charset="2"/>
              </a:rPr>
              <a:t>2. Caùc maët coù quy taéc</a:t>
            </a:r>
          </a:p>
        </p:txBody>
      </p:sp>
      <p:sp>
        <p:nvSpPr>
          <p:cNvPr id="478211" name="Rectangle 3"/>
          <p:cNvSpPr>
            <a:spLocks noChangeArrowheads="1"/>
          </p:cNvSpPr>
          <p:nvPr/>
        </p:nvSpPr>
        <p:spPr bwMode="auto">
          <a:xfrm>
            <a:off x="1905000" y="762001"/>
            <a:ext cx="8458200" cy="272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860425">
              <a:defRPr>
                <a:solidFill>
                  <a:schemeClr val="tx1"/>
                </a:solidFill>
                <a:latin typeface="Arial" panose="020B0604020202020204" pitchFamily="34" charset="0"/>
              </a:defRPr>
            </a:lvl2pPr>
            <a:lvl3pPr marL="974725">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just">
              <a:spcBef>
                <a:spcPts val="500"/>
              </a:spcBef>
              <a:spcAft>
                <a:spcPts val="500"/>
              </a:spcAft>
              <a:buClr>
                <a:schemeClr val="tx2"/>
              </a:buClr>
            </a:pPr>
            <a:r>
              <a:rPr lang="en-US" altLang="en-US" sz="2400">
                <a:solidFill>
                  <a:srgbClr val="000066"/>
                </a:solidFill>
                <a:latin typeface="Times New Roman" panose="02020603050405020304" pitchFamily="18" charset="0"/>
                <a:sym typeface="Wingdings" panose="05000000000000000000" pitchFamily="2" charset="2"/>
              </a:rPr>
              <a:t>      </a:t>
            </a:r>
            <a:r>
              <a:rPr lang="en-US" altLang="en-US" sz="2400">
                <a:latin typeface="Times New Roman" panose="02020603050405020304" pitchFamily="18" charset="0"/>
                <a:sym typeface="Wingdings" panose="05000000000000000000" pitchFamily="2" charset="2"/>
              </a:rPr>
              <a:t>  Ta có hai định nghĩa tương đương :</a:t>
            </a:r>
          </a:p>
          <a:p>
            <a:pPr algn="just">
              <a:spcBef>
                <a:spcPts val="500"/>
              </a:spcBef>
              <a:spcAft>
                <a:spcPts val="500"/>
              </a:spcAft>
              <a:buClr>
                <a:srgbClr val="000066"/>
              </a:buClr>
              <a:buFont typeface="Symbol" panose="05050102010706020507" pitchFamily="18" charset="2"/>
              <a:buChar char="·"/>
            </a:pPr>
            <a:r>
              <a:rPr lang="en-US" altLang="en-US" sz="2400">
                <a:latin typeface="VNI-Times" pitchFamily="2" charset="0"/>
                <a:sym typeface="Wingdings" panose="05000000000000000000" pitchFamily="2" charset="2"/>
              </a:rPr>
              <a:t>M</a:t>
            </a:r>
            <a:r>
              <a:rPr lang="en-US" altLang="en-US" sz="2400">
                <a:latin typeface="Times New Roman" panose="02020603050405020304" pitchFamily="18" charset="0"/>
                <a:sym typeface="Wingdings" panose="05000000000000000000" pitchFamily="2" charset="2"/>
              </a:rPr>
              <a:t>ặt có quy luật là mặt được tạo bằng cách quét một đường thẳng trong không gian theo một cách nào đó. </a:t>
            </a:r>
          </a:p>
          <a:p>
            <a:pPr algn="just">
              <a:spcBef>
                <a:spcPts val="500"/>
              </a:spcBef>
              <a:spcAft>
                <a:spcPts val="500"/>
              </a:spcAft>
              <a:buClr>
                <a:srgbClr val="000066"/>
              </a:buClr>
            </a:pPr>
            <a:endParaRPr lang="en-US" altLang="en-US" sz="2400">
              <a:latin typeface="Times New Roman" panose="02020603050405020304" pitchFamily="18" charset="0"/>
              <a:sym typeface="Wingdings" panose="05000000000000000000" pitchFamily="2" charset="2"/>
            </a:endParaRPr>
          </a:p>
          <a:p>
            <a:pPr>
              <a:spcBef>
                <a:spcPts val="500"/>
              </a:spcBef>
              <a:spcAft>
                <a:spcPts val="500"/>
              </a:spcAft>
              <a:buClr>
                <a:srgbClr val="000066"/>
              </a:buClr>
              <a:buFont typeface="Symbol" panose="05050102010706020507" pitchFamily="18" charset="2"/>
              <a:buChar char="·"/>
            </a:pPr>
            <a:r>
              <a:rPr lang="en-US" altLang="en-US" sz="2400">
                <a:latin typeface="VNI-Times" pitchFamily="2" charset="0"/>
                <a:sym typeface="Wingdings" panose="05000000000000000000" pitchFamily="2" charset="2"/>
              </a:rPr>
              <a:t>M</a:t>
            </a:r>
            <a:r>
              <a:rPr lang="en-US" altLang="en-US" sz="2400">
                <a:latin typeface="Times New Roman" panose="02020603050405020304" pitchFamily="18" charset="0"/>
                <a:sym typeface="Wingdings" panose="05000000000000000000" pitchFamily="2" charset="2"/>
              </a:rPr>
              <a:t>ặt được gọi là có quy luật nếu qua bất k</a:t>
            </a:r>
            <a:r>
              <a:rPr lang="en-US" altLang="en-US" sz="2400">
                <a:latin typeface="VNI-Times" pitchFamily="2" charset="0"/>
                <a:sym typeface="Wingdings" panose="05000000000000000000" pitchFamily="2" charset="2"/>
              </a:rPr>
              <a:t>ì </a:t>
            </a:r>
            <a:r>
              <a:rPr lang="en-US" altLang="en-US" sz="2400">
                <a:latin typeface="Times New Roman" panose="02020603050405020304" pitchFamily="18" charset="0"/>
                <a:sym typeface="Wingdings" panose="05000000000000000000" pitchFamily="2" charset="2"/>
              </a:rPr>
              <a:t>điểm nào thuộc nó đều có ít nhất một đường thẳng nằm hoàn toàn trên nó. </a:t>
            </a:r>
          </a:p>
        </p:txBody>
      </p:sp>
      <p:sp>
        <p:nvSpPr>
          <p:cNvPr id="478212" name="Rectangle 4"/>
          <p:cNvSpPr>
            <a:spLocks noChangeArrowheads="1"/>
          </p:cNvSpPr>
          <p:nvPr/>
        </p:nvSpPr>
        <p:spPr bwMode="auto">
          <a:xfrm>
            <a:off x="1524001" y="2890452"/>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78213" name="Rectangle 5"/>
          <p:cNvSpPr>
            <a:spLocks noChangeArrowheads="1"/>
          </p:cNvSpPr>
          <p:nvPr/>
        </p:nvSpPr>
        <p:spPr bwMode="auto">
          <a:xfrm>
            <a:off x="1524001" y="2866640"/>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78214" name="Rectangle 6"/>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78215" name="Rectangle 7"/>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78216" name="Rectangle 8"/>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78217" name="Rectangle 9"/>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78218" name="Rectangle 10"/>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78219" name="Rectangle 11"/>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grpSp>
        <p:nvGrpSpPr>
          <p:cNvPr id="478263" name="Group 55"/>
          <p:cNvGrpSpPr>
            <a:grpSpLocks/>
          </p:cNvGrpSpPr>
          <p:nvPr/>
        </p:nvGrpSpPr>
        <p:grpSpPr bwMode="auto">
          <a:xfrm>
            <a:off x="2895600" y="3429000"/>
            <a:ext cx="6858000" cy="3124200"/>
            <a:chOff x="1152" y="2466"/>
            <a:chExt cx="3552" cy="1422"/>
          </a:xfrm>
        </p:grpSpPr>
        <p:sp>
          <p:nvSpPr>
            <p:cNvPr id="478246" name="Freeform 38"/>
            <p:cNvSpPr>
              <a:spLocks/>
            </p:cNvSpPr>
            <p:nvPr/>
          </p:nvSpPr>
          <p:spPr bwMode="auto">
            <a:xfrm>
              <a:off x="1391" y="2639"/>
              <a:ext cx="2623" cy="495"/>
            </a:xfrm>
            <a:custGeom>
              <a:avLst/>
              <a:gdLst>
                <a:gd name="T0" fmla="*/ 0 w 5430"/>
                <a:gd name="T1" fmla="*/ 1110 h 1110"/>
                <a:gd name="T2" fmla="*/ 1830 w 5430"/>
                <a:gd name="T3" fmla="*/ 705 h 1110"/>
                <a:gd name="T4" fmla="*/ 3870 w 5430"/>
                <a:gd name="T5" fmla="*/ 750 h 1110"/>
                <a:gd name="T6" fmla="*/ 5430 w 5430"/>
                <a:gd name="T7" fmla="*/ 0 h 1110"/>
              </a:gdLst>
              <a:ahLst/>
              <a:cxnLst>
                <a:cxn ang="0">
                  <a:pos x="T0" y="T1"/>
                </a:cxn>
                <a:cxn ang="0">
                  <a:pos x="T2" y="T3"/>
                </a:cxn>
                <a:cxn ang="0">
                  <a:pos x="T4" y="T5"/>
                </a:cxn>
                <a:cxn ang="0">
                  <a:pos x="T6" y="T7"/>
                </a:cxn>
              </a:cxnLst>
              <a:rect l="0" t="0" r="r" b="b"/>
              <a:pathLst>
                <a:path w="5430" h="1110">
                  <a:moveTo>
                    <a:pt x="0" y="1110"/>
                  </a:moveTo>
                  <a:cubicBezTo>
                    <a:pt x="592" y="937"/>
                    <a:pt x="1185" y="765"/>
                    <a:pt x="1830" y="705"/>
                  </a:cubicBezTo>
                  <a:cubicBezTo>
                    <a:pt x="2475" y="645"/>
                    <a:pt x="3270" y="867"/>
                    <a:pt x="3870" y="750"/>
                  </a:cubicBezTo>
                  <a:cubicBezTo>
                    <a:pt x="4470" y="633"/>
                    <a:pt x="4950" y="316"/>
                    <a:pt x="5430" y="0"/>
                  </a:cubicBezTo>
                </a:path>
              </a:pathLst>
            </a:custGeom>
            <a:noFill/>
            <a:ln w="28575" cmpd="sng">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8247" name="Freeform 39"/>
            <p:cNvSpPr>
              <a:spLocks/>
            </p:cNvSpPr>
            <p:nvPr/>
          </p:nvSpPr>
          <p:spPr bwMode="auto">
            <a:xfrm>
              <a:off x="1412" y="3007"/>
              <a:ext cx="2624" cy="494"/>
            </a:xfrm>
            <a:custGeom>
              <a:avLst/>
              <a:gdLst>
                <a:gd name="T0" fmla="*/ 0 w 5430"/>
                <a:gd name="T1" fmla="*/ 1110 h 1110"/>
                <a:gd name="T2" fmla="*/ 1830 w 5430"/>
                <a:gd name="T3" fmla="*/ 705 h 1110"/>
                <a:gd name="T4" fmla="*/ 3870 w 5430"/>
                <a:gd name="T5" fmla="*/ 750 h 1110"/>
                <a:gd name="T6" fmla="*/ 5430 w 5430"/>
                <a:gd name="T7" fmla="*/ 0 h 1110"/>
              </a:gdLst>
              <a:ahLst/>
              <a:cxnLst>
                <a:cxn ang="0">
                  <a:pos x="T0" y="T1"/>
                </a:cxn>
                <a:cxn ang="0">
                  <a:pos x="T2" y="T3"/>
                </a:cxn>
                <a:cxn ang="0">
                  <a:pos x="T4" y="T5"/>
                </a:cxn>
                <a:cxn ang="0">
                  <a:pos x="T6" y="T7"/>
                </a:cxn>
              </a:cxnLst>
              <a:rect l="0" t="0" r="r" b="b"/>
              <a:pathLst>
                <a:path w="5430" h="1110">
                  <a:moveTo>
                    <a:pt x="0" y="1110"/>
                  </a:moveTo>
                  <a:cubicBezTo>
                    <a:pt x="592" y="937"/>
                    <a:pt x="1185" y="765"/>
                    <a:pt x="1830" y="705"/>
                  </a:cubicBezTo>
                  <a:cubicBezTo>
                    <a:pt x="2475" y="645"/>
                    <a:pt x="3270" y="867"/>
                    <a:pt x="3870" y="750"/>
                  </a:cubicBezTo>
                  <a:cubicBezTo>
                    <a:pt x="4470" y="633"/>
                    <a:pt x="4950" y="316"/>
                    <a:pt x="5430" y="0"/>
                  </a:cubicBezTo>
                </a:path>
              </a:pathLst>
            </a:custGeom>
            <a:noFill/>
            <a:ln w="28575" cmpd="sng">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8248" name="Freeform 40"/>
            <p:cNvSpPr>
              <a:spLocks/>
            </p:cNvSpPr>
            <p:nvPr/>
          </p:nvSpPr>
          <p:spPr bwMode="auto">
            <a:xfrm>
              <a:off x="1434" y="3227"/>
              <a:ext cx="2624" cy="494"/>
            </a:xfrm>
            <a:custGeom>
              <a:avLst/>
              <a:gdLst>
                <a:gd name="T0" fmla="*/ 0 w 5430"/>
                <a:gd name="T1" fmla="*/ 1110 h 1110"/>
                <a:gd name="T2" fmla="*/ 1830 w 5430"/>
                <a:gd name="T3" fmla="*/ 705 h 1110"/>
                <a:gd name="T4" fmla="*/ 3870 w 5430"/>
                <a:gd name="T5" fmla="*/ 750 h 1110"/>
                <a:gd name="T6" fmla="*/ 5430 w 5430"/>
                <a:gd name="T7" fmla="*/ 0 h 1110"/>
              </a:gdLst>
              <a:ahLst/>
              <a:cxnLst>
                <a:cxn ang="0">
                  <a:pos x="T0" y="T1"/>
                </a:cxn>
                <a:cxn ang="0">
                  <a:pos x="T2" y="T3"/>
                </a:cxn>
                <a:cxn ang="0">
                  <a:pos x="T4" y="T5"/>
                </a:cxn>
                <a:cxn ang="0">
                  <a:pos x="T6" y="T7"/>
                </a:cxn>
              </a:cxnLst>
              <a:rect l="0" t="0" r="r" b="b"/>
              <a:pathLst>
                <a:path w="5430" h="1110">
                  <a:moveTo>
                    <a:pt x="0" y="1110"/>
                  </a:moveTo>
                  <a:cubicBezTo>
                    <a:pt x="592" y="937"/>
                    <a:pt x="1185" y="765"/>
                    <a:pt x="1830" y="705"/>
                  </a:cubicBezTo>
                  <a:cubicBezTo>
                    <a:pt x="2475" y="645"/>
                    <a:pt x="3270" y="867"/>
                    <a:pt x="3870" y="750"/>
                  </a:cubicBezTo>
                  <a:cubicBezTo>
                    <a:pt x="4470" y="633"/>
                    <a:pt x="4950" y="316"/>
                    <a:pt x="5430" y="0"/>
                  </a:cubicBezTo>
                </a:path>
              </a:pathLst>
            </a:custGeom>
            <a:noFill/>
            <a:ln w="28575" cmpd="sng">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8249" name="Line 41"/>
            <p:cNvSpPr>
              <a:spLocks noChangeShapeType="1"/>
            </p:cNvSpPr>
            <p:nvPr/>
          </p:nvSpPr>
          <p:spPr bwMode="auto">
            <a:xfrm>
              <a:off x="1782" y="3040"/>
              <a:ext cx="116" cy="5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8250" name="Line 42"/>
            <p:cNvSpPr>
              <a:spLocks noChangeShapeType="1"/>
            </p:cNvSpPr>
            <p:nvPr/>
          </p:nvSpPr>
          <p:spPr bwMode="auto">
            <a:xfrm>
              <a:off x="2079" y="2980"/>
              <a:ext cx="116" cy="56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478251" name="Line 43"/>
            <p:cNvSpPr>
              <a:spLocks noChangeShapeType="1"/>
            </p:cNvSpPr>
            <p:nvPr/>
          </p:nvSpPr>
          <p:spPr bwMode="auto">
            <a:xfrm>
              <a:off x="2398" y="2953"/>
              <a:ext cx="117" cy="5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8252" name="Line 44"/>
            <p:cNvSpPr>
              <a:spLocks noChangeShapeType="1"/>
            </p:cNvSpPr>
            <p:nvPr/>
          </p:nvSpPr>
          <p:spPr bwMode="auto">
            <a:xfrm>
              <a:off x="3449" y="2920"/>
              <a:ext cx="116" cy="56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8253" name="Line 45"/>
            <p:cNvSpPr>
              <a:spLocks noChangeShapeType="1"/>
            </p:cNvSpPr>
            <p:nvPr/>
          </p:nvSpPr>
          <p:spPr bwMode="auto">
            <a:xfrm>
              <a:off x="3724" y="2800"/>
              <a:ext cx="117" cy="56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8254" name="Text Box 46"/>
            <p:cNvSpPr txBox="1">
              <a:spLocks noChangeArrowheads="1"/>
            </p:cNvSpPr>
            <p:nvPr/>
          </p:nvSpPr>
          <p:spPr bwMode="auto">
            <a:xfrm>
              <a:off x="1152" y="2900"/>
              <a:ext cx="74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400">
                  <a:latin typeface="VNI-Times" pitchFamily="2" charset="0"/>
                </a:rPr>
                <a:t>P</a:t>
              </a:r>
              <a:r>
                <a:rPr lang="en-US" altLang="en-US" sz="2400" baseline="-25000">
                  <a:latin typeface="VNI-Times" pitchFamily="2" charset="0"/>
                </a:rPr>
                <a:t>1</a:t>
              </a:r>
              <a:r>
                <a:rPr lang="en-US" altLang="en-US" sz="2400">
                  <a:latin typeface="VNI-Times" pitchFamily="2" charset="0"/>
                </a:rPr>
                <a:t>(u</a:t>
              </a:r>
              <a:r>
                <a:rPr lang="en-US" altLang="en-US" sz="2400" baseline="-25000">
                  <a:latin typeface="VNI-Times" pitchFamily="2" charset="0"/>
                </a:rPr>
                <a:t>min</a:t>
              </a:r>
              <a:r>
                <a:rPr lang="en-US" altLang="en-US" sz="2400">
                  <a:latin typeface="VNI-Times" pitchFamily="2" charset="0"/>
                </a:rPr>
                <a:t>)</a:t>
              </a:r>
            </a:p>
          </p:txBody>
        </p:sp>
        <p:sp>
          <p:nvSpPr>
            <p:cNvPr id="478255" name="Text Box 47"/>
            <p:cNvSpPr txBox="1">
              <a:spLocks noChangeArrowheads="1"/>
            </p:cNvSpPr>
            <p:nvPr/>
          </p:nvSpPr>
          <p:spPr bwMode="auto">
            <a:xfrm>
              <a:off x="3645" y="2466"/>
              <a:ext cx="74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400">
                  <a:latin typeface="VNI-Times" pitchFamily="2" charset="0"/>
                </a:rPr>
                <a:t>P</a:t>
              </a:r>
              <a:r>
                <a:rPr lang="en-US" altLang="en-US" sz="2400" baseline="-25000">
                  <a:latin typeface="VNI-Times" pitchFamily="2" charset="0"/>
                </a:rPr>
                <a:t>1</a:t>
              </a:r>
              <a:r>
                <a:rPr lang="en-US" altLang="en-US" sz="2400">
                  <a:latin typeface="VNI-Times" pitchFamily="2" charset="0"/>
                </a:rPr>
                <a:t>(u</a:t>
              </a:r>
              <a:r>
                <a:rPr lang="en-US" altLang="en-US" sz="2400" baseline="-25000">
                  <a:latin typeface="VNI-Times" pitchFamily="2" charset="0"/>
                </a:rPr>
                <a:t>max</a:t>
              </a:r>
              <a:r>
                <a:rPr lang="en-US" altLang="en-US" sz="2400">
                  <a:latin typeface="VNI-Times" pitchFamily="2" charset="0"/>
                </a:rPr>
                <a:t>)</a:t>
              </a:r>
            </a:p>
          </p:txBody>
        </p:sp>
        <p:sp>
          <p:nvSpPr>
            <p:cNvPr id="478256" name="Text Box 48"/>
            <p:cNvSpPr txBox="1">
              <a:spLocks noChangeArrowheads="1"/>
            </p:cNvSpPr>
            <p:nvPr/>
          </p:nvSpPr>
          <p:spPr bwMode="auto">
            <a:xfrm>
              <a:off x="1290" y="3694"/>
              <a:ext cx="74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400">
                  <a:latin typeface="VNI-Times" pitchFamily="2" charset="0"/>
                </a:rPr>
                <a:t>P</a:t>
              </a:r>
              <a:r>
                <a:rPr lang="en-US" altLang="en-US" sz="2400" baseline="-25000">
                  <a:latin typeface="VNI-Times" pitchFamily="2" charset="0"/>
                </a:rPr>
                <a:t>0</a:t>
              </a:r>
              <a:r>
                <a:rPr lang="en-US" altLang="en-US" sz="2400">
                  <a:latin typeface="VNI-Times" pitchFamily="2" charset="0"/>
                </a:rPr>
                <a:t>(u</a:t>
              </a:r>
              <a:r>
                <a:rPr lang="en-US" altLang="en-US" sz="2400" baseline="-25000">
                  <a:latin typeface="VNI-Times" pitchFamily="2" charset="0"/>
                </a:rPr>
                <a:t>min</a:t>
              </a:r>
              <a:r>
                <a:rPr lang="en-US" altLang="en-US" sz="2400">
                  <a:latin typeface="VNI-Times" pitchFamily="2" charset="0"/>
                </a:rPr>
                <a:t>)</a:t>
              </a:r>
            </a:p>
          </p:txBody>
        </p:sp>
        <p:sp>
          <p:nvSpPr>
            <p:cNvPr id="478257" name="Text Box 49"/>
            <p:cNvSpPr txBox="1">
              <a:spLocks noChangeArrowheads="1"/>
            </p:cNvSpPr>
            <p:nvPr/>
          </p:nvSpPr>
          <p:spPr bwMode="auto">
            <a:xfrm>
              <a:off x="1898" y="2793"/>
              <a:ext cx="74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400">
                  <a:latin typeface="VNI-Times" pitchFamily="2" charset="0"/>
                </a:rPr>
                <a:t>P</a:t>
              </a:r>
              <a:r>
                <a:rPr lang="en-US" altLang="en-US" sz="2400" baseline="-25000">
                  <a:latin typeface="VNI-Times" pitchFamily="2" charset="0"/>
                </a:rPr>
                <a:t>1</a:t>
              </a:r>
              <a:r>
                <a:rPr lang="en-US" altLang="en-US" sz="2400">
                  <a:latin typeface="VNI-Times" pitchFamily="2" charset="0"/>
                </a:rPr>
                <a:t>(u)</a:t>
              </a:r>
            </a:p>
          </p:txBody>
        </p:sp>
        <p:sp>
          <p:nvSpPr>
            <p:cNvPr id="478258" name="Text Box 50"/>
            <p:cNvSpPr txBox="1">
              <a:spLocks noChangeArrowheads="1"/>
            </p:cNvSpPr>
            <p:nvPr/>
          </p:nvSpPr>
          <p:spPr bwMode="auto">
            <a:xfrm>
              <a:off x="1971" y="3521"/>
              <a:ext cx="746"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400">
                  <a:latin typeface="VNI-Times" pitchFamily="2" charset="0"/>
                </a:rPr>
                <a:t>P</a:t>
              </a:r>
              <a:r>
                <a:rPr lang="en-US" altLang="en-US" sz="2400" baseline="-25000">
                  <a:latin typeface="VNI-Times" pitchFamily="2" charset="0"/>
                </a:rPr>
                <a:t>0</a:t>
              </a:r>
              <a:r>
                <a:rPr lang="en-US" altLang="en-US" sz="2400">
                  <a:latin typeface="VNI-Times" pitchFamily="2" charset="0"/>
                </a:rPr>
                <a:t>(u)</a:t>
              </a:r>
            </a:p>
          </p:txBody>
        </p:sp>
        <p:sp>
          <p:nvSpPr>
            <p:cNvPr id="478259" name="Text Box 51"/>
            <p:cNvSpPr txBox="1">
              <a:spLocks noChangeArrowheads="1"/>
            </p:cNvSpPr>
            <p:nvPr/>
          </p:nvSpPr>
          <p:spPr bwMode="auto">
            <a:xfrm>
              <a:off x="1920" y="3180"/>
              <a:ext cx="74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400">
                  <a:latin typeface="VNI-Times" pitchFamily="2" charset="0"/>
                </a:rPr>
                <a:t>P</a:t>
              </a:r>
            </a:p>
          </p:txBody>
        </p:sp>
        <p:sp>
          <p:nvSpPr>
            <p:cNvPr id="478260" name="Text Box 52"/>
            <p:cNvSpPr txBox="1">
              <a:spLocks noChangeArrowheads="1"/>
            </p:cNvSpPr>
            <p:nvPr/>
          </p:nvSpPr>
          <p:spPr bwMode="auto">
            <a:xfrm>
              <a:off x="1232" y="3354"/>
              <a:ext cx="74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400">
                  <a:latin typeface="VNI-Times" pitchFamily="2" charset="0"/>
                </a:rPr>
                <a:t>v</a:t>
              </a:r>
              <a:r>
                <a:rPr lang="en-US" altLang="en-US" sz="2400" baseline="-25000">
                  <a:latin typeface="VNI-Times" pitchFamily="2" charset="0"/>
                </a:rPr>
                <a:t>c</a:t>
              </a:r>
              <a:endParaRPr lang="en-US" altLang="en-US" sz="2400">
                <a:latin typeface="VNI-Times" pitchFamily="2" charset="0"/>
              </a:endParaRPr>
            </a:p>
          </p:txBody>
        </p:sp>
        <p:sp>
          <p:nvSpPr>
            <p:cNvPr id="478261" name="Oval 53"/>
            <p:cNvSpPr>
              <a:spLocks noChangeArrowheads="1"/>
            </p:cNvSpPr>
            <p:nvPr/>
          </p:nvSpPr>
          <p:spPr bwMode="auto">
            <a:xfrm>
              <a:off x="2132" y="3315"/>
              <a:ext cx="47" cy="44"/>
            </a:xfrm>
            <a:prstGeom prst="ellipse">
              <a:avLst/>
            </a:prstGeom>
            <a:solidFill>
              <a:srgbClr val="993300"/>
            </a:solidFill>
            <a:ln w="9525">
              <a:solidFill>
                <a:srgbClr val="993300"/>
              </a:solidFill>
              <a:round/>
              <a:headEnd/>
              <a:tailEnd/>
            </a:ln>
          </p:spPr>
          <p:txBody>
            <a:bodyPr/>
            <a:lstStyle/>
            <a:p>
              <a:endParaRPr lang="en-US"/>
            </a:p>
          </p:txBody>
        </p:sp>
        <p:sp>
          <p:nvSpPr>
            <p:cNvPr id="478262" name="Text Box 54"/>
            <p:cNvSpPr txBox="1">
              <a:spLocks noChangeArrowheads="1"/>
            </p:cNvSpPr>
            <p:nvPr/>
          </p:nvSpPr>
          <p:spPr bwMode="auto">
            <a:xfrm>
              <a:off x="3958" y="3187"/>
              <a:ext cx="74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400">
                  <a:latin typeface="VNI-Times" pitchFamily="2" charset="0"/>
                </a:rPr>
                <a:t>P</a:t>
              </a:r>
              <a:r>
                <a:rPr lang="en-US" altLang="en-US" sz="2400" baseline="-25000">
                  <a:latin typeface="VNI-Times" pitchFamily="2" charset="0"/>
                </a:rPr>
                <a:t>0</a:t>
              </a:r>
              <a:r>
                <a:rPr lang="en-US" altLang="en-US" sz="2400">
                  <a:latin typeface="VNI-Times" pitchFamily="2" charset="0"/>
                </a:rPr>
                <a:t>(u</a:t>
              </a:r>
              <a:r>
                <a:rPr lang="en-US" altLang="en-US" sz="2400" baseline="-25000">
                  <a:latin typeface="VNI-Times" pitchFamily="2" charset="0"/>
                </a:rPr>
                <a:t>max</a:t>
              </a:r>
              <a:r>
                <a:rPr lang="en-US" altLang="en-US" sz="2400">
                  <a:latin typeface="VNI-Times" pitchFamily="2" charset="0"/>
                </a:rPr>
                <a:t>)</a:t>
              </a:r>
            </a:p>
          </p:txBody>
        </p:sp>
      </p:grpSp>
    </p:spTree>
    <p:extLst>
      <p:ext uri="{BB962C8B-B14F-4D97-AF65-F5344CB8AC3E}">
        <p14:creationId xmlns:p14="http://schemas.microsoft.com/office/powerpoint/2010/main" val="143757146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78210"/>
                                        </p:tgtEl>
                                        <p:attrNameLst>
                                          <p:attrName>style.visibility</p:attrName>
                                        </p:attrNameLst>
                                      </p:cBhvr>
                                      <p:to>
                                        <p:strVal val="visible"/>
                                      </p:to>
                                    </p:set>
                                    <p:animEffect transition="in" filter="fade">
                                      <p:cBhvr>
                                        <p:cTn id="7" dur="2000"/>
                                        <p:tgtEl>
                                          <p:spTgt spid="4782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78211"/>
                                        </p:tgtEl>
                                        <p:attrNameLst>
                                          <p:attrName>style.visibility</p:attrName>
                                        </p:attrNameLst>
                                      </p:cBhvr>
                                      <p:to>
                                        <p:strVal val="visible"/>
                                      </p:to>
                                    </p:set>
                                    <p:animEffect transition="in" filter="fade">
                                      <p:cBhvr>
                                        <p:cTn id="10" dur="2000"/>
                                        <p:tgtEl>
                                          <p:spTgt spid="478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10" grpId="0"/>
      <p:bldP spid="478211" grpId="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 name="Slide Number Placeholder 5"/>
          <p:cNvSpPr>
            <a:spLocks noGrp="1"/>
          </p:cNvSpPr>
          <p:nvPr>
            <p:ph type="sldNum" sz="quarter" idx="12"/>
          </p:nvPr>
        </p:nvSpPr>
        <p:spPr/>
        <p:txBody>
          <a:bodyPr/>
          <a:lstStyle/>
          <a:p>
            <a:fld id="{8CC06654-AA47-40A1-A3AF-7423CB2EC293}" type="slidenum">
              <a:rPr lang="en-US" altLang="en-US"/>
              <a:pPr/>
              <a:t>5</a:t>
            </a:fld>
            <a:endParaRPr lang="en-US" altLang="en-US"/>
          </a:p>
        </p:txBody>
      </p:sp>
      <p:sp>
        <p:nvSpPr>
          <p:cNvPr id="480258" name="Rectangle 2"/>
          <p:cNvSpPr>
            <a:spLocks noGrp="1" noChangeArrowheads="1"/>
          </p:cNvSpPr>
          <p:nvPr>
            <p:ph type="title"/>
          </p:nvPr>
        </p:nvSpPr>
        <p:spPr>
          <a:xfrm>
            <a:off x="1905000" y="0"/>
            <a:ext cx="4114800" cy="609600"/>
          </a:xfrm>
        </p:spPr>
        <p:txBody>
          <a:bodyPr/>
          <a:lstStyle/>
          <a:p>
            <a:pPr algn="l"/>
            <a:r>
              <a:rPr lang="en-US" altLang="en-US" sz="2800" b="1">
                <a:solidFill>
                  <a:srgbClr val="CC0000"/>
                </a:solidFill>
                <a:latin typeface="VNI-Times" pitchFamily="2" charset="0"/>
                <a:sym typeface="Wingdings" panose="05000000000000000000" pitchFamily="2" charset="2"/>
              </a:rPr>
              <a:t>2. Caùc maët coù quy taéc</a:t>
            </a:r>
          </a:p>
        </p:txBody>
      </p:sp>
      <p:sp>
        <p:nvSpPr>
          <p:cNvPr id="480259" name="Rectangle 3"/>
          <p:cNvSpPr>
            <a:spLocks noChangeArrowheads="1"/>
          </p:cNvSpPr>
          <p:nvPr/>
        </p:nvSpPr>
        <p:spPr bwMode="auto">
          <a:xfrm>
            <a:off x="1828800" y="685801"/>
            <a:ext cx="8458200" cy="38897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860425">
              <a:defRPr>
                <a:solidFill>
                  <a:schemeClr val="tx1"/>
                </a:solidFill>
                <a:latin typeface="Arial" panose="020B0604020202020204" pitchFamily="34" charset="0"/>
              </a:defRPr>
            </a:lvl2pPr>
            <a:lvl3pPr marL="974725">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just">
              <a:spcBef>
                <a:spcPts val="500"/>
              </a:spcBef>
              <a:spcAft>
                <a:spcPts val="500"/>
              </a:spcAft>
              <a:buClr>
                <a:schemeClr val="tx2"/>
              </a:buClr>
            </a:pPr>
            <a:r>
              <a:rPr lang="en-US" altLang="en-US" sz="2200">
                <a:solidFill>
                  <a:srgbClr val="000066"/>
                </a:solidFill>
                <a:latin typeface="Times New Roman" panose="02020603050405020304" pitchFamily="18" charset="0"/>
                <a:sym typeface="Wingdings" panose="05000000000000000000" pitchFamily="2" charset="2"/>
              </a:rPr>
              <a:t>      </a:t>
            </a:r>
            <a:r>
              <a:rPr lang="en-US" altLang="en-US" sz="2200">
                <a:latin typeface="Times New Roman" panose="02020603050405020304" pitchFamily="18" charset="0"/>
                <a:sym typeface="Wingdings" panose="05000000000000000000" pitchFamily="2" charset="2"/>
              </a:rPr>
              <a:t> </a:t>
            </a:r>
            <a:r>
              <a:rPr lang="en-US" altLang="en-US" sz="2200" u="sng">
                <a:latin typeface="VNI-Times" pitchFamily="2" charset="0"/>
                <a:sym typeface="Wingdings" panose="05000000000000000000" pitchFamily="2" charset="2"/>
              </a:rPr>
              <a:t>Phöông trình toång quaùt</a:t>
            </a:r>
            <a:r>
              <a:rPr lang="en-US" altLang="en-US" sz="2200">
                <a:latin typeface="VNI-Times" pitchFamily="2" charset="0"/>
                <a:sym typeface="Wingdings" panose="05000000000000000000" pitchFamily="2" charset="2"/>
              </a:rPr>
              <a:t>:</a:t>
            </a:r>
          </a:p>
          <a:p>
            <a:pPr algn="just">
              <a:spcBef>
                <a:spcPct val="20000"/>
              </a:spcBef>
              <a:spcAft>
                <a:spcPts val="300"/>
              </a:spcAft>
              <a:buClr>
                <a:schemeClr val="tx2"/>
              </a:buClr>
            </a:pPr>
            <a:r>
              <a:rPr lang="en-US" altLang="en-US" sz="2200">
                <a:latin typeface="VNI-Times" pitchFamily="2" charset="0"/>
                <a:sym typeface="Wingdings" panose="05000000000000000000" pitchFamily="2" charset="2"/>
              </a:rPr>
              <a:t>Goïi P</a:t>
            </a:r>
            <a:r>
              <a:rPr lang="en-US" altLang="en-US" sz="2200" baseline="-25000">
                <a:latin typeface="VNI-Times" pitchFamily="2" charset="0"/>
                <a:sym typeface="Wingdings" panose="05000000000000000000" pitchFamily="2" charset="2"/>
              </a:rPr>
              <a:t>0</a:t>
            </a:r>
            <a:r>
              <a:rPr lang="en-US" altLang="en-US" sz="2200">
                <a:latin typeface="VNI-Times" pitchFamily="2" charset="0"/>
                <a:sym typeface="Wingdings" panose="05000000000000000000" pitchFamily="2" charset="2"/>
              </a:rPr>
              <a:t>P</a:t>
            </a:r>
            <a:r>
              <a:rPr lang="en-US" altLang="en-US" sz="2200" baseline="-25000">
                <a:latin typeface="VNI-Times" pitchFamily="2" charset="0"/>
                <a:sym typeface="Wingdings" panose="05000000000000000000" pitchFamily="2" charset="2"/>
              </a:rPr>
              <a:t>1</a:t>
            </a:r>
            <a:r>
              <a:rPr lang="en-US" altLang="en-US" sz="2200">
                <a:latin typeface="VNI-Times" pitchFamily="2" charset="0"/>
                <a:sym typeface="Wingdings" panose="05000000000000000000" pitchFamily="2" charset="2"/>
              </a:rPr>
              <a:t> laø ñoaïn thaúng sinh ra maët coù quy taéc, vaø P </a:t>
            </a:r>
            <a:r>
              <a:rPr lang="en-US" altLang="en-US" sz="2200">
                <a:latin typeface="VNI-Times" pitchFamily="2" charset="0"/>
                <a:sym typeface="Symbol" panose="05050102010706020507" pitchFamily="18" charset="2"/>
              </a:rPr>
              <a:t></a:t>
            </a:r>
            <a:r>
              <a:rPr lang="en-US" altLang="en-US" sz="2200">
                <a:latin typeface="VNI-Times" pitchFamily="2" charset="0"/>
                <a:sym typeface="Wingdings" panose="05000000000000000000" pitchFamily="2" charset="2"/>
              </a:rPr>
              <a:t> P</a:t>
            </a:r>
            <a:r>
              <a:rPr lang="en-US" altLang="en-US" sz="2200" baseline="-25000">
                <a:latin typeface="VNI-Times" pitchFamily="2" charset="0"/>
                <a:sym typeface="Wingdings" panose="05000000000000000000" pitchFamily="2" charset="2"/>
              </a:rPr>
              <a:t>0</a:t>
            </a:r>
            <a:r>
              <a:rPr lang="en-US" altLang="en-US" sz="2200">
                <a:latin typeface="VNI-Times" pitchFamily="2" charset="0"/>
                <a:sym typeface="Wingdings" panose="05000000000000000000" pitchFamily="2" charset="2"/>
              </a:rPr>
              <a:t>P</a:t>
            </a:r>
            <a:r>
              <a:rPr lang="en-US" altLang="en-US" sz="2200" baseline="-25000">
                <a:latin typeface="VNI-Times" pitchFamily="2" charset="0"/>
                <a:sym typeface="Wingdings" panose="05000000000000000000" pitchFamily="2" charset="2"/>
              </a:rPr>
              <a:t>1</a:t>
            </a:r>
            <a:endParaRPr lang="en-US" altLang="en-US" sz="2200">
              <a:latin typeface="VNI-Times" pitchFamily="2" charset="0"/>
              <a:sym typeface="Wingdings" panose="05000000000000000000" pitchFamily="2" charset="2"/>
            </a:endParaRPr>
          </a:p>
          <a:p>
            <a:pPr algn="just">
              <a:spcBef>
                <a:spcPct val="20000"/>
              </a:spcBef>
              <a:spcAft>
                <a:spcPts val="300"/>
              </a:spcAft>
              <a:buClr>
                <a:schemeClr val="tx2"/>
              </a:buClr>
            </a:pPr>
            <a:r>
              <a:rPr lang="en-US" altLang="en-US" sz="2200">
                <a:latin typeface="VNI-Times" pitchFamily="2" charset="0"/>
                <a:sym typeface="Wingdings" panose="05000000000000000000" pitchFamily="2" charset="2"/>
              </a:rPr>
              <a:t>Ta coù:		 </a:t>
            </a:r>
            <a:r>
              <a:rPr lang="en-US" altLang="en-US" sz="3000">
                <a:latin typeface="VNI-Times" pitchFamily="2" charset="0"/>
                <a:sym typeface="Wingdings" panose="05000000000000000000" pitchFamily="2" charset="2"/>
              </a:rPr>
              <a:t>P(v)=(1-v)P</a:t>
            </a:r>
            <a:r>
              <a:rPr lang="en-US" altLang="en-US" sz="3000" baseline="-25000">
                <a:latin typeface="VNI-Times" pitchFamily="2" charset="0"/>
                <a:sym typeface="Wingdings" panose="05000000000000000000" pitchFamily="2" charset="2"/>
              </a:rPr>
              <a:t>0</a:t>
            </a:r>
            <a:r>
              <a:rPr lang="en-US" altLang="en-US" sz="3000">
                <a:latin typeface="VNI-Times" pitchFamily="2" charset="0"/>
                <a:sym typeface="Wingdings" panose="05000000000000000000" pitchFamily="2" charset="2"/>
              </a:rPr>
              <a:t>+v.P</a:t>
            </a:r>
            <a:r>
              <a:rPr lang="en-US" altLang="en-US" sz="3000" baseline="-25000">
                <a:latin typeface="VNI-Times" pitchFamily="2" charset="0"/>
                <a:sym typeface="Wingdings" panose="05000000000000000000" pitchFamily="2" charset="2"/>
              </a:rPr>
              <a:t>1</a:t>
            </a:r>
            <a:r>
              <a:rPr lang="en-US" altLang="en-US" sz="2200">
                <a:latin typeface="VNI-Times" pitchFamily="2" charset="0"/>
                <a:sym typeface="Wingdings" panose="05000000000000000000" pitchFamily="2" charset="2"/>
              </a:rPr>
              <a:t>  	 vôùi v</a:t>
            </a:r>
            <a:r>
              <a:rPr lang="en-US" altLang="en-US" sz="2200">
                <a:latin typeface="VNI-Times" pitchFamily="2" charset="0"/>
                <a:sym typeface="Symbol" panose="05050102010706020507" pitchFamily="18" charset="2"/>
              </a:rPr>
              <a:t></a:t>
            </a:r>
            <a:r>
              <a:rPr lang="en-US" altLang="en-US" sz="2200">
                <a:latin typeface="VNI-Times" pitchFamily="2" charset="0"/>
                <a:sym typeface="Wingdings" panose="05000000000000000000" pitchFamily="2" charset="2"/>
              </a:rPr>
              <a:t>[0,1]</a:t>
            </a:r>
          </a:p>
          <a:p>
            <a:pPr algn="just">
              <a:spcBef>
                <a:spcPts val="1200"/>
              </a:spcBef>
              <a:spcAft>
                <a:spcPts val="300"/>
              </a:spcAft>
              <a:buClr>
                <a:schemeClr val="tx2"/>
              </a:buClr>
            </a:pPr>
            <a:r>
              <a:rPr lang="en-US" altLang="en-US" sz="2200">
                <a:latin typeface="VNI-Times" pitchFamily="2" charset="0"/>
                <a:sym typeface="Wingdings" panose="05000000000000000000" pitchFamily="2" charset="2"/>
              </a:rPr>
              <a:t>	Maø P</a:t>
            </a:r>
            <a:r>
              <a:rPr lang="en-US" altLang="en-US" sz="2200" baseline="-25000">
                <a:latin typeface="VNI-Times" pitchFamily="2" charset="0"/>
                <a:sym typeface="Wingdings" panose="05000000000000000000" pitchFamily="2" charset="2"/>
              </a:rPr>
              <a:t>0</a:t>
            </a:r>
            <a:r>
              <a:rPr lang="en-US" altLang="en-US" sz="2200">
                <a:latin typeface="VNI-Times" pitchFamily="2" charset="0"/>
                <a:sym typeface="Wingdings" panose="05000000000000000000" pitchFamily="2" charset="2"/>
              </a:rPr>
              <a:t> di chuyeån treân ñöôøng p</a:t>
            </a:r>
            <a:r>
              <a:rPr lang="en-US" altLang="en-US" sz="2200" baseline="-25000">
                <a:latin typeface="VNI-Times" pitchFamily="2" charset="0"/>
                <a:sym typeface="Wingdings" panose="05000000000000000000" pitchFamily="2" charset="2"/>
              </a:rPr>
              <a:t>0</a:t>
            </a:r>
            <a:r>
              <a:rPr lang="en-US" altLang="en-US" sz="2200">
                <a:latin typeface="VNI-Times" pitchFamily="2" charset="0"/>
                <a:sym typeface="Wingdings" panose="05000000000000000000" pitchFamily="2" charset="2"/>
              </a:rPr>
              <a:t>(u)</a:t>
            </a:r>
          </a:p>
          <a:p>
            <a:pPr algn="just">
              <a:spcBef>
                <a:spcPts val="1200"/>
              </a:spcBef>
              <a:spcAft>
                <a:spcPts val="300"/>
              </a:spcAft>
              <a:buClr>
                <a:schemeClr val="tx2"/>
              </a:buClr>
            </a:pPr>
            <a:r>
              <a:rPr lang="en-US" altLang="en-US" sz="2200">
                <a:latin typeface="VNI-Times" pitchFamily="2" charset="0"/>
                <a:sym typeface="Wingdings" panose="05000000000000000000" pitchFamily="2" charset="2"/>
              </a:rPr>
              <a:t>	Maø P</a:t>
            </a:r>
            <a:r>
              <a:rPr lang="en-US" altLang="en-US" sz="2200" baseline="-25000">
                <a:latin typeface="VNI-Times" pitchFamily="2" charset="0"/>
                <a:sym typeface="Wingdings" panose="05000000000000000000" pitchFamily="2" charset="2"/>
              </a:rPr>
              <a:t>1</a:t>
            </a:r>
            <a:r>
              <a:rPr lang="en-US" altLang="en-US" sz="2200">
                <a:latin typeface="VNI-Times" pitchFamily="2" charset="0"/>
                <a:sym typeface="Wingdings" panose="05000000000000000000" pitchFamily="2" charset="2"/>
              </a:rPr>
              <a:t> di chuyeån treân ñöôøng p</a:t>
            </a:r>
            <a:r>
              <a:rPr lang="en-US" altLang="en-US" sz="2200" baseline="-25000">
                <a:latin typeface="VNI-Times" pitchFamily="2" charset="0"/>
                <a:sym typeface="Wingdings" panose="05000000000000000000" pitchFamily="2" charset="2"/>
              </a:rPr>
              <a:t>1</a:t>
            </a:r>
            <a:r>
              <a:rPr lang="en-US" altLang="en-US" sz="2200">
                <a:latin typeface="VNI-Times" pitchFamily="2" charset="0"/>
                <a:sym typeface="Wingdings" panose="05000000000000000000" pitchFamily="2" charset="2"/>
              </a:rPr>
              <a:t>(u)</a:t>
            </a:r>
          </a:p>
          <a:p>
            <a:pPr>
              <a:spcBef>
                <a:spcPct val="20000"/>
              </a:spcBef>
              <a:spcAft>
                <a:spcPts val="300"/>
              </a:spcAft>
              <a:buClr>
                <a:schemeClr val="tx2"/>
              </a:buClr>
            </a:pPr>
            <a:r>
              <a:rPr lang="en-US" altLang="en-US" sz="2200">
                <a:latin typeface="VNI-Times" pitchFamily="2" charset="0"/>
                <a:sym typeface="Wingdings" panose="05000000000000000000" pitchFamily="2" charset="2"/>
              </a:rPr>
              <a:t>	Neân P thuoäc maët coù quy taéc:</a:t>
            </a:r>
          </a:p>
          <a:p>
            <a:pPr>
              <a:spcBef>
                <a:spcPct val="20000"/>
              </a:spcBef>
              <a:spcAft>
                <a:spcPts val="300"/>
              </a:spcAft>
              <a:buClr>
                <a:schemeClr val="tx2"/>
              </a:buClr>
            </a:pPr>
            <a:r>
              <a:rPr lang="en-US" altLang="en-US" sz="2200">
                <a:latin typeface="VNI-Times" pitchFamily="2" charset="0"/>
                <a:sym typeface="Wingdings" panose="05000000000000000000" pitchFamily="2" charset="2"/>
              </a:rPr>
              <a:t>		    P(u,v)=(1-v).p0(u)+v.P1(u)</a:t>
            </a:r>
          </a:p>
          <a:p>
            <a:pPr>
              <a:spcBef>
                <a:spcPct val="20000"/>
              </a:spcBef>
              <a:spcAft>
                <a:spcPts val="300"/>
              </a:spcAft>
              <a:buClr>
                <a:schemeClr val="tx2"/>
              </a:buClr>
            </a:pPr>
            <a:r>
              <a:rPr lang="en-US" altLang="en-US" sz="2200">
                <a:latin typeface="VNI-Times" pitchFamily="2" charset="0"/>
                <a:sym typeface="Wingdings" panose="05000000000000000000" pitchFamily="2" charset="2"/>
              </a:rPr>
              <a:t> 	Vôùi 	u</a:t>
            </a:r>
            <a:r>
              <a:rPr lang="en-US" altLang="en-US" sz="2200" baseline="-25000">
                <a:latin typeface="VNI-Times" pitchFamily="2" charset="0"/>
                <a:sym typeface="Wingdings" panose="05000000000000000000" pitchFamily="2" charset="2"/>
              </a:rPr>
              <a:t>min</a:t>
            </a:r>
            <a:r>
              <a:rPr lang="en-US" altLang="en-US" sz="2200">
                <a:latin typeface="VNI-Times" pitchFamily="2" charset="0"/>
                <a:sym typeface="Symbol" panose="05050102010706020507" pitchFamily="18" charset="2"/>
              </a:rPr>
              <a:t></a:t>
            </a:r>
            <a:r>
              <a:rPr lang="en-US" altLang="en-US" sz="2200">
                <a:latin typeface="VNI-Times" pitchFamily="2" charset="0"/>
                <a:sym typeface="Wingdings" panose="05000000000000000000" pitchFamily="2" charset="2"/>
              </a:rPr>
              <a:t>u</a:t>
            </a:r>
            <a:r>
              <a:rPr lang="en-US" altLang="en-US" sz="2200">
                <a:latin typeface="VNI-Times" pitchFamily="2" charset="0"/>
                <a:sym typeface="Symbol" panose="05050102010706020507" pitchFamily="18" charset="2"/>
              </a:rPr>
              <a:t></a:t>
            </a:r>
            <a:r>
              <a:rPr lang="en-US" altLang="en-US" sz="2200">
                <a:latin typeface="VNI-Times" pitchFamily="2" charset="0"/>
                <a:sym typeface="Wingdings" panose="05000000000000000000" pitchFamily="2" charset="2"/>
              </a:rPr>
              <a:t>u</a:t>
            </a:r>
            <a:r>
              <a:rPr lang="en-US" altLang="en-US" sz="2200" baseline="-25000">
                <a:latin typeface="VNI-Times" pitchFamily="2" charset="0"/>
                <a:sym typeface="Wingdings" panose="05000000000000000000" pitchFamily="2" charset="2"/>
              </a:rPr>
              <a:t>max	</a:t>
            </a:r>
            <a:r>
              <a:rPr lang="en-US" altLang="en-US" sz="2200">
                <a:latin typeface="VNI-Times" pitchFamily="2" charset="0"/>
                <a:sym typeface="Wingdings" panose="05000000000000000000" pitchFamily="2" charset="2"/>
              </a:rPr>
              <a:t>vaø  	0</a:t>
            </a:r>
            <a:r>
              <a:rPr lang="en-US" altLang="en-US" sz="2200">
                <a:latin typeface="VNI-Times" pitchFamily="2" charset="0"/>
                <a:sym typeface="Symbol" panose="05050102010706020507" pitchFamily="18" charset="2"/>
              </a:rPr>
              <a:t></a:t>
            </a:r>
            <a:r>
              <a:rPr lang="en-US" altLang="en-US" sz="2200">
                <a:latin typeface="VNI-Times" pitchFamily="2" charset="0"/>
                <a:sym typeface="Wingdings" panose="05000000000000000000" pitchFamily="2" charset="2"/>
              </a:rPr>
              <a:t>v</a:t>
            </a:r>
            <a:r>
              <a:rPr lang="en-US" altLang="en-US" sz="2200">
                <a:latin typeface="VNI-Times" pitchFamily="2" charset="0"/>
                <a:sym typeface="Symbol" panose="05050102010706020507" pitchFamily="18" charset="2"/>
              </a:rPr>
              <a:t></a:t>
            </a:r>
            <a:r>
              <a:rPr lang="en-US" altLang="en-US" sz="2200">
                <a:latin typeface="VNI-Times" pitchFamily="2" charset="0"/>
                <a:sym typeface="Wingdings" panose="05000000000000000000" pitchFamily="2" charset="2"/>
              </a:rPr>
              <a:t>1</a:t>
            </a:r>
          </a:p>
        </p:txBody>
      </p:sp>
      <p:sp>
        <p:nvSpPr>
          <p:cNvPr id="480260" name="Rectangle 4"/>
          <p:cNvSpPr>
            <a:spLocks noChangeArrowheads="1"/>
          </p:cNvSpPr>
          <p:nvPr/>
        </p:nvSpPr>
        <p:spPr bwMode="auto">
          <a:xfrm>
            <a:off x="1524001" y="2890452"/>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0261" name="Rectangle 5"/>
          <p:cNvSpPr>
            <a:spLocks noChangeArrowheads="1"/>
          </p:cNvSpPr>
          <p:nvPr/>
        </p:nvSpPr>
        <p:spPr bwMode="auto">
          <a:xfrm>
            <a:off x="1524001" y="2866640"/>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0262" name="Rectangle 6"/>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0263" name="Rectangle 7"/>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0264" name="Rectangle 8"/>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0265" name="Rectangle 9"/>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0266" name="Rectangle 10"/>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0267" name="Rectangle 11"/>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grpSp>
        <p:nvGrpSpPr>
          <p:cNvPr id="480268" name="Group 12"/>
          <p:cNvGrpSpPr>
            <a:grpSpLocks/>
          </p:cNvGrpSpPr>
          <p:nvPr/>
        </p:nvGrpSpPr>
        <p:grpSpPr bwMode="auto">
          <a:xfrm>
            <a:off x="4648200" y="4219576"/>
            <a:ext cx="6019800" cy="2638425"/>
            <a:chOff x="3135" y="10290"/>
            <a:chExt cx="7354" cy="3195"/>
          </a:xfrm>
        </p:grpSpPr>
        <p:grpSp>
          <p:nvGrpSpPr>
            <p:cNvPr id="480269" name="Group 13"/>
            <p:cNvGrpSpPr>
              <a:grpSpLocks/>
            </p:cNvGrpSpPr>
            <p:nvPr/>
          </p:nvGrpSpPr>
          <p:grpSpPr bwMode="auto">
            <a:xfrm>
              <a:off x="3135" y="10290"/>
              <a:ext cx="6705" cy="3195"/>
              <a:chOff x="3135" y="10290"/>
              <a:chExt cx="6705" cy="3195"/>
            </a:xfrm>
          </p:grpSpPr>
          <p:sp>
            <p:nvSpPr>
              <p:cNvPr id="480270" name="Freeform 14"/>
              <p:cNvSpPr>
                <a:spLocks/>
              </p:cNvSpPr>
              <p:nvPr/>
            </p:nvSpPr>
            <p:spPr bwMode="auto">
              <a:xfrm>
                <a:off x="3629" y="10679"/>
                <a:ext cx="5431" cy="1111"/>
              </a:xfrm>
              <a:custGeom>
                <a:avLst/>
                <a:gdLst>
                  <a:gd name="T0" fmla="*/ 0 w 5430"/>
                  <a:gd name="T1" fmla="*/ 1110 h 1110"/>
                  <a:gd name="T2" fmla="*/ 1830 w 5430"/>
                  <a:gd name="T3" fmla="*/ 705 h 1110"/>
                  <a:gd name="T4" fmla="*/ 3870 w 5430"/>
                  <a:gd name="T5" fmla="*/ 750 h 1110"/>
                  <a:gd name="T6" fmla="*/ 5430 w 5430"/>
                  <a:gd name="T7" fmla="*/ 0 h 1110"/>
                </a:gdLst>
                <a:ahLst/>
                <a:cxnLst>
                  <a:cxn ang="0">
                    <a:pos x="T0" y="T1"/>
                  </a:cxn>
                  <a:cxn ang="0">
                    <a:pos x="T2" y="T3"/>
                  </a:cxn>
                  <a:cxn ang="0">
                    <a:pos x="T4" y="T5"/>
                  </a:cxn>
                  <a:cxn ang="0">
                    <a:pos x="T6" y="T7"/>
                  </a:cxn>
                </a:cxnLst>
                <a:rect l="0" t="0" r="r" b="b"/>
                <a:pathLst>
                  <a:path w="5430" h="1110">
                    <a:moveTo>
                      <a:pt x="0" y="1110"/>
                    </a:moveTo>
                    <a:cubicBezTo>
                      <a:pt x="592" y="937"/>
                      <a:pt x="1185" y="765"/>
                      <a:pt x="1830" y="705"/>
                    </a:cubicBezTo>
                    <a:cubicBezTo>
                      <a:pt x="2475" y="645"/>
                      <a:pt x="3270" y="867"/>
                      <a:pt x="3870" y="750"/>
                    </a:cubicBezTo>
                    <a:cubicBezTo>
                      <a:pt x="4470" y="633"/>
                      <a:pt x="4950" y="316"/>
                      <a:pt x="5430" y="0"/>
                    </a:cubicBezTo>
                  </a:path>
                </a:pathLst>
              </a:custGeom>
              <a:noFill/>
              <a:ln w="9525">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0271" name="Freeform 15"/>
              <p:cNvSpPr>
                <a:spLocks/>
              </p:cNvSpPr>
              <p:nvPr/>
            </p:nvSpPr>
            <p:spPr bwMode="auto">
              <a:xfrm>
                <a:off x="3673" y="11505"/>
                <a:ext cx="5432" cy="1110"/>
              </a:xfrm>
              <a:custGeom>
                <a:avLst/>
                <a:gdLst>
                  <a:gd name="T0" fmla="*/ 0 w 5430"/>
                  <a:gd name="T1" fmla="*/ 1110 h 1110"/>
                  <a:gd name="T2" fmla="*/ 1830 w 5430"/>
                  <a:gd name="T3" fmla="*/ 705 h 1110"/>
                  <a:gd name="T4" fmla="*/ 3870 w 5430"/>
                  <a:gd name="T5" fmla="*/ 750 h 1110"/>
                  <a:gd name="T6" fmla="*/ 5430 w 5430"/>
                  <a:gd name="T7" fmla="*/ 0 h 1110"/>
                </a:gdLst>
                <a:ahLst/>
                <a:cxnLst>
                  <a:cxn ang="0">
                    <a:pos x="T0" y="T1"/>
                  </a:cxn>
                  <a:cxn ang="0">
                    <a:pos x="T2" y="T3"/>
                  </a:cxn>
                  <a:cxn ang="0">
                    <a:pos x="T4" y="T5"/>
                  </a:cxn>
                  <a:cxn ang="0">
                    <a:pos x="T6" y="T7"/>
                  </a:cxn>
                </a:cxnLst>
                <a:rect l="0" t="0" r="r" b="b"/>
                <a:pathLst>
                  <a:path w="5430" h="1110">
                    <a:moveTo>
                      <a:pt x="0" y="1110"/>
                    </a:moveTo>
                    <a:cubicBezTo>
                      <a:pt x="592" y="937"/>
                      <a:pt x="1185" y="765"/>
                      <a:pt x="1830" y="705"/>
                    </a:cubicBezTo>
                    <a:cubicBezTo>
                      <a:pt x="2475" y="645"/>
                      <a:pt x="3270" y="867"/>
                      <a:pt x="3870" y="750"/>
                    </a:cubicBezTo>
                    <a:cubicBezTo>
                      <a:pt x="4470" y="633"/>
                      <a:pt x="4950" y="316"/>
                      <a:pt x="5430" y="0"/>
                    </a:cubicBezTo>
                  </a:path>
                </a:pathLst>
              </a:custGeom>
              <a:noFill/>
              <a:ln w="9525">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0272" name="Freeform 16"/>
              <p:cNvSpPr>
                <a:spLocks/>
              </p:cNvSpPr>
              <p:nvPr/>
            </p:nvSpPr>
            <p:spPr bwMode="auto">
              <a:xfrm>
                <a:off x="3719" y="12000"/>
                <a:ext cx="5431" cy="1110"/>
              </a:xfrm>
              <a:custGeom>
                <a:avLst/>
                <a:gdLst>
                  <a:gd name="T0" fmla="*/ 0 w 5430"/>
                  <a:gd name="T1" fmla="*/ 1110 h 1110"/>
                  <a:gd name="T2" fmla="*/ 1830 w 5430"/>
                  <a:gd name="T3" fmla="*/ 705 h 1110"/>
                  <a:gd name="T4" fmla="*/ 3870 w 5430"/>
                  <a:gd name="T5" fmla="*/ 750 h 1110"/>
                  <a:gd name="T6" fmla="*/ 5430 w 5430"/>
                  <a:gd name="T7" fmla="*/ 0 h 1110"/>
                </a:gdLst>
                <a:ahLst/>
                <a:cxnLst>
                  <a:cxn ang="0">
                    <a:pos x="T0" y="T1"/>
                  </a:cxn>
                  <a:cxn ang="0">
                    <a:pos x="T2" y="T3"/>
                  </a:cxn>
                  <a:cxn ang="0">
                    <a:pos x="T4" y="T5"/>
                  </a:cxn>
                  <a:cxn ang="0">
                    <a:pos x="T6" y="T7"/>
                  </a:cxn>
                </a:cxnLst>
                <a:rect l="0" t="0" r="r" b="b"/>
                <a:pathLst>
                  <a:path w="5430" h="1110">
                    <a:moveTo>
                      <a:pt x="0" y="1110"/>
                    </a:moveTo>
                    <a:cubicBezTo>
                      <a:pt x="592" y="937"/>
                      <a:pt x="1185" y="765"/>
                      <a:pt x="1830" y="705"/>
                    </a:cubicBezTo>
                    <a:cubicBezTo>
                      <a:pt x="2475" y="645"/>
                      <a:pt x="3270" y="867"/>
                      <a:pt x="3870" y="750"/>
                    </a:cubicBezTo>
                    <a:cubicBezTo>
                      <a:pt x="4470" y="633"/>
                      <a:pt x="4950" y="316"/>
                      <a:pt x="5430" y="0"/>
                    </a:cubicBezTo>
                  </a:path>
                </a:pathLst>
              </a:custGeom>
              <a:noFill/>
              <a:ln w="9525">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0273" name="Line 17"/>
              <p:cNvSpPr>
                <a:spLocks noChangeShapeType="1"/>
              </p:cNvSpPr>
              <p:nvPr/>
            </p:nvSpPr>
            <p:spPr bwMode="auto">
              <a:xfrm>
                <a:off x="4440" y="11580"/>
                <a:ext cx="240" cy="12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0274" name="Line 18"/>
              <p:cNvSpPr>
                <a:spLocks noChangeShapeType="1"/>
              </p:cNvSpPr>
              <p:nvPr/>
            </p:nvSpPr>
            <p:spPr bwMode="auto">
              <a:xfrm>
                <a:off x="5054" y="11445"/>
                <a:ext cx="241" cy="1275"/>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480275" name="Line 19"/>
              <p:cNvSpPr>
                <a:spLocks noChangeShapeType="1"/>
              </p:cNvSpPr>
              <p:nvPr/>
            </p:nvSpPr>
            <p:spPr bwMode="auto">
              <a:xfrm>
                <a:off x="5714" y="11385"/>
                <a:ext cx="242" cy="12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0276" name="Line 20"/>
              <p:cNvSpPr>
                <a:spLocks noChangeShapeType="1"/>
              </p:cNvSpPr>
              <p:nvPr/>
            </p:nvSpPr>
            <p:spPr bwMode="auto">
              <a:xfrm>
                <a:off x="7889" y="11310"/>
                <a:ext cx="242" cy="12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0277" name="Line 21"/>
              <p:cNvSpPr>
                <a:spLocks noChangeShapeType="1"/>
              </p:cNvSpPr>
              <p:nvPr/>
            </p:nvSpPr>
            <p:spPr bwMode="auto">
              <a:xfrm>
                <a:off x="8459" y="11040"/>
                <a:ext cx="242" cy="12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0278" name="Text Box 22"/>
              <p:cNvSpPr txBox="1">
                <a:spLocks noChangeArrowheads="1"/>
              </p:cNvSpPr>
              <p:nvPr/>
            </p:nvSpPr>
            <p:spPr bwMode="auto">
              <a:xfrm>
                <a:off x="3135" y="11265"/>
                <a:ext cx="1545"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000">
                    <a:latin typeface="VNI-Times" pitchFamily="2" charset="0"/>
                  </a:rPr>
                  <a:t>P</a:t>
                </a:r>
                <a:r>
                  <a:rPr lang="en-US" altLang="en-US" sz="2000" baseline="-25000">
                    <a:latin typeface="VNI-Times" pitchFamily="2" charset="0"/>
                  </a:rPr>
                  <a:t>1</a:t>
                </a:r>
                <a:r>
                  <a:rPr lang="en-US" altLang="en-US" sz="2000">
                    <a:latin typeface="VNI-Times" pitchFamily="2" charset="0"/>
                  </a:rPr>
                  <a:t>(u</a:t>
                </a:r>
                <a:r>
                  <a:rPr lang="en-US" altLang="en-US" sz="2000" baseline="-25000">
                    <a:latin typeface="VNI-Times" pitchFamily="2" charset="0"/>
                  </a:rPr>
                  <a:t>min</a:t>
                </a:r>
                <a:r>
                  <a:rPr lang="en-US" altLang="en-US" sz="2000">
                    <a:latin typeface="VNI-Times" pitchFamily="2" charset="0"/>
                  </a:rPr>
                  <a:t>)</a:t>
                </a:r>
              </a:p>
            </p:txBody>
          </p:sp>
          <p:sp>
            <p:nvSpPr>
              <p:cNvPr id="480279" name="Text Box 23"/>
              <p:cNvSpPr txBox="1">
                <a:spLocks noChangeArrowheads="1"/>
              </p:cNvSpPr>
              <p:nvPr/>
            </p:nvSpPr>
            <p:spPr bwMode="auto">
              <a:xfrm>
                <a:off x="8295" y="10290"/>
                <a:ext cx="1545"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000">
                    <a:latin typeface="VNI-Times" pitchFamily="2" charset="0"/>
                  </a:rPr>
                  <a:t>P</a:t>
                </a:r>
                <a:r>
                  <a:rPr lang="en-US" altLang="en-US" sz="2000" baseline="-25000">
                    <a:latin typeface="VNI-Times" pitchFamily="2" charset="0"/>
                  </a:rPr>
                  <a:t>1</a:t>
                </a:r>
                <a:r>
                  <a:rPr lang="en-US" altLang="en-US" sz="2000">
                    <a:latin typeface="VNI-Times" pitchFamily="2" charset="0"/>
                  </a:rPr>
                  <a:t>(u</a:t>
                </a:r>
                <a:r>
                  <a:rPr lang="en-US" altLang="en-US" sz="2000" baseline="-25000">
                    <a:latin typeface="VNI-Times" pitchFamily="2" charset="0"/>
                  </a:rPr>
                  <a:t>max</a:t>
                </a:r>
                <a:r>
                  <a:rPr lang="en-US" altLang="en-US" sz="2000">
                    <a:latin typeface="VNI-Times" pitchFamily="2" charset="0"/>
                  </a:rPr>
                  <a:t>)</a:t>
                </a:r>
              </a:p>
            </p:txBody>
          </p:sp>
          <p:sp>
            <p:nvSpPr>
              <p:cNvPr id="480280" name="Text Box 24"/>
              <p:cNvSpPr txBox="1">
                <a:spLocks noChangeArrowheads="1"/>
              </p:cNvSpPr>
              <p:nvPr/>
            </p:nvSpPr>
            <p:spPr bwMode="auto">
              <a:xfrm>
                <a:off x="3420" y="13050"/>
                <a:ext cx="1545"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000">
                    <a:latin typeface="VNI-Times" pitchFamily="2" charset="0"/>
                  </a:rPr>
                  <a:t>P</a:t>
                </a:r>
                <a:r>
                  <a:rPr lang="en-US" altLang="en-US" sz="2000" baseline="-25000">
                    <a:latin typeface="VNI-Times" pitchFamily="2" charset="0"/>
                  </a:rPr>
                  <a:t>0</a:t>
                </a:r>
                <a:r>
                  <a:rPr lang="en-US" altLang="en-US" sz="2000">
                    <a:latin typeface="VNI-Times" pitchFamily="2" charset="0"/>
                  </a:rPr>
                  <a:t>(u</a:t>
                </a:r>
                <a:r>
                  <a:rPr lang="en-US" altLang="en-US" sz="2000" baseline="-25000">
                    <a:latin typeface="VNI-Times" pitchFamily="2" charset="0"/>
                  </a:rPr>
                  <a:t>min</a:t>
                </a:r>
                <a:r>
                  <a:rPr lang="en-US" altLang="en-US" sz="2000">
                    <a:latin typeface="VNI-Times" pitchFamily="2" charset="0"/>
                  </a:rPr>
                  <a:t>)</a:t>
                </a:r>
              </a:p>
            </p:txBody>
          </p:sp>
          <p:sp>
            <p:nvSpPr>
              <p:cNvPr id="480281" name="Text Box 25"/>
              <p:cNvSpPr txBox="1">
                <a:spLocks noChangeArrowheads="1"/>
              </p:cNvSpPr>
              <p:nvPr/>
            </p:nvSpPr>
            <p:spPr bwMode="auto">
              <a:xfrm>
                <a:off x="4680" y="11025"/>
                <a:ext cx="1545"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000">
                    <a:latin typeface="VNI-Times" pitchFamily="2" charset="0"/>
                  </a:rPr>
                  <a:t>P</a:t>
                </a:r>
                <a:r>
                  <a:rPr lang="en-US" altLang="en-US" sz="2000" baseline="-25000">
                    <a:latin typeface="VNI-Times" pitchFamily="2" charset="0"/>
                  </a:rPr>
                  <a:t>1</a:t>
                </a:r>
                <a:r>
                  <a:rPr lang="en-US" altLang="en-US" sz="2000">
                    <a:latin typeface="VNI-Times" pitchFamily="2" charset="0"/>
                  </a:rPr>
                  <a:t>(u)</a:t>
                </a:r>
              </a:p>
            </p:txBody>
          </p:sp>
          <p:sp>
            <p:nvSpPr>
              <p:cNvPr id="480282" name="Text Box 26"/>
              <p:cNvSpPr txBox="1">
                <a:spLocks noChangeArrowheads="1"/>
              </p:cNvSpPr>
              <p:nvPr/>
            </p:nvSpPr>
            <p:spPr bwMode="auto">
              <a:xfrm>
                <a:off x="4830" y="12660"/>
                <a:ext cx="1545"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000">
                    <a:latin typeface="VNI-Times" pitchFamily="2" charset="0"/>
                  </a:rPr>
                  <a:t>P</a:t>
                </a:r>
                <a:r>
                  <a:rPr lang="en-US" altLang="en-US" sz="2000" baseline="-25000">
                    <a:latin typeface="VNI-Times" pitchFamily="2" charset="0"/>
                  </a:rPr>
                  <a:t>0</a:t>
                </a:r>
                <a:r>
                  <a:rPr lang="en-US" altLang="en-US" sz="2000">
                    <a:latin typeface="VNI-Times" pitchFamily="2" charset="0"/>
                  </a:rPr>
                  <a:t>(u)</a:t>
                </a:r>
              </a:p>
            </p:txBody>
          </p:sp>
          <p:sp>
            <p:nvSpPr>
              <p:cNvPr id="480283" name="Text Box 27"/>
              <p:cNvSpPr txBox="1">
                <a:spLocks noChangeArrowheads="1"/>
              </p:cNvSpPr>
              <p:nvPr/>
            </p:nvSpPr>
            <p:spPr bwMode="auto">
              <a:xfrm>
                <a:off x="4725" y="11895"/>
                <a:ext cx="1545"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000">
                    <a:latin typeface="VNI-Times" pitchFamily="2" charset="0"/>
                  </a:rPr>
                  <a:t>P</a:t>
                </a:r>
              </a:p>
            </p:txBody>
          </p:sp>
          <p:sp>
            <p:nvSpPr>
              <p:cNvPr id="480284" name="Text Box 28"/>
              <p:cNvSpPr txBox="1">
                <a:spLocks noChangeArrowheads="1"/>
              </p:cNvSpPr>
              <p:nvPr/>
            </p:nvSpPr>
            <p:spPr bwMode="auto">
              <a:xfrm>
                <a:off x="3300" y="12285"/>
                <a:ext cx="1545"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000">
                    <a:latin typeface="VNI-Times" pitchFamily="2" charset="0"/>
                  </a:rPr>
                  <a:t>v</a:t>
                </a:r>
                <a:r>
                  <a:rPr lang="en-US" altLang="en-US" sz="2000" baseline="-25000">
                    <a:latin typeface="VNI-Times" pitchFamily="2" charset="0"/>
                  </a:rPr>
                  <a:t>c</a:t>
                </a:r>
                <a:endParaRPr lang="en-US" altLang="en-US" sz="2000">
                  <a:latin typeface="VNI-Times" pitchFamily="2" charset="0"/>
                </a:endParaRPr>
              </a:p>
            </p:txBody>
          </p:sp>
          <p:sp>
            <p:nvSpPr>
              <p:cNvPr id="480285" name="Oval 29"/>
              <p:cNvSpPr>
                <a:spLocks noChangeArrowheads="1"/>
              </p:cNvSpPr>
              <p:nvPr/>
            </p:nvSpPr>
            <p:spPr bwMode="auto">
              <a:xfrm>
                <a:off x="5163" y="12198"/>
                <a:ext cx="99" cy="99"/>
              </a:xfrm>
              <a:prstGeom prst="ellipse">
                <a:avLst/>
              </a:prstGeom>
              <a:solidFill>
                <a:srgbClr val="993300"/>
              </a:solidFill>
              <a:ln w="9525">
                <a:solidFill>
                  <a:srgbClr val="993300"/>
                </a:solidFill>
                <a:round/>
                <a:headEnd/>
                <a:tailEnd/>
              </a:ln>
            </p:spPr>
            <p:txBody>
              <a:bodyPr/>
              <a:lstStyle/>
              <a:p>
                <a:endParaRPr lang="en-US"/>
              </a:p>
            </p:txBody>
          </p:sp>
        </p:grpSp>
        <p:sp>
          <p:nvSpPr>
            <p:cNvPr id="480286" name="Text Box 30"/>
            <p:cNvSpPr txBox="1">
              <a:spLocks noChangeArrowheads="1"/>
            </p:cNvSpPr>
            <p:nvPr/>
          </p:nvSpPr>
          <p:spPr bwMode="auto">
            <a:xfrm>
              <a:off x="8944" y="11910"/>
              <a:ext cx="1545"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000">
                  <a:latin typeface="VNI-Times" pitchFamily="2" charset="0"/>
                </a:rPr>
                <a:t>P</a:t>
              </a:r>
              <a:r>
                <a:rPr lang="en-US" altLang="en-US" sz="2000" baseline="-25000">
                  <a:latin typeface="VNI-Times" pitchFamily="2" charset="0"/>
                </a:rPr>
                <a:t>0</a:t>
              </a:r>
              <a:r>
                <a:rPr lang="en-US" altLang="en-US" sz="2000">
                  <a:latin typeface="VNI-Times" pitchFamily="2" charset="0"/>
                </a:rPr>
                <a:t>(u</a:t>
              </a:r>
              <a:r>
                <a:rPr lang="en-US" altLang="en-US" sz="2000" baseline="-25000">
                  <a:latin typeface="VNI-Times" pitchFamily="2" charset="0"/>
                </a:rPr>
                <a:t>max</a:t>
              </a:r>
              <a:r>
                <a:rPr lang="en-US" altLang="en-US" sz="2000">
                  <a:latin typeface="VNI-Times" pitchFamily="2" charset="0"/>
                </a:rPr>
                <a:t>)</a:t>
              </a:r>
            </a:p>
          </p:txBody>
        </p:sp>
      </p:grpSp>
    </p:spTree>
    <p:extLst>
      <p:ext uri="{BB962C8B-B14F-4D97-AF65-F5344CB8AC3E}">
        <p14:creationId xmlns:p14="http://schemas.microsoft.com/office/powerpoint/2010/main" val="6807233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80258"/>
                                        </p:tgtEl>
                                        <p:attrNameLst>
                                          <p:attrName>style.visibility</p:attrName>
                                        </p:attrNameLst>
                                      </p:cBhvr>
                                      <p:to>
                                        <p:strVal val="visible"/>
                                      </p:to>
                                    </p:set>
                                    <p:animEffect transition="in" filter="fade">
                                      <p:cBhvr>
                                        <p:cTn id="7" dur="2000"/>
                                        <p:tgtEl>
                                          <p:spTgt spid="480258"/>
                                        </p:tgtEl>
                                      </p:cBhvr>
                                    </p:animEffect>
                                  </p:childTnLst>
                                </p:cTn>
                              </p:par>
                              <p:par>
                                <p:cTn id="8" presetID="10" presetClass="entr" presetSubtype="0" fill="hold" nodeType="withEffect">
                                  <p:stCondLst>
                                    <p:cond delay="0"/>
                                  </p:stCondLst>
                                  <p:childTnLst>
                                    <p:set>
                                      <p:cBhvr>
                                        <p:cTn id="9" dur="1" fill="hold">
                                          <p:stCondLst>
                                            <p:cond delay="0"/>
                                          </p:stCondLst>
                                        </p:cTn>
                                        <p:tgtEl>
                                          <p:spTgt spid="480259">
                                            <p:txEl>
                                              <p:pRg st="0" end="0"/>
                                            </p:txEl>
                                          </p:spTgt>
                                        </p:tgtEl>
                                        <p:attrNameLst>
                                          <p:attrName>style.visibility</p:attrName>
                                        </p:attrNameLst>
                                      </p:cBhvr>
                                      <p:to>
                                        <p:strVal val="visible"/>
                                      </p:to>
                                    </p:set>
                                    <p:animEffect transition="in" filter="fade">
                                      <p:cBhvr>
                                        <p:cTn id="10" dur="2000"/>
                                        <p:tgtEl>
                                          <p:spTgt spid="480259">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80268"/>
                                        </p:tgtEl>
                                        <p:attrNameLst>
                                          <p:attrName>style.visibility</p:attrName>
                                        </p:attrNameLst>
                                      </p:cBhvr>
                                      <p:to>
                                        <p:strVal val="visible"/>
                                      </p:to>
                                    </p:set>
                                    <p:animEffect transition="in" filter="fade">
                                      <p:cBhvr>
                                        <p:cTn id="13" dur="2000"/>
                                        <p:tgtEl>
                                          <p:spTgt spid="480268"/>
                                        </p:tgtEl>
                                      </p:cBhvr>
                                    </p:animEffect>
                                  </p:childTnLst>
                                </p:cTn>
                              </p:par>
                              <p:par>
                                <p:cTn id="14" presetID="10" presetClass="entr" presetSubtype="0" fill="hold" nodeType="withEffect">
                                  <p:stCondLst>
                                    <p:cond delay="0"/>
                                  </p:stCondLst>
                                  <p:childTnLst>
                                    <p:set>
                                      <p:cBhvr>
                                        <p:cTn id="15" dur="1" fill="hold">
                                          <p:stCondLst>
                                            <p:cond delay="0"/>
                                          </p:stCondLst>
                                        </p:cTn>
                                        <p:tgtEl>
                                          <p:spTgt spid="480259">
                                            <p:txEl>
                                              <p:pRg st="1" end="1"/>
                                            </p:txEl>
                                          </p:spTgt>
                                        </p:tgtEl>
                                        <p:attrNameLst>
                                          <p:attrName>style.visibility</p:attrName>
                                        </p:attrNameLst>
                                      </p:cBhvr>
                                      <p:to>
                                        <p:strVal val="visible"/>
                                      </p:to>
                                    </p:set>
                                    <p:animEffect transition="in" filter="fade">
                                      <p:cBhvr>
                                        <p:cTn id="16" dur="2000"/>
                                        <p:tgtEl>
                                          <p:spTgt spid="480259">
                                            <p:txEl>
                                              <p:p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80259">
                                            <p:txEl>
                                              <p:pRg st="2" end="2"/>
                                            </p:txEl>
                                          </p:spTgt>
                                        </p:tgtEl>
                                        <p:attrNameLst>
                                          <p:attrName>style.visibility</p:attrName>
                                        </p:attrNameLst>
                                      </p:cBhvr>
                                      <p:to>
                                        <p:strVal val="visible"/>
                                      </p:to>
                                    </p:set>
                                    <p:animEffect transition="in" filter="fade">
                                      <p:cBhvr>
                                        <p:cTn id="19" dur="2000"/>
                                        <p:tgtEl>
                                          <p:spTgt spid="480259">
                                            <p:txEl>
                                              <p:pRg st="2" end="2"/>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nodeType="clickEffect">
                                  <p:stCondLst>
                                    <p:cond delay="0"/>
                                  </p:stCondLst>
                                  <p:childTnLst>
                                    <p:set>
                                      <p:cBhvr>
                                        <p:cTn id="23" dur="1" fill="hold">
                                          <p:stCondLst>
                                            <p:cond delay="0"/>
                                          </p:stCondLst>
                                        </p:cTn>
                                        <p:tgtEl>
                                          <p:spTgt spid="480259">
                                            <p:txEl>
                                              <p:pRg st="3" end="3"/>
                                            </p:txEl>
                                          </p:spTgt>
                                        </p:tgtEl>
                                        <p:attrNameLst>
                                          <p:attrName>style.visibility</p:attrName>
                                        </p:attrNameLst>
                                      </p:cBhvr>
                                      <p:to>
                                        <p:strVal val="visible"/>
                                      </p:to>
                                    </p:set>
                                    <p:animEffect transition="in" filter="fade">
                                      <p:cBhvr>
                                        <p:cTn id="24" dur="2000"/>
                                        <p:tgtEl>
                                          <p:spTgt spid="480259">
                                            <p:txEl>
                                              <p:pRg st="3" end="3"/>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480259">
                                            <p:txEl>
                                              <p:pRg st="4" end="4"/>
                                            </p:txEl>
                                          </p:spTgt>
                                        </p:tgtEl>
                                        <p:attrNameLst>
                                          <p:attrName>style.visibility</p:attrName>
                                        </p:attrNameLst>
                                      </p:cBhvr>
                                      <p:to>
                                        <p:strVal val="visible"/>
                                      </p:to>
                                    </p:set>
                                    <p:animEffect transition="in" filter="fade">
                                      <p:cBhvr>
                                        <p:cTn id="27" dur="2000"/>
                                        <p:tgtEl>
                                          <p:spTgt spid="480259">
                                            <p:txEl>
                                              <p:pRg st="4" end="4"/>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480259">
                                            <p:txEl>
                                              <p:pRg st="5" end="5"/>
                                            </p:txEl>
                                          </p:spTgt>
                                        </p:tgtEl>
                                        <p:attrNameLst>
                                          <p:attrName>style.visibility</p:attrName>
                                        </p:attrNameLst>
                                      </p:cBhvr>
                                      <p:to>
                                        <p:strVal val="visible"/>
                                      </p:to>
                                    </p:set>
                                    <p:animEffect transition="in" filter="fade">
                                      <p:cBhvr>
                                        <p:cTn id="30" dur="2000"/>
                                        <p:tgtEl>
                                          <p:spTgt spid="480259">
                                            <p:txEl>
                                              <p:pRg st="5" end="5"/>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480259">
                                            <p:txEl>
                                              <p:pRg st="6" end="6"/>
                                            </p:txEl>
                                          </p:spTgt>
                                        </p:tgtEl>
                                        <p:attrNameLst>
                                          <p:attrName>style.visibility</p:attrName>
                                        </p:attrNameLst>
                                      </p:cBhvr>
                                      <p:to>
                                        <p:strVal val="visible"/>
                                      </p:to>
                                    </p:set>
                                    <p:animEffect transition="in" filter="fade">
                                      <p:cBhvr>
                                        <p:cTn id="33" dur="2000"/>
                                        <p:tgtEl>
                                          <p:spTgt spid="480259">
                                            <p:txEl>
                                              <p:pRg st="6" end="6"/>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480259">
                                            <p:txEl>
                                              <p:pRg st="7" end="7"/>
                                            </p:txEl>
                                          </p:spTgt>
                                        </p:tgtEl>
                                        <p:attrNameLst>
                                          <p:attrName>style.visibility</p:attrName>
                                        </p:attrNameLst>
                                      </p:cBhvr>
                                      <p:to>
                                        <p:strVal val="visible"/>
                                      </p:to>
                                    </p:set>
                                    <p:animEffect transition="in" filter="fade">
                                      <p:cBhvr>
                                        <p:cTn id="36" dur="2000"/>
                                        <p:tgtEl>
                                          <p:spTgt spid="48025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0258" grpId="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 name="Slide Number Placeholder 5"/>
          <p:cNvSpPr>
            <a:spLocks noGrp="1"/>
          </p:cNvSpPr>
          <p:nvPr>
            <p:ph type="sldNum" sz="quarter" idx="12"/>
          </p:nvPr>
        </p:nvSpPr>
        <p:spPr/>
        <p:txBody>
          <a:bodyPr/>
          <a:lstStyle/>
          <a:p>
            <a:fld id="{4EDB3E53-3BF6-4DBD-88E8-249C28B47339}" type="slidenum">
              <a:rPr lang="en-US" altLang="en-US"/>
              <a:pPr/>
              <a:t>6</a:t>
            </a:fld>
            <a:endParaRPr lang="en-US" altLang="en-US"/>
          </a:p>
        </p:txBody>
      </p:sp>
      <p:sp>
        <p:nvSpPr>
          <p:cNvPr id="482306" name="Rectangle 2"/>
          <p:cNvSpPr>
            <a:spLocks noGrp="1" noChangeArrowheads="1"/>
          </p:cNvSpPr>
          <p:nvPr>
            <p:ph type="title"/>
          </p:nvPr>
        </p:nvSpPr>
        <p:spPr>
          <a:xfrm>
            <a:off x="1905000" y="0"/>
            <a:ext cx="4114800" cy="609600"/>
          </a:xfrm>
        </p:spPr>
        <p:txBody>
          <a:bodyPr/>
          <a:lstStyle/>
          <a:p>
            <a:pPr algn="l"/>
            <a:r>
              <a:rPr lang="en-US" altLang="en-US" sz="2800" b="1">
                <a:solidFill>
                  <a:srgbClr val="CC0000"/>
                </a:solidFill>
                <a:latin typeface="VNI-Times" pitchFamily="2" charset="0"/>
                <a:sym typeface="Wingdings" panose="05000000000000000000" pitchFamily="2" charset="2"/>
              </a:rPr>
              <a:t>2. Caùc maët coù quy taéc</a:t>
            </a:r>
          </a:p>
        </p:txBody>
      </p:sp>
      <p:sp>
        <p:nvSpPr>
          <p:cNvPr id="482307" name="Rectangle 3"/>
          <p:cNvSpPr>
            <a:spLocks noChangeArrowheads="1"/>
          </p:cNvSpPr>
          <p:nvPr/>
        </p:nvSpPr>
        <p:spPr bwMode="auto">
          <a:xfrm>
            <a:off x="1828800" y="685800"/>
            <a:ext cx="8458200" cy="3257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860425">
              <a:defRPr>
                <a:solidFill>
                  <a:schemeClr val="tx1"/>
                </a:solidFill>
                <a:latin typeface="Arial" panose="020B0604020202020204" pitchFamily="34" charset="0"/>
              </a:defRPr>
            </a:lvl2pPr>
            <a:lvl3pPr marL="974725">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just">
              <a:spcBef>
                <a:spcPts val="500"/>
              </a:spcBef>
              <a:spcAft>
                <a:spcPts val="500"/>
              </a:spcAft>
              <a:buClr>
                <a:schemeClr val="tx2"/>
              </a:buClr>
            </a:pPr>
            <a:r>
              <a:rPr lang="en-US" altLang="en-US" sz="2200">
                <a:solidFill>
                  <a:srgbClr val="000066"/>
                </a:solidFill>
                <a:latin typeface="Times New Roman" panose="02020603050405020304" pitchFamily="18" charset="0"/>
                <a:sym typeface="Wingdings" panose="05000000000000000000" pitchFamily="2" charset="2"/>
              </a:rPr>
              <a:t>     </a:t>
            </a:r>
            <a:r>
              <a:rPr lang="en-US" altLang="en-US" sz="2200" u="sng">
                <a:latin typeface="VNI-Times" pitchFamily="2" charset="0"/>
                <a:sym typeface="Wingdings" panose="05000000000000000000" pitchFamily="2" charset="2"/>
              </a:rPr>
              <a:t>Ñaëc bieät</a:t>
            </a:r>
            <a:r>
              <a:rPr lang="en-US" altLang="en-US" sz="2200">
                <a:latin typeface="VNI-Times" pitchFamily="2" charset="0"/>
                <a:sym typeface="Wingdings" panose="05000000000000000000" pitchFamily="2" charset="2"/>
              </a:rPr>
              <a:t>:    </a:t>
            </a:r>
          </a:p>
          <a:p>
            <a:pPr algn="just">
              <a:spcBef>
                <a:spcPts val="1200"/>
              </a:spcBef>
              <a:spcAft>
                <a:spcPts val="300"/>
              </a:spcAft>
              <a:buClr>
                <a:schemeClr val="tx2"/>
              </a:buClr>
            </a:pPr>
            <a:r>
              <a:rPr lang="en-US" altLang="en-US" sz="2200">
                <a:latin typeface="VNI-Times" pitchFamily="2" charset="0"/>
                <a:sym typeface="Wingdings" panose="05000000000000000000" pitchFamily="2" charset="2"/>
              </a:rPr>
              <a:t>	Neáu v=0 vaø u thay ñoåi  thì P di chuyeån treân ñöôøng p</a:t>
            </a:r>
            <a:r>
              <a:rPr lang="en-US" altLang="en-US" sz="2200" baseline="-25000">
                <a:latin typeface="VNI-Times" pitchFamily="2" charset="0"/>
                <a:sym typeface="Wingdings" panose="05000000000000000000" pitchFamily="2" charset="2"/>
              </a:rPr>
              <a:t>0</a:t>
            </a:r>
            <a:r>
              <a:rPr lang="en-US" altLang="en-US" sz="2200">
                <a:latin typeface="VNI-Times" pitchFamily="2" charset="0"/>
                <a:sym typeface="Wingdings" panose="05000000000000000000" pitchFamily="2" charset="2"/>
              </a:rPr>
              <a:t>(u)</a:t>
            </a:r>
          </a:p>
          <a:p>
            <a:pPr algn="just">
              <a:spcBef>
                <a:spcPts val="1200"/>
              </a:spcBef>
              <a:spcAft>
                <a:spcPts val="300"/>
              </a:spcAft>
              <a:buClr>
                <a:schemeClr val="tx2"/>
              </a:buClr>
            </a:pPr>
            <a:r>
              <a:rPr lang="en-US" altLang="en-US" sz="2200">
                <a:latin typeface="VNI-Times" pitchFamily="2" charset="0"/>
                <a:sym typeface="Wingdings" panose="05000000000000000000" pitchFamily="2" charset="2"/>
              </a:rPr>
              <a:t>	Neáu v=1 vaø u thay ñoåi  thì P di chuyeån treân ñöôøng p</a:t>
            </a:r>
            <a:r>
              <a:rPr lang="en-US" altLang="en-US" sz="2200" baseline="-25000">
                <a:latin typeface="VNI-Times" pitchFamily="2" charset="0"/>
                <a:sym typeface="Wingdings" panose="05000000000000000000" pitchFamily="2" charset="2"/>
              </a:rPr>
              <a:t>1</a:t>
            </a:r>
            <a:r>
              <a:rPr lang="en-US" altLang="en-US" sz="2200">
                <a:latin typeface="VNI-Times" pitchFamily="2" charset="0"/>
                <a:sym typeface="Wingdings" panose="05000000000000000000" pitchFamily="2" charset="2"/>
              </a:rPr>
              <a:t>(u)</a:t>
            </a:r>
          </a:p>
          <a:p>
            <a:pPr algn="just">
              <a:spcBef>
                <a:spcPts val="1200"/>
              </a:spcBef>
              <a:spcAft>
                <a:spcPts val="300"/>
              </a:spcAft>
              <a:buClr>
                <a:schemeClr val="tx2"/>
              </a:buClr>
            </a:pPr>
            <a:r>
              <a:rPr lang="en-US" altLang="en-US" sz="2200">
                <a:latin typeface="VNI-Times" pitchFamily="2" charset="0"/>
                <a:sym typeface="Wingdings" panose="05000000000000000000" pitchFamily="2" charset="2"/>
              </a:rPr>
              <a:t>	Neáu v=v</a:t>
            </a:r>
            <a:r>
              <a:rPr lang="en-US" altLang="en-US" sz="2200" baseline="-25000">
                <a:latin typeface="VNI-Times" pitchFamily="2" charset="0"/>
                <a:sym typeface="Wingdings" panose="05000000000000000000" pitchFamily="2" charset="2"/>
              </a:rPr>
              <a:t>c</a:t>
            </a:r>
            <a:r>
              <a:rPr lang="en-US" altLang="en-US" sz="2200">
                <a:latin typeface="VNI-Times" pitchFamily="2" charset="0"/>
                <a:sym typeface="Wingdings" panose="05000000000000000000" pitchFamily="2" charset="2"/>
              </a:rPr>
              <a:t> vaø u thay ñoåi  thì P di chuyeån treân cung song song vôùi p</a:t>
            </a:r>
            <a:r>
              <a:rPr lang="en-US" altLang="en-US" sz="2200" baseline="-25000">
                <a:latin typeface="VNI-Times" pitchFamily="2" charset="0"/>
                <a:sym typeface="Wingdings" panose="05000000000000000000" pitchFamily="2" charset="2"/>
              </a:rPr>
              <a:t>0</a:t>
            </a:r>
            <a:r>
              <a:rPr lang="en-US" altLang="en-US" sz="2200">
                <a:latin typeface="VNI-Times" pitchFamily="2" charset="0"/>
                <a:sym typeface="Wingdings" panose="05000000000000000000" pitchFamily="2" charset="2"/>
              </a:rPr>
              <a:t>(u</a:t>
            </a:r>
            <a:r>
              <a:rPr lang="en-US" altLang="en-US" sz="2200" baseline="-25000">
                <a:latin typeface="VNI-Times" pitchFamily="2" charset="0"/>
                <a:sym typeface="Wingdings" panose="05000000000000000000" pitchFamily="2" charset="2"/>
              </a:rPr>
              <a:t>min</a:t>
            </a:r>
            <a:r>
              <a:rPr lang="en-US" altLang="en-US" sz="2200">
                <a:latin typeface="VNI-Times" pitchFamily="2" charset="0"/>
                <a:sym typeface="Wingdings" panose="05000000000000000000" pitchFamily="2" charset="2"/>
              </a:rPr>
              <a:t>) p</a:t>
            </a:r>
            <a:r>
              <a:rPr lang="en-US" altLang="en-US" sz="2200" baseline="-25000">
                <a:latin typeface="VNI-Times" pitchFamily="2" charset="0"/>
                <a:sym typeface="Wingdings" panose="05000000000000000000" pitchFamily="2" charset="2"/>
              </a:rPr>
              <a:t>0</a:t>
            </a:r>
            <a:r>
              <a:rPr lang="en-US" altLang="en-US" sz="2200">
                <a:latin typeface="VNI-Times" pitchFamily="2" charset="0"/>
                <a:sym typeface="Wingdings" panose="05000000000000000000" pitchFamily="2" charset="2"/>
              </a:rPr>
              <a:t>(u</a:t>
            </a:r>
            <a:r>
              <a:rPr lang="en-US" altLang="en-US" sz="2200" baseline="-25000">
                <a:latin typeface="VNI-Times" pitchFamily="2" charset="0"/>
                <a:sym typeface="Wingdings" panose="05000000000000000000" pitchFamily="2" charset="2"/>
              </a:rPr>
              <a:t>max</a:t>
            </a:r>
            <a:r>
              <a:rPr lang="en-US" altLang="en-US" sz="2200">
                <a:latin typeface="VNI-Times" pitchFamily="2" charset="0"/>
                <a:sym typeface="Wingdings" panose="05000000000000000000" pitchFamily="2" charset="2"/>
              </a:rPr>
              <a:t>) goïi laø ñöôøng ñoàng möùc theo v.</a:t>
            </a:r>
          </a:p>
          <a:p>
            <a:pPr algn="just">
              <a:spcBef>
                <a:spcPts val="1200"/>
              </a:spcBef>
              <a:spcAft>
                <a:spcPts val="300"/>
              </a:spcAft>
              <a:buClr>
                <a:schemeClr val="tx2"/>
              </a:buClr>
            </a:pPr>
            <a:r>
              <a:rPr lang="en-US" altLang="en-US" sz="2200">
                <a:latin typeface="VNI-Times" pitchFamily="2" charset="0"/>
                <a:sym typeface="Wingdings" panose="05000000000000000000" pitchFamily="2" charset="2"/>
              </a:rPr>
              <a:t>	Neáu u=u</a:t>
            </a:r>
            <a:r>
              <a:rPr lang="en-US" altLang="en-US" sz="2200" baseline="-25000">
                <a:latin typeface="VNI-Times" pitchFamily="2" charset="0"/>
                <a:sym typeface="Wingdings" panose="05000000000000000000" pitchFamily="2" charset="2"/>
              </a:rPr>
              <a:t>c</a:t>
            </a:r>
            <a:r>
              <a:rPr lang="en-US" altLang="en-US" sz="2200">
                <a:latin typeface="VNI-Times" pitchFamily="2" charset="0"/>
                <a:sym typeface="Wingdings" panose="05000000000000000000" pitchFamily="2" charset="2"/>
              </a:rPr>
              <a:t> vaø v thay ñoåi  thì P di chuyeån treân ñoaïn thaúng p</a:t>
            </a:r>
            <a:r>
              <a:rPr lang="en-US" altLang="en-US" sz="2200" baseline="-25000">
                <a:latin typeface="VNI-Times" pitchFamily="2" charset="0"/>
                <a:sym typeface="Wingdings" panose="05000000000000000000" pitchFamily="2" charset="2"/>
              </a:rPr>
              <a:t>0</a:t>
            </a:r>
            <a:r>
              <a:rPr lang="en-US" altLang="en-US" sz="2200">
                <a:latin typeface="VNI-Times" pitchFamily="2" charset="0"/>
                <a:sym typeface="Wingdings" panose="05000000000000000000" pitchFamily="2" charset="2"/>
              </a:rPr>
              <a:t>(u</a:t>
            </a:r>
            <a:r>
              <a:rPr lang="en-US" altLang="en-US" sz="2200" baseline="-25000">
                <a:latin typeface="VNI-Times" pitchFamily="2" charset="0"/>
                <a:sym typeface="Wingdings" panose="05000000000000000000" pitchFamily="2" charset="2"/>
              </a:rPr>
              <a:t>c</a:t>
            </a:r>
            <a:r>
              <a:rPr lang="en-US" altLang="en-US" sz="2200">
                <a:latin typeface="VNI-Times" pitchFamily="2" charset="0"/>
                <a:sym typeface="Wingdings" panose="05000000000000000000" pitchFamily="2" charset="2"/>
              </a:rPr>
              <a:t>) p</a:t>
            </a:r>
            <a:r>
              <a:rPr lang="en-US" altLang="en-US" sz="2200" baseline="-25000">
                <a:latin typeface="VNI-Times" pitchFamily="2" charset="0"/>
                <a:sym typeface="Wingdings" panose="05000000000000000000" pitchFamily="2" charset="2"/>
              </a:rPr>
              <a:t>1</a:t>
            </a:r>
            <a:r>
              <a:rPr lang="en-US" altLang="en-US" sz="2200">
                <a:latin typeface="VNI-Times" pitchFamily="2" charset="0"/>
                <a:sym typeface="Wingdings" panose="05000000000000000000" pitchFamily="2" charset="2"/>
              </a:rPr>
              <a:t>(u</a:t>
            </a:r>
            <a:r>
              <a:rPr lang="en-US" altLang="en-US" sz="2200" baseline="-25000">
                <a:latin typeface="VNI-Times" pitchFamily="2" charset="0"/>
                <a:sym typeface="Wingdings" panose="05000000000000000000" pitchFamily="2" charset="2"/>
              </a:rPr>
              <a:t>c</a:t>
            </a:r>
            <a:r>
              <a:rPr lang="en-US" altLang="en-US" sz="2200">
                <a:latin typeface="VNI-Times" pitchFamily="2" charset="0"/>
                <a:sym typeface="Wingdings" panose="05000000000000000000" pitchFamily="2" charset="2"/>
              </a:rPr>
              <a:t>) goïi laø ñöôøng ñoàng möùc theo u.</a:t>
            </a:r>
          </a:p>
        </p:txBody>
      </p:sp>
      <p:sp>
        <p:nvSpPr>
          <p:cNvPr id="482308" name="Rectangle 4"/>
          <p:cNvSpPr>
            <a:spLocks noChangeArrowheads="1"/>
          </p:cNvSpPr>
          <p:nvPr/>
        </p:nvSpPr>
        <p:spPr bwMode="auto">
          <a:xfrm>
            <a:off x="1524001" y="2890452"/>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2309" name="Rectangle 5"/>
          <p:cNvSpPr>
            <a:spLocks noChangeArrowheads="1"/>
          </p:cNvSpPr>
          <p:nvPr/>
        </p:nvSpPr>
        <p:spPr bwMode="auto">
          <a:xfrm>
            <a:off x="1524001" y="2866640"/>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2310" name="Rectangle 6"/>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2311" name="Rectangle 7"/>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2312" name="Rectangle 8"/>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2313" name="Rectangle 9"/>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2314" name="Rectangle 10"/>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2315" name="Rectangle 11"/>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grpSp>
        <p:nvGrpSpPr>
          <p:cNvPr id="482335" name="Group 31"/>
          <p:cNvGrpSpPr>
            <a:grpSpLocks/>
          </p:cNvGrpSpPr>
          <p:nvPr/>
        </p:nvGrpSpPr>
        <p:grpSpPr bwMode="auto">
          <a:xfrm>
            <a:off x="3352800" y="3657600"/>
            <a:ext cx="6858000" cy="3124200"/>
            <a:chOff x="1152" y="2466"/>
            <a:chExt cx="3552" cy="1422"/>
          </a:xfrm>
        </p:grpSpPr>
        <p:sp>
          <p:nvSpPr>
            <p:cNvPr id="482336" name="Freeform 32"/>
            <p:cNvSpPr>
              <a:spLocks/>
            </p:cNvSpPr>
            <p:nvPr/>
          </p:nvSpPr>
          <p:spPr bwMode="auto">
            <a:xfrm>
              <a:off x="1391" y="2639"/>
              <a:ext cx="2623" cy="495"/>
            </a:xfrm>
            <a:custGeom>
              <a:avLst/>
              <a:gdLst>
                <a:gd name="T0" fmla="*/ 0 w 5430"/>
                <a:gd name="T1" fmla="*/ 1110 h 1110"/>
                <a:gd name="T2" fmla="*/ 1830 w 5430"/>
                <a:gd name="T3" fmla="*/ 705 h 1110"/>
                <a:gd name="T4" fmla="*/ 3870 w 5430"/>
                <a:gd name="T5" fmla="*/ 750 h 1110"/>
                <a:gd name="T6" fmla="*/ 5430 w 5430"/>
                <a:gd name="T7" fmla="*/ 0 h 1110"/>
              </a:gdLst>
              <a:ahLst/>
              <a:cxnLst>
                <a:cxn ang="0">
                  <a:pos x="T0" y="T1"/>
                </a:cxn>
                <a:cxn ang="0">
                  <a:pos x="T2" y="T3"/>
                </a:cxn>
                <a:cxn ang="0">
                  <a:pos x="T4" y="T5"/>
                </a:cxn>
                <a:cxn ang="0">
                  <a:pos x="T6" y="T7"/>
                </a:cxn>
              </a:cxnLst>
              <a:rect l="0" t="0" r="r" b="b"/>
              <a:pathLst>
                <a:path w="5430" h="1110">
                  <a:moveTo>
                    <a:pt x="0" y="1110"/>
                  </a:moveTo>
                  <a:cubicBezTo>
                    <a:pt x="592" y="937"/>
                    <a:pt x="1185" y="765"/>
                    <a:pt x="1830" y="705"/>
                  </a:cubicBezTo>
                  <a:cubicBezTo>
                    <a:pt x="2475" y="645"/>
                    <a:pt x="3270" y="867"/>
                    <a:pt x="3870" y="750"/>
                  </a:cubicBezTo>
                  <a:cubicBezTo>
                    <a:pt x="4470" y="633"/>
                    <a:pt x="4950" y="316"/>
                    <a:pt x="5430" y="0"/>
                  </a:cubicBezTo>
                </a:path>
              </a:pathLst>
            </a:custGeom>
            <a:noFill/>
            <a:ln w="28575" cmpd="sng">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2337" name="Freeform 33"/>
            <p:cNvSpPr>
              <a:spLocks/>
            </p:cNvSpPr>
            <p:nvPr/>
          </p:nvSpPr>
          <p:spPr bwMode="auto">
            <a:xfrm>
              <a:off x="1412" y="3007"/>
              <a:ext cx="2624" cy="494"/>
            </a:xfrm>
            <a:custGeom>
              <a:avLst/>
              <a:gdLst>
                <a:gd name="T0" fmla="*/ 0 w 5430"/>
                <a:gd name="T1" fmla="*/ 1110 h 1110"/>
                <a:gd name="T2" fmla="*/ 1830 w 5430"/>
                <a:gd name="T3" fmla="*/ 705 h 1110"/>
                <a:gd name="T4" fmla="*/ 3870 w 5430"/>
                <a:gd name="T5" fmla="*/ 750 h 1110"/>
                <a:gd name="T6" fmla="*/ 5430 w 5430"/>
                <a:gd name="T7" fmla="*/ 0 h 1110"/>
              </a:gdLst>
              <a:ahLst/>
              <a:cxnLst>
                <a:cxn ang="0">
                  <a:pos x="T0" y="T1"/>
                </a:cxn>
                <a:cxn ang="0">
                  <a:pos x="T2" y="T3"/>
                </a:cxn>
                <a:cxn ang="0">
                  <a:pos x="T4" y="T5"/>
                </a:cxn>
                <a:cxn ang="0">
                  <a:pos x="T6" y="T7"/>
                </a:cxn>
              </a:cxnLst>
              <a:rect l="0" t="0" r="r" b="b"/>
              <a:pathLst>
                <a:path w="5430" h="1110">
                  <a:moveTo>
                    <a:pt x="0" y="1110"/>
                  </a:moveTo>
                  <a:cubicBezTo>
                    <a:pt x="592" y="937"/>
                    <a:pt x="1185" y="765"/>
                    <a:pt x="1830" y="705"/>
                  </a:cubicBezTo>
                  <a:cubicBezTo>
                    <a:pt x="2475" y="645"/>
                    <a:pt x="3270" y="867"/>
                    <a:pt x="3870" y="750"/>
                  </a:cubicBezTo>
                  <a:cubicBezTo>
                    <a:pt x="4470" y="633"/>
                    <a:pt x="4950" y="316"/>
                    <a:pt x="5430" y="0"/>
                  </a:cubicBezTo>
                </a:path>
              </a:pathLst>
            </a:custGeom>
            <a:noFill/>
            <a:ln w="28575" cmpd="sng">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2338" name="Freeform 34"/>
            <p:cNvSpPr>
              <a:spLocks/>
            </p:cNvSpPr>
            <p:nvPr/>
          </p:nvSpPr>
          <p:spPr bwMode="auto">
            <a:xfrm>
              <a:off x="1434" y="3227"/>
              <a:ext cx="2624" cy="494"/>
            </a:xfrm>
            <a:custGeom>
              <a:avLst/>
              <a:gdLst>
                <a:gd name="T0" fmla="*/ 0 w 5430"/>
                <a:gd name="T1" fmla="*/ 1110 h 1110"/>
                <a:gd name="T2" fmla="*/ 1830 w 5430"/>
                <a:gd name="T3" fmla="*/ 705 h 1110"/>
                <a:gd name="T4" fmla="*/ 3870 w 5430"/>
                <a:gd name="T5" fmla="*/ 750 h 1110"/>
                <a:gd name="T6" fmla="*/ 5430 w 5430"/>
                <a:gd name="T7" fmla="*/ 0 h 1110"/>
              </a:gdLst>
              <a:ahLst/>
              <a:cxnLst>
                <a:cxn ang="0">
                  <a:pos x="T0" y="T1"/>
                </a:cxn>
                <a:cxn ang="0">
                  <a:pos x="T2" y="T3"/>
                </a:cxn>
                <a:cxn ang="0">
                  <a:pos x="T4" y="T5"/>
                </a:cxn>
                <a:cxn ang="0">
                  <a:pos x="T6" y="T7"/>
                </a:cxn>
              </a:cxnLst>
              <a:rect l="0" t="0" r="r" b="b"/>
              <a:pathLst>
                <a:path w="5430" h="1110">
                  <a:moveTo>
                    <a:pt x="0" y="1110"/>
                  </a:moveTo>
                  <a:cubicBezTo>
                    <a:pt x="592" y="937"/>
                    <a:pt x="1185" y="765"/>
                    <a:pt x="1830" y="705"/>
                  </a:cubicBezTo>
                  <a:cubicBezTo>
                    <a:pt x="2475" y="645"/>
                    <a:pt x="3270" y="867"/>
                    <a:pt x="3870" y="750"/>
                  </a:cubicBezTo>
                  <a:cubicBezTo>
                    <a:pt x="4470" y="633"/>
                    <a:pt x="4950" y="316"/>
                    <a:pt x="5430" y="0"/>
                  </a:cubicBezTo>
                </a:path>
              </a:pathLst>
            </a:custGeom>
            <a:noFill/>
            <a:ln w="28575" cmpd="sng">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2339" name="Line 35"/>
            <p:cNvSpPr>
              <a:spLocks noChangeShapeType="1"/>
            </p:cNvSpPr>
            <p:nvPr/>
          </p:nvSpPr>
          <p:spPr bwMode="auto">
            <a:xfrm>
              <a:off x="1782" y="3040"/>
              <a:ext cx="116" cy="5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2340" name="Line 36"/>
            <p:cNvSpPr>
              <a:spLocks noChangeShapeType="1"/>
            </p:cNvSpPr>
            <p:nvPr/>
          </p:nvSpPr>
          <p:spPr bwMode="auto">
            <a:xfrm>
              <a:off x="2079" y="2980"/>
              <a:ext cx="116" cy="56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482341" name="Line 37"/>
            <p:cNvSpPr>
              <a:spLocks noChangeShapeType="1"/>
            </p:cNvSpPr>
            <p:nvPr/>
          </p:nvSpPr>
          <p:spPr bwMode="auto">
            <a:xfrm>
              <a:off x="2398" y="2953"/>
              <a:ext cx="117" cy="5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2342" name="Line 38"/>
            <p:cNvSpPr>
              <a:spLocks noChangeShapeType="1"/>
            </p:cNvSpPr>
            <p:nvPr/>
          </p:nvSpPr>
          <p:spPr bwMode="auto">
            <a:xfrm>
              <a:off x="3449" y="2920"/>
              <a:ext cx="116" cy="56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2343" name="Line 39"/>
            <p:cNvSpPr>
              <a:spLocks noChangeShapeType="1"/>
            </p:cNvSpPr>
            <p:nvPr/>
          </p:nvSpPr>
          <p:spPr bwMode="auto">
            <a:xfrm>
              <a:off x="3724" y="2800"/>
              <a:ext cx="117" cy="56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2344" name="Text Box 40"/>
            <p:cNvSpPr txBox="1">
              <a:spLocks noChangeArrowheads="1"/>
            </p:cNvSpPr>
            <p:nvPr/>
          </p:nvSpPr>
          <p:spPr bwMode="auto">
            <a:xfrm>
              <a:off x="1152" y="2900"/>
              <a:ext cx="74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400">
                  <a:latin typeface="VNI-Times" pitchFamily="2" charset="0"/>
                </a:rPr>
                <a:t>P</a:t>
              </a:r>
              <a:r>
                <a:rPr lang="en-US" altLang="en-US" sz="2400" baseline="-25000">
                  <a:latin typeface="VNI-Times" pitchFamily="2" charset="0"/>
                </a:rPr>
                <a:t>1</a:t>
              </a:r>
              <a:r>
                <a:rPr lang="en-US" altLang="en-US" sz="2400">
                  <a:latin typeface="VNI-Times" pitchFamily="2" charset="0"/>
                </a:rPr>
                <a:t>(u</a:t>
              </a:r>
              <a:r>
                <a:rPr lang="en-US" altLang="en-US" sz="2400" baseline="-25000">
                  <a:latin typeface="VNI-Times" pitchFamily="2" charset="0"/>
                </a:rPr>
                <a:t>min</a:t>
              </a:r>
              <a:r>
                <a:rPr lang="en-US" altLang="en-US" sz="2400">
                  <a:latin typeface="VNI-Times" pitchFamily="2" charset="0"/>
                </a:rPr>
                <a:t>)</a:t>
              </a:r>
            </a:p>
          </p:txBody>
        </p:sp>
        <p:sp>
          <p:nvSpPr>
            <p:cNvPr id="482345" name="Text Box 41"/>
            <p:cNvSpPr txBox="1">
              <a:spLocks noChangeArrowheads="1"/>
            </p:cNvSpPr>
            <p:nvPr/>
          </p:nvSpPr>
          <p:spPr bwMode="auto">
            <a:xfrm>
              <a:off x="3645" y="2466"/>
              <a:ext cx="74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400">
                  <a:latin typeface="VNI-Times" pitchFamily="2" charset="0"/>
                </a:rPr>
                <a:t>P</a:t>
              </a:r>
              <a:r>
                <a:rPr lang="en-US" altLang="en-US" sz="2400" baseline="-25000">
                  <a:latin typeface="VNI-Times" pitchFamily="2" charset="0"/>
                </a:rPr>
                <a:t>1</a:t>
              </a:r>
              <a:r>
                <a:rPr lang="en-US" altLang="en-US" sz="2400">
                  <a:latin typeface="VNI-Times" pitchFamily="2" charset="0"/>
                </a:rPr>
                <a:t>(u</a:t>
              </a:r>
              <a:r>
                <a:rPr lang="en-US" altLang="en-US" sz="2400" baseline="-25000">
                  <a:latin typeface="VNI-Times" pitchFamily="2" charset="0"/>
                </a:rPr>
                <a:t>max</a:t>
              </a:r>
              <a:r>
                <a:rPr lang="en-US" altLang="en-US" sz="2400">
                  <a:latin typeface="VNI-Times" pitchFamily="2" charset="0"/>
                </a:rPr>
                <a:t>)</a:t>
              </a:r>
            </a:p>
          </p:txBody>
        </p:sp>
        <p:sp>
          <p:nvSpPr>
            <p:cNvPr id="482346" name="Text Box 42"/>
            <p:cNvSpPr txBox="1">
              <a:spLocks noChangeArrowheads="1"/>
            </p:cNvSpPr>
            <p:nvPr/>
          </p:nvSpPr>
          <p:spPr bwMode="auto">
            <a:xfrm>
              <a:off x="1290" y="3694"/>
              <a:ext cx="74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400">
                  <a:latin typeface="VNI-Times" pitchFamily="2" charset="0"/>
                </a:rPr>
                <a:t>P</a:t>
              </a:r>
              <a:r>
                <a:rPr lang="en-US" altLang="en-US" sz="2400" baseline="-25000">
                  <a:latin typeface="VNI-Times" pitchFamily="2" charset="0"/>
                </a:rPr>
                <a:t>0</a:t>
              </a:r>
              <a:r>
                <a:rPr lang="en-US" altLang="en-US" sz="2400">
                  <a:latin typeface="VNI-Times" pitchFamily="2" charset="0"/>
                </a:rPr>
                <a:t>(u</a:t>
              </a:r>
              <a:r>
                <a:rPr lang="en-US" altLang="en-US" sz="2400" baseline="-25000">
                  <a:latin typeface="VNI-Times" pitchFamily="2" charset="0"/>
                </a:rPr>
                <a:t>min</a:t>
              </a:r>
              <a:r>
                <a:rPr lang="en-US" altLang="en-US" sz="2400">
                  <a:latin typeface="VNI-Times" pitchFamily="2" charset="0"/>
                </a:rPr>
                <a:t>)</a:t>
              </a:r>
            </a:p>
          </p:txBody>
        </p:sp>
        <p:sp>
          <p:nvSpPr>
            <p:cNvPr id="482347" name="Text Box 43"/>
            <p:cNvSpPr txBox="1">
              <a:spLocks noChangeArrowheads="1"/>
            </p:cNvSpPr>
            <p:nvPr/>
          </p:nvSpPr>
          <p:spPr bwMode="auto">
            <a:xfrm>
              <a:off x="1898" y="2793"/>
              <a:ext cx="74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400">
                  <a:latin typeface="VNI-Times" pitchFamily="2" charset="0"/>
                </a:rPr>
                <a:t>P</a:t>
              </a:r>
              <a:r>
                <a:rPr lang="en-US" altLang="en-US" sz="2400" baseline="-25000">
                  <a:latin typeface="VNI-Times" pitchFamily="2" charset="0"/>
                </a:rPr>
                <a:t>1</a:t>
              </a:r>
              <a:r>
                <a:rPr lang="en-US" altLang="en-US" sz="2400">
                  <a:latin typeface="VNI-Times" pitchFamily="2" charset="0"/>
                </a:rPr>
                <a:t>(u)</a:t>
              </a:r>
            </a:p>
          </p:txBody>
        </p:sp>
        <p:sp>
          <p:nvSpPr>
            <p:cNvPr id="482348" name="Text Box 44"/>
            <p:cNvSpPr txBox="1">
              <a:spLocks noChangeArrowheads="1"/>
            </p:cNvSpPr>
            <p:nvPr/>
          </p:nvSpPr>
          <p:spPr bwMode="auto">
            <a:xfrm>
              <a:off x="1971" y="3521"/>
              <a:ext cx="746"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400">
                  <a:latin typeface="VNI-Times" pitchFamily="2" charset="0"/>
                </a:rPr>
                <a:t>P</a:t>
              </a:r>
              <a:r>
                <a:rPr lang="en-US" altLang="en-US" sz="2400" baseline="-25000">
                  <a:latin typeface="VNI-Times" pitchFamily="2" charset="0"/>
                </a:rPr>
                <a:t>0</a:t>
              </a:r>
              <a:r>
                <a:rPr lang="en-US" altLang="en-US" sz="2400">
                  <a:latin typeface="VNI-Times" pitchFamily="2" charset="0"/>
                </a:rPr>
                <a:t>(u)</a:t>
              </a:r>
            </a:p>
          </p:txBody>
        </p:sp>
        <p:sp>
          <p:nvSpPr>
            <p:cNvPr id="482349" name="Text Box 45"/>
            <p:cNvSpPr txBox="1">
              <a:spLocks noChangeArrowheads="1"/>
            </p:cNvSpPr>
            <p:nvPr/>
          </p:nvSpPr>
          <p:spPr bwMode="auto">
            <a:xfrm>
              <a:off x="1920" y="3180"/>
              <a:ext cx="74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400">
                  <a:latin typeface="VNI-Times" pitchFamily="2" charset="0"/>
                </a:rPr>
                <a:t>P</a:t>
              </a:r>
            </a:p>
          </p:txBody>
        </p:sp>
        <p:sp>
          <p:nvSpPr>
            <p:cNvPr id="482350" name="Text Box 46"/>
            <p:cNvSpPr txBox="1">
              <a:spLocks noChangeArrowheads="1"/>
            </p:cNvSpPr>
            <p:nvPr/>
          </p:nvSpPr>
          <p:spPr bwMode="auto">
            <a:xfrm>
              <a:off x="1232" y="3354"/>
              <a:ext cx="74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400">
                  <a:latin typeface="VNI-Times" pitchFamily="2" charset="0"/>
                </a:rPr>
                <a:t>v</a:t>
              </a:r>
              <a:r>
                <a:rPr lang="en-US" altLang="en-US" sz="2400" baseline="-25000">
                  <a:latin typeface="VNI-Times" pitchFamily="2" charset="0"/>
                </a:rPr>
                <a:t>c</a:t>
              </a:r>
              <a:endParaRPr lang="en-US" altLang="en-US" sz="2400">
                <a:latin typeface="VNI-Times" pitchFamily="2" charset="0"/>
              </a:endParaRPr>
            </a:p>
          </p:txBody>
        </p:sp>
        <p:sp>
          <p:nvSpPr>
            <p:cNvPr id="482351" name="Oval 47"/>
            <p:cNvSpPr>
              <a:spLocks noChangeArrowheads="1"/>
            </p:cNvSpPr>
            <p:nvPr/>
          </p:nvSpPr>
          <p:spPr bwMode="auto">
            <a:xfrm>
              <a:off x="2132" y="3315"/>
              <a:ext cx="47" cy="44"/>
            </a:xfrm>
            <a:prstGeom prst="ellipse">
              <a:avLst/>
            </a:prstGeom>
            <a:solidFill>
              <a:srgbClr val="993300"/>
            </a:solidFill>
            <a:ln w="9525">
              <a:solidFill>
                <a:srgbClr val="993300"/>
              </a:solidFill>
              <a:round/>
              <a:headEnd/>
              <a:tailEnd/>
            </a:ln>
          </p:spPr>
          <p:txBody>
            <a:bodyPr/>
            <a:lstStyle/>
            <a:p>
              <a:endParaRPr lang="en-US"/>
            </a:p>
          </p:txBody>
        </p:sp>
        <p:sp>
          <p:nvSpPr>
            <p:cNvPr id="482352" name="Text Box 48"/>
            <p:cNvSpPr txBox="1">
              <a:spLocks noChangeArrowheads="1"/>
            </p:cNvSpPr>
            <p:nvPr/>
          </p:nvSpPr>
          <p:spPr bwMode="auto">
            <a:xfrm>
              <a:off x="3958" y="3187"/>
              <a:ext cx="74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400">
                  <a:latin typeface="VNI-Times" pitchFamily="2" charset="0"/>
                </a:rPr>
                <a:t>P</a:t>
              </a:r>
              <a:r>
                <a:rPr lang="en-US" altLang="en-US" sz="2400" baseline="-25000">
                  <a:latin typeface="VNI-Times" pitchFamily="2" charset="0"/>
                </a:rPr>
                <a:t>0</a:t>
              </a:r>
              <a:r>
                <a:rPr lang="en-US" altLang="en-US" sz="2400">
                  <a:latin typeface="VNI-Times" pitchFamily="2" charset="0"/>
                </a:rPr>
                <a:t>(u</a:t>
              </a:r>
              <a:r>
                <a:rPr lang="en-US" altLang="en-US" sz="2400" baseline="-25000">
                  <a:latin typeface="VNI-Times" pitchFamily="2" charset="0"/>
                </a:rPr>
                <a:t>max</a:t>
              </a:r>
              <a:r>
                <a:rPr lang="en-US" altLang="en-US" sz="2400">
                  <a:latin typeface="VNI-Times" pitchFamily="2" charset="0"/>
                </a:rPr>
                <a:t>)</a:t>
              </a:r>
            </a:p>
          </p:txBody>
        </p:sp>
      </p:grpSp>
    </p:spTree>
    <p:extLst>
      <p:ext uri="{BB962C8B-B14F-4D97-AF65-F5344CB8AC3E}">
        <p14:creationId xmlns:p14="http://schemas.microsoft.com/office/powerpoint/2010/main" val="317454600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82306"/>
                                        </p:tgtEl>
                                        <p:attrNameLst>
                                          <p:attrName>style.visibility</p:attrName>
                                        </p:attrNameLst>
                                      </p:cBhvr>
                                      <p:to>
                                        <p:strVal val="visible"/>
                                      </p:to>
                                    </p:set>
                                    <p:animEffect transition="in" filter="fade">
                                      <p:cBhvr>
                                        <p:cTn id="7" dur="2000"/>
                                        <p:tgtEl>
                                          <p:spTgt spid="482306"/>
                                        </p:tgtEl>
                                      </p:cBhvr>
                                    </p:animEffect>
                                  </p:childTnLst>
                                </p:cTn>
                              </p:par>
                              <p:par>
                                <p:cTn id="8" presetID="10" presetClass="entr" presetSubtype="0" fill="hold" nodeType="withEffect">
                                  <p:stCondLst>
                                    <p:cond delay="0"/>
                                  </p:stCondLst>
                                  <p:childTnLst>
                                    <p:set>
                                      <p:cBhvr>
                                        <p:cTn id="9" dur="1" fill="hold">
                                          <p:stCondLst>
                                            <p:cond delay="0"/>
                                          </p:stCondLst>
                                        </p:cTn>
                                        <p:tgtEl>
                                          <p:spTgt spid="482307">
                                            <p:txEl>
                                              <p:pRg st="0" end="0"/>
                                            </p:txEl>
                                          </p:spTgt>
                                        </p:tgtEl>
                                        <p:attrNameLst>
                                          <p:attrName>style.visibility</p:attrName>
                                        </p:attrNameLst>
                                      </p:cBhvr>
                                      <p:to>
                                        <p:strVal val="visible"/>
                                      </p:to>
                                    </p:set>
                                    <p:animEffect transition="in" filter="fade">
                                      <p:cBhvr>
                                        <p:cTn id="10" dur="2000"/>
                                        <p:tgtEl>
                                          <p:spTgt spid="482307">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82307">
                                            <p:txEl>
                                              <p:pRg st="1" end="1"/>
                                            </p:txEl>
                                          </p:spTgt>
                                        </p:tgtEl>
                                        <p:attrNameLst>
                                          <p:attrName>style.visibility</p:attrName>
                                        </p:attrNameLst>
                                      </p:cBhvr>
                                      <p:to>
                                        <p:strVal val="visible"/>
                                      </p:to>
                                    </p:set>
                                    <p:animEffect transition="in" filter="fade">
                                      <p:cBhvr>
                                        <p:cTn id="13" dur="2000"/>
                                        <p:tgtEl>
                                          <p:spTgt spid="482307">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82307">
                                            <p:txEl>
                                              <p:pRg st="2" end="2"/>
                                            </p:txEl>
                                          </p:spTgt>
                                        </p:tgtEl>
                                        <p:attrNameLst>
                                          <p:attrName>style.visibility</p:attrName>
                                        </p:attrNameLst>
                                      </p:cBhvr>
                                      <p:to>
                                        <p:strVal val="visible"/>
                                      </p:to>
                                    </p:set>
                                    <p:animEffect transition="in" filter="fade">
                                      <p:cBhvr>
                                        <p:cTn id="16" dur="2000"/>
                                        <p:tgtEl>
                                          <p:spTgt spid="482307">
                                            <p:txEl>
                                              <p:pRg st="2" end="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82307">
                                            <p:txEl>
                                              <p:pRg st="3" end="3"/>
                                            </p:txEl>
                                          </p:spTgt>
                                        </p:tgtEl>
                                        <p:attrNameLst>
                                          <p:attrName>style.visibility</p:attrName>
                                        </p:attrNameLst>
                                      </p:cBhvr>
                                      <p:to>
                                        <p:strVal val="visible"/>
                                      </p:to>
                                    </p:set>
                                    <p:animEffect transition="in" filter="fade">
                                      <p:cBhvr>
                                        <p:cTn id="19" dur="2000"/>
                                        <p:tgtEl>
                                          <p:spTgt spid="482307">
                                            <p:txEl>
                                              <p:pRg st="3" end="3"/>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482307">
                                            <p:txEl>
                                              <p:pRg st="4" end="4"/>
                                            </p:txEl>
                                          </p:spTgt>
                                        </p:tgtEl>
                                        <p:attrNameLst>
                                          <p:attrName>style.visibility</p:attrName>
                                        </p:attrNameLst>
                                      </p:cBhvr>
                                      <p:to>
                                        <p:strVal val="visible"/>
                                      </p:to>
                                    </p:set>
                                    <p:animEffect transition="in" filter="fade">
                                      <p:cBhvr>
                                        <p:cTn id="22" dur="2000"/>
                                        <p:tgtEl>
                                          <p:spTgt spid="48230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306" grpId="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 name="Slide Number Placeholder 5"/>
          <p:cNvSpPr>
            <a:spLocks noGrp="1"/>
          </p:cNvSpPr>
          <p:nvPr>
            <p:ph type="sldNum" sz="quarter" idx="12"/>
          </p:nvPr>
        </p:nvSpPr>
        <p:spPr/>
        <p:txBody>
          <a:bodyPr/>
          <a:lstStyle/>
          <a:p>
            <a:fld id="{CA4D1993-C5FB-46B9-A489-7D7D9661A970}" type="slidenum">
              <a:rPr lang="en-US" altLang="en-US"/>
              <a:pPr/>
              <a:t>7</a:t>
            </a:fld>
            <a:endParaRPr lang="en-US" altLang="en-US"/>
          </a:p>
        </p:txBody>
      </p:sp>
      <p:sp>
        <p:nvSpPr>
          <p:cNvPr id="484354" name="Rectangle 2"/>
          <p:cNvSpPr>
            <a:spLocks noGrp="1" noChangeArrowheads="1"/>
          </p:cNvSpPr>
          <p:nvPr>
            <p:ph type="title"/>
          </p:nvPr>
        </p:nvSpPr>
        <p:spPr>
          <a:xfrm>
            <a:off x="1905000" y="0"/>
            <a:ext cx="4114800" cy="609600"/>
          </a:xfrm>
        </p:spPr>
        <p:txBody>
          <a:bodyPr/>
          <a:lstStyle/>
          <a:p>
            <a:pPr algn="l"/>
            <a:r>
              <a:rPr lang="en-US" altLang="en-US" sz="2800" b="1">
                <a:solidFill>
                  <a:srgbClr val="CC0000"/>
                </a:solidFill>
                <a:latin typeface="VNI-Times" pitchFamily="2" charset="0"/>
                <a:sym typeface="Wingdings" panose="05000000000000000000" pitchFamily="2" charset="2"/>
              </a:rPr>
              <a:t>2. Caùc maët coù quy taéc</a:t>
            </a:r>
          </a:p>
        </p:txBody>
      </p:sp>
      <p:sp>
        <p:nvSpPr>
          <p:cNvPr id="484355" name="Rectangle 3"/>
          <p:cNvSpPr>
            <a:spLocks noChangeArrowheads="1"/>
          </p:cNvSpPr>
          <p:nvPr/>
        </p:nvSpPr>
        <p:spPr bwMode="auto">
          <a:xfrm>
            <a:off x="1828800" y="685800"/>
            <a:ext cx="8458200" cy="3698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860425">
              <a:defRPr>
                <a:solidFill>
                  <a:schemeClr val="tx1"/>
                </a:solidFill>
                <a:latin typeface="Arial" panose="020B0604020202020204" pitchFamily="34" charset="0"/>
              </a:defRPr>
            </a:lvl2pPr>
            <a:lvl3pPr marL="974725">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just">
              <a:spcBef>
                <a:spcPts val="500"/>
              </a:spcBef>
              <a:spcAft>
                <a:spcPts val="500"/>
              </a:spcAft>
              <a:buClr>
                <a:schemeClr val="tx2"/>
              </a:buClr>
            </a:pPr>
            <a:r>
              <a:rPr lang="en-US" altLang="en-US" sz="2200">
                <a:solidFill>
                  <a:srgbClr val="000066"/>
                </a:solidFill>
                <a:latin typeface="Times New Roman" panose="02020603050405020304" pitchFamily="18" charset="0"/>
                <a:sym typeface="Wingdings" panose="05000000000000000000" pitchFamily="2" charset="2"/>
              </a:rPr>
              <a:t>    </a:t>
            </a:r>
            <a:r>
              <a:rPr lang="en-US" altLang="en-US" sz="2200" u="sng">
                <a:latin typeface="VNI-Times" pitchFamily="2" charset="0"/>
                <a:sym typeface="Wingdings" panose="05000000000000000000" pitchFamily="2" charset="2"/>
              </a:rPr>
              <a:t>Ví duï</a:t>
            </a:r>
            <a:r>
              <a:rPr lang="en-US" altLang="en-US" sz="2200">
                <a:latin typeface="VNI-Times" pitchFamily="2" charset="0"/>
                <a:sym typeface="Wingdings" panose="05000000000000000000" pitchFamily="2" charset="2"/>
              </a:rPr>
              <a:t>:</a:t>
            </a:r>
          </a:p>
          <a:p>
            <a:pPr>
              <a:spcBef>
                <a:spcPts val="500"/>
              </a:spcBef>
              <a:spcAft>
                <a:spcPts val="500"/>
              </a:spcAft>
              <a:buClr>
                <a:schemeClr val="tx2"/>
              </a:buClr>
            </a:pPr>
            <a:endParaRPr lang="en-US" altLang="en-US" sz="2200">
              <a:latin typeface="VNI-Times" pitchFamily="2" charset="0"/>
              <a:sym typeface="Wingdings" panose="05000000000000000000" pitchFamily="2" charset="2"/>
            </a:endParaRPr>
          </a:p>
          <a:p>
            <a:pPr>
              <a:spcBef>
                <a:spcPts val="500"/>
              </a:spcBef>
              <a:spcAft>
                <a:spcPts val="500"/>
              </a:spcAft>
              <a:buClr>
                <a:schemeClr val="tx2"/>
              </a:buClr>
            </a:pPr>
            <a:r>
              <a:rPr lang="en-US" altLang="en-US" sz="2200">
                <a:latin typeface="VNI-Times" pitchFamily="2" charset="0"/>
                <a:sym typeface="Wingdings" panose="05000000000000000000" pitchFamily="2" charset="2"/>
              </a:rPr>
              <a:t>Maët truï: 	p</a:t>
            </a:r>
            <a:r>
              <a:rPr lang="en-US" altLang="en-US" sz="2200" baseline="-25000">
                <a:latin typeface="VNI-Times" pitchFamily="2" charset="0"/>
                <a:sym typeface="Wingdings" panose="05000000000000000000" pitchFamily="2" charset="2"/>
              </a:rPr>
              <a:t>0</a:t>
            </a:r>
            <a:r>
              <a:rPr lang="en-US" altLang="en-US" sz="2200">
                <a:latin typeface="VNI-Times" pitchFamily="2" charset="0"/>
                <a:sym typeface="Wingdings" panose="05000000000000000000" pitchFamily="2" charset="2"/>
              </a:rPr>
              <a:t>(u) laø ñaùy döôùi</a:t>
            </a:r>
          </a:p>
          <a:p>
            <a:pPr lvl="1">
              <a:spcBef>
                <a:spcPts val="500"/>
              </a:spcBef>
              <a:spcAft>
                <a:spcPts val="500"/>
              </a:spcAft>
              <a:buClr>
                <a:schemeClr val="tx2"/>
              </a:buClr>
            </a:pPr>
            <a:r>
              <a:rPr lang="en-US" altLang="en-US" sz="2200">
                <a:latin typeface="VNI-Times" pitchFamily="2" charset="0"/>
                <a:sym typeface="Wingdings" panose="05000000000000000000" pitchFamily="2" charset="2"/>
              </a:rPr>
              <a:t>		P</a:t>
            </a:r>
            <a:r>
              <a:rPr lang="en-US" altLang="en-US" sz="2200" baseline="-25000">
                <a:latin typeface="VNI-Times" pitchFamily="2" charset="0"/>
                <a:sym typeface="Wingdings" panose="05000000000000000000" pitchFamily="2" charset="2"/>
              </a:rPr>
              <a:t>1</a:t>
            </a:r>
            <a:r>
              <a:rPr lang="en-US" altLang="en-US" sz="2200">
                <a:latin typeface="VNI-Times" pitchFamily="2" charset="0"/>
                <a:sym typeface="Wingdings" panose="05000000000000000000" pitchFamily="2" charset="2"/>
              </a:rPr>
              <a:t>(u) laø ñaùy treân</a:t>
            </a:r>
          </a:p>
          <a:p>
            <a:pPr lvl="1">
              <a:spcBef>
                <a:spcPts val="500"/>
              </a:spcBef>
              <a:spcAft>
                <a:spcPts val="500"/>
              </a:spcAft>
              <a:buClr>
                <a:schemeClr val="tx2"/>
              </a:buClr>
            </a:pPr>
            <a:endParaRPr lang="en-US" altLang="en-US" sz="2200">
              <a:latin typeface="VNI-Times" pitchFamily="2" charset="0"/>
              <a:sym typeface="Wingdings" panose="05000000000000000000" pitchFamily="2" charset="2"/>
            </a:endParaRPr>
          </a:p>
          <a:p>
            <a:pPr lvl="1">
              <a:spcBef>
                <a:spcPts val="500"/>
              </a:spcBef>
              <a:spcAft>
                <a:spcPts val="500"/>
              </a:spcAft>
              <a:buClr>
                <a:schemeClr val="tx2"/>
              </a:buClr>
            </a:pPr>
            <a:endParaRPr lang="en-US" altLang="en-US" sz="2200">
              <a:latin typeface="VNI-Times" pitchFamily="2" charset="0"/>
              <a:sym typeface="Wingdings" panose="05000000000000000000" pitchFamily="2" charset="2"/>
            </a:endParaRPr>
          </a:p>
          <a:p>
            <a:pPr>
              <a:spcBef>
                <a:spcPts val="500"/>
              </a:spcBef>
              <a:spcAft>
                <a:spcPts val="500"/>
              </a:spcAft>
              <a:buClr>
                <a:schemeClr val="tx2"/>
              </a:buClr>
            </a:pPr>
            <a:r>
              <a:rPr lang="en-US" altLang="en-US" sz="2200">
                <a:latin typeface="VNI-Times" pitchFamily="2" charset="0"/>
                <a:sym typeface="Wingdings" panose="05000000000000000000" pitchFamily="2" charset="2"/>
              </a:rPr>
              <a:t>Maët noùn: 	p</a:t>
            </a:r>
            <a:r>
              <a:rPr lang="en-US" altLang="en-US" sz="2200" baseline="-25000">
                <a:latin typeface="VNI-Times" pitchFamily="2" charset="0"/>
                <a:sym typeface="Wingdings" panose="05000000000000000000" pitchFamily="2" charset="2"/>
              </a:rPr>
              <a:t>0</a:t>
            </a:r>
            <a:r>
              <a:rPr lang="en-US" altLang="en-US" sz="2200">
                <a:latin typeface="VNI-Times" pitchFamily="2" charset="0"/>
                <a:sym typeface="Wingdings" panose="05000000000000000000" pitchFamily="2" charset="2"/>
              </a:rPr>
              <a:t>(u) laø 1 ñieåm</a:t>
            </a:r>
          </a:p>
          <a:p>
            <a:pPr lvl="1">
              <a:spcBef>
                <a:spcPts val="500"/>
              </a:spcBef>
              <a:spcAft>
                <a:spcPts val="500"/>
              </a:spcAft>
              <a:buClr>
                <a:schemeClr val="tx2"/>
              </a:buClr>
            </a:pPr>
            <a:r>
              <a:rPr lang="en-US" altLang="en-US" sz="2200">
                <a:latin typeface="VNI-Times" pitchFamily="2" charset="0"/>
                <a:sym typeface="Wingdings" panose="05000000000000000000" pitchFamily="2" charset="2"/>
              </a:rPr>
              <a:t>		P</a:t>
            </a:r>
            <a:r>
              <a:rPr lang="en-US" altLang="en-US" sz="2200" baseline="-25000">
                <a:latin typeface="VNI-Times" pitchFamily="2" charset="0"/>
                <a:sym typeface="Wingdings" panose="05000000000000000000" pitchFamily="2" charset="2"/>
              </a:rPr>
              <a:t>1</a:t>
            </a:r>
            <a:r>
              <a:rPr lang="en-US" altLang="en-US" sz="2200">
                <a:latin typeface="VNI-Times" pitchFamily="2" charset="0"/>
                <a:sym typeface="Wingdings" panose="05000000000000000000" pitchFamily="2" charset="2"/>
              </a:rPr>
              <a:t>(u) laø ñöôøng troøn</a:t>
            </a:r>
          </a:p>
        </p:txBody>
      </p:sp>
      <p:sp>
        <p:nvSpPr>
          <p:cNvPr id="484358" name="Rectangle 6"/>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4359" name="Rectangle 7"/>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4360" name="Rectangle 8"/>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4361" name="Rectangle 9"/>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4362" name="Rectangle 10"/>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4363" name="Rectangle 11"/>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grpSp>
        <p:nvGrpSpPr>
          <p:cNvPr id="484383" name="Group 31"/>
          <p:cNvGrpSpPr>
            <a:grpSpLocks/>
          </p:cNvGrpSpPr>
          <p:nvPr/>
        </p:nvGrpSpPr>
        <p:grpSpPr bwMode="auto">
          <a:xfrm>
            <a:off x="6096000" y="1014414"/>
            <a:ext cx="1587500" cy="1728787"/>
            <a:chOff x="3630" y="3720"/>
            <a:chExt cx="1950" cy="2190"/>
          </a:xfrm>
        </p:grpSpPr>
        <p:sp>
          <p:nvSpPr>
            <p:cNvPr id="484384" name="AutoShape 32"/>
            <p:cNvSpPr>
              <a:spLocks noChangeArrowheads="1"/>
            </p:cNvSpPr>
            <p:nvPr/>
          </p:nvSpPr>
          <p:spPr bwMode="auto">
            <a:xfrm>
              <a:off x="3863" y="4209"/>
              <a:ext cx="1026" cy="1311"/>
            </a:xfrm>
            <a:prstGeom prst="can">
              <a:avLst>
                <a:gd name="adj" fmla="val 30702"/>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4385" name="Text Box 33"/>
            <p:cNvSpPr txBox="1">
              <a:spLocks noChangeArrowheads="1"/>
            </p:cNvSpPr>
            <p:nvPr/>
          </p:nvSpPr>
          <p:spPr bwMode="auto">
            <a:xfrm>
              <a:off x="3630" y="3720"/>
              <a:ext cx="1035" cy="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600">
                  <a:latin typeface="VNI-Times" pitchFamily="2" charset="0"/>
                </a:rPr>
                <a:t>P</a:t>
              </a:r>
              <a:r>
                <a:rPr lang="en-US" altLang="en-US" sz="1600" baseline="-25000">
                  <a:latin typeface="VNI-Times" pitchFamily="2" charset="0"/>
                </a:rPr>
                <a:t>1</a:t>
              </a:r>
              <a:r>
                <a:rPr lang="en-US" altLang="en-US" sz="1600">
                  <a:latin typeface="VNI-Times" pitchFamily="2" charset="0"/>
                </a:rPr>
                <a:t>(u)</a:t>
              </a:r>
            </a:p>
          </p:txBody>
        </p:sp>
        <p:sp>
          <p:nvSpPr>
            <p:cNvPr id="484386" name="Text Box 34"/>
            <p:cNvSpPr txBox="1">
              <a:spLocks noChangeArrowheads="1"/>
            </p:cNvSpPr>
            <p:nvPr/>
          </p:nvSpPr>
          <p:spPr bwMode="auto">
            <a:xfrm>
              <a:off x="4545" y="5355"/>
              <a:ext cx="1035" cy="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600">
                  <a:latin typeface="VNI-Times" pitchFamily="2" charset="0"/>
                </a:rPr>
                <a:t>P</a:t>
              </a:r>
              <a:r>
                <a:rPr lang="en-US" altLang="en-US" sz="1600" baseline="-25000">
                  <a:latin typeface="VNI-Times" pitchFamily="2" charset="0"/>
                </a:rPr>
                <a:t>0</a:t>
              </a:r>
              <a:r>
                <a:rPr lang="en-US" altLang="en-US" sz="1600">
                  <a:latin typeface="VNI-Times" pitchFamily="2" charset="0"/>
                </a:rPr>
                <a:t>(u)</a:t>
              </a:r>
            </a:p>
          </p:txBody>
        </p:sp>
      </p:grpSp>
      <p:grpSp>
        <p:nvGrpSpPr>
          <p:cNvPr id="484387" name="Group 35"/>
          <p:cNvGrpSpPr>
            <a:grpSpLocks/>
          </p:cNvGrpSpPr>
          <p:nvPr/>
        </p:nvGrpSpPr>
        <p:grpSpPr bwMode="auto">
          <a:xfrm>
            <a:off x="8382000" y="1981200"/>
            <a:ext cx="1905000" cy="2438400"/>
            <a:chOff x="7275" y="2085"/>
            <a:chExt cx="2340" cy="3090"/>
          </a:xfrm>
        </p:grpSpPr>
        <p:sp>
          <p:nvSpPr>
            <p:cNvPr id="484388" name="Oval 36"/>
            <p:cNvSpPr>
              <a:spLocks noChangeArrowheads="1"/>
            </p:cNvSpPr>
            <p:nvPr/>
          </p:nvSpPr>
          <p:spPr bwMode="auto">
            <a:xfrm>
              <a:off x="7275" y="2235"/>
              <a:ext cx="1514" cy="49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4389" name="Oval 37"/>
            <p:cNvSpPr>
              <a:spLocks noChangeArrowheads="1"/>
            </p:cNvSpPr>
            <p:nvPr/>
          </p:nvSpPr>
          <p:spPr bwMode="auto">
            <a:xfrm>
              <a:off x="7290" y="4455"/>
              <a:ext cx="1514" cy="49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4390" name="Line 38"/>
            <p:cNvSpPr>
              <a:spLocks noChangeShapeType="1"/>
            </p:cNvSpPr>
            <p:nvPr/>
          </p:nvSpPr>
          <p:spPr bwMode="auto">
            <a:xfrm>
              <a:off x="7275" y="2505"/>
              <a:ext cx="1530" cy="21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4391" name="Line 39"/>
            <p:cNvSpPr>
              <a:spLocks noChangeShapeType="1"/>
            </p:cNvSpPr>
            <p:nvPr/>
          </p:nvSpPr>
          <p:spPr bwMode="auto">
            <a:xfrm flipH="1">
              <a:off x="7275" y="2505"/>
              <a:ext cx="1530" cy="21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4392" name="Text Box 40"/>
            <p:cNvSpPr txBox="1">
              <a:spLocks noChangeArrowheads="1"/>
            </p:cNvSpPr>
            <p:nvPr/>
          </p:nvSpPr>
          <p:spPr bwMode="auto">
            <a:xfrm>
              <a:off x="8610" y="2085"/>
              <a:ext cx="945"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600">
                  <a:latin typeface="VNI-Times" pitchFamily="2" charset="0"/>
                </a:rPr>
                <a:t>P</a:t>
              </a:r>
              <a:r>
                <a:rPr lang="en-US" altLang="en-US" sz="1600" baseline="-25000">
                  <a:latin typeface="VNI-Times" pitchFamily="2" charset="0"/>
                </a:rPr>
                <a:t>1</a:t>
              </a:r>
              <a:r>
                <a:rPr lang="en-US" altLang="en-US" sz="1600">
                  <a:latin typeface="VNI-Times" pitchFamily="2" charset="0"/>
                </a:rPr>
                <a:t>(u)</a:t>
              </a:r>
            </a:p>
          </p:txBody>
        </p:sp>
        <p:sp>
          <p:nvSpPr>
            <p:cNvPr id="484393" name="Text Box 41"/>
            <p:cNvSpPr txBox="1">
              <a:spLocks noChangeArrowheads="1"/>
            </p:cNvSpPr>
            <p:nvPr/>
          </p:nvSpPr>
          <p:spPr bwMode="auto">
            <a:xfrm>
              <a:off x="8670" y="4575"/>
              <a:ext cx="945"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600">
                  <a:latin typeface="VNI-Times" pitchFamily="2" charset="0"/>
                </a:rPr>
                <a:t>P</a:t>
              </a:r>
              <a:r>
                <a:rPr lang="en-US" altLang="en-US" sz="1600" baseline="-25000">
                  <a:latin typeface="VNI-Times" pitchFamily="2" charset="0"/>
                </a:rPr>
                <a:t>1</a:t>
              </a:r>
              <a:r>
                <a:rPr lang="en-US" altLang="en-US" sz="1600">
                  <a:latin typeface="VNI-Times" pitchFamily="2" charset="0"/>
                </a:rPr>
                <a:t>(u)</a:t>
              </a:r>
            </a:p>
          </p:txBody>
        </p:sp>
        <p:sp>
          <p:nvSpPr>
            <p:cNvPr id="484394" name="Text Box 42"/>
            <p:cNvSpPr txBox="1">
              <a:spLocks noChangeArrowheads="1"/>
            </p:cNvSpPr>
            <p:nvPr/>
          </p:nvSpPr>
          <p:spPr bwMode="auto">
            <a:xfrm>
              <a:off x="8010" y="3300"/>
              <a:ext cx="945"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600">
                  <a:latin typeface="VNI-Times" pitchFamily="2" charset="0"/>
                </a:rPr>
                <a:t>P</a:t>
              </a:r>
              <a:r>
                <a:rPr lang="en-US" altLang="en-US" sz="1600" baseline="-25000">
                  <a:latin typeface="VNI-Times" pitchFamily="2" charset="0"/>
                </a:rPr>
                <a:t>0</a:t>
              </a:r>
              <a:r>
                <a:rPr lang="en-US" altLang="en-US" sz="1600">
                  <a:latin typeface="VNI-Times" pitchFamily="2" charset="0"/>
                </a:rPr>
                <a:t>(u)</a:t>
              </a:r>
            </a:p>
          </p:txBody>
        </p:sp>
        <p:sp>
          <p:nvSpPr>
            <p:cNvPr id="484395" name="Oval 43"/>
            <p:cNvSpPr>
              <a:spLocks noChangeArrowheads="1"/>
            </p:cNvSpPr>
            <p:nvPr/>
          </p:nvSpPr>
          <p:spPr bwMode="auto">
            <a:xfrm>
              <a:off x="7968" y="3558"/>
              <a:ext cx="114" cy="129"/>
            </a:xfrm>
            <a:prstGeom prst="ellipse">
              <a:avLst/>
            </a:prstGeom>
            <a:solidFill>
              <a:srgbClr val="993300"/>
            </a:solidFill>
            <a:ln w="9525">
              <a:solidFill>
                <a:srgbClr val="993300"/>
              </a:solidFill>
              <a:round/>
              <a:headEnd/>
              <a:tailEnd/>
            </a:ln>
          </p:spPr>
          <p:txBody>
            <a:bodyPr/>
            <a:lstStyle/>
            <a:p>
              <a:endParaRPr lang="en-US"/>
            </a:p>
          </p:txBody>
        </p:sp>
      </p:grpSp>
      <p:grpSp>
        <p:nvGrpSpPr>
          <p:cNvPr id="484396" name="Group 44"/>
          <p:cNvGrpSpPr>
            <a:grpSpLocks/>
          </p:cNvGrpSpPr>
          <p:nvPr/>
        </p:nvGrpSpPr>
        <p:grpSpPr bwMode="auto">
          <a:xfrm>
            <a:off x="2743200" y="4191000"/>
            <a:ext cx="6172200" cy="2514600"/>
            <a:chOff x="1152" y="2466"/>
            <a:chExt cx="3552" cy="1422"/>
          </a:xfrm>
        </p:grpSpPr>
        <p:sp>
          <p:nvSpPr>
            <p:cNvPr id="484397" name="Freeform 45"/>
            <p:cNvSpPr>
              <a:spLocks/>
            </p:cNvSpPr>
            <p:nvPr/>
          </p:nvSpPr>
          <p:spPr bwMode="auto">
            <a:xfrm>
              <a:off x="1391" y="2639"/>
              <a:ext cx="2623" cy="495"/>
            </a:xfrm>
            <a:custGeom>
              <a:avLst/>
              <a:gdLst>
                <a:gd name="T0" fmla="*/ 0 w 5430"/>
                <a:gd name="T1" fmla="*/ 1110 h 1110"/>
                <a:gd name="T2" fmla="*/ 1830 w 5430"/>
                <a:gd name="T3" fmla="*/ 705 h 1110"/>
                <a:gd name="T4" fmla="*/ 3870 w 5430"/>
                <a:gd name="T5" fmla="*/ 750 h 1110"/>
                <a:gd name="T6" fmla="*/ 5430 w 5430"/>
                <a:gd name="T7" fmla="*/ 0 h 1110"/>
              </a:gdLst>
              <a:ahLst/>
              <a:cxnLst>
                <a:cxn ang="0">
                  <a:pos x="T0" y="T1"/>
                </a:cxn>
                <a:cxn ang="0">
                  <a:pos x="T2" y="T3"/>
                </a:cxn>
                <a:cxn ang="0">
                  <a:pos x="T4" y="T5"/>
                </a:cxn>
                <a:cxn ang="0">
                  <a:pos x="T6" y="T7"/>
                </a:cxn>
              </a:cxnLst>
              <a:rect l="0" t="0" r="r" b="b"/>
              <a:pathLst>
                <a:path w="5430" h="1110">
                  <a:moveTo>
                    <a:pt x="0" y="1110"/>
                  </a:moveTo>
                  <a:cubicBezTo>
                    <a:pt x="592" y="937"/>
                    <a:pt x="1185" y="765"/>
                    <a:pt x="1830" y="705"/>
                  </a:cubicBezTo>
                  <a:cubicBezTo>
                    <a:pt x="2475" y="645"/>
                    <a:pt x="3270" y="867"/>
                    <a:pt x="3870" y="750"/>
                  </a:cubicBezTo>
                  <a:cubicBezTo>
                    <a:pt x="4470" y="633"/>
                    <a:pt x="4950" y="316"/>
                    <a:pt x="5430" y="0"/>
                  </a:cubicBezTo>
                </a:path>
              </a:pathLst>
            </a:custGeom>
            <a:noFill/>
            <a:ln w="28575" cmpd="sng">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4398" name="Freeform 46"/>
            <p:cNvSpPr>
              <a:spLocks/>
            </p:cNvSpPr>
            <p:nvPr/>
          </p:nvSpPr>
          <p:spPr bwMode="auto">
            <a:xfrm>
              <a:off x="1412" y="3007"/>
              <a:ext cx="2624" cy="494"/>
            </a:xfrm>
            <a:custGeom>
              <a:avLst/>
              <a:gdLst>
                <a:gd name="T0" fmla="*/ 0 w 5430"/>
                <a:gd name="T1" fmla="*/ 1110 h 1110"/>
                <a:gd name="T2" fmla="*/ 1830 w 5430"/>
                <a:gd name="T3" fmla="*/ 705 h 1110"/>
                <a:gd name="T4" fmla="*/ 3870 w 5430"/>
                <a:gd name="T5" fmla="*/ 750 h 1110"/>
                <a:gd name="T6" fmla="*/ 5430 w 5430"/>
                <a:gd name="T7" fmla="*/ 0 h 1110"/>
              </a:gdLst>
              <a:ahLst/>
              <a:cxnLst>
                <a:cxn ang="0">
                  <a:pos x="T0" y="T1"/>
                </a:cxn>
                <a:cxn ang="0">
                  <a:pos x="T2" y="T3"/>
                </a:cxn>
                <a:cxn ang="0">
                  <a:pos x="T4" y="T5"/>
                </a:cxn>
                <a:cxn ang="0">
                  <a:pos x="T6" y="T7"/>
                </a:cxn>
              </a:cxnLst>
              <a:rect l="0" t="0" r="r" b="b"/>
              <a:pathLst>
                <a:path w="5430" h="1110">
                  <a:moveTo>
                    <a:pt x="0" y="1110"/>
                  </a:moveTo>
                  <a:cubicBezTo>
                    <a:pt x="592" y="937"/>
                    <a:pt x="1185" y="765"/>
                    <a:pt x="1830" y="705"/>
                  </a:cubicBezTo>
                  <a:cubicBezTo>
                    <a:pt x="2475" y="645"/>
                    <a:pt x="3270" y="867"/>
                    <a:pt x="3870" y="750"/>
                  </a:cubicBezTo>
                  <a:cubicBezTo>
                    <a:pt x="4470" y="633"/>
                    <a:pt x="4950" y="316"/>
                    <a:pt x="5430" y="0"/>
                  </a:cubicBezTo>
                </a:path>
              </a:pathLst>
            </a:custGeom>
            <a:noFill/>
            <a:ln w="28575" cmpd="sng">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4399" name="Freeform 47"/>
            <p:cNvSpPr>
              <a:spLocks/>
            </p:cNvSpPr>
            <p:nvPr/>
          </p:nvSpPr>
          <p:spPr bwMode="auto">
            <a:xfrm>
              <a:off x="1434" y="3227"/>
              <a:ext cx="2624" cy="494"/>
            </a:xfrm>
            <a:custGeom>
              <a:avLst/>
              <a:gdLst>
                <a:gd name="T0" fmla="*/ 0 w 5430"/>
                <a:gd name="T1" fmla="*/ 1110 h 1110"/>
                <a:gd name="T2" fmla="*/ 1830 w 5430"/>
                <a:gd name="T3" fmla="*/ 705 h 1110"/>
                <a:gd name="T4" fmla="*/ 3870 w 5430"/>
                <a:gd name="T5" fmla="*/ 750 h 1110"/>
                <a:gd name="T6" fmla="*/ 5430 w 5430"/>
                <a:gd name="T7" fmla="*/ 0 h 1110"/>
              </a:gdLst>
              <a:ahLst/>
              <a:cxnLst>
                <a:cxn ang="0">
                  <a:pos x="T0" y="T1"/>
                </a:cxn>
                <a:cxn ang="0">
                  <a:pos x="T2" y="T3"/>
                </a:cxn>
                <a:cxn ang="0">
                  <a:pos x="T4" y="T5"/>
                </a:cxn>
                <a:cxn ang="0">
                  <a:pos x="T6" y="T7"/>
                </a:cxn>
              </a:cxnLst>
              <a:rect l="0" t="0" r="r" b="b"/>
              <a:pathLst>
                <a:path w="5430" h="1110">
                  <a:moveTo>
                    <a:pt x="0" y="1110"/>
                  </a:moveTo>
                  <a:cubicBezTo>
                    <a:pt x="592" y="937"/>
                    <a:pt x="1185" y="765"/>
                    <a:pt x="1830" y="705"/>
                  </a:cubicBezTo>
                  <a:cubicBezTo>
                    <a:pt x="2475" y="645"/>
                    <a:pt x="3270" y="867"/>
                    <a:pt x="3870" y="750"/>
                  </a:cubicBezTo>
                  <a:cubicBezTo>
                    <a:pt x="4470" y="633"/>
                    <a:pt x="4950" y="316"/>
                    <a:pt x="5430" y="0"/>
                  </a:cubicBezTo>
                </a:path>
              </a:pathLst>
            </a:custGeom>
            <a:noFill/>
            <a:ln w="28575" cmpd="sng">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4400" name="Line 48"/>
            <p:cNvSpPr>
              <a:spLocks noChangeShapeType="1"/>
            </p:cNvSpPr>
            <p:nvPr/>
          </p:nvSpPr>
          <p:spPr bwMode="auto">
            <a:xfrm>
              <a:off x="1782" y="3040"/>
              <a:ext cx="116" cy="5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4401" name="Line 49"/>
            <p:cNvSpPr>
              <a:spLocks noChangeShapeType="1"/>
            </p:cNvSpPr>
            <p:nvPr/>
          </p:nvSpPr>
          <p:spPr bwMode="auto">
            <a:xfrm>
              <a:off x="2079" y="2980"/>
              <a:ext cx="116" cy="56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484402" name="Line 50"/>
            <p:cNvSpPr>
              <a:spLocks noChangeShapeType="1"/>
            </p:cNvSpPr>
            <p:nvPr/>
          </p:nvSpPr>
          <p:spPr bwMode="auto">
            <a:xfrm>
              <a:off x="2398" y="2953"/>
              <a:ext cx="117" cy="5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4403" name="Line 51"/>
            <p:cNvSpPr>
              <a:spLocks noChangeShapeType="1"/>
            </p:cNvSpPr>
            <p:nvPr/>
          </p:nvSpPr>
          <p:spPr bwMode="auto">
            <a:xfrm>
              <a:off x="3449" y="2920"/>
              <a:ext cx="116" cy="56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4404" name="Line 52"/>
            <p:cNvSpPr>
              <a:spLocks noChangeShapeType="1"/>
            </p:cNvSpPr>
            <p:nvPr/>
          </p:nvSpPr>
          <p:spPr bwMode="auto">
            <a:xfrm>
              <a:off x="3724" y="2800"/>
              <a:ext cx="117" cy="56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4405" name="Text Box 53"/>
            <p:cNvSpPr txBox="1">
              <a:spLocks noChangeArrowheads="1"/>
            </p:cNvSpPr>
            <p:nvPr/>
          </p:nvSpPr>
          <p:spPr bwMode="auto">
            <a:xfrm>
              <a:off x="1152" y="2900"/>
              <a:ext cx="74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000">
                  <a:latin typeface="VNI-Times" pitchFamily="2" charset="0"/>
                </a:rPr>
                <a:t>P</a:t>
              </a:r>
              <a:r>
                <a:rPr lang="en-US" altLang="en-US" sz="2000" baseline="-25000">
                  <a:latin typeface="VNI-Times" pitchFamily="2" charset="0"/>
                </a:rPr>
                <a:t>1</a:t>
              </a:r>
              <a:r>
                <a:rPr lang="en-US" altLang="en-US" sz="2000">
                  <a:latin typeface="VNI-Times" pitchFamily="2" charset="0"/>
                </a:rPr>
                <a:t>(u</a:t>
              </a:r>
              <a:r>
                <a:rPr lang="en-US" altLang="en-US" sz="2000" baseline="-25000">
                  <a:latin typeface="VNI-Times" pitchFamily="2" charset="0"/>
                </a:rPr>
                <a:t>min</a:t>
              </a:r>
              <a:r>
                <a:rPr lang="en-US" altLang="en-US" sz="2000">
                  <a:latin typeface="VNI-Times" pitchFamily="2" charset="0"/>
                </a:rPr>
                <a:t>)</a:t>
              </a:r>
            </a:p>
          </p:txBody>
        </p:sp>
        <p:sp>
          <p:nvSpPr>
            <p:cNvPr id="484406" name="Text Box 54"/>
            <p:cNvSpPr txBox="1">
              <a:spLocks noChangeArrowheads="1"/>
            </p:cNvSpPr>
            <p:nvPr/>
          </p:nvSpPr>
          <p:spPr bwMode="auto">
            <a:xfrm>
              <a:off x="3645" y="2466"/>
              <a:ext cx="74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000">
                  <a:latin typeface="VNI-Times" pitchFamily="2" charset="0"/>
                </a:rPr>
                <a:t>P</a:t>
              </a:r>
              <a:r>
                <a:rPr lang="en-US" altLang="en-US" sz="2000" baseline="-25000">
                  <a:latin typeface="VNI-Times" pitchFamily="2" charset="0"/>
                </a:rPr>
                <a:t>1</a:t>
              </a:r>
              <a:r>
                <a:rPr lang="en-US" altLang="en-US" sz="2000">
                  <a:latin typeface="VNI-Times" pitchFamily="2" charset="0"/>
                </a:rPr>
                <a:t>(u</a:t>
              </a:r>
              <a:r>
                <a:rPr lang="en-US" altLang="en-US" sz="2000" baseline="-25000">
                  <a:latin typeface="VNI-Times" pitchFamily="2" charset="0"/>
                </a:rPr>
                <a:t>max</a:t>
              </a:r>
              <a:r>
                <a:rPr lang="en-US" altLang="en-US" sz="2000">
                  <a:latin typeface="VNI-Times" pitchFamily="2" charset="0"/>
                </a:rPr>
                <a:t>)</a:t>
              </a:r>
            </a:p>
          </p:txBody>
        </p:sp>
        <p:sp>
          <p:nvSpPr>
            <p:cNvPr id="484407" name="Text Box 55"/>
            <p:cNvSpPr txBox="1">
              <a:spLocks noChangeArrowheads="1"/>
            </p:cNvSpPr>
            <p:nvPr/>
          </p:nvSpPr>
          <p:spPr bwMode="auto">
            <a:xfrm>
              <a:off x="1290" y="3694"/>
              <a:ext cx="74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000">
                  <a:latin typeface="VNI-Times" pitchFamily="2" charset="0"/>
                </a:rPr>
                <a:t>P</a:t>
              </a:r>
              <a:r>
                <a:rPr lang="en-US" altLang="en-US" sz="2000" baseline="-25000">
                  <a:latin typeface="VNI-Times" pitchFamily="2" charset="0"/>
                </a:rPr>
                <a:t>0</a:t>
              </a:r>
              <a:r>
                <a:rPr lang="en-US" altLang="en-US" sz="2000">
                  <a:latin typeface="VNI-Times" pitchFamily="2" charset="0"/>
                </a:rPr>
                <a:t>(u</a:t>
              </a:r>
              <a:r>
                <a:rPr lang="en-US" altLang="en-US" sz="2000" baseline="-25000">
                  <a:latin typeface="VNI-Times" pitchFamily="2" charset="0"/>
                </a:rPr>
                <a:t>min</a:t>
              </a:r>
              <a:r>
                <a:rPr lang="en-US" altLang="en-US" sz="2000">
                  <a:latin typeface="VNI-Times" pitchFamily="2" charset="0"/>
                </a:rPr>
                <a:t>)</a:t>
              </a:r>
            </a:p>
          </p:txBody>
        </p:sp>
        <p:sp>
          <p:nvSpPr>
            <p:cNvPr id="484408" name="Text Box 56"/>
            <p:cNvSpPr txBox="1">
              <a:spLocks noChangeArrowheads="1"/>
            </p:cNvSpPr>
            <p:nvPr/>
          </p:nvSpPr>
          <p:spPr bwMode="auto">
            <a:xfrm>
              <a:off x="1898" y="2793"/>
              <a:ext cx="74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000">
                  <a:latin typeface="VNI-Times" pitchFamily="2" charset="0"/>
                </a:rPr>
                <a:t>P</a:t>
              </a:r>
              <a:r>
                <a:rPr lang="en-US" altLang="en-US" sz="2000" baseline="-25000">
                  <a:latin typeface="VNI-Times" pitchFamily="2" charset="0"/>
                </a:rPr>
                <a:t>1</a:t>
              </a:r>
              <a:r>
                <a:rPr lang="en-US" altLang="en-US" sz="2000">
                  <a:latin typeface="VNI-Times" pitchFamily="2" charset="0"/>
                </a:rPr>
                <a:t>(u)</a:t>
              </a:r>
            </a:p>
          </p:txBody>
        </p:sp>
        <p:sp>
          <p:nvSpPr>
            <p:cNvPr id="484409" name="Text Box 57"/>
            <p:cNvSpPr txBox="1">
              <a:spLocks noChangeArrowheads="1"/>
            </p:cNvSpPr>
            <p:nvPr/>
          </p:nvSpPr>
          <p:spPr bwMode="auto">
            <a:xfrm>
              <a:off x="1971" y="3521"/>
              <a:ext cx="746"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000">
                  <a:latin typeface="VNI-Times" pitchFamily="2" charset="0"/>
                </a:rPr>
                <a:t>P</a:t>
              </a:r>
              <a:r>
                <a:rPr lang="en-US" altLang="en-US" sz="2000" baseline="-25000">
                  <a:latin typeface="VNI-Times" pitchFamily="2" charset="0"/>
                </a:rPr>
                <a:t>0</a:t>
              </a:r>
              <a:r>
                <a:rPr lang="en-US" altLang="en-US" sz="2000">
                  <a:latin typeface="VNI-Times" pitchFamily="2" charset="0"/>
                </a:rPr>
                <a:t>(u)</a:t>
              </a:r>
            </a:p>
          </p:txBody>
        </p:sp>
        <p:sp>
          <p:nvSpPr>
            <p:cNvPr id="484410" name="Text Box 58"/>
            <p:cNvSpPr txBox="1">
              <a:spLocks noChangeArrowheads="1"/>
            </p:cNvSpPr>
            <p:nvPr/>
          </p:nvSpPr>
          <p:spPr bwMode="auto">
            <a:xfrm>
              <a:off x="1920" y="3180"/>
              <a:ext cx="74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000">
                  <a:latin typeface="VNI-Times" pitchFamily="2" charset="0"/>
                </a:rPr>
                <a:t>P</a:t>
              </a:r>
            </a:p>
          </p:txBody>
        </p:sp>
        <p:sp>
          <p:nvSpPr>
            <p:cNvPr id="484411" name="Text Box 59"/>
            <p:cNvSpPr txBox="1">
              <a:spLocks noChangeArrowheads="1"/>
            </p:cNvSpPr>
            <p:nvPr/>
          </p:nvSpPr>
          <p:spPr bwMode="auto">
            <a:xfrm>
              <a:off x="1232" y="3354"/>
              <a:ext cx="74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000">
                  <a:latin typeface="VNI-Times" pitchFamily="2" charset="0"/>
                </a:rPr>
                <a:t>v</a:t>
              </a:r>
              <a:r>
                <a:rPr lang="en-US" altLang="en-US" sz="2000" baseline="-25000">
                  <a:latin typeface="VNI-Times" pitchFamily="2" charset="0"/>
                </a:rPr>
                <a:t>c</a:t>
              </a:r>
              <a:endParaRPr lang="en-US" altLang="en-US" sz="2000">
                <a:latin typeface="VNI-Times" pitchFamily="2" charset="0"/>
              </a:endParaRPr>
            </a:p>
          </p:txBody>
        </p:sp>
        <p:sp>
          <p:nvSpPr>
            <p:cNvPr id="484412" name="Oval 60"/>
            <p:cNvSpPr>
              <a:spLocks noChangeArrowheads="1"/>
            </p:cNvSpPr>
            <p:nvPr/>
          </p:nvSpPr>
          <p:spPr bwMode="auto">
            <a:xfrm>
              <a:off x="2132" y="3315"/>
              <a:ext cx="47" cy="44"/>
            </a:xfrm>
            <a:prstGeom prst="ellipse">
              <a:avLst/>
            </a:prstGeom>
            <a:solidFill>
              <a:srgbClr val="993300"/>
            </a:solidFill>
            <a:ln w="9525">
              <a:solidFill>
                <a:srgbClr val="993300"/>
              </a:solidFill>
              <a:round/>
              <a:headEnd/>
              <a:tailEnd/>
            </a:ln>
          </p:spPr>
          <p:txBody>
            <a:bodyPr/>
            <a:lstStyle/>
            <a:p>
              <a:endParaRPr lang="en-US"/>
            </a:p>
          </p:txBody>
        </p:sp>
        <p:sp>
          <p:nvSpPr>
            <p:cNvPr id="484413" name="Text Box 61"/>
            <p:cNvSpPr txBox="1">
              <a:spLocks noChangeArrowheads="1"/>
            </p:cNvSpPr>
            <p:nvPr/>
          </p:nvSpPr>
          <p:spPr bwMode="auto">
            <a:xfrm>
              <a:off x="3958" y="3187"/>
              <a:ext cx="74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2000">
                  <a:latin typeface="VNI-Times" pitchFamily="2" charset="0"/>
                </a:rPr>
                <a:t>P</a:t>
              </a:r>
              <a:r>
                <a:rPr lang="en-US" altLang="en-US" sz="2000" baseline="-25000">
                  <a:latin typeface="VNI-Times" pitchFamily="2" charset="0"/>
                </a:rPr>
                <a:t>0</a:t>
              </a:r>
              <a:r>
                <a:rPr lang="en-US" altLang="en-US" sz="2000">
                  <a:latin typeface="VNI-Times" pitchFamily="2" charset="0"/>
                </a:rPr>
                <a:t>(u</a:t>
              </a:r>
              <a:r>
                <a:rPr lang="en-US" altLang="en-US" sz="2000" baseline="-25000">
                  <a:latin typeface="VNI-Times" pitchFamily="2" charset="0"/>
                </a:rPr>
                <a:t>max</a:t>
              </a:r>
              <a:r>
                <a:rPr lang="en-US" altLang="en-US" sz="2000">
                  <a:latin typeface="VNI-Times" pitchFamily="2" charset="0"/>
                </a:rPr>
                <a:t>)</a:t>
              </a:r>
            </a:p>
          </p:txBody>
        </p:sp>
      </p:grpSp>
    </p:spTree>
    <p:extLst>
      <p:ext uri="{BB962C8B-B14F-4D97-AF65-F5344CB8AC3E}">
        <p14:creationId xmlns:p14="http://schemas.microsoft.com/office/powerpoint/2010/main" val="17648436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84354"/>
                                        </p:tgtEl>
                                        <p:attrNameLst>
                                          <p:attrName>style.visibility</p:attrName>
                                        </p:attrNameLst>
                                      </p:cBhvr>
                                      <p:to>
                                        <p:strVal val="visible"/>
                                      </p:to>
                                    </p:set>
                                    <p:animEffect transition="in" filter="fade">
                                      <p:cBhvr>
                                        <p:cTn id="7" dur="2000"/>
                                        <p:tgtEl>
                                          <p:spTgt spid="484354"/>
                                        </p:tgtEl>
                                      </p:cBhvr>
                                    </p:animEffect>
                                  </p:childTnLst>
                                </p:cTn>
                              </p:par>
                              <p:par>
                                <p:cTn id="8" presetID="10" presetClass="entr" presetSubtype="0" fill="hold" nodeType="withEffect">
                                  <p:stCondLst>
                                    <p:cond delay="0"/>
                                  </p:stCondLst>
                                  <p:childTnLst>
                                    <p:set>
                                      <p:cBhvr>
                                        <p:cTn id="9" dur="1" fill="hold">
                                          <p:stCondLst>
                                            <p:cond delay="0"/>
                                          </p:stCondLst>
                                        </p:cTn>
                                        <p:tgtEl>
                                          <p:spTgt spid="484355">
                                            <p:txEl>
                                              <p:pRg st="0" end="0"/>
                                            </p:txEl>
                                          </p:spTgt>
                                        </p:tgtEl>
                                        <p:attrNameLst>
                                          <p:attrName>style.visibility</p:attrName>
                                        </p:attrNameLst>
                                      </p:cBhvr>
                                      <p:to>
                                        <p:strVal val="visible"/>
                                      </p:to>
                                    </p:set>
                                    <p:animEffect transition="in" filter="fade">
                                      <p:cBhvr>
                                        <p:cTn id="10" dur="2000"/>
                                        <p:tgtEl>
                                          <p:spTgt spid="484355">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84355">
                                            <p:txEl>
                                              <p:pRg st="2" end="2"/>
                                            </p:txEl>
                                          </p:spTgt>
                                        </p:tgtEl>
                                        <p:attrNameLst>
                                          <p:attrName>style.visibility</p:attrName>
                                        </p:attrNameLst>
                                      </p:cBhvr>
                                      <p:to>
                                        <p:strVal val="visible"/>
                                      </p:to>
                                    </p:set>
                                    <p:animEffect transition="in" filter="fade">
                                      <p:cBhvr>
                                        <p:cTn id="13" dur="2000"/>
                                        <p:tgtEl>
                                          <p:spTgt spid="48435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84355">
                                            <p:txEl>
                                              <p:pRg st="3" end="3"/>
                                            </p:txEl>
                                          </p:spTgt>
                                        </p:tgtEl>
                                        <p:attrNameLst>
                                          <p:attrName>style.visibility</p:attrName>
                                        </p:attrNameLst>
                                      </p:cBhvr>
                                      <p:to>
                                        <p:strVal val="visible"/>
                                      </p:to>
                                    </p:set>
                                    <p:animEffect transition="in" filter="fade">
                                      <p:cBhvr>
                                        <p:cTn id="16" dur="2000"/>
                                        <p:tgtEl>
                                          <p:spTgt spid="484355">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84383"/>
                                        </p:tgtEl>
                                        <p:attrNameLst>
                                          <p:attrName>style.visibility</p:attrName>
                                        </p:attrNameLst>
                                      </p:cBhvr>
                                      <p:to>
                                        <p:strVal val="visible"/>
                                      </p:to>
                                    </p:set>
                                    <p:animEffect transition="in" filter="fade">
                                      <p:cBhvr>
                                        <p:cTn id="19" dur="2000"/>
                                        <p:tgtEl>
                                          <p:spTgt spid="484383"/>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nodeType="clickEffect">
                                  <p:stCondLst>
                                    <p:cond delay="0"/>
                                  </p:stCondLst>
                                  <p:childTnLst>
                                    <p:set>
                                      <p:cBhvr>
                                        <p:cTn id="23" dur="1" fill="hold">
                                          <p:stCondLst>
                                            <p:cond delay="0"/>
                                          </p:stCondLst>
                                        </p:cTn>
                                        <p:tgtEl>
                                          <p:spTgt spid="484355">
                                            <p:txEl>
                                              <p:pRg st="6" end="6"/>
                                            </p:txEl>
                                          </p:spTgt>
                                        </p:tgtEl>
                                        <p:attrNameLst>
                                          <p:attrName>style.visibility</p:attrName>
                                        </p:attrNameLst>
                                      </p:cBhvr>
                                      <p:to>
                                        <p:strVal val="visible"/>
                                      </p:to>
                                    </p:set>
                                    <p:animEffect transition="in" filter="fade">
                                      <p:cBhvr>
                                        <p:cTn id="24" dur="2000"/>
                                        <p:tgtEl>
                                          <p:spTgt spid="484355">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484355">
                                            <p:txEl>
                                              <p:pRg st="7" end="7"/>
                                            </p:txEl>
                                          </p:spTgt>
                                        </p:tgtEl>
                                        <p:attrNameLst>
                                          <p:attrName>style.visibility</p:attrName>
                                        </p:attrNameLst>
                                      </p:cBhvr>
                                      <p:to>
                                        <p:strVal val="visible"/>
                                      </p:to>
                                    </p:set>
                                    <p:animEffect transition="in" filter="fade">
                                      <p:cBhvr>
                                        <p:cTn id="27" dur="2000"/>
                                        <p:tgtEl>
                                          <p:spTgt spid="484355">
                                            <p:txEl>
                                              <p:pRg st="7" end="7"/>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484387"/>
                                        </p:tgtEl>
                                        <p:attrNameLst>
                                          <p:attrName>style.visibility</p:attrName>
                                        </p:attrNameLst>
                                      </p:cBhvr>
                                      <p:to>
                                        <p:strVal val="visible"/>
                                      </p:to>
                                    </p:set>
                                    <p:animEffect transition="in" filter="fade">
                                      <p:cBhvr>
                                        <p:cTn id="30" dur="2000"/>
                                        <p:tgtEl>
                                          <p:spTgt spid="4843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4354" grpId="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 name="Slide Number Placeholder 5"/>
          <p:cNvSpPr>
            <a:spLocks noGrp="1"/>
          </p:cNvSpPr>
          <p:nvPr>
            <p:ph type="sldNum" sz="quarter" idx="12"/>
          </p:nvPr>
        </p:nvSpPr>
        <p:spPr/>
        <p:txBody>
          <a:bodyPr/>
          <a:lstStyle/>
          <a:p>
            <a:fld id="{B83F935E-E9B2-4300-B504-075198671E0B}" type="slidenum">
              <a:rPr lang="en-US" altLang="en-US"/>
              <a:pPr/>
              <a:t>8</a:t>
            </a:fld>
            <a:endParaRPr lang="en-US" altLang="en-US"/>
          </a:p>
        </p:txBody>
      </p:sp>
      <p:sp>
        <p:nvSpPr>
          <p:cNvPr id="486402" name="Rectangle 2"/>
          <p:cNvSpPr>
            <a:spLocks noGrp="1" noChangeArrowheads="1"/>
          </p:cNvSpPr>
          <p:nvPr>
            <p:ph type="title"/>
          </p:nvPr>
        </p:nvSpPr>
        <p:spPr>
          <a:xfrm>
            <a:off x="1905000" y="0"/>
            <a:ext cx="4114800" cy="609600"/>
          </a:xfrm>
        </p:spPr>
        <p:txBody>
          <a:bodyPr/>
          <a:lstStyle/>
          <a:p>
            <a:pPr algn="l"/>
            <a:r>
              <a:rPr lang="en-US" altLang="en-US" sz="2800" b="1">
                <a:solidFill>
                  <a:srgbClr val="CC0000"/>
                </a:solidFill>
                <a:latin typeface="VNI-Times" pitchFamily="2" charset="0"/>
                <a:sym typeface="Wingdings" panose="05000000000000000000" pitchFamily="2" charset="2"/>
              </a:rPr>
              <a:t>2. Caùc maët coù quy taéc</a:t>
            </a:r>
          </a:p>
        </p:txBody>
      </p:sp>
      <p:sp>
        <p:nvSpPr>
          <p:cNvPr id="486403" name="Rectangle 3"/>
          <p:cNvSpPr>
            <a:spLocks noChangeArrowheads="1"/>
          </p:cNvSpPr>
          <p:nvPr/>
        </p:nvSpPr>
        <p:spPr bwMode="auto">
          <a:xfrm>
            <a:off x="1828800" y="685800"/>
            <a:ext cx="8458200" cy="6150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860425">
              <a:defRPr>
                <a:solidFill>
                  <a:schemeClr val="tx1"/>
                </a:solidFill>
                <a:latin typeface="Arial" panose="020B0604020202020204" pitchFamily="34" charset="0"/>
              </a:defRPr>
            </a:lvl2pPr>
            <a:lvl3pPr marL="974725">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just">
              <a:spcBef>
                <a:spcPts val="500"/>
              </a:spcBef>
              <a:spcAft>
                <a:spcPts val="500"/>
              </a:spcAft>
              <a:buClr>
                <a:schemeClr val="tx2"/>
              </a:buClr>
            </a:pPr>
            <a:r>
              <a:rPr lang="en-US" altLang="en-US" sz="2400">
                <a:latin typeface="Times New Roman" panose="02020603050405020304" pitchFamily="18" charset="0"/>
                <a:sym typeface="Wingdings" panose="05000000000000000000" pitchFamily="2" charset="2"/>
              </a:rPr>
              <a:t> </a:t>
            </a:r>
            <a:r>
              <a:rPr lang="en-US" altLang="en-US" sz="2400" b="1">
                <a:latin typeface="Times New Roman" panose="02020603050405020304" pitchFamily="18" charset="0"/>
                <a:sym typeface="Wingdings" panose="05000000000000000000" pitchFamily="2" charset="2"/>
              </a:rPr>
              <a:t>   </a:t>
            </a:r>
            <a:r>
              <a:rPr lang="en-US" altLang="en-US" sz="2400" b="1">
                <a:latin typeface="VNI-Times" pitchFamily="2" charset="0"/>
                <a:sym typeface="Wingdings" panose="05000000000000000000" pitchFamily="2" charset="2"/>
              </a:rPr>
              <a:t>a.Maët truï </a:t>
            </a:r>
            <a:r>
              <a:rPr lang="en-US" altLang="en-US" sz="2400" b="1">
                <a:latin typeface="Times New Roman" panose="02020603050405020304" pitchFamily="18" charset="0"/>
                <a:sym typeface="Wingdings" panose="05000000000000000000" pitchFamily="2" charset="2"/>
              </a:rPr>
              <a:t>(Cylinder)</a:t>
            </a:r>
            <a:endParaRPr lang="en-US" altLang="en-US" sz="2400" b="1">
              <a:latin typeface="VNI-Times" pitchFamily="2" charset="0"/>
              <a:sym typeface="Wingdings" panose="05000000000000000000" pitchFamily="2" charset="2"/>
            </a:endParaRPr>
          </a:p>
          <a:p>
            <a:pPr algn="just">
              <a:spcBef>
                <a:spcPts val="500"/>
              </a:spcBef>
              <a:spcAft>
                <a:spcPts val="300"/>
              </a:spcAft>
              <a:buClr>
                <a:schemeClr val="tx2"/>
              </a:buClr>
            </a:pPr>
            <a:r>
              <a:rPr lang="en-US" altLang="en-US" sz="2400">
                <a:latin typeface="VNI-Times" pitchFamily="2" charset="0"/>
                <a:sym typeface="Wingdings" panose="05000000000000000000" pitchFamily="2" charset="2"/>
              </a:rPr>
              <a:t>	Maët truï laø maët ñöôïc taïo ra khi moät ñöôøng thaúng (ñöôøng sinh) ñöôïc queùt doïc theo moät ñöôøg cong p</a:t>
            </a:r>
            <a:r>
              <a:rPr lang="en-US" altLang="en-US" sz="2400" baseline="-25000">
                <a:latin typeface="VNI-Times" pitchFamily="2" charset="0"/>
                <a:sym typeface="Wingdings" panose="05000000000000000000" pitchFamily="2" charset="2"/>
              </a:rPr>
              <a:t>0</a:t>
            </a:r>
            <a:r>
              <a:rPr lang="en-US" altLang="en-US" sz="2400">
                <a:latin typeface="VNI-Times" pitchFamily="2" charset="0"/>
                <a:sym typeface="Wingdings" panose="05000000000000000000" pitchFamily="2" charset="2"/>
              </a:rPr>
              <a:t>(u) (ñöôøng chuaån). Ñöôøng cong  p</a:t>
            </a:r>
            <a:r>
              <a:rPr lang="en-US" altLang="en-US" sz="2400" baseline="-25000">
                <a:latin typeface="VNI-Times" pitchFamily="2" charset="0"/>
                <a:sym typeface="Wingdings" panose="05000000000000000000" pitchFamily="2" charset="2"/>
              </a:rPr>
              <a:t>0</a:t>
            </a:r>
            <a:r>
              <a:rPr lang="en-US" altLang="en-US" sz="2400">
                <a:latin typeface="VNI-Times" pitchFamily="2" charset="0"/>
                <a:sym typeface="Wingdings" panose="05000000000000000000" pitchFamily="2" charset="2"/>
              </a:rPr>
              <a:t>(u) naèm treân moät maët phaúng naøo ñoù. </a:t>
            </a:r>
          </a:p>
          <a:p>
            <a:pPr>
              <a:spcBef>
                <a:spcPts val="500"/>
              </a:spcBef>
              <a:spcAft>
                <a:spcPts val="500"/>
              </a:spcAft>
              <a:buClr>
                <a:schemeClr val="tx2"/>
              </a:buClr>
            </a:pPr>
            <a:r>
              <a:rPr lang="en-US" altLang="en-US" sz="2400">
                <a:latin typeface="VNI-Times" pitchFamily="2" charset="0"/>
                <a:sym typeface="Wingdings" panose="05000000000000000000" pitchFamily="2" charset="2"/>
              </a:rPr>
              <a:t>	Goïi d laø ñöôøng sinh, d=const.</a:t>
            </a:r>
          </a:p>
          <a:p>
            <a:pPr>
              <a:spcBef>
                <a:spcPts val="500"/>
              </a:spcBef>
              <a:spcAft>
                <a:spcPts val="500"/>
              </a:spcAft>
              <a:buClr>
                <a:schemeClr val="tx2"/>
              </a:buClr>
            </a:pPr>
            <a:r>
              <a:rPr lang="en-US" altLang="en-US" sz="2400">
                <a:latin typeface="VNI-Times" pitchFamily="2" charset="0"/>
                <a:sym typeface="Wingdings" panose="05000000000000000000" pitchFamily="2" charset="2"/>
              </a:rPr>
              <a:t>	       p</a:t>
            </a:r>
            <a:r>
              <a:rPr lang="en-US" altLang="en-US" sz="2400" baseline="-25000">
                <a:latin typeface="VNI-Times" pitchFamily="2" charset="0"/>
                <a:sym typeface="Wingdings" panose="05000000000000000000" pitchFamily="2" charset="2"/>
              </a:rPr>
              <a:t>0</a:t>
            </a:r>
            <a:r>
              <a:rPr lang="en-US" altLang="en-US" sz="2400">
                <a:latin typeface="VNI-Times" pitchFamily="2" charset="0"/>
                <a:sym typeface="Wingdings" panose="05000000000000000000" pitchFamily="2" charset="2"/>
              </a:rPr>
              <a:t>(u) laø ñaùy döôùi</a:t>
            </a:r>
          </a:p>
          <a:p>
            <a:pPr>
              <a:spcBef>
                <a:spcPts val="500"/>
              </a:spcBef>
              <a:spcAft>
                <a:spcPts val="500"/>
              </a:spcAft>
              <a:buClr>
                <a:schemeClr val="tx2"/>
              </a:buClr>
            </a:pPr>
            <a:r>
              <a:rPr lang="en-US" altLang="en-US" sz="2400">
                <a:latin typeface="VNI-Times" pitchFamily="2" charset="0"/>
                <a:sym typeface="Wingdings" panose="05000000000000000000" pitchFamily="2" charset="2"/>
              </a:rPr>
              <a:t>	       P</a:t>
            </a:r>
            <a:r>
              <a:rPr lang="en-US" altLang="en-US" sz="2400" baseline="-25000">
                <a:latin typeface="VNI-Times" pitchFamily="2" charset="0"/>
                <a:sym typeface="Wingdings" panose="05000000000000000000" pitchFamily="2" charset="2"/>
              </a:rPr>
              <a:t>1</a:t>
            </a:r>
            <a:r>
              <a:rPr lang="en-US" altLang="en-US" sz="2400">
                <a:latin typeface="VNI-Times" pitchFamily="2" charset="0"/>
                <a:sym typeface="Wingdings" panose="05000000000000000000" pitchFamily="2" charset="2"/>
              </a:rPr>
              <a:t>(u) laø ñaùy treân</a:t>
            </a:r>
          </a:p>
          <a:p>
            <a:pPr>
              <a:spcBef>
                <a:spcPts val="500"/>
              </a:spcBef>
              <a:spcAft>
                <a:spcPts val="500"/>
              </a:spcAft>
              <a:buClr>
                <a:schemeClr val="tx2"/>
              </a:buClr>
            </a:pPr>
            <a:r>
              <a:rPr lang="en-US" altLang="en-US" sz="2400">
                <a:latin typeface="VNI-Times" pitchFamily="2" charset="0"/>
                <a:sym typeface="Wingdings" panose="05000000000000000000" pitchFamily="2" charset="2"/>
              </a:rPr>
              <a:t>	Suy ra: 	  d= P</a:t>
            </a:r>
            <a:r>
              <a:rPr lang="en-US" altLang="en-US" sz="2400" baseline="-25000">
                <a:latin typeface="VNI-Times" pitchFamily="2" charset="0"/>
                <a:sym typeface="Wingdings" panose="05000000000000000000" pitchFamily="2" charset="2"/>
              </a:rPr>
              <a:t>1</a:t>
            </a:r>
            <a:r>
              <a:rPr lang="en-US" altLang="en-US" sz="2400">
                <a:latin typeface="VNI-Times" pitchFamily="2" charset="0"/>
                <a:sym typeface="Wingdings" panose="05000000000000000000" pitchFamily="2" charset="2"/>
              </a:rPr>
              <a:t>(u)- P</a:t>
            </a:r>
            <a:r>
              <a:rPr lang="en-US" altLang="en-US" sz="2400" baseline="-25000">
                <a:latin typeface="VNI-Times" pitchFamily="2" charset="0"/>
                <a:sym typeface="Wingdings" panose="05000000000000000000" pitchFamily="2" charset="2"/>
              </a:rPr>
              <a:t>0</a:t>
            </a:r>
            <a:r>
              <a:rPr lang="en-US" altLang="en-US" sz="2400">
                <a:latin typeface="VNI-Times" pitchFamily="2" charset="0"/>
                <a:sym typeface="Wingdings" panose="05000000000000000000" pitchFamily="2" charset="2"/>
              </a:rPr>
              <a:t>(u)</a:t>
            </a:r>
          </a:p>
          <a:p>
            <a:pPr>
              <a:spcBef>
                <a:spcPts val="500"/>
              </a:spcBef>
              <a:spcAft>
                <a:spcPts val="500"/>
              </a:spcAft>
              <a:buClr>
                <a:schemeClr val="tx2"/>
              </a:buClr>
            </a:pPr>
            <a:r>
              <a:rPr lang="en-US" altLang="en-US" sz="2400">
                <a:latin typeface="VNI-Times" pitchFamily="2" charset="0"/>
                <a:sym typeface="Wingdings" panose="05000000000000000000" pitchFamily="2" charset="2"/>
              </a:rPr>
              <a:t>	Ta coù: 	  p(u,v) = (1-v).P</a:t>
            </a:r>
            <a:r>
              <a:rPr lang="en-US" altLang="en-US" sz="2400" baseline="-25000">
                <a:latin typeface="VNI-Times" pitchFamily="2" charset="0"/>
                <a:sym typeface="Wingdings" panose="05000000000000000000" pitchFamily="2" charset="2"/>
              </a:rPr>
              <a:t>0</a:t>
            </a:r>
            <a:r>
              <a:rPr lang="en-US" altLang="en-US" sz="2400">
                <a:latin typeface="VNI-Times" pitchFamily="2" charset="0"/>
                <a:sym typeface="Wingdings" panose="05000000000000000000" pitchFamily="2" charset="2"/>
              </a:rPr>
              <a:t>(u)+v. P</a:t>
            </a:r>
            <a:r>
              <a:rPr lang="en-US" altLang="en-US" sz="2400" baseline="-25000">
                <a:latin typeface="VNI-Times" pitchFamily="2" charset="0"/>
                <a:sym typeface="Wingdings" panose="05000000000000000000" pitchFamily="2" charset="2"/>
              </a:rPr>
              <a:t>1</a:t>
            </a:r>
            <a:r>
              <a:rPr lang="en-US" altLang="en-US" sz="2400">
                <a:latin typeface="VNI-Times" pitchFamily="2" charset="0"/>
                <a:sym typeface="Wingdings" panose="05000000000000000000" pitchFamily="2" charset="2"/>
              </a:rPr>
              <a:t>(u)</a:t>
            </a:r>
          </a:p>
          <a:p>
            <a:pPr>
              <a:spcBef>
                <a:spcPts val="500"/>
              </a:spcBef>
              <a:spcAft>
                <a:spcPts val="500"/>
              </a:spcAft>
              <a:buClr>
                <a:schemeClr val="tx2"/>
              </a:buClr>
            </a:pPr>
            <a:r>
              <a:rPr lang="en-US" altLang="en-US" sz="2400">
                <a:latin typeface="VNI-Times" pitchFamily="2" charset="0"/>
                <a:sym typeface="Wingdings" panose="05000000000000000000" pitchFamily="2" charset="2"/>
              </a:rPr>
              <a:t>			= P</a:t>
            </a:r>
            <a:r>
              <a:rPr lang="en-US" altLang="en-US" sz="2400" baseline="-25000">
                <a:latin typeface="VNI-Times" pitchFamily="2" charset="0"/>
                <a:sym typeface="Wingdings" panose="05000000000000000000" pitchFamily="2" charset="2"/>
              </a:rPr>
              <a:t>0</a:t>
            </a:r>
            <a:r>
              <a:rPr lang="en-US" altLang="en-US" sz="2400">
                <a:latin typeface="VNI-Times" pitchFamily="2" charset="0"/>
                <a:sym typeface="Wingdings" panose="05000000000000000000" pitchFamily="2" charset="2"/>
              </a:rPr>
              <a:t>(u)+( P</a:t>
            </a:r>
            <a:r>
              <a:rPr lang="en-US" altLang="en-US" sz="2400" baseline="-25000">
                <a:latin typeface="VNI-Times" pitchFamily="2" charset="0"/>
                <a:sym typeface="Wingdings" panose="05000000000000000000" pitchFamily="2" charset="2"/>
              </a:rPr>
              <a:t>1</a:t>
            </a:r>
            <a:r>
              <a:rPr lang="en-US" altLang="en-US" sz="2400">
                <a:latin typeface="VNI-Times" pitchFamily="2" charset="0"/>
                <a:sym typeface="Wingdings" panose="05000000000000000000" pitchFamily="2" charset="2"/>
              </a:rPr>
              <a:t>(u)- P</a:t>
            </a:r>
            <a:r>
              <a:rPr lang="en-US" altLang="en-US" sz="2400" baseline="-25000">
                <a:latin typeface="VNI-Times" pitchFamily="2" charset="0"/>
                <a:sym typeface="Wingdings" panose="05000000000000000000" pitchFamily="2" charset="2"/>
              </a:rPr>
              <a:t>0</a:t>
            </a:r>
            <a:r>
              <a:rPr lang="en-US" altLang="en-US" sz="2400">
                <a:latin typeface="VNI-Times" pitchFamily="2" charset="0"/>
                <a:sym typeface="Wingdings" panose="05000000000000000000" pitchFamily="2" charset="2"/>
              </a:rPr>
              <a:t>(u)).v</a:t>
            </a:r>
          </a:p>
          <a:p>
            <a:pPr>
              <a:spcBef>
                <a:spcPts val="500"/>
              </a:spcBef>
              <a:spcAft>
                <a:spcPts val="500"/>
              </a:spcAft>
              <a:buClr>
                <a:schemeClr val="tx2"/>
              </a:buClr>
            </a:pPr>
            <a:r>
              <a:rPr lang="en-US" altLang="en-US" sz="2400">
                <a:latin typeface="VNI-Times" pitchFamily="2" charset="0"/>
                <a:sym typeface="Wingdings" panose="05000000000000000000" pitchFamily="2" charset="2"/>
              </a:rPr>
              <a:t>			= P</a:t>
            </a:r>
            <a:r>
              <a:rPr lang="en-US" altLang="en-US" sz="2400" baseline="-25000">
                <a:latin typeface="VNI-Times" pitchFamily="2" charset="0"/>
                <a:sym typeface="Wingdings" panose="05000000000000000000" pitchFamily="2" charset="2"/>
              </a:rPr>
              <a:t>0</a:t>
            </a:r>
            <a:r>
              <a:rPr lang="en-US" altLang="en-US" sz="2400">
                <a:latin typeface="VNI-Times" pitchFamily="2" charset="0"/>
                <a:sym typeface="Wingdings" panose="05000000000000000000" pitchFamily="2" charset="2"/>
              </a:rPr>
              <a:t>(u)+d.v</a:t>
            </a:r>
          </a:p>
          <a:p>
            <a:pPr>
              <a:spcBef>
                <a:spcPts val="500"/>
              </a:spcBef>
              <a:spcAft>
                <a:spcPts val="500"/>
              </a:spcAft>
              <a:buClr>
                <a:schemeClr val="tx2"/>
              </a:buClr>
            </a:pPr>
            <a:r>
              <a:rPr lang="en-US" altLang="en-US" sz="2400">
                <a:latin typeface="VNI-Times" pitchFamily="2" charset="0"/>
                <a:sym typeface="Wingdings" panose="05000000000000000000" pitchFamily="2" charset="2"/>
              </a:rPr>
              <a:t>	</a:t>
            </a:r>
          </a:p>
          <a:p>
            <a:pPr>
              <a:spcBef>
                <a:spcPts val="500"/>
              </a:spcBef>
              <a:spcAft>
                <a:spcPts val="500"/>
              </a:spcAft>
              <a:buClr>
                <a:schemeClr val="tx2"/>
              </a:buClr>
            </a:pPr>
            <a:r>
              <a:rPr lang="en-US" altLang="en-US" sz="2400">
                <a:latin typeface="VNI-Times" pitchFamily="2" charset="0"/>
                <a:sym typeface="Wingdings" panose="05000000000000000000" pitchFamily="2" charset="2"/>
              </a:rPr>
              <a:t>	Vaäy  p(u,v) = P</a:t>
            </a:r>
            <a:r>
              <a:rPr lang="en-US" altLang="en-US" sz="2400" baseline="-25000">
                <a:latin typeface="VNI-Times" pitchFamily="2" charset="0"/>
                <a:sym typeface="Wingdings" panose="05000000000000000000" pitchFamily="2" charset="2"/>
              </a:rPr>
              <a:t>0</a:t>
            </a:r>
            <a:r>
              <a:rPr lang="en-US" altLang="en-US" sz="2400">
                <a:latin typeface="VNI-Times" pitchFamily="2" charset="0"/>
                <a:sym typeface="Wingdings" panose="05000000000000000000" pitchFamily="2" charset="2"/>
              </a:rPr>
              <a:t>(u)+d.v</a:t>
            </a:r>
          </a:p>
        </p:txBody>
      </p:sp>
      <p:sp>
        <p:nvSpPr>
          <p:cNvPr id="486404" name="Rectangle 4"/>
          <p:cNvSpPr>
            <a:spLocks noChangeArrowheads="1"/>
          </p:cNvSpPr>
          <p:nvPr/>
        </p:nvSpPr>
        <p:spPr bwMode="auto">
          <a:xfrm>
            <a:off x="1524001" y="2890452"/>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6405" name="Rectangle 5"/>
          <p:cNvSpPr>
            <a:spLocks noChangeArrowheads="1"/>
          </p:cNvSpPr>
          <p:nvPr/>
        </p:nvSpPr>
        <p:spPr bwMode="auto">
          <a:xfrm>
            <a:off x="1524001" y="2866640"/>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6406" name="Rectangle 6"/>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6407" name="Rectangle 7"/>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6408" name="Rectangle 8"/>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6409" name="Rectangle 9"/>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6410" name="Rectangle 10"/>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6411" name="Rectangle 11"/>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grpSp>
        <p:nvGrpSpPr>
          <p:cNvPr id="486451" name="Group 51"/>
          <p:cNvGrpSpPr>
            <a:grpSpLocks/>
          </p:cNvGrpSpPr>
          <p:nvPr/>
        </p:nvGrpSpPr>
        <p:grpSpPr bwMode="auto">
          <a:xfrm>
            <a:off x="8153400" y="2819400"/>
            <a:ext cx="1587500" cy="1728788"/>
            <a:chOff x="3630" y="3720"/>
            <a:chExt cx="1950" cy="2190"/>
          </a:xfrm>
        </p:grpSpPr>
        <p:sp>
          <p:nvSpPr>
            <p:cNvPr id="486452" name="AutoShape 52"/>
            <p:cNvSpPr>
              <a:spLocks noChangeArrowheads="1"/>
            </p:cNvSpPr>
            <p:nvPr/>
          </p:nvSpPr>
          <p:spPr bwMode="auto">
            <a:xfrm>
              <a:off x="3863" y="4209"/>
              <a:ext cx="1026" cy="1311"/>
            </a:xfrm>
            <a:prstGeom prst="can">
              <a:avLst>
                <a:gd name="adj" fmla="val 30702"/>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6453" name="Text Box 53"/>
            <p:cNvSpPr txBox="1">
              <a:spLocks noChangeArrowheads="1"/>
            </p:cNvSpPr>
            <p:nvPr/>
          </p:nvSpPr>
          <p:spPr bwMode="auto">
            <a:xfrm>
              <a:off x="3630" y="3720"/>
              <a:ext cx="1035" cy="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600">
                  <a:latin typeface="VNI-Times" pitchFamily="2" charset="0"/>
                </a:rPr>
                <a:t>P</a:t>
              </a:r>
              <a:r>
                <a:rPr lang="en-US" altLang="en-US" sz="1600" baseline="-25000">
                  <a:latin typeface="VNI-Times" pitchFamily="2" charset="0"/>
                </a:rPr>
                <a:t>1</a:t>
              </a:r>
              <a:r>
                <a:rPr lang="en-US" altLang="en-US" sz="1600">
                  <a:latin typeface="VNI-Times" pitchFamily="2" charset="0"/>
                </a:rPr>
                <a:t>(u)</a:t>
              </a:r>
            </a:p>
          </p:txBody>
        </p:sp>
        <p:sp>
          <p:nvSpPr>
            <p:cNvPr id="486454" name="Text Box 54"/>
            <p:cNvSpPr txBox="1">
              <a:spLocks noChangeArrowheads="1"/>
            </p:cNvSpPr>
            <p:nvPr/>
          </p:nvSpPr>
          <p:spPr bwMode="auto">
            <a:xfrm>
              <a:off x="4545" y="5355"/>
              <a:ext cx="1035" cy="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600">
                  <a:latin typeface="VNI-Times" pitchFamily="2" charset="0"/>
                </a:rPr>
                <a:t>P</a:t>
              </a:r>
              <a:r>
                <a:rPr lang="en-US" altLang="en-US" sz="1600" baseline="-25000">
                  <a:latin typeface="VNI-Times" pitchFamily="2" charset="0"/>
                </a:rPr>
                <a:t>0</a:t>
              </a:r>
              <a:r>
                <a:rPr lang="en-US" altLang="en-US" sz="1600">
                  <a:latin typeface="VNI-Times" pitchFamily="2" charset="0"/>
                </a:rPr>
                <a:t>(u)</a:t>
              </a:r>
            </a:p>
          </p:txBody>
        </p:sp>
      </p:grpSp>
    </p:spTree>
    <p:extLst>
      <p:ext uri="{BB962C8B-B14F-4D97-AF65-F5344CB8AC3E}">
        <p14:creationId xmlns:p14="http://schemas.microsoft.com/office/powerpoint/2010/main" val="427859528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86402"/>
                                        </p:tgtEl>
                                        <p:attrNameLst>
                                          <p:attrName>style.visibility</p:attrName>
                                        </p:attrNameLst>
                                      </p:cBhvr>
                                      <p:to>
                                        <p:strVal val="visible"/>
                                      </p:to>
                                    </p:set>
                                    <p:animEffect transition="in" filter="fade">
                                      <p:cBhvr>
                                        <p:cTn id="7" dur="2000"/>
                                        <p:tgtEl>
                                          <p:spTgt spid="486402"/>
                                        </p:tgtEl>
                                      </p:cBhvr>
                                    </p:animEffect>
                                  </p:childTnLst>
                                </p:cTn>
                              </p:par>
                            </p:childTnLst>
                          </p:cTn>
                        </p:par>
                        <p:par>
                          <p:cTn id="8" fill="hold" nodeType="afterGroup">
                            <p:stCondLst>
                              <p:cond delay="2000"/>
                            </p:stCondLst>
                            <p:childTnLst>
                              <p:par>
                                <p:cTn id="9" presetID="10" presetClass="entr" presetSubtype="0" fill="hold" nodeType="afterEffect">
                                  <p:stCondLst>
                                    <p:cond delay="0"/>
                                  </p:stCondLst>
                                  <p:childTnLst>
                                    <p:set>
                                      <p:cBhvr>
                                        <p:cTn id="10" dur="1" fill="hold">
                                          <p:stCondLst>
                                            <p:cond delay="0"/>
                                          </p:stCondLst>
                                        </p:cTn>
                                        <p:tgtEl>
                                          <p:spTgt spid="486403">
                                            <p:txEl>
                                              <p:pRg st="1" end="1"/>
                                            </p:txEl>
                                          </p:spTgt>
                                        </p:tgtEl>
                                        <p:attrNameLst>
                                          <p:attrName>style.visibility</p:attrName>
                                        </p:attrNameLst>
                                      </p:cBhvr>
                                      <p:to>
                                        <p:strVal val="visible"/>
                                      </p:to>
                                    </p:set>
                                    <p:animEffect transition="in" filter="fade">
                                      <p:cBhvr>
                                        <p:cTn id="11" dur="2000"/>
                                        <p:tgtEl>
                                          <p:spTgt spid="486403">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nodeType="clickEffect">
                                  <p:stCondLst>
                                    <p:cond delay="0"/>
                                  </p:stCondLst>
                                  <p:childTnLst>
                                    <p:set>
                                      <p:cBhvr>
                                        <p:cTn id="15" dur="1" fill="hold">
                                          <p:stCondLst>
                                            <p:cond delay="0"/>
                                          </p:stCondLst>
                                        </p:cTn>
                                        <p:tgtEl>
                                          <p:spTgt spid="486403">
                                            <p:txEl>
                                              <p:pRg st="2" end="2"/>
                                            </p:txEl>
                                          </p:spTgt>
                                        </p:tgtEl>
                                        <p:attrNameLst>
                                          <p:attrName>style.visibility</p:attrName>
                                        </p:attrNameLst>
                                      </p:cBhvr>
                                      <p:to>
                                        <p:strVal val="visible"/>
                                      </p:to>
                                    </p:set>
                                    <p:animEffect transition="in" filter="fade">
                                      <p:cBhvr>
                                        <p:cTn id="16" dur="2000"/>
                                        <p:tgtEl>
                                          <p:spTgt spid="486403">
                                            <p:txEl>
                                              <p:pRg st="2" end="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86451"/>
                                        </p:tgtEl>
                                        <p:attrNameLst>
                                          <p:attrName>style.visibility</p:attrName>
                                        </p:attrNameLst>
                                      </p:cBhvr>
                                      <p:to>
                                        <p:strVal val="visible"/>
                                      </p:to>
                                    </p:set>
                                    <p:animEffect transition="in" filter="fade">
                                      <p:cBhvr>
                                        <p:cTn id="19" dur="2000"/>
                                        <p:tgtEl>
                                          <p:spTgt spid="486451"/>
                                        </p:tgtEl>
                                      </p:cBhvr>
                                    </p:animEffect>
                                  </p:childTnLst>
                                </p:cTn>
                              </p:par>
                              <p:par>
                                <p:cTn id="20" presetID="10" presetClass="entr" presetSubtype="0" fill="hold" nodeType="withEffect">
                                  <p:stCondLst>
                                    <p:cond delay="0"/>
                                  </p:stCondLst>
                                  <p:childTnLst>
                                    <p:set>
                                      <p:cBhvr>
                                        <p:cTn id="21" dur="1" fill="hold">
                                          <p:stCondLst>
                                            <p:cond delay="0"/>
                                          </p:stCondLst>
                                        </p:cTn>
                                        <p:tgtEl>
                                          <p:spTgt spid="486403">
                                            <p:txEl>
                                              <p:pRg st="3" end="3"/>
                                            </p:txEl>
                                          </p:spTgt>
                                        </p:tgtEl>
                                        <p:attrNameLst>
                                          <p:attrName>style.visibility</p:attrName>
                                        </p:attrNameLst>
                                      </p:cBhvr>
                                      <p:to>
                                        <p:strVal val="visible"/>
                                      </p:to>
                                    </p:set>
                                    <p:animEffect transition="in" filter="fade">
                                      <p:cBhvr>
                                        <p:cTn id="22" dur="2000"/>
                                        <p:tgtEl>
                                          <p:spTgt spid="486403">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486403">
                                            <p:txEl>
                                              <p:pRg st="4" end="4"/>
                                            </p:txEl>
                                          </p:spTgt>
                                        </p:tgtEl>
                                        <p:attrNameLst>
                                          <p:attrName>style.visibility</p:attrName>
                                        </p:attrNameLst>
                                      </p:cBhvr>
                                      <p:to>
                                        <p:strVal val="visible"/>
                                      </p:to>
                                    </p:set>
                                    <p:animEffect transition="in" filter="fade">
                                      <p:cBhvr>
                                        <p:cTn id="25" dur="2000"/>
                                        <p:tgtEl>
                                          <p:spTgt spid="486403">
                                            <p:txEl>
                                              <p:pRg st="4" end="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0" presetClass="entr" presetSubtype="0" fill="hold" nodeType="clickEffect">
                                  <p:stCondLst>
                                    <p:cond delay="0"/>
                                  </p:stCondLst>
                                  <p:childTnLst>
                                    <p:set>
                                      <p:cBhvr>
                                        <p:cTn id="29" dur="1" fill="hold">
                                          <p:stCondLst>
                                            <p:cond delay="0"/>
                                          </p:stCondLst>
                                        </p:cTn>
                                        <p:tgtEl>
                                          <p:spTgt spid="486403">
                                            <p:txEl>
                                              <p:pRg st="5" end="5"/>
                                            </p:txEl>
                                          </p:spTgt>
                                        </p:tgtEl>
                                        <p:attrNameLst>
                                          <p:attrName>style.visibility</p:attrName>
                                        </p:attrNameLst>
                                      </p:cBhvr>
                                      <p:to>
                                        <p:strVal val="visible"/>
                                      </p:to>
                                    </p:set>
                                    <p:animEffect transition="in" filter="fade">
                                      <p:cBhvr>
                                        <p:cTn id="30" dur="2000"/>
                                        <p:tgtEl>
                                          <p:spTgt spid="486403">
                                            <p:txEl>
                                              <p:pRg st="5" end="5"/>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0" presetClass="entr" presetSubtype="0" fill="hold" nodeType="clickEffect">
                                  <p:stCondLst>
                                    <p:cond delay="0"/>
                                  </p:stCondLst>
                                  <p:childTnLst>
                                    <p:set>
                                      <p:cBhvr>
                                        <p:cTn id="34" dur="1" fill="hold">
                                          <p:stCondLst>
                                            <p:cond delay="0"/>
                                          </p:stCondLst>
                                        </p:cTn>
                                        <p:tgtEl>
                                          <p:spTgt spid="486403">
                                            <p:txEl>
                                              <p:pRg st="6" end="6"/>
                                            </p:txEl>
                                          </p:spTgt>
                                        </p:tgtEl>
                                        <p:attrNameLst>
                                          <p:attrName>style.visibility</p:attrName>
                                        </p:attrNameLst>
                                      </p:cBhvr>
                                      <p:to>
                                        <p:strVal val="visible"/>
                                      </p:to>
                                    </p:set>
                                    <p:animEffect transition="in" filter="fade">
                                      <p:cBhvr>
                                        <p:cTn id="35" dur="2000"/>
                                        <p:tgtEl>
                                          <p:spTgt spid="486403">
                                            <p:txEl>
                                              <p:pRg st="6" end="6"/>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486403">
                                            <p:txEl>
                                              <p:pRg st="7" end="7"/>
                                            </p:txEl>
                                          </p:spTgt>
                                        </p:tgtEl>
                                        <p:attrNameLst>
                                          <p:attrName>style.visibility</p:attrName>
                                        </p:attrNameLst>
                                      </p:cBhvr>
                                      <p:to>
                                        <p:strVal val="visible"/>
                                      </p:to>
                                    </p:set>
                                    <p:animEffect transition="in" filter="fade">
                                      <p:cBhvr>
                                        <p:cTn id="38" dur="2000"/>
                                        <p:tgtEl>
                                          <p:spTgt spid="486403">
                                            <p:txEl>
                                              <p:pRg st="7" end="7"/>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486403">
                                            <p:txEl>
                                              <p:pRg st="8" end="8"/>
                                            </p:txEl>
                                          </p:spTgt>
                                        </p:tgtEl>
                                        <p:attrNameLst>
                                          <p:attrName>style.visibility</p:attrName>
                                        </p:attrNameLst>
                                      </p:cBhvr>
                                      <p:to>
                                        <p:strVal val="visible"/>
                                      </p:to>
                                    </p:set>
                                    <p:animEffect transition="in" filter="fade">
                                      <p:cBhvr>
                                        <p:cTn id="41" dur="2000"/>
                                        <p:tgtEl>
                                          <p:spTgt spid="486403">
                                            <p:txEl>
                                              <p:pRg st="8" end="8"/>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486403">
                                            <p:txEl>
                                              <p:pRg st="9" end="9"/>
                                            </p:txEl>
                                          </p:spTgt>
                                        </p:tgtEl>
                                        <p:attrNameLst>
                                          <p:attrName>style.visibility</p:attrName>
                                        </p:attrNameLst>
                                      </p:cBhvr>
                                      <p:to>
                                        <p:strVal val="visible"/>
                                      </p:to>
                                    </p:set>
                                    <p:animEffect transition="in" filter="fade">
                                      <p:cBhvr>
                                        <p:cTn id="44" dur="2000"/>
                                        <p:tgtEl>
                                          <p:spTgt spid="486403">
                                            <p:txEl>
                                              <p:pRg st="9" end="9"/>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486403">
                                            <p:txEl>
                                              <p:pRg st="10" end="10"/>
                                            </p:txEl>
                                          </p:spTgt>
                                        </p:tgtEl>
                                        <p:attrNameLst>
                                          <p:attrName>style.visibility</p:attrName>
                                        </p:attrNameLst>
                                      </p:cBhvr>
                                      <p:to>
                                        <p:strVal val="visible"/>
                                      </p:to>
                                    </p:set>
                                    <p:animEffect transition="in" filter="fade">
                                      <p:cBhvr>
                                        <p:cTn id="47" dur="2000"/>
                                        <p:tgtEl>
                                          <p:spTgt spid="48640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6402"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 name="Slide Number Placeholder 5"/>
          <p:cNvSpPr>
            <a:spLocks noGrp="1"/>
          </p:cNvSpPr>
          <p:nvPr>
            <p:ph type="sldNum" sz="quarter" idx="12"/>
          </p:nvPr>
        </p:nvSpPr>
        <p:spPr/>
        <p:txBody>
          <a:bodyPr/>
          <a:lstStyle/>
          <a:p>
            <a:fld id="{B41BA601-04DC-4EE6-9D96-40C60DDC338C}" type="slidenum">
              <a:rPr lang="en-US" altLang="en-US"/>
              <a:pPr/>
              <a:t>9</a:t>
            </a:fld>
            <a:endParaRPr lang="en-US" altLang="en-US"/>
          </a:p>
        </p:txBody>
      </p:sp>
      <p:sp>
        <p:nvSpPr>
          <p:cNvPr id="488450" name="Rectangle 2"/>
          <p:cNvSpPr>
            <a:spLocks noGrp="1" noChangeArrowheads="1"/>
          </p:cNvSpPr>
          <p:nvPr>
            <p:ph type="title"/>
          </p:nvPr>
        </p:nvSpPr>
        <p:spPr>
          <a:xfrm>
            <a:off x="1905000" y="0"/>
            <a:ext cx="4114800" cy="609600"/>
          </a:xfrm>
        </p:spPr>
        <p:txBody>
          <a:bodyPr/>
          <a:lstStyle/>
          <a:p>
            <a:pPr algn="l"/>
            <a:r>
              <a:rPr lang="en-US" altLang="en-US" sz="2800" b="1">
                <a:solidFill>
                  <a:srgbClr val="CC0000"/>
                </a:solidFill>
                <a:latin typeface="VNI-Times" pitchFamily="2" charset="0"/>
                <a:sym typeface="Wingdings" panose="05000000000000000000" pitchFamily="2" charset="2"/>
              </a:rPr>
              <a:t>2. Caùc maët coù quy taéc</a:t>
            </a:r>
          </a:p>
        </p:txBody>
      </p:sp>
      <p:sp>
        <p:nvSpPr>
          <p:cNvPr id="488451" name="Rectangle 3"/>
          <p:cNvSpPr>
            <a:spLocks noChangeArrowheads="1"/>
          </p:cNvSpPr>
          <p:nvPr/>
        </p:nvSpPr>
        <p:spPr bwMode="auto">
          <a:xfrm>
            <a:off x="1828800" y="685801"/>
            <a:ext cx="8458200" cy="580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860425">
              <a:defRPr>
                <a:solidFill>
                  <a:schemeClr val="tx1"/>
                </a:solidFill>
                <a:latin typeface="Arial" panose="020B0604020202020204" pitchFamily="34" charset="0"/>
              </a:defRPr>
            </a:lvl2pPr>
            <a:lvl3pPr marL="974725">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just">
              <a:spcBef>
                <a:spcPts val="500"/>
              </a:spcBef>
              <a:spcAft>
                <a:spcPts val="500"/>
              </a:spcAft>
              <a:buClr>
                <a:schemeClr val="tx2"/>
              </a:buClr>
            </a:pPr>
            <a:r>
              <a:rPr lang="en-US" altLang="en-US" sz="2000">
                <a:latin typeface="Times New Roman" panose="02020603050405020304" pitchFamily="18" charset="0"/>
                <a:sym typeface="Wingdings" panose="05000000000000000000" pitchFamily="2" charset="2"/>
              </a:rPr>
              <a:t> </a:t>
            </a:r>
            <a:r>
              <a:rPr lang="en-US" altLang="en-US" sz="2000" b="1">
                <a:latin typeface="Times New Roman" panose="02020603050405020304" pitchFamily="18" charset="0"/>
                <a:sym typeface="Wingdings" panose="05000000000000000000" pitchFamily="2" charset="2"/>
              </a:rPr>
              <a:t>   </a:t>
            </a:r>
            <a:r>
              <a:rPr lang="en-US" altLang="en-US" sz="2000" b="1">
                <a:latin typeface="VNI-Times" pitchFamily="2" charset="0"/>
                <a:sym typeface="Wingdings" panose="05000000000000000000" pitchFamily="2" charset="2"/>
              </a:rPr>
              <a:t>a.Maët truï </a:t>
            </a:r>
            <a:r>
              <a:rPr lang="en-US" altLang="en-US" sz="2000" b="1">
                <a:latin typeface="Times New Roman" panose="02020603050405020304" pitchFamily="18" charset="0"/>
                <a:sym typeface="Wingdings" panose="05000000000000000000" pitchFamily="2" charset="2"/>
              </a:rPr>
              <a:t>(Cylinder)</a:t>
            </a:r>
            <a:endParaRPr lang="en-US" altLang="en-US" sz="2000" b="1">
              <a:latin typeface="VNI-Times" pitchFamily="2" charset="0"/>
              <a:sym typeface="Wingdings" panose="05000000000000000000" pitchFamily="2" charset="2"/>
            </a:endParaRPr>
          </a:p>
          <a:p>
            <a:pPr algn="just">
              <a:spcBef>
                <a:spcPts val="500"/>
              </a:spcBef>
              <a:spcAft>
                <a:spcPts val="300"/>
              </a:spcAft>
              <a:buClr>
                <a:schemeClr val="tx2"/>
              </a:buClr>
            </a:pPr>
            <a:r>
              <a:rPr lang="en-US" altLang="en-US" sz="2000">
                <a:latin typeface="VNI-Times" pitchFamily="2" charset="0"/>
                <a:sym typeface="Wingdings" panose="05000000000000000000" pitchFamily="2" charset="2"/>
              </a:rPr>
              <a:t>	Pt maët truï:  p(u,v) = P</a:t>
            </a:r>
            <a:r>
              <a:rPr lang="en-US" altLang="en-US" sz="2000" baseline="-25000">
                <a:latin typeface="VNI-Times" pitchFamily="2" charset="0"/>
                <a:sym typeface="Wingdings" panose="05000000000000000000" pitchFamily="2" charset="2"/>
              </a:rPr>
              <a:t>0</a:t>
            </a:r>
            <a:r>
              <a:rPr lang="en-US" altLang="en-US" sz="2000">
                <a:latin typeface="VNI-Times" pitchFamily="2" charset="0"/>
                <a:sym typeface="Wingdings" panose="05000000000000000000" pitchFamily="2" charset="2"/>
              </a:rPr>
              <a:t>(u)+d.v</a:t>
            </a:r>
          </a:p>
          <a:p>
            <a:pPr>
              <a:spcBef>
                <a:spcPts val="500"/>
              </a:spcBef>
              <a:spcAft>
                <a:spcPts val="300"/>
              </a:spcAft>
              <a:buClr>
                <a:schemeClr val="tx2"/>
              </a:buClr>
            </a:pPr>
            <a:r>
              <a:rPr lang="en-US" altLang="en-US" sz="2000">
                <a:latin typeface="VNI-Times" pitchFamily="2" charset="0"/>
                <a:sym typeface="Wingdings" panose="05000000000000000000" pitchFamily="2" charset="2"/>
              </a:rPr>
              <a:t>Daïng quen thuoäc cuûa maët truï laø maët truï troøn: Trong maët phaúng xOy, laáy P</a:t>
            </a:r>
            <a:r>
              <a:rPr lang="en-US" altLang="en-US" sz="2000" baseline="-25000">
                <a:latin typeface="VNI-Times" pitchFamily="2" charset="0"/>
                <a:sym typeface="Wingdings" panose="05000000000000000000" pitchFamily="2" charset="2"/>
              </a:rPr>
              <a:t>0</a:t>
            </a:r>
            <a:r>
              <a:rPr lang="en-US" altLang="en-US" sz="2000">
                <a:latin typeface="VNI-Times" pitchFamily="2" charset="0"/>
                <a:sym typeface="Wingdings" panose="05000000000000000000" pitchFamily="2" charset="2"/>
              </a:rPr>
              <a:t>(u) laø ñöôøng troøn taâm O baùn kính r .</a:t>
            </a:r>
          </a:p>
          <a:p>
            <a:pPr lvl="1">
              <a:spcBef>
                <a:spcPts val="500"/>
              </a:spcBef>
              <a:spcAft>
                <a:spcPts val="300"/>
              </a:spcAft>
              <a:buClr>
                <a:schemeClr val="tx2"/>
              </a:buClr>
            </a:pPr>
            <a:r>
              <a:rPr lang="en-US" altLang="en-US" sz="2000">
                <a:latin typeface="VNI-Times" pitchFamily="2" charset="0"/>
                <a:sym typeface="Wingdings" panose="05000000000000000000" pitchFamily="2" charset="2"/>
              </a:rPr>
              <a:t>Ta coù:  d=(0,0,h)</a:t>
            </a:r>
          </a:p>
          <a:p>
            <a:pPr lvl="1">
              <a:spcBef>
                <a:spcPts val="500"/>
              </a:spcBef>
              <a:spcAft>
                <a:spcPts val="300"/>
              </a:spcAft>
              <a:buClr>
                <a:schemeClr val="tx2"/>
              </a:buClr>
            </a:pPr>
            <a:r>
              <a:rPr lang="en-US" altLang="en-US" sz="2000">
                <a:latin typeface="VNI-Times" pitchFamily="2" charset="0"/>
                <a:sym typeface="Wingdings" panose="05000000000000000000" pitchFamily="2" charset="2"/>
              </a:rPr>
              <a:t>P</a:t>
            </a:r>
            <a:r>
              <a:rPr lang="en-US" altLang="en-US" sz="2000" baseline="-25000">
                <a:latin typeface="VNI-Times" pitchFamily="2" charset="0"/>
                <a:sym typeface="Wingdings" panose="05000000000000000000" pitchFamily="2" charset="2"/>
              </a:rPr>
              <a:t>0</a:t>
            </a:r>
            <a:r>
              <a:rPr lang="en-US" altLang="en-US" sz="2000">
                <a:latin typeface="VNI-Times" pitchFamily="2" charset="0"/>
                <a:sym typeface="Wingdings" panose="05000000000000000000" pitchFamily="2" charset="2"/>
              </a:rPr>
              <a:t>(u)=(r.cos(u), r.sin(u), 0)</a:t>
            </a:r>
          </a:p>
          <a:p>
            <a:pPr lvl="1">
              <a:spcBef>
                <a:spcPts val="500"/>
              </a:spcBef>
              <a:spcAft>
                <a:spcPts val="300"/>
              </a:spcAft>
              <a:buClr>
                <a:schemeClr val="tx2"/>
              </a:buClr>
            </a:pPr>
            <a:r>
              <a:rPr lang="en-US" altLang="en-US" sz="2000">
                <a:latin typeface="VNI-Times" pitchFamily="2" charset="0"/>
                <a:sym typeface="Wingdings" panose="05000000000000000000" pitchFamily="2" charset="2"/>
              </a:rPr>
              <a:t>vaäy:  			</a:t>
            </a:r>
          </a:p>
          <a:p>
            <a:pPr lvl="1">
              <a:spcBef>
                <a:spcPts val="500"/>
              </a:spcBef>
              <a:spcAft>
                <a:spcPts val="300"/>
              </a:spcAft>
              <a:buClr>
                <a:schemeClr val="tx2"/>
              </a:buClr>
            </a:pPr>
            <a:r>
              <a:rPr lang="en-US" altLang="en-US" sz="2000">
                <a:latin typeface="VNI-Times" pitchFamily="2" charset="0"/>
                <a:sym typeface="Wingdings" panose="05000000000000000000" pitchFamily="2" charset="2"/>
              </a:rPr>
              <a:t>                                       vôùi          </a:t>
            </a:r>
          </a:p>
          <a:p>
            <a:pPr lvl="1">
              <a:spcBef>
                <a:spcPts val="500"/>
              </a:spcBef>
              <a:spcAft>
                <a:spcPts val="300"/>
              </a:spcAft>
              <a:buClr>
                <a:schemeClr val="tx2"/>
              </a:buClr>
            </a:pPr>
            <a:endParaRPr lang="en-US" altLang="en-US" sz="2000">
              <a:latin typeface="VNI-Times" pitchFamily="2" charset="0"/>
              <a:sym typeface="Wingdings" panose="05000000000000000000" pitchFamily="2" charset="2"/>
            </a:endParaRPr>
          </a:p>
          <a:p>
            <a:pPr lvl="1">
              <a:buClr>
                <a:schemeClr val="tx2"/>
              </a:buClr>
            </a:pPr>
            <a:endParaRPr lang="en-US" altLang="en-US" sz="2000">
              <a:latin typeface="VNI-Times" pitchFamily="2" charset="0"/>
              <a:sym typeface="Wingdings" panose="05000000000000000000" pitchFamily="2" charset="2"/>
            </a:endParaRPr>
          </a:p>
          <a:p>
            <a:pPr lvl="1">
              <a:buClr>
                <a:schemeClr val="tx2"/>
              </a:buClr>
            </a:pPr>
            <a:r>
              <a:rPr lang="en-US" altLang="en-US" sz="2000">
                <a:latin typeface="VNI-Times" pitchFamily="2" charset="0"/>
                <a:sym typeface="Wingdings" panose="05000000000000000000" pitchFamily="2" charset="2"/>
              </a:rPr>
              <a:t>Procedure	Mattru(r,h:byte; u,v:Real; Var  P:toado3d);</a:t>
            </a:r>
          </a:p>
          <a:p>
            <a:pPr lvl="1">
              <a:buClr>
                <a:schemeClr val="tx2"/>
              </a:buClr>
            </a:pPr>
            <a:r>
              <a:rPr lang="en-US" altLang="en-US" sz="2000">
                <a:latin typeface="VNI-Times" pitchFamily="2" charset="0"/>
                <a:sym typeface="Wingdings" panose="05000000000000000000" pitchFamily="2" charset="2"/>
              </a:rPr>
              <a:t>Begin</a:t>
            </a:r>
          </a:p>
          <a:p>
            <a:pPr lvl="1">
              <a:buClr>
                <a:schemeClr val="tx2"/>
              </a:buClr>
            </a:pPr>
            <a:r>
              <a:rPr lang="en-US" altLang="en-US" sz="2000">
                <a:latin typeface="VNI-Times" pitchFamily="2" charset="0"/>
                <a:sym typeface="Wingdings" panose="05000000000000000000" pitchFamily="2" charset="2"/>
              </a:rPr>
              <a:t>		p.x:=r*cos(u);</a:t>
            </a:r>
          </a:p>
          <a:p>
            <a:pPr lvl="1">
              <a:buClr>
                <a:schemeClr val="tx2"/>
              </a:buClr>
            </a:pPr>
            <a:r>
              <a:rPr lang="en-US" altLang="en-US" sz="2000">
                <a:latin typeface="VNI-Times" pitchFamily="2" charset="0"/>
                <a:sym typeface="Wingdings" panose="05000000000000000000" pitchFamily="2" charset="2"/>
              </a:rPr>
              <a:t>		p.y:=r*sin(u);</a:t>
            </a:r>
          </a:p>
          <a:p>
            <a:pPr lvl="1">
              <a:buClr>
                <a:schemeClr val="tx2"/>
              </a:buClr>
            </a:pPr>
            <a:r>
              <a:rPr lang="en-US" altLang="en-US" sz="2000">
                <a:latin typeface="VNI-Times" pitchFamily="2" charset="0"/>
                <a:sym typeface="Wingdings" panose="05000000000000000000" pitchFamily="2" charset="2"/>
              </a:rPr>
              <a:t>		p.z:=h*v;</a:t>
            </a:r>
          </a:p>
          <a:p>
            <a:pPr>
              <a:spcBef>
                <a:spcPts val="500"/>
              </a:spcBef>
              <a:spcAft>
                <a:spcPts val="300"/>
              </a:spcAft>
              <a:buClr>
                <a:schemeClr val="tx2"/>
              </a:buClr>
            </a:pPr>
            <a:r>
              <a:rPr lang="en-US" altLang="en-US" sz="2000">
                <a:latin typeface="VNI-Times" pitchFamily="2" charset="0"/>
                <a:sym typeface="Wingdings" panose="05000000000000000000" pitchFamily="2" charset="2"/>
              </a:rPr>
              <a:t>	End;</a:t>
            </a:r>
          </a:p>
        </p:txBody>
      </p:sp>
      <p:sp>
        <p:nvSpPr>
          <p:cNvPr id="488452" name="Rectangle 4"/>
          <p:cNvSpPr>
            <a:spLocks noChangeArrowheads="1"/>
          </p:cNvSpPr>
          <p:nvPr/>
        </p:nvSpPr>
        <p:spPr bwMode="auto">
          <a:xfrm>
            <a:off x="1524001" y="2890452"/>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8454" name="Rectangle 6"/>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8455" name="Rectangle 7"/>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8456" name="Rectangle 8"/>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8457" name="Rectangle 9"/>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8458" name="Rectangle 10"/>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8459" name="Rectangle 11"/>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grpSp>
        <p:nvGrpSpPr>
          <p:cNvPr id="488483" name="Group 35"/>
          <p:cNvGrpSpPr>
            <a:grpSpLocks/>
          </p:cNvGrpSpPr>
          <p:nvPr/>
        </p:nvGrpSpPr>
        <p:grpSpPr bwMode="auto">
          <a:xfrm>
            <a:off x="7207250" y="1828800"/>
            <a:ext cx="3460750" cy="2209800"/>
            <a:chOff x="3580" y="1152"/>
            <a:chExt cx="2180" cy="1392"/>
          </a:xfrm>
        </p:grpSpPr>
        <p:grpSp>
          <p:nvGrpSpPr>
            <p:cNvPr id="488460" name="Group 12"/>
            <p:cNvGrpSpPr>
              <a:grpSpLocks/>
            </p:cNvGrpSpPr>
            <p:nvPr/>
          </p:nvGrpSpPr>
          <p:grpSpPr bwMode="auto">
            <a:xfrm>
              <a:off x="3580" y="1152"/>
              <a:ext cx="1124" cy="1392"/>
              <a:chOff x="6780" y="11627"/>
              <a:chExt cx="2089" cy="2715"/>
            </a:xfrm>
          </p:grpSpPr>
          <p:grpSp>
            <p:nvGrpSpPr>
              <p:cNvPr id="488461" name="Group 13"/>
              <p:cNvGrpSpPr>
                <a:grpSpLocks/>
              </p:cNvGrpSpPr>
              <p:nvPr/>
            </p:nvGrpSpPr>
            <p:grpSpPr bwMode="auto">
              <a:xfrm>
                <a:off x="6780" y="11627"/>
                <a:ext cx="1725" cy="2715"/>
                <a:chOff x="6780" y="11627"/>
                <a:chExt cx="1725" cy="2715"/>
              </a:xfrm>
            </p:grpSpPr>
            <p:sp>
              <p:nvSpPr>
                <p:cNvPr id="488462" name="AutoShape 14"/>
                <p:cNvSpPr>
                  <a:spLocks noChangeArrowheads="1"/>
                </p:cNvSpPr>
                <p:nvPr/>
              </p:nvSpPr>
              <p:spPr bwMode="auto">
                <a:xfrm>
                  <a:off x="6912" y="12341"/>
                  <a:ext cx="1026" cy="1311"/>
                </a:xfrm>
                <a:prstGeom prst="can">
                  <a:avLst>
                    <a:gd name="adj" fmla="val 30702"/>
                  </a:avLst>
                </a:prstGeom>
                <a:noFill/>
                <a:ln w="9525">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8463" name="Text Box 15"/>
                <p:cNvSpPr txBox="1">
                  <a:spLocks noChangeArrowheads="1"/>
                </p:cNvSpPr>
                <p:nvPr/>
              </p:nvSpPr>
              <p:spPr bwMode="auto">
                <a:xfrm>
                  <a:off x="7399" y="11912"/>
                  <a:ext cx="1035" cy="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600">
                      <a:latin typeface="VNI-Times" pitchFamily="2" charset="0"/>
                    </a:rPr>
                    <a:t>P</a:t>
                  </a:r>
                  <a:r>
                    <a:rPr lang="en-US" altLang="en-US" sz="1600" baseline="-25000">
                      <a:latin typeface="VNI-Times" pitchFamily="2" charset="0"/>
                    </a:rPr>
                    <a:t>1</a:t>
                  </a:r>
                  <a:r>
                    <a:rPr lang="en-US" altLang="en-US" sz="1600">
                      <a:latin typeface="VNI-Times" pitchFamily="2" charset="0"/>
                    </a:rPr>
                    <a:t>(u)</a:t>
                  </a:r>
                </a:p>
              </p:txBody>
            </p:sp>
            <p:sp>
              <p:nvSpPr>
                <p:cNvPr id="488464" name="Text Box 16"/>
                <p:cNvSpPr txBox="1">
                  <a:spLocks noChangeArrowheads="1"/>
                </p:cNvSpPr>
                <p:nvPr/>
              </p:nvSpPr>
              <p:spPr bwMode="auto">
                <a:xfrm>
                  <a:off x="7369" y="13502"/>
                  <a:ext cx="1035" cy="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600">
                      <a:latin typeface="VNI-Times" pitchFamily="2" charset="0"/>
                    </a:rPr>
                    <a:t>     P</a:t>
                  </a:r>
                  <a:r>
                    <a:rPr lang="en-US" altLang="en-US" sz="1600" baseline="-25000">
                      <a:latin typeface="VNI-Times" pitchFamily="2" charset="0"/>
                    </a:rPr>
                    <a:t>0</a:t>
                  </a:r>
                  <a:r>
                    <a:rPr lang="en-US" altLang="en-US" sz="1600">
                      <a:latin typeface="VNI-Times" pitchFamily="2" charset="0"/>
                    </a:rPr>
                    <a:t>(u)</a:t>
                  </a:r>
                </a:p>
              </p:txBody>
            </p:sp>
            <p:sp>
              <p:nvSpPr>
                <p:cNvPr id="488465" name="Line 17"/>
                <p:cNvSpPr>
                  <a:spLocks noChangeShapeType="1"/>
                </p:cNvSpPr>
                <p:nvPr/>
              </p:nvSpPr>
              <p:spPr bwMode="auto">
                <a:xfrm flipV="1">
                  <a:off x="7440" y="11940"/>
                  <a:ext cx="0" cy="15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88466" name="Line 18"/>
                <p:cNvSpPr>
                  <a:spLocks noChangeShapeType="1"/>
                </p:cNvSpPr>
                <p:nvPr/>
              </p:nvSpPr>
              <p:spPr bwMode="auto">
                <a:xfrm>
                  <a:off x="7455" y="13500"/>
                  <a:ext cx="105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88467" name="Line 19"/>
                <p:cNvSpPr>
                  <a:spLocks noChangeShapeType="1"/>
                </p:cNvSpPr>
                <p:nvPr/>
              </p:nvSpPr>
              <p:spPr bwMode="auto">
                <a:xfrm flipH="1">
                  <a:off x="6780" y="13500"/>
                  <a:ext cx="675" cy="67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88468" name="Text Box 20"/>
                <p:cNvSpPr txBox="1">
                  <a:spLocks noChangeArrowheads="1"/>
                </p:cNvSpPr>
                <p:nvPr/>
              </p:nvSpPr>
              <p:spPr bwMode="auto">
                <a:xfrm>
                  <a:off x="6844" y="13817"/>
                  <a:ext cx="525" cy="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600">
                      <a:latin typeface="VNI-Times" pitchFamily="2" charset="0"/>
                    </a:rPr>
                    <a:t>x</a:t>
                  </a:r>
                </a:p>
              </p:txBody>
            </p:sp>
            <p:sp>
              <p:nvSpPr>
                <p:cNvPr id="488469" name="Text Box 21"/>
                <p:cNvSpPr txBox="1">
                  <a:spLocks noChangeArrowheads="1"/>
                </p:cNvSpPr>
                <p:nvPr/>
              </p:nvSpPr>
              <p:spPr bwMode="auto">
                <a:xfrm>
                  <a:off x="7894" y="11627"/>
                  <a:ext cx="525" cy="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863600">
                    <a:defRPr>
                      <a:solidFill>
                        <a:schemeClr val="tx1"/>
                      </a:solidFill>
                      <a:latin typeface="Arial" panose="020B0604020202020204" pitchFamily="34" charset="0"/>
                    </a:defRPr>
                  </a:lvl2pPr>
                  <a:lvl3pPr marL="977900">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endParaRPr lang="en-US" altLang="en-US" sz="1600">
                    <a:latin typeface="VNI-Times" pitchFamily="2" charset="0"/>
                  </a:endParaRPr>
                </a:p>
              </p:txBody>
            </p:sp>
          </p:grpSp>
          <p:sp>
            <p:nvSpPr>
              <p:cNvPr id="488470" name="Text Box 22"/>
              <p:cNvSpPr txBox="1">
                <a:spLocks noChangeArrowheads="1"/>
              </p:cNvSpPr>
              <p:nvPr/>
            </p:nvSpPr>
            <p:spPr bwMode="auto">
              <a:xfrm>
                <a:off x="8344" y="13322"/>
                <a:ext cx="525" cy="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600">
                    <a:latin typeface="VNI-Times" pitchFamily="2" charset="0"/>
                  </a:rPr>
                  <a:t>y</a:t>
                </a:r>
              </a:p>
            </p:txBody>
          </p:sp>
        </p:grpSp>
        <p:grpSp>
          <p:nvGrpSpPr>
            <p:cNvPr id="488471" name="Group 23"/>
            <p:cNvGrpSpPr>
              <a:grpSpLocks/>
            </p:cNvGrpSpPr>
            <p:nvPr/>
          </p:nvGrpSpPr>
          <p:grpSpPr bwMode="auto">
            <a:xfrm>
              <a:off x="4709" y="1440"/>
              <a:ext cx="1051" cy="1023"/>
              <a:chOff x="8700" y="12211"/>
              <a:chExt cx="1954" cy="1994"/>
            </a:xfrm>
          </p:grpSpPr>
          <p:sp>
            <p:nvSpPr>
              <p:cNvPr id="488472" name="Line 24"/>
              <p:cNvSpPr>
                <a:spLocks noChangeShapeType="1"/>
              </p:cNvSpPr>
              <p:nvPr/>
            </p:nvSpPr>
            <p:spPr bwMode="auto">
              <a:xfrm flipV="1">
                <a:off x="9435" y="12540"/>
                <a:ext cx="0" cy="166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88473" name="Line 25"/>
              <p:cNvSpPr>
                <a:spLocks noChangeShapeType="1"/>
              </p:cNvSpPr>
              <p:nvPr/>
            </p:nvSpPr>
            <p:spPr bwMode="auto">
              <a:xfrm>
                <a:off x="8700" y="13485"/>
                <a:ext cx="163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88474" name="Oval 26"/>
              <p:cNvSpPr>
                <a:spLocks noChangeArrowheads="1"/>
              </p:cNvSpPr>
              <p:nvPr/>
            </p:nvSpPr>
            <p:spPr bwMode="auto">
              <a:xfrm>
                <a:off x="9000" y="13035"/>
                <a:ext cx="870" cy="870"/>
              </a:xfrm>
              <a:prstGeom prst="ellipse">
                <a:avLst/>
              </a:prstGeom>
              <a:noFill/>
              <a:ln w="9525">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8475" name="Line 27"/>
              <p:cNvSpPr>
                <a:spLocks noChangeShapeType="1"/>
              </p:cNvSpPr>
              <p:nvPr/>
            </p:nvSpPr>
            <p:spPr bwMode="auto">
              <a:xfrm flipV="1">
                <a:off x="9420" y="13080"/>
                <a:ext cx="720" cy="40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88476" name="Text Box 28"/>
              <p:cNvSpPr txBox="1">
                <a:spLocks noChangeArrowheads="1"/>
              </p:cNvSpPr>
              <p:nvPr/>
            </p:nvSpPr>
            <p:spPr bwMode="auto">
              <a:xfrm>
                <a:off x="9825" y="13080"/>
                <a:ext cx="555"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600">
                    <a:latin typeface="VNI-Times" pitchFamily="2" charset="0"/>
                  </a:rPr>
                  <a:t>u</a:t>
                </a:r>
              </a:p>
            </p:txBody>
          </p:sp>
          <p:sp>
            <p:nvSpPr>
              <p:cNvPr id="488477" name="Text Box 29"/>
              <p:cNvSpPr txBox="1">
                <a:spLocks noChangeArrowheads="1"/>
              </p:cNvSpPr>
              <p:nvPr/>
            </p:nvSpPr>
            <p:spPr bwMode="auto">
              <a:xfrm>
                <a:off x="9409" y="12211"/>
                <a:ext cx="525" cy="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600">
                    <a:latin typeface="VNI-Times" pitchFamily="2" charset="0"/>
                  </a:rPr>
                  <a:t>y</a:t>
                </a:r>
              </a:p>
            </p:txBody>
          </p:sp>
          <p:sp>
            <p:nvSpPr>
              <p:cNvPr id="488478" name="Text Box 30"/>
              <p:cNvSpPr txBox="1">
                <a:spLocks noChangeArrowheads="1"/>
              </p:cNvSpPr>
              <p:nvPr/>
            </p:nvSpPr>
            <p:spPr bwMode="auto">
              <a:xfrm>
                <a:off x="10129" y="13306"/>
                <a:ext cx="525" cy="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600">
                    <a:latin typeface="VNI-Times" pitchFamily="2" charset="0"/>
                  </a:rPr>
                  <a:t>x</a:t>
                </a:r>
              </a:p>
            </p:txBody>
          </p:sp>
        </p:grpSp>
      </p:grpSp>
      <p:sp>
        <p:nvSpPr>
          <p:cNvPr id="488480" name="Rectangle 32"/>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8482" name="Rectangle 34"/>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8486" name="Rectangle 38"/>
          <p:cNvSpPr>
            <a:spLocks noChangeArrowheads="1"/>
          </p:cNvSpPr>
          <p:nvPr/>
        </p:nvSpPr>
        <p:spPr bwMode="auto">
          <a:xfrm>
            <a:off x="1524001" y="2933315"/>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graphicFrame>
        <p:nvGraphicFramePr>
          <p:cNvPr id="488485" name="Object 37"/>
          <p:cNvGraphicFramePr>
            <a:graphicFrameLocks noChangeAspect="1"/>
          </p:cNvGraphicFramePr>
          <p:nvPr/>
        </p:nvGraphicFramePr>
        <p:xfrm>
          <a:off x="3200400" y="3124201"/>
          <a:ext cx="2057400" cy="1204913"/>
        </p:xfrm>
        <a:graphic>
          <a:graphicData uri="http://schemas.openxmlformats.org/presentationml/2006/ole">
            <mc:AlternateContent xmlns:mc="http://schemas.openxmlformats.org/markup-compatibility/2006">
              <mc:Choice xmlns:v="urn:schemas-microsoft-com:vml" Requires="v">
                <p:oleObj spid="_x0000_s9218" name="Equation" r:id="rId4" imgW="1218671" imgH="710891" progId="Equation.DSMT4">
                  <p:embed/>
                </p:oleObj>
              </mc:Choice>
              <mc:Fallback>
                <p:oleObj name="Equation" r:id="rId4" imgW="1218671" imgH="710891" progId="Equation.DSMT4">
                  <p:embed/>
                  <p:pic>
                    <p:nvPicPr>
                      <p:cNvPr id="488485" name="Object 3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0400" y="3124201"/>
                        <a:ext cx="2057400" cy="1204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8488" name="Rectangle 40"/>
          <p:cNvSpPr>
            <a:spLocks noChangeArrowheads="1"/>
          </p:cNvSpPr>
          <p:nvPr/>
        </p:nvSpPr>
        <p:spPr bwMode="auto">
          <a:xfrm>
            <a:off x="1524001" y="3061902"/>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graphicFrame>
        <p:nvGraphicFramePr>
          <p:cNvPr id="488487" name="Object 39"/>
          <p:cNvGraphicFramePr>
            <a:graphicFrameLocks noChangeAspect="1"/>
          </p:cNvGraphicFramePr>
          <p:nvPr/>
        </p:nvGraphicFramePr>
        <p:xfrm>
          <a:off x="5715000" y="3276601"/>
          <a:ext cx="1219200" cy="741363"/>
        </p:xfrm>
        <a:graphic>
          <a:graphicData uri="http://schemas.openxmlformats.org/presentationml/2006/ole">
            <mc:AlternateContent xmlns:mc="http://schemas.openxmlformats.org/markup-compatibility/2006">
              <mc:Choice xmlns:v="urn:schemas-microsoft-com:vml" Requires="v">
                <p:oleObj spid="_x0000_s9219" name="Equation" r:id="rId6" imgW="749300" imgH="457200" progId="Equation.DSMT4">
                  <p:embed/>
                </p:oleObj>
              </mc:Choice>
              <mc:Fallback>
                <p:oleObj name="Equation" r:id="rId6" imgW="749300" imgH="457200" progId="Equation.DSMT4">
                  <p:embed/>
                  <p:pic>
                    <p:nvPicPr>
                      <p:cNvPr id="488487" name="Object 3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15000" y="3276601"/>
                        <a:ext cx="1219200" cy="741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31245831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88450"/>
                                        </p:tgtEl>
                                        <p:attrNameLst>
                                          <p:attrName>style.visibility</p:attrName>
                                        </p:attrNameLst>
                                      </p:cBhvr>
                                      <p:to>
                                        <p:strVal val="visible"/>
                                      </p:to>
                                    </p:set>
                                    <p:animEffect transition="in" filter="fade">
                                      <p:cBhvr>
                                        <p:cTn id="7" dur="2000"/>
                                        <p:tgtEl>
                                          <p:spTgt spid="488450"/>
                                        </p:tgtEl>
                                      </p:cBhvr>
                                    </p:animEffect>
                                  </p:childTnLst>
                                </p:cTn>
                              </p:par>
                              <p:par>
                                <p:cTn id="8" presetID="10" presetClass="entr" presetSubtype="0" fill="hold" nodeType="withEffect">
                                  <p:stCondLst>
                                    <p:cond delay="0"/>
                                  </p:stCondLst>
                                  <p:childTnLst>
                                    <p:set>
                                      <p:cBhvr>
                                        <p:cTn id="9" dur="1" fill="hold">
                                          <p:stCondLst>
                                            <p:cond delay="0"/>
                                          </p:stCondLst>
                                        </p:cTn>
                                        <p:tgtEl>
                                          <p:spTgt spid="488451">
                                            <p:txEl>
                                              <p:pRg st="0" end="0"/>
                                            </p:txEl>
                                          </p:spTgt>
                                        </p:tgtEl>
                                        <p:attrNameLst>
                                          <p:attrName>style.visibility</p:attrName>
                                        </p:attrNameLst>
                                      </p:cBhvr>
                                      <p:to>
                                        <p:strVal val="visible"/>
                                      </p:to>
                                    </p:set>
                                    <p:animEffect transition="in" filter="fade">
                                      <p:cBhvr>
                                        <p:cTn id="10" dur="2000"/>
                                        <p:tgtEl>
                                          <p:spTgt spid="488451">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88451">
                                            <p:txEl>
                                              <p:pRg st="1" end="1"/>
                                            </p:txEl>
                                          </p:spTgt>
                                        </p:tgtEl>
                                        <p:attrNameLst>
                                          <p:attrName>style.visibility</p:attrName>
                                        </p:attrNameLst>
                                      </p:cBhvr>
                                      <p:to>
                                        <p:strVal val="visible"/>
                                      </p:to>
                                    </p:set>
                                    <p:animEffect transition="in" filter="fade">
                                      <p:cBhvr>
                                        <p:cTn id="13" dur="2000"/>
                                        <p:tgtEl>
                                          <p:spTgt spid="488451">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88451">
                                            <p:txEl>
                                              <p:pRg st="2" end="2"/>
                                            </p:txEl>
                                          </p:spTgt>
                                        </p:tgtEl>
                                        <p:attrNameLst>
                                          <p:attrName>style.visibility</p:attrName>
                                        </p:attrNameLst>
                                      </p:cBhvr>
                                      <p:to>
                                        <p:strVal val="visible"/>
                                      </p:to>
                                    </p:set>
                                    <p:animEffect transition="in" filter="fade">
                                      <p:cBhvr>
                                        <p:cTn id="16" dur="2000"/>
                                        <p:tgtEl>
                                          <p:spTgt spid="488451">
                                            <p:txEl>
                                              <p:pRg st="2" end="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88483"/>
                                        </p:tgtEl>
                                        <p:attrNameLst>
                                          <p:attrName>style.visibility</p:attrName>
                                        </p:attrNameLst>
                                      </p:cBhvr>
                                      <p:to>
                                        <p:strVal val="visible"/>
                                      </p:to>
                                    </p:set>
                                    <p:animEffect transition="in" filter="fade">
                                      <p:cBhvr>
                                        <p:cTn id="19" dur="2000"/>
                                        <p:tgtEl>
                                          <p:spTgt spid="488483"/>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nodeType="clickEffect">
                                  <p:stCondLst>
                                    <p:cond delay="0"/>
                                  </p:stCondLst>
                                  <p:childTnLst>
                                    <p:set>
                                      <p:cBhvr>
                                        <p:cTn id="23" dur="1" fill="hold">
                                          <p:stCondLst>
                                            <p:cond delay="0"/>
                                          </p:stCondLst>
                                        </p:cTn>
                                        <p:tgtEl>
                                          <p:spTgt spid="488451">
                                            <p:txEl>
                                              <p:pRg st="3" end="3"/>
                                            </p:txEl>
                                          </p:spTgt>
                                        </p:tgtEl>
                                        <p:attrNameLst>
                                          <p:attrName>style.visibility</p:attrName>
                                        </p:attrNameLst>
                                      </p:cBhvr>
                                      <p:to>
                                        <p:strVal val="visible"/>
                                      </p:to>
                                    </p:set>
                                    <p:animEffect transition="in" filter="fade">
                                      <p:cBhvr>
                                        <p:cTn id="24" dur="2000"/>
                                        <p:tgtEl>
                                          <p:spTgt spid="488451">
                                            <p:txEl>
                                              <p:pRg st="3" end="3"/>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488451">
                                            <p:txEl>
                                              <p:pRg st="4" end="4"/>
                                            </p:txEl>
                                          </p:spTgt>
                                        </p:tgtEl>
                                        <p:attrNameLst>
                                          <p:attrName>style.visibility</p:attrName>
                                        </p:attrNameLst>
                                      </p:cBhvr>
                                      <p:to>
                                        <p:strVal val="visible"/>
                                      </p:to>
                                    </p:set>
                                    <p:animEffect transition="in" filter="fade">
                                      <p:cBhvr>
                                        <p:cTn id="27" dur="2000"/>
                                        <p:tgtEl>
                                          <p:spTgt spid="48845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nodeType="clickEffect">
                                  <p:stCondLst>
                                    <p:cond delay="0"/>
                                  </p:stCondLst>
                                  <p:childTnLst>
                                    <p:set>
                                      <p:cBhvr>
                                        <p:cTn id="31" dur="1" fill="hold">
                                          <p:stCondLst>
                                            <p:cond delay="0"/>
                                          </p:stCondLst>
                                        </p:cTn>
                                        <p:tgtEl>
                                          <p:spTgt spid="488451">
                                            <p:txEl>
                                              <p:pRg st="5" end="5"/>
                                            </p:txEl>
                                          </p:spTgt>
                                        </p:tgtEl>
                                        <p:attrNameLst>
                                          <p:attrName>style.visibility</p:attrName>
                                        </p:attrNameLst>
                                      </p:cBhvr>
                                      <p:to>
                                        <p:strVal val="visible"/>
                                      </p:to>
                                    </p:set>
                                    <p:animEffect transition="in" filter="fade">
                                      <p:cBhvr>
                                        <p:cTn id="32" dur="2000"/>
                                        <p:tgtEl>
                                          <p:spTgt spid="488451">
                                            <p:txEl>
                                              <p:pRg st="5" end="5"/>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488451">
                                            <p:txEl>
                                              <p:pRg st="6" end="6"/>
                                            </p:txEl>
                                          </p:spTgt>
                                        </p:tgtEl>
                                        <p:attrNameLst>
                                          <p:attrName>style.visibility</p:attrName>
                                        </p:attrNameLst>
                                      </p:cBhvr>
                                      <p:to>
                                        <p:strVal val="visible"/>
                                      </p:to>
                                    </p:set>
                                    <p:animEffect transition="in" filter="fade">
                                      <p:cBhvr>
                                        <p:cTn id="35" dur="2000"/>
                                        <p:tgtEl>
                                          <p:spTgt spid="488451">
                                            <p:txEl>
                                              <p:pRg st="6" end="6"/>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0" presetClass="entr" presetSubtype="0" fill="hold" nodeType="clickEffect">
                                  <p:stCondLst>
                                    <p:cond delay="0"/>
                                  </p:stCondLst>
                                  <p:childTnLst>
                                    <p:set>
                                      <p:cBhvr>
                                        <p:cTn id="39" dur="1" fill="hold">
                                          <p:stCondLst>
                                            <p:cond delay="0"/>
                                          </p:stCondLst>
                                        </p:cTn>
                                        <p:tgtEl>
                                          <p:spTgt spid="488451">
                                            <p:txEl>
                                              <p:pRg st="9" end="9"/>
                                            </p:txEl>
                                          </p:spTgt>
                                        </p:tgtEl>
                                        <p:attrNameLst>
                                          <p:attrName>style.visibility</p:attrName>
                                        </p:attrNameLst>
                                      </p:cBhvr>
                                      <p:to>
                                        <p:strVal val="visible"/>
                                      </p:to>
                                    </p:set>
                                    <p:animEffect transition="in" filter="fade">
                                      <p:cBhvr>
                                        <p:cTn id="40" dur="2000"/>
                                        <p:tgtEl>
                                          <p:spTgt spid="488451">
                                            <p:txEl>
                                              <p:pRg st="9" end="9"/>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488451">
                                            <p:txEl>
                                              <p:pRg st="10" end="10"/>
                                            </p:txEl>
                                          </p:spTgt>
                                        </p:tgtEl>
                                        <p:attrNameLst>
                                          <p:attrName>style.visibility</p:attrName>
                                        </p:attrNameLst>
                                      </p:cBhvr>
                                      <p:to>
                                        <p:strVal val="visible"/>
                                      </p:to>
                                    </p:set>
                                    <p:animEffect transition="in" filter="fade">
                                      <p:cBhvr>
                                        <p:cTn id="43" dur="2000"/>
                                        <p:tgtEl>
                                          <p:spTgt spid="488451">
                                            <p:txEl>
                                              <p:pRg st="10" end="10"/>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488451">
                                            <p:txEl>
                                              <p:pRg st="11" end="11"/>
                                            </p:txEl>
                                          </p:spTgt>
                                        </p:tgtEl>
                                        <p:attrNameLst>
                                          <p:attrName>style.visibility</p:attrName>
                                        </p:attrNameLst>
                                      </p:cBhvr>
                                      <p:to>
                                        <p:strVal val="visible"/>
                                      </p:to>
                                    </p:set>
                                    <p:animEffect transition="in" filter="fade">
                                      <p:cBhvr>
                                        <p:cTn id="46" dur="2000"/>
                                        <p:tgtEl>
                                          <p:spTgt spid="488451">
                                            <p:txEl>
                                              <p:pRg st="11" end="11"/>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488451">
                                            <p:txEl>
                                              <p:pRg st="12" end="12"/>
                                            </p:txEl>
                                          </p:spTgt>
                                        </p:tgtEl>
                                        <p:attrNameLst>
                                          <p:attrName>style.visibility</p:attrName>
                                        </p:attrNameLst>
                                      </p:cBhvr>
                                      <p:to>
                                        <p:strVal val="visible"/>
                                      </p:to>
                                    </p:set>
                                    <p:animEffect transition="in" filter="fade">
                                      <p:cBhvr>
                                        <p:cTn id="49" dur="2000"/>
                                        <p:tgtEl>
                                          <p:spTgt spid="488451">
                                            <p:txEl>
                                              <p:pRg st="12" end="12"/>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488451">
                                            <p:txEl>
                                              <p:pRg st="13" end="13"/>
                                            </p:txEl>
                                          </p:spTgt>
                                        </p:tgtEl>
                                        <p:attrNameLst>
                                          <p:attrName>style.visibility</p:attrName>
                                        </p:attrNameLst>
                                      </p:cBhvr>
                                      <p:to>
                                        <p:strVal val="visible"/>
                                      </p:to>
                                    </p:set>
                                    <p:animEffect transition="in" filter="fade">
                                      <p:cBhvr>
                                        <p:cTn id="52" dur="2000"/>
                                        <p:tgtEl>
                                          <p:spTgt spid="488451">
                                            <p:txEl>
                                              <p:pRg st="13" end="13"/>
                                            </p:txEl>
                                          </p:spTgt>
                                        </p:tgtEl>
                                      </p:cBhvr>
                                    </p:animEffect>
                                  </p:childTnLst>
                                </p:cTn>
                              </p:par>
                              <p:par>
                                <p:cTn id="53" presetID="10" presetClass="entr" presetSubtype="0" fill="hold" nodeType="withEffect">
                                  <p:stCondLst>
                                    <p:cond delay="0"/>
                                  </p:stCondLst>
                                  <p:childTnLst>
                                    <p:set>
                                      <p:cBhvr>
                                        <p:cTn id="54" dur="1" fill="hold">
                                          <p:stCondLst>
                                            <p:cond delay="0"/>
                                          </p:stCondLst>
                                        </p:cTn>
                                        <p:tgtEl>
                                          <p:spTgt spid="488451">
                                            <p:txEl>
                                              <p:pRg st="14" end="14"/>
                                            </p:txEl>
                                          </p:spTgt>
                                        </p:tgtEl>
                                        <p:attrNameLst>
                                          <p:attrName>style.visibility</p:attrName>
                                        </p:attrNameLst>
                                      </p:cBhvr>
                                      <p:to>
                                        <p:strVal val="visible"/>
                                      </p:to>
                                    </p:set>
                                    <p:animEffect transition="in" filter="fade">
                                      <p:cBhvr>
                                        <p:cTn id="55" dur="2000"/>
                                        <p:tgtEl>
                                          <p:spTgt spid="488451">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8450"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 name="Slide Number Placeholder 5"/>
          <p:cNvSpPr>
            <a:spLocks noGrp="1"/>
          </p:cNvSpPr>
          <p:nvPr>
            <p:ph type="sldNum" sz="quarter" idx="12"/>
          </p:nvPr>
        </p:nvSpPr>
        <p:spPr/>
        <p:txBody>
          <a:bodyPr/>
          <a:lstStyle/>
          <a:p>
            <a:fld id="{48F8D9FE-65FA-48E2-B519-5D0F46114839}" type="slidenum">
              <a:rPr lang="en-US" altLang="en-US"/>
              <a:pPr/>
              <a:t>10</a:t>
            </a:fld>
            <a:endParaRPr lang="en-US" altLang="en-US"/>
          </a:p>
        </p:txBody>
      </p:sp>
      <p:sp>
        <p:nvSpPr>
          <p:cNvPr id="490498" name="Rectangle 2"/>
          <p:cNvSpPr>
            <a:spLocks noGrp="1" noChangeArrowheads="1"/>
          </p:cNvSpPr>
          <p:nvPr>
            <p:ph type="title"/>
          </p:nvPr>
        </p:nvSpPr>
        <p:spPr>
          <a:xfrm>
            <a:off x="1905000" y="-76200"/>
            <a:ext cx="4114800" cy="609600"/>
          </a:xfrm>
        </p:spPr>
        <p:txBody>
          <a:bodyPr/>
          <a:lstStyle/>
          <a:p>
            <a:pPr algn="l"/>
            <a:r>
              <a:rPr lang="en-US" altLang="en-US" sz="2800" b="1">
                <a:solidFill>
                  <a:srgbClr val="CC0000"/>
                </a:solidFill>
                <a:latin typeface="VNI-Times" pitchFamily="2" charset="0"/>
                <a:sym typeface="Wingdings" panose="05000000000000000000" pitchFamily="2" charset="2"/>
              </a:rPr>
              <a:t>2. Caùc maët coù quy taéc</a:t>
            </a:r>
          </a:p>
        </p:txBody>
      </p:sp>
      <p:sp>
        <p:nvSpPr>
          <p:cNvPr id="490499" name="Rectangle 3"/>
          <p:cNvSpPr>
            <a:spLocks noChangeArrowheads="1"/>
          </p:cNvSpPr>
          <p:nvPr/>
        </p:nvSpPr>
        <p:spPr bwMode="auto">
          <a:xfrm>
            <a:off x="1828800" y="533401"/>
            <a:ext cx="8458200" cy="6226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860425">
              <a:defRPr>
                <a:solidFill>
                  <a:schemeClr val="tx1"/>
                </a:solidFill>
                <a:latin typeface="Arial" panose="020B0604020202020204" pitchFamily="34" charset="0"/>
              </a:defRPr>
            </a:lvl2pPr>
            <a:lvl3pPr marL="974725">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just">
              <a:spcBef>
                <a:spcPts val="500"/>
              </a:spcBef>
              <a:spcAft>
                <a:spcPts val="500"/>
              </a:spcAft>
              <a:buClr>
                <a:schemeClr val="tx2"/>
              </a:buClr>
            </a:pPr>
            <a:r>
              <a:rPr lang="en-US" altLang="en-US" sz="2000" b="1">
                <a:latin typeface="Times New Roman" panose="02020603050405020304" pitchFamily="18" charset="0"/>
                <a:sym typeface="Wingdings" panose="05000000000000000000" pitchFamily="2" charset="2"/>
              </a:rPr>
              <a:t> </a:t>
            </a:r>
            <a:r>
              <a:rPr lang="en-US" altLang="en-US" sz="2000" b="1">
                <a:solidFill>
                  <a:srgbClr val="CC0000"/>
                </a:solidFill>
                <a:latin typeface="VNI-Times" pitchFamily="2" charset="0"/>
                <a:sym typeface="Wingdings" panose="05000000000000000000" pitchFamily="2" charset="2"/>
              </a:rPr>
              <a:t>b.Maët noùn(Cone):</a:t>
            </a:r>
            <a:r>
              <a:rPr lang="en-US" altLang="en-US" sz="2000" b="1">
                <a:latin typeface="Times New Roman" panose="02020603050405020304" pitchFamily="18" charset="0"/>
                <a:sym typeface="Wingdings" panose="05000000000000000000" pitchFamily="2" charset="2"/>
              </a:rPr>
              <a:t>  </a:t>
            </a:r>
            <a:r>
              <a:rPr lang="en-US" altLang="en-US" sz="2000">
                <a:latin typeface="VNI-Times" pitchFamily="2" charset="0"/>
                <a:sym typeface="Wingdings" panose="05000000000000000000" pitchFamily="2" charset="2"/>
              </a:rPr>
              <a:t>Maët noùn laø maët ñöôïc taïo ra khi moät ñöôøng thaúng di chuyeån doïc theo moät ñöôøng cong phaúng cho tröôùc. Caùc ñöôøng thaúng luoân ñi qua moät ñieåm coá ñònh goïi laø ñænh cuûa maët noùn</a:t>
            </a:r>
          </a:p>
          <a:p>
            <a:pPr>
              <a:spcBef>
                <a:spcPts val="500"/>
              </a:spcBef>
              <a:spcAft>
                <a:spcPts val="500"/>
              </a:spcAft>
              <a:buClr>
                <a:schemeClr val="tx2"/>
              </a:buClr>
            </a:pPr>
            <a:r>
              <a:rPr lang="en-US" altLang="en-US" sz="2000">
                <a:latin typeface="VNI-Times" pitchFamily="2" charset="0"/>
                <a:sym typeface="Wingdings" panose="05000000000000000000" pitchFamily="2" charset="2"/>
              </a:rPr>
              <a:t>	p</a:t>
            </a:r>
            <a:r>
              <a:rPr lang="en-US" altLang="en-US" sz="2000" baseline="-25000">
                <a:latin typeface="VNI-Times" pitchFamily="2" charset="0"/>
                <a:sym typeface="Wingdings" panose="05000000000000000000" pitchFamily="2" charset="2"/>
              </a:rPr>
              <a:t>0</a:t>
            </a:r>
            <a:r>
              <a:rPr lang="en-US" altLang="en-US" sz="2000">
                <a:latin typeface="VNI-Times" pitchFamily="2" charset="0"/>
                <a:sym typeface="Wingdings" panose="05000000000000000000" pitchFamily="2" charset="2"/>
              </a:rPr>
              <a:t>(u) truøng vôùi goác toaï ñoä O</a:t>
            </a:r>
          </a:p>
          <a:p>
            <a:pPr>
              <a:spcBef>
                <a:spcPts val="500"/>
              </a:spcBef>
              <a:spcAft>
                <a:spcPts val="500"/>
              </a:spcAft>
              <a:buClr>
                <a:schemeClr val="tx2"/>
              </a:buClr>
            </a:pPr>
            <a:r>
              <a:rPr lang="en-US" altLang="en-US" sz="2000">
                <a:latin typeface="VNI-Times" pitchFamily="2" charset="0"/>
                <a:sym typeface="Wingdings" panose="05000000000000000000" pitchFamily="2" charset="2"/>
              </a:rPr>
              <a:t>	P</a:t>
            </a:r>
            <a:r>
              <a:rPr lang="en-US" altLang="en-US" sz="2000" baseline="-25000">
                <a:latin typeface="VNI-Times" pitchFamily="2" charset="0"/>
                <a:sym typeface="Wingdings" panose="05000000000000000000" pitchFamily="2" charset="2"/>
              </a:rPr>
              <a:t>1</a:t>
            </a:r>
            <a:r>
              <a:rPr lang="en-US" altLang="en-US" sz="2000">
                <a:latin typeface="VNI-Times" pitchFamily="2" charset="0"/>
                <a:sym typeface="Wingdings" panose="05000000000000000000" pitchFamily="2" charset="2"/>
              </a:rPr>
              <a:t>(u) laø ñöôøng troøn taâm (0,0,h) baùn kinh r.</a:t>
            </a:r>
          </a:p>
          <a:p>
            <a:pPr>
              <a:spcBef>
                <a:spcPts val="500"/>
              </a:spcBef>
              <a:spcAft>
                <a:spcPts val="500"/>
              </a:spcAft>
              <a:buClr>
                <a:schemeClr val="tx2"/>
              </a:buClr>
            </a:pPr>
            <a:r>
              <a:rPr lang="en-US" altLang="en-US" sz="2000">
                <a:latin typeface="VNI-Times" pitchFamily="2" charset="0"/>
                <a:sym typeface="Wingdings" panose="05000000000000000000" pitchFamily="2" charset="2"/>
              </a:rPr>
              <a:t>	P</a:t>
            </a:r>
            <a:r>
              <a:rPr lang="en-US" altLang="en-US" sz="2000" baseline="-25000">
                <a:latin typeface="VNI-Times" pitchFamily="2" charset="0"/>
                <a:sym typeface="Wingdings" panose="05000000000000000000" pitchFamily="2" charset="2"/>
              </a:rPr>
              <a:t>1</a:t>
            </a:r>
            <a:r>
              <a:rPr lang="en-US" altLang="en-US" sz="2000">
                <a:latin typeface="VNI-Times" pitchFamily="2" charset="0"/>
                <a:sym typeface="Wingdings" panose="05000000000000000000" pitchFamily="2" charset="2"/>
              </a:rPr>
              <a:t>(u)=(r.cos(u), r.sin(u), h)</a:t>
            </a:r>
          </a:p>
          <a:p>
            <a:pPr>
              <a:spcBef>
                <a:spcPts val="500"/>
              </a:spcBef>
              <a:spcAft>
                <a:spcPts val="500"/>
              </a:spcAft>
              <a:buClr>
                <a:schemeClr val="tx2"/>
              </a:buClr>
            </a:pPr>
            <a:r>
              <a:rPr lang="en-US" altLang="en-US" sz="2000">
                <a:latin typeface="VNI-Times" pitchFamily="2" charset="0"/>
                <a:sym typeface="Wingdings" panose="05000000000000000000" pitchFamily="2" charset="2"/>
              </a:rPr>
              <a:t>Ta coù:    </a:t>
            </a:r>
            <a:r>
              <a:rPr lang="en-US" altLang="en-US" sz="2000" b="1">
                <a:latin typeface="VNI-Times" pitchFamily="2" charset="0"/>
                <a:sym typeface="Wingdings" panose="05000000000000000000" pitchFamily="2" charset="2"/>
              </a:rPr>
              <a:t>p(u,v)= (1-v).P</a:t>
            </a:r>
            <a:r>
              <a:rPr lang="en-US" altLang="en-US" sz="2000" b="1" baseline="-25000">
                <a:latin typeface="VNI-Times" pitchFamily="2" charset="0"/>
                <a:sym typeface="Wingdings" panose="05000000000000000000" pitchFamily="2" charset="2"/>
              </a:rPr>
              <a:t>0</a:t>
            </a:r>
            <a:r>
              <a:rPr lang="en-US" altLang="en-US" sz="2000" b="1">
                <a:latin typeface="VNI-Times" pitchFamily="2" charset="0"/>
                <a:sym typeface="Wingdings" panose="05000000000000000000" pitchFamily="2" charset="2"/>
              </a:rPr>
              <a:t>(u)+v. P</a:t>
            </a:r>
            <a:r>
              <a:rPr lang="en-US" altLang="en-US" sz="2000" b="1" baseline="-25000">
                <a:latin typeface="VNI-Times" pitchFamily="2" charset="0"/>
                <a:sym typeface="Wingdings" panose="05000000000000000000" pitchFamily="2" charset="2"/>
              </a:rPr>
              <a:t>1</a:t>
            </a:r>
            <a:r>
              <a:rPr lang="en-US" altLang="en-US" sz="2000" b="1">
                <a:latin typeface="VNI-Times" pitchFamily="2" charset="0"/>
                <a:sym typeface="Wingdings" panose="05000000000000000000" pitchFamily="2" charset="2"/>
              </a:rPr>
              <a:t>(u)= v.P</a:t>
            </a:r>
            <a:r>
              <a:rPr lang="en-US" altLang="en-US" sz="2000" b="1" baseline="-25000">
                <a:latin typeface="VNI-Times" pitchFamily="2" charset="0"/>
                <a:sym typeface="Wingdings" panose="05000000000000000000" pitchFamily="2" charset="2"/>
              </a:rPr>
              <a:t>1</a:t>
            </a:r>
            <a:r>
              <a:rPr lang="en-US" altLang="en-US" sz="2000" b="1">
                <a:latin typeface="VNI-Times" pitchFamily="2" charset="0"/>
                <a:sym typeface="Wingdings" panose="05000000000000000000" pitchFamily="2" charset="2"/>
              </a:rPr>
              <a:t>(u)</a:t>
            </a:r>
          </a:p>
          <a:p>
            <a:pPr>
              <a:spcBef>
                <a:spcPts val="500"/>
              </a:spcBef>
              <a:spcAft>
                <a:spcPts val="500"/>
              </a:spcAft>
              <a:buClr>
                <a:schemeClr val="tx2"/>
              </a:buClr>
            </a:pPr>
            <a:r>
              <a:rPr lang="en-US" altLang="en-US" sz="2000">
                <a:latin typeface="VNI-Times" pitchFamily="2" charset="0"/>
                <a:sym typeface="Wingdings" panose="05000000000000000000" pitchFamily="2" charset="2"/>
              </a:rPr>
              <a:t>Vaäy       </a:t>
            </a:r>
            <a:r>
              <a:rPr lang="en-US" altLang="en-US" sz="2000" b="1">
                <a:latin typeface="VNI-Times" pitchFamily="2" charset="0"/>
                <a:sym typeface="Wingdings" panose="05000000000000000000" pitchFamily="2" charset="2"/>
              </a:rPr>
              <a:t>p(u,v) = v.P</a:t>
            </a:r>
            <a:r>
              <a:rPr lang="en-US" altLang="en-US" sz="2000" b="1" baseline="-25000">
                <a:latin typeface="VNI-Times" pitchFamily="2" charset="0"/>
                <a:sym typeface="Wingdings" panose="05000000000000000000" pitchFamily="2" charset="2"/>
              </a:rPr>
              <a:t>1</a:t>
            </a:r>
            <a:r>
              <a:rPr lang="en-US" altLang="en-US" sz="2000" b="1">
                <a:latin typeface="VNI-Times" pitchFamily="2" charset="0"/>
                <a:sym typeface="Wingdings" panose="05000000000000000000" pitchFamily="2" charset="2"/>
              </a:rPr>
              <a:t>(u)</a:t>
            </a:r>
          </a:p>
          <a:p>
            <a:pPr lvl="1">
              <a:spcBef>
                <a:spcPts val="500"/>
              </a:spcBef>
              <a:spcAft>
                <a:spcPts val="500"/>
              </a:spcAft>
              <a:buClr>
                <a:schemeClr val="tx2"/>
              </a:buClr>
            </a:pPr>
            <a:endParaRPr lang="en-US" altLang="en-US" sz="2000">
              <a:solidFill>
                <a:srgbClr val="FFCC00"/>
              </a:solidFill>
              <a:latin typeface="VNI-Times" pitchFamily="2" charset="0"/>
              <a:sym typeface="Wingdings" panose="05000000000000000000" pitchFamily="2" charset="2"/>
            </a:endParaRPr>
          </a:p>
          <a:p>
            <a:pPr>
              <a:spcBef>
                <a:spcPts val="500"/>
              </a:spcBef>
              <a:spcAft>
                <a:spcPts val="500"/>
              </a:spcAft>
              <a:buClr>
                <a:schemeClr val="tx2"/>
              </a:buClr>
            </a:pPr>
            <a:r>
              <a:rPr lang="en-US" altLang="en-US" sz="2000">
                <a:latin typeface="VNI-Times" pitchFamily="2" charset="0"/>
                <a:sym typeface="Wingdings" panose="05000000000000000000" pitchFamily="2" charset="2"/>
              </a:rPr>
              <a:t>Hay:  				vôùi          </a:t>
            </a:r>
          </a:p>
          <a:p>
            <a:pPr>
              <a:buClr>
                <a:schemeClr val="tx2"/>
              </a:buClr>
            </a:pPr>
            <a:endParaRPr lang="en-US" altLang="en-US" sz="2000">
              <a:latin typeface="VNI-Times" pitchFamily="2" charset="0"/>
              <a:sym typeface="Wingdings" panose="05000000000000000000" pitchFamily="2" charset="2"/>
            </a:endParaRPr>
          </a:p>
          <a:p>
            <a:pPr>
              <a:buClr>
                <a:schemeClr val="tx2"/>
              </a:buClr>
            </a:pPr>
            <a:r>
              <a:rPr lang="en-US" altLang="en-US" sz="2000">
                <a:latin typeface="VNI-Times" pitchFamily="2" charset="0"/>
                <a:sym typeface="Wingdings" panose="05000000000000000000" pitchFamily="2" charset="2"/>
              </a:rPr>
              <a:t>Procedure	Matnon(r,h:byte; u,v:Real; Var  P:toado3d);</a:t>
            </a:r>
          </a:p>
          <a:p>
            <a:pPr>
              <a:buClr>
                <a:schemeClr val="tx2"/>
              </a:buClr>
            </a:pPr>
            <a:r>
              <a:rPr lang="en-US" altLang="en-US" sz="2000">
                <a:latin typeface="VNI-Times" pitchFamily="2" charset="0"/>
                <a:sym typeface="Wingdings" panose="05000000000000000000" pitchFamily="2" charset="2"/>
              </a:rPr>
              <a:t>Begin</a:t>
            </a:r>
          </a:p>
          <a:p>
            <a:pPr lvl="1">
              <a:buClr>
                <a:schemeClr val="tx2"/>
              </a:buClr>
            </a:pPr>
            <a:r>
              <a:rPr lang="en-US" altLang="en-US" sz="2000">
                <a:latin typeface="VNI-Times" pitchFamily="2" charset="0"/>
                <a:sym typeface="Wingdings" panose="05000000000000000000" pitchFamily="2" charset="2"/>
              </a:rPr>
              <a:t>p.x:=v*r*cos(u);</a:t>
            </a:r>
          </a:p>
          <a:p>
            <a:pPr lvl="1">
              <a:buClr>
                <a:schemeClr val="tx2"/>
              </a:buClr>
            </a:pPr>
            <a:r>
              <a:rPr lang="en-US" altLang="en-US" sz="2000">
                <a:latin typeface="VNI-Times" pitchFamily="2" charset="0"/>
                <a:sym typeface="Wingdings" panose="05000000000000000000" pitchFamily="2" charset="2"/>
              </a:rPr>
              <a:t>p.y:=v*r*sin(u);</a:t>
            </a:r>
          </a:p>
          <a:p>
            <a:pPr lvl="1">
              <a:buClr>
                <a:schemeClr val="tx2"/>
              </a:buClr>
            </a:pPr>
            <a:r>
              <a:rPr lang="en-US" altLang="en-US" sz="2000">
                <a:latin typeface="VNI-Times" pitchFamily="2" charset="0"/>
                <a:sym typeface="Wingdings" panose="05000000000000000000" pitchFamily="2" charset="2"/>
              </a:rPr>
              <a:t>p.z:=v*h;</a:t>
            </a:r>
          </a:p>
          <a:p>
            <a:pPr>
              <a:buClr>
                <a:schemeClr val="tx2"/>
              </a:buClr>
            </a:pPr>
            <a:r>
              <a:rPr lang="en-US" altLang="en-US" sz="2000">
                <a:latin typeface="VNI-Times" pitchFamily="2" charset="0"/>
                <a:sym typeface="Wingdings" panose="05000000000000000000" pitchFamily="2" charset="2"/>
              </a:rPr>
              <a:t>End;</a:t>
            </a:r>
          </a:p>
        </p:txBody>
      </p:sp>
      <p:sp>
        <p:nvSpPr>
          <p:cNvPr id="490502" name="Rectangle 6"/>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0503" name="Rectangle 7"/>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0504" name="Rectangle 8"/>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0505" name="Rectangle 9"/>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0506" name="Rectangle 10"/>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0507" name="Rectangle 11"/>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0527" name="Rectangle 31"/>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0529" name="Rectangle 33"/>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0543" name="Text Box 47"/>
          <p:cNvSpPr txBox="1">
            <a:spLocks noChangeArrowheads="1"/>
          </p:cNvSpPr>
          <p:nvPr/>
        </p:nvSpPr>
        <p:spPr bwMode="auto">
          <a:xfrm>
            <a:off x="7696200" y="4054476"/>
            <a:ext cx="85725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3200">
                <a:latin typeface="VNI-Times" pitchFamily="2" charset="0"/>
              </a:rPr>
              <a:t>x</a:t>
            </a:r>
          </a:p>
        </p:txBody>
      </p:sp>
      <p:grpSp>
        <p:nvGrpSpPr>
          <p:cNvPr id="490550" name="Group 54"/>
          <p:cNvGrpSpPr>
            <a:grpSpLocks/>
          </p:cNvGrpSpPr>
          <p:nvPr/>
        </p:nvGrpSpPr>
        <p:grpSpPr bwMode="auto">
          <a:xfrm>
            <a:off x="7991476" y="1295401"/>
            <a:ext cx="3286125" cy="3279775"/>
            <a:chOff x="4074" y="816"/>
            <a:chExt cx="2070" cy="2066"/>
          </a:xfrm>
        </p:grpSpPr>
        <p:sp>
          <p:nvSpPr>
            <p:cNvPr id="490532" name="Line 36"/>
            <p:cNvSpPr>
              <a:spLocks noChangeShapeType="1"/>
            </p:cNvSpPr>
            <p:nvPr/>
          </p:nvSpPr>
          <p:spPr bwMode="auto">
            <a:xfrm flipV="1">
              <a:off x="4550" y="969"/>
              <a:ext cx="1" cy="149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0533" name="Line 37"/>
            <p:cNvSpPr>
              <a:spLocks noChangeShapeType="1"/>
            </p:cNvSpPr>
            <p:nvPr/>
          </p:nvSpPr>
          <p:spPr bwMode="auto">
            <a:xfrm flipH="1">
              <a:off x="4074" y="2462"/>
              <a:ext cx="476" cy="42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0534" name="Line 38"/>
            <p:cNvSpPr>
              <a:spLocks noChangeShapeType="1"/>
            </p:cNvSpPr>
            <p:nvPr/>
          </p:nvSpPr>
          <p:spPr bwMode="auto">
            <a:xfrm>
              <a:off x="4557" y="2468"/>
              <a:ext cx="108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0535" name="Oval 39"/>
            <p:cNvSpPr>
              <a:spLocks noChangeArrowheads="1"/>
            </p:cNvSpPr>
            <p:nvPr/>
          </p:nvSpPr>
          <p:spPr bwMode="auto">
            <a:xfrm flipV="1">
              <a:off x="4126" y="1344"/>
              <a:ext cx="848" cy="33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0536" name="Line 40"/>
            <p:cNvSpPr>
              <a:spLocks noChangeShapeType="1"/>
            </p:cNvSpPr>
            <p:nvPr/>
          </p:nvSpPr>
          <p:spPr bwMode="auto">
            <a:xfrm>
              <a:off x="4140" y="1564"/>
              <a:ext cx="407" cy="91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0537" name="Line 41"/>
            <p:cNvSpPr>
              <a:spLocks noChangeShapeType="1"/>
            </p:cNvSpPr>
            <p:nvPr/>
          </p:nvSpPr>
          <p:spPr bwMode="auto">
            <a:xfrm flipH="1">
              <a:off x="4567" y="1552"/>
              <a:ext cx="406" cy="91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0538" name="Text Box 42"/>
            <p:cNvSpPr txBox="1">
              <a:spLocks noChangeArrowheads="1"/>
            </p:cNvSpPr>
            <p:nvPr/>
          </p:nvSpPr>
          <p:spPr bwMode="auto">
            <a:xfrm>
              <a:off x="4471" y="2387"/>
              <a:ext cx="509" cy="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3200">
                  <a:latin typeface="VNI-Times" pitchFamily="2" charset="0"/>
                </a:rPr>
                <a:t>P</a:t>
              </a:r>
              <a:r>
                <a:rPr lang="en-US" altLang="en-US" sz="3200" baseline="-25000">
                  <a:latin typeface="VNI-Times" pitchFamily="2" charset="0"/>
                </a:rPr>
                <a:t>0</a:t>
              </a:r>
              <a:endParaRPr lang="en-US" altLang="en-US" sz="3200">
                <a:latin typeface="VNI-Times" pitchFamily="2" charset="0"/>
              </a:endParaRPr>
            </a:p>
          </p:txBody>
        </p:sp>
        <p:sp>
          <p:nvSpPr>
            <p:cNvPr id="490539" name="Text Box 43"/>
            <p:cNvSpPr txBox="1">
              <a:spLocks noChangeArrowheads="1"/>
            </p:cNvSpPr>
            <p:nvPr/>
          </p:nvSpPr>
          <p:spPr bwMode="auto">
            <a:xfrm>
              <a:off x="4599" y="1001"/>
              <a:ext cx="54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3200">
                  <a:latin typeface="VNI-Times" pitchFamily="2" charset="0"/>
                </a:rPr>
                <a:t>P</a:t>
              </a:r>
              <a:r>
                <a:rPr lang="en-US" altLang="en-US" sz="3200" baseline="-25000">
                  <a:latin typeface="VNI-Times" pitchFamily="2" charset="0"/>
                </a:rPr>
                <a:t>1</a:t>
              </a:r>
              <a:endParaRPr lang="en-US" altLang="en-US" sz="3200">
                <a:latin typeface="VNI-Times" pitchFamily="2" charset="0"/>
              </a:endParaRPr>
            </a:p>
          </p:txBody>
        </p:sp>
        <p:sp>
          <p:nvSpPr>
            <p:cNvPr id="490540" name="Text Box 44"/>
            <p:cNvSpPr txBox="1">
              <a:spLocks noChangeArrowheads="1"/>
            </p:cNvSpPr>
            <p:nvPr/>
          </p:nvSpPr>
          <p:spPr bwMode="auto">
            <a:xfrm>
              <a:off x="5096" y="1674"/>
              <a:ext cx="540" cy="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3200">
                  <a:latin typeface="VNI-Times" pitchFamily="2" charset="0"/>
                </a:rPr>
                <a:t>h</a:t>
              </a:r>
            </a:p>
          </p:txBody>
        </p:sp>
        <p:sp>
          <p:nvSpPr>
            <p:cNvPr id="490541" name="Line 45"/>
            <p:cNvSpPr>
              <a:spLocks noChangeShapeType="1"/>
            </p:cNvSpPr>
            <p:nvPr/>
          </p:nvSpPr>
          <p:spPr bwMode="auto">
            <a:xfrm>
              <a:off x="5034" y="1506"/>
              <a:ext cx="20" cy="962"/>
            </a:xfrm>
            <a:prstGeom prst="line">
              <a:avLst/>
            </a:prstGeom>
            <a:noFill/>
            <a:ln w="38100">
              <a:solidFill>
                <a:schemeClr val="tx1"/>
              </a:solidFill>
              <a:round/>
              <a:headEnd type="arrow" w="med" len="me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490542" name="Text Box 46"/>
            <p:cNvSpPr txBox="1">
              <a:spLocks noChangeArrowheads="1"/>
            </p:cNvSpPr>
            <p:nvPr/>
          </p:nvSpPr>
          <p:spPr bwMode="auto">
            <a:xfrm>
              <a:off x="4284" y="816"/>
              <a:ext cx="54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3200">
                  <a:latin typeface="VNI-Times" pitchFamily="2" charset="0"/>
                </a:rPr>
                <a:t>z</a:t>
              </a:r>
            </a:p>
          </p:txBody>
        </p:sp>
        <p:sp>
          <p:nvSpPr>
            <p:cNvPr id="490544" name="Text Box 48"/>
            <p:cNvSpPr txBox="1">
              <a:spLocks noChangeArrowheads="1"/>
            </p:cNvSpPr>
            <p:nvPr/>
          </p:nvSpPr>
          <p:spPr bwMode="auto">
            <a:xfrm>
              <a:off x="5604" y="2264"/>
              <a:ext cx="54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3200">
                  <a:latin typeface="VNI-Times" pitchFamily="2" charset="0"/>
                </a:rPr>
                <a:t>y</a:t>
              </a:r>
            </a:p>
          </p:txBody>
        </p:sp>
      </p:grpSp>
      <p:sp>
        <p:nvSpPr>
          <p:cNvPr id="490546" name="Rectangle 50"/>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0548" name="Rectangle 52"/>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0552" name="Rectangle 56"/>
          <p:cNvSpPr>
            <a:spLocks noChangeArrowheads="1"/>
          </p:cNvSpPr>
          <p:nvPr/>
        </p:nvSpPr>
        <p:spPr bwMode="auto">
          <a:xfrm>
            <a:off x="1524001" y="2933315"/>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graphicFrame>
        <p:nvGraphicFramePr>
          <p:cNvPr id="490551" name="Object 55"/>
          <p:cNvGraphicFramePr>
            <a:graphicFrameLocks noChangeAspect="1"/>
          </p:cNvGraphicFramePr>
          <p:nvPr/>
        </p:nvGraphicFramePr>
        <p:xfrm>
          <a:off x="2819400" y="3733800"/>
          <a:ext cx="2286000" cy="1250950"/>
        </p:xfrm>
        <a:graphic>
          <a:graphicData uri="http://schemas.openxmlformats.org/presentationml/2006/ole">
            <mc:AlternateContent xmlns:mc="http://schemas.openxmlformats.org/markup-compatibility/2006">
              <mc:Choice xmlns:v="urn:schemas-microsoft-com:vml" Requires="v">
                <p:oleObj spid="_x0000_s10242" name="Equation" r:id="rId4" imgW="1308100" imgH="711200" progId="Equation.DSMT4">
                  <p:embed/>
                </p:oleObj>
              </mc:Choice>
              <mc:Fallback>
                <p:oleObj name="Equation" r:id="rId4" imgW="1308100" imgH="711200" progId="Equation.DSMT4">
                  <p:embed/>
                  <p:pic>
                    <p:nvPicPr>
                      <p:cNvPr id="490551" name="Object 5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9400" y="3733800"/>
                        <a:ext cx="2286000" cy="1250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0554" name="Rectangle 58"/>
          <p:cNvSpPr>
            <a:spLocks noChangeArrowheads="1"/>
          </p:cNvSpPr>
          <p:nvPr/>
        </p:nvSpPr>
        <p:spPr bwMode="auto">
          <a:xfrm>
            <a:off x="1524001" y="3061902"/>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graphicFrame>
        <p:nvGraphicFramePr>
          <p:cNvPr id="490553" name="Object 57"/>
          <p:cNvGraphicFramePr>
            <a:graphicFrameLocks noChangeAspect="1"/>
          </p:cNvGraphicFramePr>
          <p:nvPr/>
        </p:nvGraphicFramePr>
        <p:xfrm>
          <a:off x="6248400" y="3886200"/>
          <a:ext cx="1295400" cy="787400"/>
        </p:xfrm>
        <a:graphic>
          <a:graphicData uri="http://schemas.openxmlformats.org/presentationml/2006/ole">
            <mc:AlternateContent xmlns:mc="http://schemas.openxmlformats.org/markup-compatibility/2006">
              <mc:Choice xmlns:v="urn:schemas-microsoft-com:vml" Requires="v">
                <p:oleObj spid="_x0000_s10243" name="Equation" r:id="rId6" imgW="749300" imgH="457200" progId="Equation.DSMT4">
                  <p:embed/>
                </p:oleObj>
              </mc:Choice>
              <mc:Fallback>
                <p:oleObj name="Equation" r:id="rId6" imgW="749300" imgH="457200" progId="Equation.DSMT4">
                  <p:embed/>
                  <p:pic>
                    <p:nvPicPr>
                      <p:cNvPr id="490553" name="Object 5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48400" y="3886200"/>
                        <a:ext cx="1295400"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47845965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90498"/>
                                        </p:tgtEl>
                                        <p:attrNameLst>
                                          <p:attrName>style.visibility</p:attrName>
                                        </p:attrNameLst>
                                      </p:cBhvr>
                                      <p:to>
                                        <p:strVal val="visible"/>
                                      </p:to>
                                    </p:set>
                                    <p:animEffect transition="in" filter="fade">
                                      <p:cBhvr>
                                        <p:cTn id="7" dur="2000"/>
                                        <p:tgtEl>
                                          <p:spTgt spid="490498"/>
                                        </p:tgtEl>
                                      </p:cBhvr>
                                    </p:animEffect>
                                  </p:childTnLst>
                                </p:cTn>
                              </p:par>
                              <p:par>
                                <p:cTn id="8" presetID="10" presetClass="entr" presetSubtype="0" fill="hold" nodeType="withEffect">
                                  <p:stCondLst>
                                    <p:cond delay="0"/>
                                  </p:stCondLst>
                                  <p:childTnLst>
                                    <p:set>
                                      <p:cBhvr>
                                        <p:cTn id="9" dur="1" fill="hold">
                                          <p:stCondLst>
                                            <p:cond delay="0"/>
                                          </p:stCondLst>
                                        </p:cTn>
                                        <p:tgtEl>
                                          <p:spTgt spid="490499">
                                            <p:txEl>
                                              <p:pRg st="0" end="0"/>
                                            </p:txEl>
                                          </p:spTgt>
                                        </p:tgtEl>
                                        <p:attrNameLst>
                                          <p:attrName>style.visibility</p:attrName>
                                        </p:attrNameLst>
                                      </p:cBhvr>
                                      <p:to>
                                        <p:strVal val="visible"/>
                                      </p:to>
                                    </p:set>
                                    <p:animEffect transition="in" filter="fade">
                                      <p:cBhvr>
                                        <p:cTn id="10" dur="2000"/>
                                        <p:tgtEl>
                                          <p:spTgt spid="490499">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90499">
                                            <p:txEl>
                                              <p:pRg st="1" end="1"/>
                                            </p:txEl>
                                          </p:spTgt>
                                        </p:tgtEl>
                                        <p:attrNameLst>
                                          <p:attrName>style.visibility</p:attrName>
                                        </p:attrNameLst>
                                      </p:cBhvr>
                                      <p:to>
                                        <p:strVal val="visible"/>
                                      </p:to>
                                    </p:set>
                                    <p:animEffect transition="in" filter="fade">
                                      <p:cBhvr>
                                        <p:cTn id="13" dur="2000"/>
                                        <p:tgtEl>
                                          <p:spTgt spid="490499">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90499">
                                            <p:txEl>
                                              <p:pRg st="2" end="2"/>
                                            </p:txEl>
                                          </p:spTgt>
                                        </p:tgtEl>
                                        <p:attrNameLst>
                                          <p:attrName>style.visibility</p:attrName>
                                        </p:attrNameLst>
                                      </p:cBhvr>
                                      <p:to>
                                        <p:strVal val="visible"/>
                                      </p:to>
                                    </p:set>
                                    <p:animEffect transition="in" filter="fade">
                                      <p:cBhvr>
                                        <p:cTn id="16" dur="2000"/>
                                        <p:tgtEl>
                                          <p:spTgt spid="490499">
                                            <p:txEl>
                                              <p:pRg st="2" end="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90499">
                                            <p:txEl>
                                              <p:pRg st="3" end="3"/>
                                            </p:txEl>
                                          </p:spTgt>
                                        </p:tgtEl>
                                        <p:attrNameLst>
                                          <p:attrName>style.visibility</p:attrName>
                                        </p:attrNameLst>
                                      </p:cBhvr>
                                      <p:to>
                                        <p:strVal val="visible"/>
                                      </p:to>
                                    </p:set>
                                    <p:animEffect transition="in" filter="fade">
                                      <p:cBhvr>
                                        <p:cTn id="19" dur="2000"/>
                                        <p:tgtEl>
                                          <p:spTgt spid="490499">
                                            <p:txEl>
                                              <p:pRg st="3" end="3"/>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nodeType="clickEffect">
                                  <p:stCondLst>
                                    <p:cond delay="0"/>
                                  </p:stCondLst>
                                  <p:childTnLst>
                                    <p:set>
                                      <p:cBhvr>
                                        <p:cTn id="23" dur="1" fill="hold">
                                          <p:stCondLst>
                                            <p:cond delay="0"/>
                                          </p:stCondLst>
                                        </p:cTn>
                                        <p:tgtEl>
                                          <p:spTgt spid="490499">
                                            <p:txEl>
                                              <p:pRg st="4" end="4"/>
                                            </p:txEl>
                                          </p:spTgt>
                                        </p:tgtEl>
                                        <p:attrNameLst>
                                          <p:attrName>style.visibility</p:attrName>
                                        </p:attrNameLst>
                                      </p:cBhvr>
                                      <p:to>
                                        <p:strVal val="visible"/>
                                      </p:to>
                                    </p:set>
                                    <p:animEffect transition="in" filter="fade">
                                      <p:cBhvr>
                                        <p:cTn id="24" dur="2000"/>
                                        <p:tgtEl>
                                          <p:spTgt spid="490499">
                                            <p:txEl>
                                              <p:pRg st="4" end="4"/>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0" presetClass="entr" presetSubtype="0" fill="hold" nodeType="clickEffect">
                                  <p:stCondLst>
                                    <p:cond delay="0"/>
                                  </p:stCondLst>
                                  <p:childTnLst>
                                    <p:set>
                                      <p:cBhvr>
                                        <p:cTn id="28" dur="1" fill="hold">
                                          <p:stCondLst>
                                            <p:cond delay="0"/>
                                          </p:stCondLst>
                                        </p:cTn>
                                        <p:tgtEl>
                                          <p:spTgt spid="490499">
                                            <p:txEl>
                                              <p:pRg st="5" end="5"/>
                                            </p:txEl>
                                          </p:spTgt>
                                        </p:tgtEl>
                                        <p:attrNameLst>
                                          <p:attrName>style.visibility</p:attrName>
                                        </p:attrNameLst>
                                      </p:cBhvr>
                                      <p:to>
                                        <p:strVal val="visible"/>
                                      </p:to>
                                    </p:set>
                                    <p:animEffect transition="in" filter="fade">
                                      <p:cBhvr>
                                        <p:cTn id="29" dur="2000"/>
                                        <p:tgtEl>
                                          <p:spTgt spid="490499">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490499">
                                            <p:txEl>
                                              <p:pRg st="7" end="7"/>
                                            </p:txEl>
                                          </p:spTgt>
                                        </p:tgtEl>
                                        <p:attrNameLst>
                                          <p:attrName>style.visibility</p:attrName>
                                        </p:attrNameLst>
                                      </p:cBhvr>
                                      <p:to>
                                        <p:strVal val="visible"/>
                                      </p:to>
                                    </p:set>
                                    <p:animEffect transition="in" filter="fade">
                                      <p:cBhvr>
                                        <p:cTn id="32" dur="2000"/>
                                        <p:tgtEl>
                                          <p:spTgt spid="490499">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nodeType="clickEffect">
                                  <p:stCondLst>
                                    <p:cond delay="0"/>
                                  </p:stCondLst>
                                  <p:childTnLst>
                                    <p:set>
                                      <p:cBhvr>
                                        <p:cTn id="36" dur="1" fill="hold">
                                          <p:stCondLst>
                                            <p:cond delay="0"/>
                                          </p:stCondLst>
                                        </p:cTn>
                                        <p:tgtEl>
                                          <p:spTgt spid="490499">
                                            <p:txEl>
                                              <p:pRg st="9" end="9"/>
                                            </p:txEl>
                                          </p:spTgt>
                                        </p:tgtEl>
                                        <p:attrNameLst>
                                          <p:attrName>style.visibility</p:attrName>
                                        </p:attrNameLst>
                                      </p:cBhvr>
                                      <p:to>
                                        <p:strVal val="visible"/>
                                      </p:to>
                                    </p:set>
                                    <p:animEffect transition="in" filter="fade">
                                      <p:cBhvr>
                                        <p:cTn id="37" dur="2000"/>
                                        <p:tgtEl>
                                          <p:spTgt spid="490499">
                                            <p:txEl>
                                              <p:pRg st="9" end="9"/>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490499">
                                            <p:txEl>
                                              <p:pRg st="10" end="10"/>
                                            </p:txEl>
                                          </p:spTgt>
                                        </p:tgtEl>
                                        <p:attrNameLst>
                                          <p:attrName>style.visibility</p:attrName>
                                        </p:attrNameLst>
                                      </p:cBhvr>
                                      <p:to>
                                        <p:strVal val="visible"/>
                                      </p:to>
                                    </p:set>
                                    <p:animEffect transition="in" filter="fade">
                                      <p:cBhvr>
                                        <p:cTn id="40" dur="2000"/>
                                        <p:tgtEl>
                                          <p:spTgt spid="490499">
                                            <p:txEl>
                                              <p:pRg st="10" end="10"/>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490499">
                                            <p:txEl>
                                              <p:pRg st="11" end="11"/>
                                            </p:txEl>
                                          </p:spTgt>
                                        </p:tgtEl>
                                        <p:attrNameLst>
                                          <p:attrName>style.visibility</p:attrName>
                                        </p:attrNameLst>
                                      </p:cBhvr>
                                      <p:to>
                                        <p:strVal val="visible"/>
                                      </p:to>
                                    </p:set>
                                    <p:animEffect transition="in" filter="fade">
                                      <p:cBhvr>
                                        <p:cTn id="43" dur="2000"/>
                                        <p:tgtEl>
                                          <p:spTgt spid="490499">
                                            <p:txEl>
                                              <p:pRg st="11" end="11"/>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490499">
                                            <p:txEl>
                                              <p:pRg st="12" end="12"/>
                                            </p:txEl>
                                          </p:spTgt>
                                        </p:tgtEl>
                                        <p:attrNameLst>
                                          <p:attrName>style.visibility</p:attrName>
                                        </p:attrNameLst>
                                      </p:cBhvr>
                                      <p:to>
                                        <p:strVal val="visible"/>
                                      </p:to>
                                    </p:set>
                                    <p:animEffect transition="in" filter="fade">
                                      <p:cBhvr>
                                        <p:cTn id="46" dur="2000"/>
                                        <p:tgtEl>
                                          <p:spTgt spid="490499">
                                            <p:txEl>
                                              <p:pRg st="12" end="12"/>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490499">
                                            <p:txEl>
                                              <p:pRg st="13" end="13"/>
                                            </p:txEl>
                                          </p:spTgt>
                                        </p:tgtEl>
                                        <p:attrNameLst>
                                          <p:attrName>style.visibility</p:attrName>
                                        </p:attrNameLst>
                                      </p:cBhvr>
                                      <p:to>
                                        <p:strVal val="visible"/>
                                      </p:to>
                                    </p:set>
                                    <p:animEffect transition="in" filter="fade">
                                      <p:cBhvr>
                                        <p:cTn id="49" dur="2000"/>
                                        <p:tgtEl>
                                          <p:spTgt spid="490499">
                                            <p:txEl>
                                              <p:pRg st="13" end="13"/>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490499">
                                            <p:txEl>
                                              <p:pRg st="14" end="14"/>
                                            </p:txEl>
                                          </p:spTgt>
                                        </p:tgtEl>
                                        <p:attrNameLst>
                                          <p:attrName>style.visibility</p:attrName>
                                        </p:attrNameLst>
                                      </p:cBhvr>
                                      <p:to>
                                        <p:strVal val="visible"/>
                                      </p:to>
                                    </p:set>
                                    <p:animEffect transition="in" filter="fade">
                                      <p:cBhvr>
                                        <p:cTn id="52" dur="2000"/>
                                        <p:tgtEl>
                                          <p:spTgt spid="490499">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0498" grpId="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 name="Slide Number Placeholder 5"/>
          <p:cNvSpPr>
            <a:spLocks noGrp="1"/>
          </p:cNvSpPr>
          <p:nvPr>
            <p:ph type="sldNum" sz="quarter" idx="12"/>
          </p:nvPr>
        </p:nvSpPr>
        <p:spPr/>
        <p:txBody>
          <a:bodyPr/>
          <a:lstStyle/>
          <a:p>
            <a:fld id="{7DFD76DB-CD60-4323-BF01-04B08451EA22}" type="slidenum">
              <a:rPr lang="en-US" altLang="en-US"/>
              <a:pPr/>
              <a:t>11</a:t>
            </a:fld>
            <a:endParaRPr lang="en-US" altLang="en-US"/>
          </a:p>
        </p:txBody>
      </p:sp>
      <p:sp>
        <p:nvSpPr>
          <p:cNvPr id="492546" name="Rectangle 2"/>
          <p:cNvSpPr>
            <a:spLocks noGrp="1" noChangeArrowheads="1"/>
          </p:cNvSpPr>
          <p:nvPr>
            <p:ph type="title"/>
          </p:nvPr>
        </p:nvSpPr>
        <p:spPr>
          <a:xfrm>
            <a:off x="1905000" y="-76200"/>
            <a:ext cx="4114800" cy="609600"/>
          </a:xfrm>
        </p:spPr>
        <p:txBody>
          <a:bodyPr/>
          <a:lstStyle/>
          <a:p>
            <a:pPr algn="l"/>
            <a:r>
              <a:rPr lang="en-US" altLang="en-US" sz="2800" b="1">
                <a:solidFill>
                  <a:srgbClr val="CC0000"/>
                </a:solidFill>
                <a:latin typeface="VNI-Times" pitchFamily="2" charset="0"/>
                <a:sym typeface="Wingdings" panose="05000000000000000000" pitchFamily="2" charset="2"/>
              </a:rPr>
              <a:t>3.Caùc maët troøn xoay:</a:t>
            </a:r>
            <a:r>
              <a:rPr lang="en-US" altLang="en-US" sz="2800">
                <a:solidFill>
                  <a:srgbClr val="CC0000"/>
                </a:solidFill>
                <a:latin typeface="VNI-Times" pitchFamily="2" charset="0"/>
                <a:sym typeface="Wingdings" panose="05000000000000000000" pitchFamily="2" charset="2"/>
              </a:rPr>
              <a:t> </a:t>
            </a:r>
          </a:p>
        </p:txBody>
      </p:sp>
      <p:sp>
        <p:nvSpPr>
          <p:cNvPr id="492547" name="Rectangle 3"/>
          <p:cNvSpPr>
            <a:spLocks noChangeArrowheads="1"/>
          </p:cNvSpPr>
          <p:nvPr/>
        </p:nvSpPr>
        <p:spPr bwMode="auto">
          <a:xfrm>
            <a:off x="1828800" y="533401"/>
            <a:ext cx="8458200" cy="514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860425">
              <a:defRPr>
                <a:solidFill>
                  <a:schemeClr val="tx1"/>
                </a:solidFill>
                <a:latin typeface="Arial" panose="020B0604020202020204" pitchFamily="34" charset="0"/>
              </a:defRPr>
            </a:lvl2pPr>
            <a:lvl3pPr marL="974725">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just">
              <a:spcBef>
                <a:spcPts val="500"/>
              </a:spcBef>
              <a:spcAft>
                <a:spcPts val="500"/>
              </a:spcAft>
              <a:buClr>
                <a:schemeClr val="tx2"/>
              </a:buClr>
            </a:pPr>
            <a:r>
              <a:rPr lang="en-US" altLang="en-US" sz="2000" b="1">
                <a:latin typeface="Times New Roman" panose="02020603050405020304" pitchFamily="18" charset="0"/>
                <a:sym typeface="Wingdings" panose="05000000000000000000" pitchFamily="2" charset="2"/>
              </a:rPr>
              <a:t> 	</a:t>
            </a:r>
            <a:r>
              <a:rPr lang="en-US" altLang="en-US" sz="2000">
                <a:latin typeface="VNI-Times" pitchFamily="2" charset="0"/>
                <a:sym typeface="Wingdings" panose="05000000000000000000" pitchFamily="2" charset="2"/>
              </a:rPr>
              <a:t>Maët troøn xoay ñöôïc taïo baèng caùch quay</a:t>
            </a:r>
          </a:p>
          <a:p>
            <a:pPr algn="just">
              <a:spcBef>
                <a:spcPts val="500"/>
              </a:spcBef>
              <a:spcAft>
                <a:spcPts val="500"/>
              </a:spcAft>
              <a:buClr>
                <a:schemeClr val="tx2"/>
              </a:buClr>
            </a:pPr>
            <a:r>
              <a:rPr lang="en-US" altLang="en-US" sz="2000">
                <a:latin typeface="VNI-Times" pitchFamily="2" charset="0"/>
                <a:sym typeface="Wingdings" panose="05000000000000000000" pitchFamily="2" charset="2"/>
              </a:rPr>
              <a:t> ñöôøng cong C quanh moät truïc naøo ñoù.</a:t>
            </a:r>
          </a:p>
          <a:p>
            <a:pPr>
              <a:spcBef>
                <a:spcPts val="500"/>
              </a:spcBef>
              <a:spcAft>
                <a:spcPts val="500"/>
              </a:spcAft>
              <a:buClr>
                <a:schemeClr val="tx2"/>
              </a:buClr>
            </a:pPr>
            <a:r>
              <a:rPr lang="en-US" altLang="en-US" sz="2000">
                <a:latin typeface="VNI-Times" pitchFamily="2" charset="0"/>
                <a:sym typeface="Wingdings" panose="05000000000000000000" pitchFamily="2" charset="2"/>
              </a:rPr>
              <a:t>Giaû söû: Ñöôøng cong C thuoäc maët phaúng xOz, </a:t>
            </a:r>
          </a:p>
          <a:p>
            <a:pPr>
              <a:spcBef>
                <a:spcPts val="500"/>
              </a:spcBef>
              <a:spcAft>
                <a:spcPts val="500"/>
              </a:spcAft>
              <a:buClr>
                <a:schemeClr val="tx2"/>
              </a:buClr>
            </a:pPr>
            <a:r>
              <a:rPr lang="en-US" altLang="en-US" sz="2000">
                <a:latin typeface="VNI-Times" pitchFamily="2" charset="0"/>
                <a:sym typeface="Wingdings" panose="05000000000000000000" pitchFamily="2" charset="2"/>
              </a:rPr>
              <a:t>             Truïc quay laø truïc z</a:t>
            </a:r>
          </a:p>
          <a:p>
            <a:pPr>
              <a:spcBef>
                <a:spcPts val="500"/>
              </a:spcBef>
              <a:spcAft>
                <a:spcPts val="500"/>
              </a:spcAft>
              <a:buClr>
                <a:schemeClr val="tx2"/>
              </a:buClr>
            </a:pPr>
            <a:r>
              <a:rPr lang="en-US" altLang="en-US" sz="2000">
                <a:latin typeface="VNI-Times" pitchFamily="2" charset="0"/>
                <a:sym typeface="Wingdings" panose="05000000000000000000" pitchFamily="2" charset="2"/>
              </a:rPr>
              <a:t>Goïi M(x, y, z) laø moät ñieåm thuoäc C. </a:t>
            </a:r>
          </a:p>
          <a:p>
            <a:pPr>
              <a:spcBef>
                <a:spcPts val="500"/>
              </a:spcBef>
              <a:spcAft>
                <a:spcPts val="500"/>
              </a:spcAft>
              <a:buClr>
                <a:schemeClr val="tx2"/>
              </a:buClr>
            </a:pPr>
            <a:r>
              <a:rPr lang="en-US" altLang="en-US" sz="2000">
                <a:latin typeface="VNI-Times" pitchFamily="2" charset="0"/>
                <a:sym typeface="Wingdings" panose="05000000000000000000" pitchFamily="2" charset="2"/>
              </a:rPr>
              <a:t>Ta coù   M(X(v),0,Z(v))</a:t>
            </a:r>
          </a:p>
          <a:p>
            <a:pPr>
              <a:spcBef>
                <a:spcPts val="500"/>
              </a:spcBef>
              <a:spcAft>
                <a:spcPts val="500"/>
              </a:spcAft>
              <a:buClr>
                <a:schemeClr val="tx2"/>
              </a:buClr>
            </a:pPr>
            <a:r>
              <a:rPr lang="en-US" altLang="en-US" sz="2000">
                <a:latin typeface="VNI-Times" pitchFamily="2" charset="0"/>
                <a:sym typeface="Wingdings" panose="05000000000000000000" pitchFamily="2" charset="2"/>
              </a:rPr>
              <a:t>Cho M quay quanh truïc z moät goùc u M  thuoäc maët phaúng  z=Z(v)</a:t>
            </a:r>
          </a:p>
          <a:p>
            <a:pPr>
              <a:spcBef>
                <a:spcPts val="500"/>
              </a:spcBef>
              <a:spcAft>
                <a:spcPts val="500"/>
              </a:spcAft>
              <a:buClr>
                <a:schemeClr val="tx2"/>
              </a:buClr>
            </a:pPr>
            <a:r>
              <a:rPr lang="en-US" altLang="en-US" sz="2000">
                <a:latin typeface="VNI-Times" pitchFamily="2" charset="0"/>
                <a:sym typeface="Wingdings" panose="05000000000000000000" pitchFamily="2" charset="2"/>
              </a:rPr>
              <a:t>Goïi aûnh cuûa M qua pheùp quay laø M’(x, y, z)</a:t>
            </a:r>
          </a:p>
          <a:p>
            <a:pPr>
              <a:spcBef>
                <a:spcPts val="500"/>
              </a:spcBef>
              <a:spcAft>
                <a:spcPts val="500"/>
              </a:spcAft>
              <a:buClr>
                <a:schemeClr val="tx2"/>
              </a:buClr>
            </a:pPr>
            <a:r>
              <a:rPr lang="en-US" altLang="en-US" sz="2000">
                <a:latin typeface="VNI-Times" pitchFamily="2" charset="0"/>
                <a:sym typeface="Wingdings" panose="05000000000000000000" pitchFamily="2" charset="2"/>
              </a:rPr>
              <a:t>Tính M‘(x,y,z) qua X(v), Z(v) vaø u.</a:t>
            </a:r>
          </a:p>
          <a:p>
            <a:pPr>
              <a:spcBef>
                <a:spcPts val="500"/>
              </a:spcBef>
              <a:spcAft>
                <a:spcPts val="500"/>
              </a:spcAft>
              <a:buClr>
                <a:schemeClr val="tx2"/>
              </a:buClr>
            </a:pPr>
            <a:r>
              <a:rPr lang="en-US" altLang="en-US" sz="2000">
                <a:latin typeface="VNI-Times" pitchFamily="2" charset="0"/>
                <a:sym typeface="Wingdings" panose="05000000000000000000" pitchFamily="2" charset="2"/>
              </a:rPr>
              <a:t>Ta coù: O’M=O’M’=X(v)</a:t>
            </a:r>
          </a:p>
          <a:p>
            <a:pPr lvl="1">
              <a:spcBef>
                <a:spcPts val="500"/>
              </a:spcBef>
              <a:spcAft>
                <a:spcPts val="500"/>
              </a:spcAft>
              <a:buClr>
                <a:schemeClr val="tx2"/>
              </a:buClr>
            </a:pPr>
            <a:endParaRPr lang="en-US" altLang="en-US" sz="2000">
              <a:latin typeface="VNI-Times" pitchFamily="2" charset="0"/>
              <a:sym typeface="Wingdings" panose="05000000000000000000" pitchFamily="2" charset="2"/>
            </a:endParaRPr>
          </a:p>
          <a:p>
            <a:pPr lvl="1">
              <a:spcBef>
                <a:spcPts val="500"/>
              </a:spcBef>
              <a:spcAft>
                <a:spcPts val="500"/>
              </a:spcAft>
              <a:buClr>
                <a:schemeClr val="tx2"/>
              </a:buClr>
            </a:pPr>
            <a:r>
              <a:rPr lang="en-US" altLang="en-US" sz="2000">
                <a:latin typeface="VNI-Times" pitchFamily="2" charset="0"/>
                <a:sym typeface="Wingdings" panose="05000000000000000000" pitchFamily="2" charset="2"/>
              </a:rPr>
              <a:t>Hay:  				vôùi</a:t>
            </a:r>
          </a:p>
        </p:txBody>
      </p:sp>
      <p:sp>
        <p:nvSpPr>
          <p:cNvPr id="492548" name="Rectangle 4"/>
          <p:cNvSpPr>
            <a:spLocks noChangeArrowheads="1"/>
          </p:cNvSpPr>
          <p:nvPr/>
        </p:nvSpPr>
        <p:spPr bwMode="auto">
          <a:xfrm>
            <a:off x="1524001" y="2890452"/>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2549" name="Rectangle 5"/>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2550" name="Rectangle 6"/>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2551" name="Rectangle 7"/>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2552" name="Rectangle 8"/>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2553" name="Rectangle 9"/>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2554" name="Rectangle 10"/>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2555" name="Rectangle 11"/>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2556" name="Rectangle 12"/>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2571" name="Rectangle 27"/>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2573" name="Rectangle 29"/>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grpSp>
        <p:nvGrpSpPr>
          <p:cNvPr id="492599" name="Group 55"/>
          <p:cNvGrpSpPr>
            <a:grpSpLocks/>
          </p:cNvGrpSpPr>
          <p:nvPr/>
        </p:nvGrpSpPr>
        <p:grpSpPr bwMode="auto">
          <a:xfrm>
            <a:off x="7315200" y="152400"/>
            <a:ext cx="3657600" cy="2819400"/>
            <a:chOff x="3648" y="96"/>
            <a:chExt cx="2304" cy="1776"/>
          </a:xfrm>
        </p:grpSpPr>
        <p:sp>
          <p:nvSpPr>
            <p:cNvPr id="492576" name="Line 32"/>
            <p:cNvSpPr>
              <a:spLocks noChangeShapeType="1"/>
            </p:cNvSpPr>
            <p:nvPr/>
          </p:nvSpPr>
          <p:spPr bwMode="auto">
            <a:xfrm flipV="1">
              <a:off x="4573" y="220"/>
              <a:ext cx="0" cy="126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2577" name="Line 33"/>
            <p:cNvSpPr>
              <a:spLocks noChangeShapeType="1"/>
            </p:cNvSpPr>
            <p:nvPr/>
          </p:nvSpPr>
          <p:spPr bwMode="auto">
            <a:xfrm>
              <a:off x="4573" y="1486"/>
              <a:ext cx="11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2578" name="Line 34"/>
            <p:cNvSpPr>
              <a:spLocks noChangeShapeType="1"/>
            </p:cNvSpPr>
            <p:nvPr/>
          </p:nvSpPr>
          <p:spPr bwMode="auto">
            <a:xfrm flipH="1">
              <a:off x="3922" y="1479"/>
              <a:ext cx="642" cy="34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2579" name="Oval 35"/>
            <p:cNvSpPr>
              <a:spLocks noChangeArrowheads="1"/>
            </p:cNvSpPr>
            <p:nvPr/>
          </p:nvSpPr>
          <p:spPr bwMode="auto">
            <a:xfrm>
              <a:off x="4186" y="445"/>
              <a:ext cx="784" cy="303"/>
            </a:xfrm>
            <a:prstGeom prst="ellipse">
              <a:avLst/>
            </a:prstGeom>
            <a:noFill/>
            <a:ln w="28575">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2580" name="Oval 36"/>
            <p:cNvSpPr>
              <a:spLocks noChangeArrowheads="1"/>
            </p:cNvSpPr>
            <p:nvPr/>
          </p:nvSpPr>
          <p:spPr bwMode="auto">
            <a:xfrm>
              <a:off x="4063" y="868"/>
              <a:ext cx="1020" cy="291"/>
            </a:xfrm>
            <a:prstGeom prst="ellipse">
              <a:avLst/>
            </a:prstGeom>
            <a:noFill/>
            <a:ln w="28575">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2581" name="Oval 37"/>
            <p:cNvSpPr>
              <a:spLocks noChangeArrowheads="1"/>
            </p:cNvSpPr>
            <p:nvPr/>
          </p:nvSpPr>
          <p:spPr bwMode="auto">
            <a:xfrm>
              <a:off x="3865" y="1275"/>
              <a:ext cx="1407" cy="408"/>
            </a:xfrm>
            <a:prstGeom prst="ellipse">
              <a:avLst/>
            </a:prstGeom>
            <a:noFill/>
            <a:ln w="28575">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2582" name="Line 38"/>
            <p:cNvSpPr>
              <a:spLocks noChangeShapeType="1"/>
            </p:cNvSpPr>
            <p:nvPr/>
          </p:nvSpPr>
          <p:spPr bwMode="auto">
            <a:xfrm>
              <a:off x="4583" y="1013"/>
              <a:ext cx="481"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2583" name="Line 39"/>
            <p:cNvSpPr>
              <a:spLocks noChangeShapeType="1"/>
            </p:cNvSpPr>
            <p:nvPr/>
          </p:nvSpPr>
          <p:spPr bwMode="auto">
            <a:xfrm>
              <a:off x="4573" y="1013"/>
              <a:ext cx="255" cy="1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2584" name="Freeform 40"/>
            <p:cNvSpPr>
              <a:spLocks/>
            </p:cNvSpPr>
            <p:nvPr/>
          </p:nvSpPr>
          <p:spPr bwMode="auto">
            <a:xfrm>
              <a:off x="4904" y="606"/>
              <a:ext cx="376" cy="866"/>
            </a:xfrm>
            <a:custGeom>
              <a:avLst/>
              <a:gdLst>
                <a:gd name="T0" fmla="*/ 120 w 598"/>
                <a:gd name="T1" fmla="*/ 0 h 1785"/>
                <a:gd name="T2" fmla="*/ 30 w 598"/>
                <a:gd name="T3" fmla="*/ 405 h 1785"/>
                <a:gd name="T4" fmla="*/ 300 w 598"/>
                <a:gd name="T5" fmla="*/ 810 h 1785"/>
                <a:gd name="T6" fmla="*/ 300 w 598"/>
                <a:gd name="T7" fmla="*/ 1350 h 1785"/>
                <a:gd name="T8" fmla="*/ 540 w 598"/>
                <a:gd name="T9" fmla="*/ 1590 h 1785"/>
                <a:gd name="T10" fmla="*/ 585 w 598"/>
                <a:gd name="T11" fmla="*/ 1785 h 1785"/>
              </a:gdLst>
              <a:ahLst/>
              <a:cxnLst>
                <a:cxn ang="0">
                  <a:pos x="T0" y="T1"/>
                </a:cxn>
                <a:cxn ang="0">
                  <a:pos x="T2" y="T3"/>
                </a:cxn>
                <a:cxn ang="0">
                  <a:pos x="T4" y="T5"/>
                </a:cxn>
                <a:cxn ang="0">
                  <a:pos x="T6" y="T7"/>
                </a:cxn>
                <a:cxn ang="0">
                  <a:pos x="T8" y="T9"/>
                </a:cxn>
                <a:cxn ang="0">
                  <a:pos x="T10" y="T11"/>
                </a:cxn>
              </a:cxnLst>
              <a:rect l="0" t="0" r="r" b="b"/>
              <a:pathLst>
                <a:path w="598" h="1785">
                  <a:moveTo>
                    <a:pt x="120" y="0"/>
                  </a:moveTo>
                  <a:cubicBezTo>
                    <a:pt x="60" y="135"/>
                    <a:pt x="0" y="270"/>
                    <a:pt x="30" y="405"/>
                  </a:cubicBezTo>
                  <a:cubicBezTo>
                    <a:pt x="60" y="540"/>
                    <a:pt x="255" y="653"/>
                    <a:pt x="300" y="810"/>
                  </a:cubicBezTo>
                  <a:cubicBezTo>
                    <a:pt x="345" y="967"/>
                    <a:pt x="260" y="1220"/>
                    <a:pt x="300" y="1350"/>
                  </a:cubicBezTo>
                  <a:cubicBezTo>
                    <a:pt x="340" y="1480"/>
                    <a:pt x="493" y="1518"/>
                    <a:pt x="540" y="1590"/>
                  </a:cubicBezTo>
                  <a:cubicBezTo>
                    <a:pt x="587" y="1662"/>
                    <a:pt x="598" y="1762"/>
                    <a:pt x="585" y="1785"/>
                  </a:cubicBezTo>
                </a:path>
              </a:pathLst>
            </a:custGeom>
            <a:noFill/>
            <a:ln w="28575" cmpd="sng">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2585" name="Freeform 41"/>
            <p:cNvSpPr>
              <a:spLocks/>
            </p:cNvSpPr>
            <p:nvPr/>
          </p:nvSpPr>
          <p:spPr bwMode="auto">
            <a:xfrm flipH="1">
              <a:off x="3875" y="606"/>
              <a:ext cx="376" cy="866"/>
            </a:xfrm>
            <a:custGeom>
              <a:avLst/>
              <a:gdLst>
                <a:gd name="T0" fmla="*/ 120 w 598"/>
                <a:gd name="T1" fmla="*/ 0 h 1785"/>
                <a:gd name="T2" fmla="*/ 30 w 598"/>
                <a:gd name="T3" fmla="*/ 405 h 1785"/>
                <a:gd name="T4" fmla="*/ 300 w 598"/>
                <a:gd name="T5" fmla="*/ 810 h 1785"/>
                <a:gd name="T6" fmla="*/ 300 w 598"/>
                <a:gd name="T7" fmla="*/ 1350 h 1785"/>
                <a:gd name="T8" fmla="*/ 540 w 598"/>
                <a:gd name="T9" fmla="*/ 1590 h 1785"/>
                <a:gd name="T10" fmla="*/ 585 w 598"/>
                <a:gd name="T11" fmla="*/ 1785 h 1785"/>
              </a:gdLst>
              <a:ahLst/>
              <a:cxnLst>
                <a:cxn ang="0">
                  <a:pos x="T0" y="T1"/>
                </a:cxn>
                <a:cxn ang="0">
                  <a:pos x="T2" y="T3"/>
                </a:cxn>
                <a:cxn ang="0">
                  <a:pos x="T4" y="T5"/>
                </a:cxn>
                <a:cxn ang="0">
                  <a:pos x="T6" y="T7"/>
                </a:cxn>
                <a:cxn ang="0">
                  <a:pos x="T8" y="T9"/>
                </a:cxn>
                <a:cxn ang="0">
                  <a:pos x="T10" y="T11"/>
                </a:cxn>
              </a:cxnLst>
              <a:rect l="0" t="0" r="r" b="b"/>
              <a:pathLst>
                <a:path w="598" h="1785">
                  <a:moveTo>
                    <a:pt x="120" y="0"/>
                  </a:moveTo>
                  <a:cubicBezTo>
                    <a:pt x="60" y="135"/>
                    <a:pt x="0" y="270"/>
                    <a:pt x="30" y="405"/>
                  </a:cubicBezTo>
                  <a:cubicBezTo>
                    <a:pt x="60" y="540"/>
                    <a:pt x="255" y="653"/>
                    <a:pt x="300" y="810"/>
                  </a:cubicBezTo>
                  <a:cubicBezTo>
                    <a:pt x="345" y="967"/>
                    <a:pt x="260" y="1220"/>
                    <a:pt x="300" y="1350"/>
                  </a:cubicBezTo>
                  <a:cubicBezTo>
                    <a:pt x="340" y="1480"/>
                    <a:pt x="493" y="1518"/>
                    <a:pt x="540" y="1590"/>
                  </a:cubicBezTo>
                  <a:cubicBezTo>
                    <a:pt x="587" y="1662"/>
                    <a:pt x="598" y="1762"/>
                    <a:pt x="585" y="1785"/>
                  </a:cubicBezTo>
                </a:path>
              </a:pathLst>
            </a:custGeom>
            <a:noFill/>
            <a:ln w="28575" cmpd="sng">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2586" name="Text Box 42"/>
            <p:cNvSpPr txBox="1">
              <a:spLocks noChangeArrowheads="1"/>
            </p:cNvSpPr>
            <p:nvPr/>
          </p:nvSpPr>
          <p:spPr bwMode="auto">
            <a:xfrm>
              <a:off x="4328" y="96"/>
              <a:ext cx="387"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200">
                  <a:latin typeface="VNI-Times" pitchFamily="2" charset="0"/>
                </a:rPr>
                <a:t>Z</a:t>
              </a:r>
              <a:endParaRPr lang="en-US" altLang="en-US" sz="2400">
                <a:latin typeface="VNI-Times" pitchFamily="2" charset="0"/>
              </a:endParaRPr>
            </a:p>
          </p:txBody>
        </p:sp>
        <p:sp>
          <p:nvSpPr>
            <p:cNvPr id="492587" name="Text Box 43"/>
            <p:cNvSpPr txBox="1">
              <a:spLocks noChangeArrowheads="1"/>
            </p:cNvSpPr>
            <p:nvPr/>
          </p:nvSpPr>
          <p:spPr bwMode="auto">
            <a:xfrm>
              <a:off x="3648" y="1625"/>
              <a:ext cx="387"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200">
                  <a:latin typeface="VNI-Times" pitchFamily="2" charset="0"/>
                </a:rPr>
                <a:t>Y</a:t>
              </a:r>
              <a:endParaRPr lang="en-US" altLang="en-US" sz="2400">
                <a:latin typeface="VNI-Times" pitchFamily="2" charset="0"/>
              </a:endParaRPr>
            </a:p>
          </p:txBody>
        </p:sp>
        <p:sp>
          <p:nvSpPr>
            <p:cNvPr id="492588" name="Text Box 44"/>
            <p:cNvSpPr txBox="1">
              <a:spLocks noChangeArrowheads="1"/>
            </p:cNvSpPr>
            <p:nvPr/>
          </p:nvSpPr>
          <p:spPr bwMode="auto">
            <a:xfrm>
              <a:off x="5565" y="1428"/>
              <a:ext cx="387"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200">
                  <a:latin typeface="VNI-Times" pitchFamily="2" charset="0"/>
                </a:rPr>
                <a:t>X</a:t>
              </a:r>
              <a:endParaRPr lang="en-US" altLang="en-US" sz="2400">
                <a:latin typeface="VNI-Times" pitchFamily="2" charset="0"/>
              </a:endParaRPr>
            </a:p>
          </p:txBody>
        </p:sp>
        <p:sp>
          <p:nvSpPr>
            <p:cNvPr id="492589" name="Text Box 45"/>
            <p:cNvSpPr txBox="1">
              <a:spLocks noChangeArrowheads="1"/>
            </p:cNvSpPr>
            <p:nvPr/>
          </p:nvSpPr>
          <p:spPr bwMode="auto">
            <a:xfrm>
              <a:off x="4300" y="846"/>
              <a:ext cx="387"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200">
                  <a:latin typeface="VNI-Times" pitchFamily="2" charset="0"/>
                </a:rPr>
                <a:t>O’</a:t>
              </a:r>
              <a:endParaRPr lang="en-US" altLang="en-US" sz="2400">
                <a:latin typeface="VNI-Times" pitchFamily="2" charset="0"/>
              </a:endParaRPr>
            </a:p>
          </p:txBody>
        </p:sp>
        <p:sp>
          <p:nvSpPr>
            <p:cNvPr id="492590" name="Text Box 46"/>
            <p:cNvSpPr txBox="1">
              <a:spLocks noChangeArrowheads="1"/>
            </p:cNvSpPr>
            <p:nvPr/>
          </p:nvSpPr>
          <p:spPr bwMode="auto">
            <a:xfrm>
              <a:off x="4309" y="1326"/>
              <a:ext cx="387"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200">
                  <a:latin typeface="VNI-Times" pitchFamily="2" charset="0"/>
                </a:rPr>
                <a:t>O</a:t>
              </a:r>
              <a:endParaRPr lang="en-US" altLang="en-US" sz="2400">
                <a:latin typeface="VNI-Times" pitchFamily="2" charset="0"/>
              </a:endParaRPr>
            </a:p>
          </p:txBody>
        </p:sp>
        <p:sp>
          <p:nvSpPr>
            <p:cNvPr id="492591" name="Text Box 47"/>
            <p:cNvSpPr txBox="1">
              <a:spLocks noChangeArrowheads="1"/>
            </p:cNvSpPr>
            <p:nvPr/>
          </p:nvSpPr>
          <p:spPr bwMode="auto">
            <a:xfrm>
              <a:off x="5037" y="864"/>
              <a:ext cx="387"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200">
                  <a:latin typeface="VNI-Times" pitchFamily="2" charset="0"/>
                </a:rPr>
                <a:t>M</a:t>
              </a:r>
              <a:endParaRPr lang="en-US" altLang="en-US" sz="2400">
                <a:latin typeface="VNI-Times" pitchFamily="2" charset="0"/>
              </a:endParaRPr>
            </a:p>
          </p:txBody>
        </p:sp>
        <p:sp>
          <p:nvSpPr>
            <p:cNvPr id="492592" name="Text Box 48"/>
            <p:cNvSpPr txBox="1">
              <a:spLocks noChangeArrowheads="1"/>
            </p:cNvSpPr>
            <p:nvPr/>
          </p:nvSpPr>
          <p:spPr bwMode="auto">
            <a:xfrm>
              <a:off x="4797" y="1096"/>
              <a:ext cx="387"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200">
                  <a:latin typeface="VNI-Times" pitchFamily="2" charset="0"/>
                </a:rPr>
                <a:t>M’</a:t>
              </a:r>
              <a:endParaRPr lang="en-US" altLang="en-US" sz="2400">
                <a:latin typeface="VNI-Times" pitchFamily="2" charset="0"/>
              </a:endParaRPr>
            </a:p>
          </p:txBody>
        </p:sp>
        <p:sp>
          <p:nvSpPr>
            <p:cNvPr id="492593" name="Text Box 49"/>
            <p:cNvSpPr txBox="1">
              <a:spLocks noChangeArrowheads="1"/>
            </p:cNvSpPr>
            <p:nvPr/>
          </p:nvSpPr>
          <p:spPr bwMode="auto">
            <a:xfrm>
              <a:off x="4752" y="960"/>
              <a:ext cx="387"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200">
                  <a:latin typeface="VNI-Times" pitchFamily="2" charset="0"/>
                </a:rPr>
                <a:t>u</a:t>
              </a:r>
              <a:endParaRPr lang="en-US" altLang="en-US" sz="2400">
                <a:latin typeface="VNI-Times" pitchFamily="2" charset="0"/>
              </a:endParaRPr>
            </a:p>
          </p:txBody>
        </p:sp>
        <p:sp>
          <p:nvSpPr>
            <p:cNvPr id="492594" name="Freeform 50"/>
            <p:cNvSpPr>
              <a:spLocks/>
            </p:cNvSpPr>
            <p:nvPr/>
          </p:nvSpPr>
          <p:spPr bwMode="auto">
            <a:xfrm rot="21421630">
              <a:off x="4710" y="1012"/>
              <a:ext cx="87" cy="71"/>
            </a:xfrm>
            <a:custGeom>
              <a:avLst/>
              <a:gdLst>
                <a:gd name="T0" fmla="*/ 150 w 150"/>
                <a:gd name="T1" fmla="*/ 0 h 195"/>
                <a:gd name="T2" fmla="*/ 105 w 150"/>
                <a:gd name="T3" fmla="*/ 165 h 195"/>
                <a:gd name="T4" fmla="*/ 0 w 150"/>
                <a:gd name="T5" fmla="*/ 180 h 195"/>
              </a:gdLst>
              <a:ahLst/>
              <a:cxnLst>
                <a:cxn ang="0">
                  <a:pos x="T0" y="T1"/>
                </a:cxn>
                <a:cxn ang="0">
                  <a:pos x="T2" y="T3"/>
                </a:cxn>
                <a:cxn ang="0">
                  <a:pos x="T4" y="T5"/>
                </a:cxn>
              </a:cxnLst>
              <a:rect l="0" t="0" r="r" b="b"/>
              <a:pathLst>
                <a:path w="150" h="195">
                  <a:moveTo>
                    <a:pt x="150" y="0"/>
                  </a:moveTo>
                  <a:cubicBezTo>
                    <a:pt x="140" y="67"/>
                    <a:pt x="130" y="135"/>
                    <a:pt x="105" y="165"/>
                  </a:cubicBezTo>
                  <a:cubicBezTo>
                    <a:pt x="80" y="195"/>
                    <a:pt x="40" y="187"/>
                    <a:pt x="0" y="18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92596" name="Rectangle 52"/>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2598" name="Rectangle 54"/>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2602" name="Rectangle 58"/>
          <p:cNvSpPr>
            <a:spLocks noChangeArrowheads="1"/>
          </p:cNvSpPr>
          <p:nvPr/>
        </p:nvSpPr>
        <p:spPr bwMode="auto">
          <a:xfrm>
            <a:off x="1524001" y="2933315"/>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graphicFrame>
        <p:nvGraphicFramePr>
          <p:cNvPr id="492601" name="Object 57"/>
          <p:cNvGraphicFramePr>
            <a:graphicFrameLocks noChangeAspect="1"/>
          </p:cNvGraphicFramePr>
          <p:nvPr/>
        </p:nvGraphicFramePr>
        <p:xfrm>
          <a:off x="3657600" y="4876800"/>
          <a:ext cx="2209800" cy="1441450"/>
        </p:xfrm>
        <a:graphic>
          <a:graphicData uri="http://schemas.openxmlformats.org/presentationml/2006/ole">
            <mc:AlternateContent xmlns:mc="http://schemas.openxmlformats.org/markup-compatibility/2006">
              <mc:Choice xmlns:v="urn:schemas-microsoft-com:vml" Requires="v">
                <p:oleObj spid="_x0000_s11266" name="Equation" r:id="rId4" imgW="1091726" imgH="710891" progId="Equation.DSMT4">
                  <p:embed/>
                </p:oleObj>
              </mc:Choice>
              <mc:Fallback>
                <p:oleObj name="Equation" r:id="rId4" imgW="1091726" imgH="710891" progId="Equation.DSMT4">
                  <p:embed/>
                  <p:pic>
                    <p:nvPicPr>
                      <p:cNvPr id="492601" name="Object 5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7600" y="4876800"/>
                        <a:ext cx="2209800" cy="1441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2603" name="Object 59"/>
          <p:cNvGraphicFramePr>
            <a:graphicFrameLocks noChangeAspect="1"/>
          </p:cNvGraphicFramePr>
          <p:nvPr>
            <p:ph idx="1"/>
          </p:nvPr>
        </p:nvGraphicFramePr>
        <p:xfrm>
          <a:off x="7162800" y="5029201"/>
          <a:ext cx="2000250" cy="1012825"/>
        </p:xfrm>
        <a:graphic>
          <a:graphicData uri="http://schemas.openxmlformats.org/presentationml/2006/ole">
            <mc:AlternateContent xmlns:mc="http://schemas.openxmlformats.org/markup-compatibility/2006">
              <mc:Choice xmlns:v="urn:schemas-microsoft-com:vml" Requires="v">
                <p:oleObj spid="_x0000_s11267" name="Equation" r:id="rId6" imgW="952200" imgH="482400" progId="Equation.DSMT4">
                  <p:embed/>
                </p:oleObj>
              </mc:Choice>
              <mc:Fallback>
                <p:oleObj name="Equation" r:id="rId6" imgW="952200" imgH="482400" progId="Equation.DSMT4">
                  <p:embed/>
                  <p:pic>
                    <p:nvPicPr>
                      <p:cNvPr id="492603" name="Object 5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62800" y="5029201"/>
                        <a:ext cx="2000250" cy="101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22524393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92546"/>
                                        </p:tgtEl>
                                        <p:attrNameLst>
                                          <p:attrName>style.visibility</p:attrName>
                                        </p:attrNameLst>
                                      </p:cBhvr>
                                      <p:to>
                                        <p:strVal val="visible"/>
                                      </p:to>
                                    </p:set>
                                    <p:animEffect transition="in" filter="fade">
                                      <p:cBhvr>
                                        <p:cTn id="7" dur="2000"/>
                                        <p:tgtEl>
                                          <p:spTgt spid="492546"/>
                                        </p:tgtEl>
                                      </p:cBhvr>
                                    </p:animEffect>
                                  </p:childTnLst>
                                </p:cTn>
                              </p:par>
                              <p:par>
                                <p:cTn id="8" presetID="10" presetClass="entr" presetSubtype="0" fill="hold" nodeType="withEffect">
                                  <p:stCondLst>
                                    <p:cond delay="0"/>
                                  </p:stCondLst>
                                  <p:childTnLst>
                                    <p:set>
                                      <p:cBhvr>
                                        <p:cTn id="9" dur="1" fill="hold">
                                          <p:stCondLst>
                                            <p:cond delay="0"/>
                                          </p:stCondLst>
                                        </p:cTn>
                                        <p:tgtEl>
                                          <p:spTgt spid="492547">
                                            <p:txEl>
                                              <p:pRg st="0" end="0"/>
                                            </p:txEl>
                                          </p:spTgt>
                                        </p:tgtEl>
                                        <p:attrNameLst>
                                          <p:attrName>style.visibility</p:attrName>
                                        </p:attrNameLst>
                                      </p:cBhvr>
                                      <p:to>
                                        <p:strVal val="visible"/>
                                      </p:to>
                                    </p:set>
                                    <p:animEffect transition="in" filter="fade">
                                      <p:cBhvr>
                                        <p:cTn id="10" dur="2000"/>
                                        <p:tgtEl>
                                          <p:spTgt spid="492547">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92547">
                                            <p:txEl>
                                              <p:pRg st="1" end="1"/>
                                            </p:txEl>
                                          </p:spTgt>
                                        </p:tgtEl>
                                        <p:attrNameLst>
                                          <p:attrName>style.visibility</p:attrName>
                                        </p:attrNameLst>
                                      </p:cBhvr>
                                      <p:to>
                                        <p:strVal val="visible"/>
                                      </p:to>
                                    </p:set>
                                    <p:animEffect transition="in" filter="fade">
                                      <p:cBhvr>
                                        <p:cTn id="13" dur="2000"/>
                                        <p:tgtEl>
                                          <p:spTgt spid="492547">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92599"/>
                                        </p:tgtEl>
                                        <p:attrNameLst>
                                          <p:attrName>style.visibility</p:attrName>
                                        </p:attrNameLst>
                                      </p:cBhvr>
                                      <p:to>
                                        <p:strVal val="visible"/>
                                      </p:to>
                                    </p:set>
                                    <p:animEffect transition="in" filter="fade">
                                      <p:cBhvr>
                                        <p:cTn id="16" dur="2000"/>
                                        <p:tgtEl>
                                          <p:spTgt spid="49259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nodeType="clickEffect">
                                  <p:stCondLst>
                                    <p:cond delay="0"/>
                                  </p:stCondLst>
                                  <p:childTnLst>
                                    <p:set>
                                      <p:cBhvr>
                                        <p:cTn id="20" dur="1" fill="hold">
                                          <p:stCondLst>
                                            <p:cond delay="0"/>
                                          </p:stCondLst>
                                        </p:cTn>
                                        <p:tgtEl>
                                          <p:spTgt spid="492547">
                                            <p:txEl>
                                              <p:pRg st="2" end="2"/>
                                            </p:txEl>
                                          </p:spTgt>
                                        </p:tgtEl>
                                        <p:attrNameLst>
                                          <p:attrName>style.visibility</p:attrName>
                                        </p:attrNameLst>
                                      </p:cBhvr>
                                      <p:to>
                                        <p:strVal val="visible"/>
                                      </p:to>
                                    </p:set>
                                    <p:animEffect transition="in" filter="fade">
                                      <p:cBhvr>
                                        <p:cTn id="21" dur="2000"/>
                                        <p:tgtEl>
                                          <p:spTgt spid="492547">
                                            <p:txEl>
                                              <p:pRg st="2" end="2"/>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492547">
                                            <p:txEl>
                                              <p:pRg st="3" end="3"/>
                                            </p:txEl>
                                          </p:spTgt>
                                        </p:tgtEl>
                                        <p:attrNameLst>
                                          <p:attrName>style.visibility</p:attrName>
                                        </p:attrNameLst>
                                      </p:cBhvr>
                                      <p:to>
                                        <p:strVal val="visible"/>
                                      </p:to>
                                    </p:set>
                                    <p:animEffect transition="in" filter="fade">
                                      <p:cBhvr>
                                        <p:cTn id="24" dur="2000"/>
                                        <p:tgtEl>
                                          <p:spTgt spid="492547">
                                            <p:txEl>
                                              <p:pRg st="3" end="3"/>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492547">
                                            <p:txEl>
                                              <p:pRg st="4" end="4"/>
                                            </p:txEl>
                                          </p:spTgt>
                                        </p:tgtEl>
                                        <p:attrNameLst>
                                          <p:attrName>style.visibility</p:attrName>
                                        </p:attrNameLst>
                                      </p:cBhvr>
                                      <p:to>
                                        <p:strVal val="visible"/>
                                      </p:to>
                                    </p:set>
                                    <p:animEffect transition="in" filter="fade">
                                      <p:cBhvr>
                                        <p:cTn id="27" dur="2000"/>
                                        <p:tgtEl>
                                          <p:spTgt spid="492547">
                                            <p:txEl>
                                              <p:pRg st="4" end="4"/>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492547">
                                            <p:txEl>
                                              <p:pRg st="5" end="5"/>
                                            </p:txEl>
                                          </p:spTgt>
                                        </p:tgtEl>
                                        <p:attrNameLst>
                                          <p:attrName>style.visibility</p:attrName>
                                        </p:attrNameLst>
                                      </p:cBhvr>
                                      <p:to>
                                        <p:strVal val="visible"/>
                                      </p:to>
                                    </p:set>
                                    <p:animEffect transition="in" filter="fade">
                                      <p:cBhvr>
                                        <p:cTn id="30" dur="2000"/>
                                        <p:tgtEl>
                                          <p:spTgt spid="492547">
                                            <p:txEl>
                                              <p:pRg st="5" end="5"/>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0" presetClass="entr" presetSubtype="0" fill="hold" nodeType="clickEffect">
                                  <p:stCondLst>
                                    <p:cond delay="0"/>
                                  </p:stCondLst>
                                  <p:childTnLst>
                                    <p:set>
                                      <p:cBhvr>
                                        <p:cTn id="34" dur="1" fill="hold">
                                          <p:stCondLst>
                                            <p:cond delay="0"/>
                                          </p:stCondLst>
                                        </p:cTn>
                                        <p:tgtEl>
                                          <p:spTgt spid="492547">
                                            <p:txEl>
                                              <p:pRg st="6" end="6"/>
                                            </p:txEl>
                                          </p:spTgt>
                                        </p:tgtEl>
                                        <p:attrNameLst>
                                          <p:attrName>style.visibility</p:attrName>
                                        </p:attrNameLst>
                                      </p:cBhvr>
                                      <p:to>
                                        <p:strVal val="visible"/>
                                      </p:to>
                                    </p:set>
                                    <p:animEffect transition="in" filter="fade">
                                      <p:cBhvr>
                                        <p:cTn id="35" dur="2000"/>
                                        <p:tgtEl>
                                          <p:spTgt spid="492547">
                                            <p:txEl>
                                              <p:pRg st="6" end="6"/>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492547">
                                            <p:txEl>
                                              <p:pRg st="7" end="7"/>
                                            </p:txEl>
                                          </p:spTgt>
                                        </p:tgtEl>
                                        <p:attrNameLst>
                                          <p:attrName>style.visibility</p:attrName>
                                        </p:attrNameLst>
                                      </p:cBhvr>
                                      <p:to>
                                        <p:strVal val="visible"/>
                                      </p:to>
                                    </p:set>
                                    <p:animEffect transition="in" filter="fade">
                                      <p:cBhvr>
                                        <p:cTn id="38" dur="2000"/>
                                        <p:tgtEl>
                                          <p:spTgt spid="492547">
                                            <p:txEl>
                                              <p:pRg st="7" end="7"/>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492547">
                                            <p:txEl>
                                              <p:pRg st="8" end="8"/>
                                            </p:txEl>
                                          </p:spTgt>
                                        </p:tgtEl>
                                        <p:attrNameLst>
                                          <p:attrName>style.visibility</p:attrName>
                                        </p:attrNameLst>
                                      </p:cBhvr>
                                      <p:to>
                                        <p:strVal val="visible"/>
                                      </p:to>
                                    </p:set>
                                    <p:animEffect transition="in" filter="fade">
                                      <p:cBhvr>
                                        <p:cTn id="41" dur="2000"/>
                                        <p:tgtEl>
                                          <p:spTgt spid="492547">
                                            <p:txEl>
                                              <p:pRg st="8" end="8"/>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0" presetClass="entr" presetSubtype="0" fill="hold" nodeType="clickEffect">
                                  <p:stCondLst>
                                    <p:cond delay="0"/>
                                  </p:stCondLst>
                                  <p:childTnLst>
                                    <p:set>
                                      <p:cBhvr>
                                        <p:cTn id="45" dur="1" fill="hold">
                                          <p:stCondLst>
                                            <p:cond delay="0"/>
                                          </p:stCondLst>
                                        </p:cTn>
                                        <p:tgtEl>
                                          <p:spTgt spid="492547">
                                            <p:txEl>
                                              <p:pRg st="9" end="9"/>
                                            </p:txEl>
                                          </p:spTgt>
                                        </p:tgtEl>
                                        <p:attrNameLst>
                                          <p:attrName>style.visibility</p:attrName>
                                        </p:attrNameLst>
                                      </p:cBhvr>
                                      <p:to>
                                        <p:strVal val="visible"/>
                                      </p:to>
                                    </p:set>
                                    <p:animEffect transition="in" filter="fade">
                                      <p:cBhvr>
                                        <p:cTn id="46" dur="2000"/>
                                        <p:tgtEl>
                                          <p:spTgt spid="492547">
                                            <p:txEl>
                                              <p:pRg st="9" end="9"/>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492547">
                                            <p:txEl>
                                              <p:pRg st="11" end="11"/>
                                            </p:txEl>
                                          </p:spTgt>
                                        </p:tgtEl>
                                        <p:attrNameLst>
                                          <p:attrName>style.visibility</p:attrName>
                                        </p:attrNameLst>
                                      </p:cBhvr>
                                      <p:to>
                                        <p:strVal val="visible"/>
                                      </p:to>
                                    </p:set>
                                    <p:animEffect transition="in" filter="fade">
                                      <p:cBhvr>
                                        <p:cTn id="49" dur="2000"/>
                                        <p:tgtEl>
                                          <p:spTgt spid="49254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2546" grpId="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 name="Slide Number Placeholder 5"/>
          <p:cNvSpPr>
            <a:spLocks noGrp="1"/>
          </p:cNvSpPr>
          <p:nvPr>
            <p:ph type="sldNum" sz="quarter" idx="12"/>
          </p:nvPr>
        </p:nvSpPr>
        <p:spPr/>
        <p:txBody>
          <a:bodyPr/>
          <a:lstStyle/>
          <a:p>
            <a:fld id="{27BD2D9D-53F7-4226-8E89-AEA4F59E715A}" type="slidenum">
              <a:rPr lang="en-US" altLang="en-US"/>
              <a:pPr/>
              <a:t>12</a:t>
            </a:fld>
            <a:endParaRPr lang="en-US" altLang="en-US"/>
          </a:p>
        </p:txBody>
      </p:sp>
      <p:sp>
        <p:nvSpPr>
          <p:cNvPr id="494594" name="Rectangle 2"/>
          <p:cNvSpPr>
            <a:spLocks noGrp="1" noChangeArrowheads="1"/>
          </p:cNvSpPr>
          <p:nvPr>
            <p:ph type="title"/>
          </p:nvPr>
        </p:nvSpPr>
        <p:spPr>
          <a:xfrm>
            <a:off x="1905000" y="-76200"/>
            <a:ext cx="4114800" cy="609600"/>
          </a:xfrm>
        </p:spPr>
        <p:txBody>
          <a:bodyPr/>
          <a:lstStyle/>
          <a:p>
            <a:pPr algn="l"/>
            <a:r>
              <a:rPr lang="en-US" altLang="en-US" sz="2800" b="1">
                <a:solidFill>
                  <a:srgbClr val="CC0000"/>
                </a:solidFill>
                <a:latin typeface="VNI-Times" pitchFamily="2" charset="0"/>
                <a:sym typeface="Wingdings" panose="05000000000000000000" pitchFamily="2" charset="2"/>
              </a:rPr>
              <a:t>3.Caùc maët troøn xoay:</a:t>
            </a:r>
            <a:r>
              <a:rPr lang="en-US" altLang="en-US" sz="2800">
                <a:solidFill>
                  <a:srgbClr val="CC0000"/>
                </a:solidFill>
                <a:latin typeface="VNI-Times" pitchFamily="2" charset="0"/>
                <a:sym typeface="Wingdings" panose="05000000000000000000" pitchFamily="2" charset="2"/>
              </a:rPr>
              <a:t> </a:t>
            </a:r>
          </a:p>
        </p:txBody>
      </p:sp>
      <p:sp>
        <p:nvSpPr>
          <p:cNvPr id="494595" name="Rectangle 3"/>
          <p:cNvSpPr>
            <a:spLocks noChangeArrowheads="1"/>
          </p:cNvSpPr>
          <p:nvPr/>
        </p:nvSpPr>
        <p:spPr bwMode="auto">
          <a:xfrm>
            <a:off x="1828800" y="533401"/>
            <a:ext cx="8458200" cy="583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860425">
              <a:defRPr>
                <a:solidFill>
                  <a:schemeClr val="tx1"/>
                </a:solidFill>
                <a:latin typeface="Arial" panose="020B0604020202020204" pitchFamily="34" charset="0"/>
              </a:defRPr>
            </a:lvl2pPr>
            <a:lvl3pPr marL="974725">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just">
              <a:spcBef>
                <a:spcPts val="500"/>
              </a:spcBef>
              <a:spcAft>
                <a:spcPts val="500"/>
              </a:spcAft>
              <a:buClr>
                <a:schemeClr val="tx2"/>
              </a:buClr>
            </a:pPr>
            <a:r>
              <a:rPr lang="en-US" altLang="en-US" sz="2000" b="1">
                <a:latin typeface="Times New Roman" panose="02020603050405020304" pitchFamily="18" charset="0"/>
                <a:sym typeface="Wingdings" panose="05000000000000000000" pitchFamily="2" charset="2"/>
              </a:rPr>
              <a:t> </a:t>
            </a:r>
            <a:r>
              <a:rPr lang="en-US" altLang="en-US" sz="2000" b="1">
                <a:solidFill>
                  <a:srgbClr val="CC0000"/>
                </a:solidFill>
                <a:latin typeface="VNI-Times" pitchFamily="2" charset="0"/>
                <a:sym typeface="Wingdings" panose="05000000000000000000" pitchFamily="2" charset="2"/>
              </a:rPr>
              <a:t>a.Maët caàu:</a:t>
            </a:r>
          </a:p>
          <a:p>
            <a:pPr algn="just">
              <a:spcBef>
                <a:spcPts val="500"/>
              </a:spcBef>
              <a:spcAft>
                <a:spcPts val="300"/>
              </a:spcAft>
              <a:buClr>
                <a:schemeClr val="tx2"/>
              </a:buClr>
            </a:pPr>
            <a:r>
              <a:rPr lang="en-US" altLang="en-US" sz="2000">
                <a:latin typeface="VNI-Times" pitchFamily="2" charset="0"/>
                <a:sym typeface="Wingdings" panose="05000000000000000000" pitchFamily="2" charset="2"/>
              </a:rPr>
              <a:t>	Vôùi maët caàu taâm O baùn kính r thì C </a:t>
            </a:r>
          </a:p>
          <a:p>
            <a:pPr algn="just">
              <a:spcBef>
                <a:spcPts val="500"/>
              </a:spcBef>
              <a:spcAft>
                <a:spcPts val="300"/>
              </a:spcAft>
              <a:buClr>
                <a:schemeClr val="tx2"/>
              </a:buClr>
            </a:pPr>
            <a:r>
              <a:rPr lang="en-US" altLang="en-US" sz="2000">
                <a:latin typeface="VNI-Times" pitchFamily="2" charset="0"/>
                <a:sym typeface="Wingdings" panose="05000000000000000000" pitchFamily="2" charset="2"/>
              </a:rPr>
              <a:t>laø ½ ñöôøng troøn trong maët phaúng xOz. </a:t>
            </a:r>
          </a:p>
          <a:p>
            <a:pPr algn="just">
              <a:spcBef>
                <a:spcPts val="500"/>
              </a:spcBef>
              <a:spcAft>
                <a:spcPts val="300"/>
              </a:spcAft>
              <a:buClr>
                <a:schemeClr val="tx2"/>
              </a:buClr>
            </a:pPr>
            <a:r>
              <a:rPr lang="en-US" altLang="en-US" sz="2000">
                <a:latin typeface="VNI-Times" pitchFamily="2" charset="0"/>
                <a:sym typeface="Wingdings" panose="05000000000000000000" pitchFamily="2" charset="2"/>
              </a:rPr>
              <a:t>Ta coù: X(v)=r.cos(v);   Z(v)=r.sin(v)</a:t>
            </a:r>
          </a:p>
          <a:p>
            <a:pPr algn="just">
              <a:spcBef>
                <a:spcPts val="500"/>
              </a:spcBef>
              <a:spcAft>
                <a:spcPts val="300"/>
              </a:spcAft>
              <a:buClr>
                <a:schemeClr val="tx2"/>
              </a:buClr>
            </a:pPr>
            <a:endParaRPr lang="en-US" altLang="en-US" sz="2000">
              <a:latin typeface="VNI-Times" pitchFamily="2" charset="0"/>
              <a:sym typeface="Wingdings" panose="05000000000000000000" pitchFamily="2" charset="2"/>
            </a:endParaRPr>
          </a:p>
          <a:p>
            <a:pPr algn="just">
              <a:spcBef>
                <a:spcPts val="500"/>
              </a:spcBef>
              <a:spcAft>
                <a:spcPts val="300"/>
              </a:spcAft>
              <a:buClr>
                <a:schemeClr val="tx2"/>
              </a:buClr>
            </a:pPr>
            <a:r>
              <a:rPr lang="en-US" altLang="en-US" sz="2000">
                <a:latin typeface="VNI-Times" pitchFamily="2" charset="0"/>
                <a:sym typeface="Wingdings" panose="05000000000000000000" pitchFamily="2" charset="2"/>
              </a:rPr>
              <a:t>				 vôùi     </a:t>
            </a:r>
          </a:p>
          <a:p>
            <a:pPr algn="just">
              <a:spcBef>
                <a:spcPts val="500"/>
              </a:spcBef>
              <a:spcAft>
                <a:spcPts val="300"/>
              </a:spcAft>
              <a:buClr>
                <a:schemeClr val="tx2"/>
              </a:buClr>
            </a:pPr>
            <a:endParaRPr lang="en-US" altLang="en-US" sz="2000">
              <a:latin typeface="VNI-Times" pitchFamily="2" charset="0"/>
              <a:sym typeface="Wingdings" panose="05000000000000000000" pitchFamily="2" charset="2"/>
            </a:endParaRPr>
          </a:p>
          <a:p>
            <a:pPr algn="just">
              <a:spcBef>
                <a:spcPts val="500"/>
              </a:spcBef>
              <a:spcAft>
                <a:spcPts val="300"/>
              </a:spcAft>
              <a:buClr>
                <a:schemeClr val="tx2"/>
              </a:buClr>
            </a:pPr>
            <a:r>
              <a:rPr lang="en-US" altLang="en-US" sz="2000">
                <a:latin typeface="VNI-Times" pitchFamily="2" charset="0"/>
                <a:sym typeface="Wingdings" panose="05000000000000000000" pitchFamily="2" charset="2"/>
              </a:rPr>
              <a:t> </a:t>
            </a:r>
          </a:p>
          <a:p>
            <a:pPr>
              <a:spcBef>
                <a:spcPts val="500"/>
              </a:spcBef>
              <a:spcAft>
                <a:spcPts val="500"/>
              </a:spcAft>
              <a:buClr>
                <a:schemeClr val="tx2"/>
              </a:buClr>
            </a:pPr>
            <a:r>
              <a:rPr lang="en-US" altLang="en-US" sz="2000">
                <a:latin typeface="VNI-Times" pitchFamily="2" charset="0"/>
                <a:sym typeface="Wingdings" panose="05000000000000000000" pitchFamily="2" charset="2"/>
              </a:rPr>
              <a:t>Procedure	Matcau(r:byte; u,v:Real; Var  P:toado3d);</a:t>
            </a:r>
          </a:p>
          <a:p>
            <a:pPr>
              <a:spcBef>
                <a:spcPts val="500"/>
              </a:spcBef>
              <a:spcAft>
                <a:spcPts val="500"/>
              </a:spcAft>
              <a:buClr>
                <a:schemeClr val="tx2"/>
              </a:buClr>
            </a:pPr>
            <a:r>
              <a:rPr lang="en-US" altLang="en-US" sz="2000">
                <a:latin typeface="VNI-Times" pitchFamily="2" charset="0"/>
                <a:sym typeface="Wingdings" panose="05000000000000000000" pitchFamily="2" charset="2"/>
              </a:rPr>
              <a:t>Begin</a:t>
            </a:r>
          </a:p>
          <a:p>
            <a:pPr>
              <a:spcBef>
                <a:spcPts val="500"/>
              </a:spcBef>
              <a:spcAft>
                <a:spcPts val="500"/>
              </a:spcAft>
              <a:buClr>
                <a:schemeClr val="tx2"/>
              </a:buClr>
            </a:pPr>
            <a:r>
              <a:rPr lang="en-US" altLang="en-US" sz="2000">
                <a:latin typeface="VNI-Times" pitchFamily="2" charset="0"/>
                <a:sym typeface="Wingdings" panose="05000000000000000000" pitchFamily="2" charset="2"/>
              </a:rPr>
              <a:t>	p.x:=r*cos(u)*cos(v);</a:t>
            </a:r>
          </a:p>
          <a:p>
            <a:pPr>
              <a:spcBef>
                <a:spcPts val="500"/>
              </a:spcBef>
              <a:spcAft>
                <a:spcPts val="500"/>
              </a:spcAft>
              <a:buClr>
                <a:schemeClr val="tx2"/>
              </a:buClr>
            </a:pPr>
            <a:r>
              <a:rPr lang="en-US" altLang="en-US" sz="2000">
                <a:latin typeface="VNI-Times" pitchFamily="2" charset="0"/>
                <a:sym typeface="Wingdings" panose="05000000000000000000" pitchFamily="2" charset="2"/>
              </a:rPr>
              <a:t>	p.y:=r*sin(u)*cos(v);</a:t>
            </a:r>
          </a:p>
          <a:p>
            <a:pPr>
              <a:spcBef>
                <a:spcPts val="500"/>
              </a:spcBef>
              <a:spcAft>
                <a:spcPts val="500"/>
              </a:spcAft>
              <a:buClr>
                <a:schemeClr val="tx2"/>
              </a:buClr>
            </a:pPr>
            <a:r>
              <a:rPr lang="en-US" altLang="en-US" sz="2000">
                <a:latin typeface="VNI-Times" pitchFamily="2" charset="0"/>
                <a:sym typeface="Wingdings" panose="05000000000000000000" pitchFamily="2" charset="2"/>
              </a:rPr>
              <a:t>	p.z:=r*sin(v);</a:t>
            </a:r>
          </a:p>
          <a:p>
            <a:pPr>
              <a:spcBef>
                <a:spcPts val="500"/>
              </a:spcBef>
              <a:spcAft>
                <a:spcPts val="500"/>
              </a:spcAft>
              <a:buClr>
                <a:schemeClr val="tx2"/>
              </a:buClr>
            </a:pPr>
            <a:r>
              <a:rPr lang="en-US" altLang="en-US" sz="2000">
                <a:latin typeface="VNI-Times" pitchFamily="2" charset="0"/>
                <a:sym typeface="Wingdings" panose="05000000000000000000" pitchFamily="2" charset="2"/>
              </a:rPr>
              <a:t>End;</a:t>
            </a:r>
          </a:p>
        </p:txBody>
      </p:sp>
      <p:sp>
        <p:nvSpPr>
          <p:cNvPr id="494596" name="Rectangle 4"/>
          <p:cNvSpPr>
            <a:spLocks noChangeArrowheads="1"/>
          </p:cNvSpPr>
          <p:nvPr/>
        </p:nvSpPr>
        <p:spPr bwMode="auto">
          <a:xfrm>
            <a:off x="1524001" y="2890452"/>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4597" name="Rectangle 5"/>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4598" name="Rectangle 6"/>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4599" name="Rectangle 7"/>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4600" name="Rectangle 8"/>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4601" name="Rectangle 9"/>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4602" name="Rectangle 10"/>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4603" name="Rectangle 11"/>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4604" name="Rectangle 12"/>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4605" name="Rectangle 13"/>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4606" name="Rectangle 14"/>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4627" name="Rectangle 35"/>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4629" name="Rectangle 37"/>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4656" name="Rectangle 64"/>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4658" name="Rectangle 66"/>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grpSp>
        <p:nvGrpSpPr>
          <p:cNvPr id="494683" name="Group 91"/>
          <p:cNvGrpSpPr>
            <a:grpSpLocks/>
          </p:cNvGrpSpPr>
          <p:nvPr/>
        </p:nvGrpSpPr>
        <p:grpSpPr bwMode="auto">
          <a:xfrm>
            <a:off x="7620000" y="3886200"/>
            <a:ext cx="3505200" cy="2667000"/>
            <a:chOff x="3840" y="2448"/>
            <a:chExt cx="2208" cy="1680"/>
          </a:xfrm>
        </p:grpSpPr>
        <p:sp>
          <p:nvSpPr>
            <p:cNvPr id="494633" name="Line 41"/>
            <p:cNvSpPr>
              <a:spLocks noChangeShapeType="1"/>
            </p:cNvSpPr>
            <p:nvPr/>
          </p:nvSpPr>
          <p:spPr bwMode="auto">
            <a:xfrm>
              <a:off x="4494" y="2477"/>
              <a:ext cx="0" cy="1651"/>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494634" name="Line 42"/>
            <p:cNvSpPr>
              <a:spLocks noChangeShapeType="1"/>
            </p:cNvSpPr>
            <p:nvPr/>
          </p:nvSpPr>
          <p:spPr bwMode="auto">
            <a:xfrm>
              <a:off x="4494" y="3432"/>
              <a:ext cx="125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4635" name="AutoShape 43"/>
            <p:cNvSpPr>
              <a:spLocks noChangeArrowheads="1"/>
            </p:cNvSpPr>
            <p:nvPr/>
          </p:nvSpPr>
          <p:spPr bwMode="auto">
            <a:xfrm rot="5400000">
              <a:off x="4007" y="2725"/>
              <a:ext cx="1070" cy="1404"/>
            </a:xfrm>
            <a:custGeom>
              <a:avLst/>
              <a:gdLst>
                <a:gd name="G0" fmla="+- 10800 0 0"/>
                <a:gd name="G1" fmla="+- 11576747 0 0"/>
                <a:gd name="G2" fmla="+- 0 0 11576747"/>
                <a:gd name="T0" fmla="*/ 0 256 1"/>
                <a:gd name="T1" fmla="*/ 180 256 1"/>
                <a:gd name="G3" fmla="+- 11576747 T0 T1"/>
                <a:gd name="T2" fmla="*/ 0 256 1"/>
                <a:gd name="T3" fmla="*/ 90 256 1"/>
                <a:gd name="G4" fmla="+- 11576747 T2 T3"/>
                <a:gd name="G5" fmla="*/ G4 2 1"/>
                <a:gd name="T4" fmla="*/ 90 256 1"/>
                <a:gd name="T5" fmla="*/ 0 256 1"/>
                <a:gd name="G6" fmla="+- 11576747 T4 T5"/>
                <a:gd name="G7" fmla="*/ G6 2 1"/>
                <a:gd name="G8" fmla="abs 11576747"/>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11576747"/>
                <a:gd name="G21" fmla="sin G19 11576747"/>
                <a:gd name="G22" fmla="+- G20 10800 0"/>
                <a:gd name="G23" fmla="+- G21 10800 0"/>
                <a:gd name="G24" fmla="+- 10800 0 G20"/>
                <a:gd name="G25" fmla="+- 10800 10800 0"/>
                <a:gd name="G26" fmla="?: G9 G17 G25"/>
                <a:gd name="G27" fmla="?: G9 0 21600"/>
                <a:gd name="G28" fmla="cos 10800 11576747"/>
                <a:gd name="G29" fmla="sin 10800 11576747"/>
                <a:gd name="G30" fmla="sin 10800 11576747"/>
                <a:gd name="G31" fmla="+- G28 10800 0"/>
                <a:gd name="G32" fmla="+- G29 10800 0"/>
                <a:gd name="G33" fmla="+- G30 10800 0"/>
                <a:gd name="G34" fmla="?: G4 0 G31"/>
                <a:gd name="G35" fmla="?: 11576747 G34 0"/>
                <a:gd name="G36" fmla="?: G6 G35 G31"/>
                <a:gd name="G37" fmla="+- 21600 0 G36"/>
                <a:gd name="G38" fmla="?: G4 0 G33"/>
                <a:gd name="G39" fmla="?: 11576747 G38 G32"/>
                <a:gd name="G40" fmla="?: G6 G39 0"/>
                <a:gd name="G41" fmla="?: G4 G32 21600"/>
                <a:gd name="G42" fmla="?: G6 G41 G33"/>
                <a:gd name="T12" fmla="*/ 10800 w 21600"/>
                <a:gd name="T13" fmla="*/ 0 h 21600"/>
                <a:gd name="T14" fmla="*/ 18 w 21600"/>
                <a:gd name="T15" fmla="*/ 11431 h 21600"/>
                <a:gd name="T16" fmla="*/ 10800 w 21600"/>
                <a:gd name="T17" fmla="*/ 0 h 21600"/>
                <a:gd name="T18" fmla="*/ 21582 w 21600"/>
                <a:gd name="T19" fmla="*/ 11431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8" y="11431"/>
                  </a:moveTo>
                  <a:cubicBezTo>
                    <a:pt x="6" y="11221"/>
                    <a:pt x="0" y="11010"/>
                    <a:pt x="0" y="10800"/>
                  </a:cubicBezTo>
                  <a:cubicBezTo>
                    <a:pt x="0" y="4835"/>
                    <a:pt x="4835" y="0"/>
                    <a:pt x="10800" y="0"/>
                  </a:cubicBezTo>
                  <a:cubicBezTo>
                    <a:pt x="16764" y="0"/>
                    <a:pt x="21600" y="4835"/>
                    <a:pt x="21600" y="10800"/>
                  </a:cubicBezTo>
                  <a:cubicBezTo>
                    <a:pt x="21599" y="11010"/>
                    <a:pt x="21593" y="11221"/>
                    <a:pt x="21581" y="11431"/>
                  </a:cubicBezTo>
                  <a:cubicBezTo>
                    <a:pt x="21593" y="11221"/>
                    <a:pt x="21600" y="11010"/>
                    <a:pt x="21600" y="10800"/>
                  </a:cubicBezTo>
                  <a:cubicBezTo>
                    <a:pt x="21600" y="4835"/>
                    <a:pt x="16764" y="0"/>
                    <a:pt x="10800" y="0"/>
                  </a:cubicBezTo>
                  <a:cubicBezTo>
                    <a:pt x="4835" y="0"/>
                    <a:pt x="0" y="4835"/>
                    <a:pt x="0" y="10800"/>
                  </a:cubicBezTo>
                  <a:cubicBezTo>
                    <a:pt x="0" y="11010"/>
                    <a:pt x="6" y="11221"/>
                    <a:pt x="18" y="11431"/>
                  </a:cubicBezTo>
                  <a:close/>
                </a:path>
              </a:pathLst>
            </a:custGeom>
            <a:solidFill>
              <a:srgbClr val="FFFFFF"/>
            </a:solidFill>
            <a:ln w="38100">
              <a:solidFill>
                <a:srgbClr val="FF9900"/>
              </a:solidFill>
              <a:miter lim="800000"/>
              <a:headEnd/>
              <a:tailEnd/>
            </a:ln>
          </p:spPr>
          <p:txBody>
            <a:bodyPr/>
            <a:lstStyle/>
            <a:p>
              <a:endParaRPr lang="en-US"/>
            </a:p>
          </p:txBody>
        </p:sp>
        <p:sp>
          <p:nvSpPr>
            <p:cNvPr id="494636" name="Text Box 44"/>
            <p:cNvSpPr txBox="1">
              <a:spLocks noChangeArrowheads="1"/>
            </p:cNvSpPr>
            <p:nvPr/>
          </p:nvSpPr>
          <p:spPr bwMode="auto">
            <a:xfrm>
              <a:off x="5489" y="3422"/>
              <a:ext cx="559"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a:latin typeface="VNI-Times" pitchFamily="2" charset="0"/>
                </a:rPr>
                <a:t>X</a:t>
              </a:r>
              <a:endParaRPr lang="en-US" altLang="en-US" sz="3600">
                <a:latin typeface="VNI-Times" pitchFamily="2" charset="0"/>
              </a:endParaRPr>
            </a:p>
          </p:txBody>
        </p:sp>
        <p:sp>
          <p:nvSpPr>
            <p:cNvPr id="494637" name="Text Box 45"/>
            <p:cNvSpPr txBox="1">
              <a:spLocks noChangeArrowheads="1"/>
            </p:cNvSpPr>
            <p:nvPr/>
          </p:nvSpPr>
          <p:spPr bwMode="auto">
            <a:xfrm>
              <a:off x="4272" y="2448"/>
              <a:ext cx="559"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a:latin typeface="VNI-Times" pitchFamily="2" charset="0"/>
                </a:rPr>
                <a:t>Z</a:t>
              </a:r>
              <a:endParaRPr lang="en-US" altLang="en-US" sz="3600">
                <a:latin typeface="VNI-Times" pitchFamily="2" charset="0"/>
              </a:endParaRPr>
            </a:p>
          </p:txBody>
        </p:sp>
        <p:sp>
          <p:nvSpPr>
            <p:cNvPr id="494638" name="Text Box 46"/>
            <p:cNvSpPr txBox="1">
              <a:spLocks noChangeArrowheads="1"/>
            </p:cNvSpPr>
            <p:nvPr/>
          </p:nvSpPr>
          <p:spPr bwMode="auto">
            <a:xfrm>
              <a:off x="4889" y="3764"/>
              <a:ext cx="559"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a:latin typeface="VNI-Times" pitchFamily="2" charset="0"/>
                </a:rPr>
                <a:t>C</a:t>
              </a:r>
              <a:endParaRPr lang="en-US" altLang="en-US" sz="3600">
                <a:latin typeface="VNI-Times" pitchFamily="2" charset="0"/>
              </a:endParaRPr>
            </a:p>
          </p:txBody>
        </p:sp>
        <p:sp>
          <p:nvSpPr>
            <p:cNvPr id="494639" name="Line 47"/>
            <p:cNvSpPr>
              <a:spLocks noChangeShapeType="1"/>
            </p:cNvSpPr>
            <p:nvPr/>
          </p:nvSpPr>
          <p:spPr bwMode="auto">
            <a:xfrm flipV="1">
              <a:off x="4521" y="3069"/>
              <a:ext cx="805" cy="353"/>
            </a:xfrm>
            <a:prstGeom prst="line">
              <a:avLst/>
            </a:prstGeom>
            <a:noFill/>
            <a:ln w="9525">
              <a:solidFill>
                <a:schemeClr val="tx1"/>
              </a:solidFill>
              <a:prstDash val="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494640" name="Line 48"/>
            <p:cNvSpPr>
              <a:spLocks noChangeShapeType="1"/>
            </p:cNvSpPr>
            <p:nvPr/>
          </p:nvSpPr>
          <p:spPr bwMode="auto">
            <a:xfrm>
              <a:off x="5135" y="3152"/>
              <a:ext cx="0" cy="259"/>
            </a:xfrm>
            <a:prstGeom prst="line">
              <a:avLst/>
            </a:prstGeom>
            <a:noFill/>
            <a:ln w="9525">
              <a:solidFill>
                <a:srgbClr val="000000"/>
              </a:solidFill>
              <a:prstDash val="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494641" name="Line 49"/>
            <p:cNvSpPr>
              <a:spLocks noChangeShapeType="1"/>
            </p:cNvSpPr>
            <p:nvPr/>
          </p:nvSpPr>
          <p:spPr bwMode="auto">
            <a:xfrm flipH="1">
              <a:off x="4508" y="3141"/>
              <a:ext cx="627" cy="0"/>
            </a:xfrm>
            <a:prstGeom prst="line">
              <a:avLst/>
            </a:prstGeom>
            <a:noFill/>
            <a:ln w="9525">
              <a:solidFill>
                <a:srgbClr val="000000"/>
              </a:solidFill>
              <a:prstDash val="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494642" name="Text Box 50"/>
            <p:cNvSpPr txBox="1">
              <a:spLocks noChangeArrowheads="1"/>
            </p:cNvSpPr>
            <p:nvPr/>
          </p:nvSpPr>
          <p:spPr bwMode="auto">
            <a:xfrm>
              <a:off x="4658" y="3193"/>
              <a:ext cx="559"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a:latin typeface="VNI-Times" pitchFamily="2" charset="0"/>
                </a:rPr>
                <a:t>v</a:t>
              </a:r>
              <a:endParaRPr lang="en-US" altLang="en-US" sz="3600">
                <a:latin typeface="VNI-Times" pitchFamily="2" charset="0"/>
              </a:endParaRPr>
            </a:p>
          </p:txBody>
        </p:sp>
        <p:sp>
          <p:nvSpPr>
            <p:cNvPr id="494643" name="Freeform 51"/>
            <p:cNvSpPr>
              <a:spLocks/>
            </p:cNvSpPr>
            <p:nvPr/>
          </p:nvSpPr>
          <p:spPr bwMode="auto">
            <a:xfrm>
              <a:off x="4685" y="3349"/>
              <a:ext cx="60" cy="83"/>
            </a:xfrm>
            <a:custGeom>
              <a:avLst/>
              <a:gdLst>
                <a:gd name="T0" fmla="*/ 0 w 66"/>
                <a:gd name="T1" fmla="*/ 0 h 120"/>
                <a:gd name="T2" fmla="*/ 60 w 66"/>
                <a:gd name="T3" fmla="*/ 120 h 120"/>
              </a:gdLst>
              <a:ahLst/>
              <a:cxnLst>
                <a:cxn ang="0">
                  <a:pos x="T0" y="T1"/>
                </a:cxn>
                <a:cxn ang="0">
                  <a:pos x="T2" y="T3"/>
                </a:cxn>
              </a:cxnLst>
              <a:rect l="0" t="0" r="r" b="b"/>
              <a:pathLst>
                <a:path w="66" h="120">
                  <a:moveTo>
                    <a:pt x="0" y="0"/>
                  </a:moveTo>
                  <a:cubicBezTo>
                    <a:pt x="66" y="98"/>
                    <a:pt x="60" y="54"/>
                    <a:pt x="60" y="12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4644" name="Text Box 52"/>
            <p:cNvSpPr txBox="1">
              <a:spLocks noChangeArrowheads="1"/>
            </p:cNvSpPr>
            <p:nvPr/>
          </p:nvSpPr>
          <p:spPr bwMode="auto">
            <a:xfrm>
              <a:off x="4576" y="3079"/>
              <a:ext cx="559"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a:latin typeface="VNI-Times" pitchFamily="2" charset="0"/>
                </a:rPr>
                <a:t>r</a:t>
              </a:r>
              <a:endParaRPr lang="en-US" altLang="en-US" sz="3600">
                <a:latin typeface="VNI-Times" pitchFamily="2" charset="0"/>
              </a:endParaRPr>
            </a:p>
          </p:txBody>
        </p:sp>
        <p:sp>
          <p:nvSpPr>
            <p:cNvPr id="494645" name="Text Box 53"/>
            <p:cNvSpPr txBox="1">
              <a:spLocks noChangeArrowheads="1"/>
            </p:cNvSpPr>
            <p:nvPr/>
          </p:nvSpPr>
          <p:spPr bwMode="auto">
            <a:xfrm>
              <a:off x="5148" y="3193"/>
              <a:ext cx="559"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a:latin typeface="VNI-Times" pitchFamily="2" charset="0"/>
                </a:rPr>
                <a:t>M</a:t>
              </a:r>
              <a:endParaRPr lang="en-US" altLang="en-US" sz="3600">
                <a:latin typeface="VNI-Times" pitchFamily="2" charset="0"/>
              </a:endParaRPr>
            </a:p>
          </p:txBody>
        </p:sp>
        <p:sp>
          <p:nvSpPr>
            <p:cNvPr id="494646" name="Text Box 54"/>
            <p:cNvSpPr txBox="1">
              <a:spLocks noChangeArrowheads="1"/>
            </p:cNvSpPr>
            <p:nvPr/>
          </p:nvSpPr>
          <p:spPr bwMode="auto">
            <a:xfrm>
              <a:off x="4999" y="2840"/>
              <a:ext cx="558"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a:latin typeface="VNI-Times" pitchFamily="2" charset="0"/>
                </a:rPr>
                <a:t>M’</a:t>
              </a:r>
              <a:endParaRPr lang="en-US" altLang="en-US" sz="3600">
                <a:latin typeface="VNI-Times" pitchFamily="2" charset="0"/>
              </a:endParaRPr>
            </a:p>
          </p:txBody>
        </p:sp>
        <p:sp>
          <p:nvSpPr>
            <p:cNvPr id="494647" name="Text Box 55"/>
            <p:cNvSpPr txBox="1">
              <a:spLocks noChangeArrowheads="1"/>
            </p:cNvSpPr>
            <p:nvPr/>
          </p:nvSpPr>
          <p:spPr bwMode="auto">
            <a:xfrm>
              <a:off x="4656" y="3360"/>
              <a:ext cx="722"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a:latin typeface="VNI-Times" pitchFamily="2" charset="0"/>
                </a:rPr>
                <a:t>X(v)</a:t>
              </a:r>
              <a:endParaRPr lang="en-US" altLang="en-US" sz="3600">
                <a:latin typeface="VNI-Times" pitchFamily="2" charset="0"/>
              </a:endParaRPr>
            </a:p>
          </p:txBody>
        </p:sp>
        <p:sp>
          <p:nvSpPr>
            <p:cNvPr id="494648" name="Text Box 56"/>
            <p:cNvSpPr txBox="1">
              <a:spLocks noChangeArrowheads="1"/>
            </p:cNvSpPr>
            <p:nvPr/>
          </p:nvSpPr>
          <p:spPr bwMode="auto">
            <a:xfrm>
              <a:off x="4128" y="2928"/>
              <a:ext cx="777"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a:latin typeface="VNI-Times" pitchFamily="2" charset="0"/>
                </a:rPr>
                <a:t>Z(v)</a:t>
              </a:r>
              <a:endParaRPr lang="en-US" altLang="en-US" sz="3600">
                <a:latin typeface="VNI-Times" pitchFamily="2" charset="0"/>
              </a:endParaRPr>
            </a:p>
          </p:txBody>
        </p:sp>
        <p:sp>
          <p:nvSpPr>
            <p:cNvPr id="494649" name="Oval 57"/>
            <p:cNvSpPr>
              <a:spLocks noChangeArrowheads="1"/>
            </p:cNvSpPr>
            <p:nvPr/>
          </p:nvSpPr>
          <p:spPr bwMode="auto">
            <a:xfrm>
              <a:off x="5192" y="3413"/>
              <a:ext cx="90" cy="59"/>
            </a:xfrm>
            <a:prstGeom prst="ellipse">
              <a:avLst/>
            </a:prstGeom>
            <a:solidFill>
              <a:srgbClr val="993300"/>
            </a:solidFill>
            <a:ln w="9525">
              <a:solidFill>
                <a:srgbClr val="993300"/>
              </a:solidFill>
              <a:round/>
              <a:headEnd/>
              <a:tailEnd/>
            </a:ln>
          </p:spPr>
          <p:txBody>
            <a:bodyPr/>
            <a:lstStyle/>
            <a:p>
              <a:endParaRPr lang="en-US"/>
            </a:p>
          </p:txBody>
        </p:sp>
        <p:sp>
          <p:nvSpPr>
            <p:cNvPr id="494650" name="Oval 58"/>
            <p:cNvSpPr>
              <a:spLocks noChangeArrowheads="1"/>
            </p:cNvSpPr>
            <p:nvPr/>
          </p:nvSpPr>
          <p:spPr bwMode="auto">
            <a:xfrm>
              <a:off x="5097" y="3112"/>
              <a:ext cx="90" cy="58"/>
            </a:xfrm>
            <a:prstGeom prst="ellipse">
              <a:avLst/>
            </a:prstGeom>
            <a:solidFill>
              <a:srgbClr val="993300"/>
            </a:solidFill>
            <a:ln w="9525">
              <a:solidFill>
                <a:srgbClr val="993300"/>
              </a:solidFill>
              <a:round/>
              <a:headEnd/>
              <a:tailEnd/>
            </a:ln>
          </p:spPr>
          <p:txBody>
            <a:bodyPr/>
            <a:lstStyle/>
            <a:p>
              <a:endParaRPr lang="en-US"/>
            </a:p>
          </p:txBody>
        </p:sp>
      </p:grpSp>
      <p:grpSp>
        <p:nvGrpSpPr>
          <p:cNvPr id="494660" name="Group 68"/>
          <p:cNvGrpSpPr>
            <a:grpSpLocks/>
          </p:cNvGrpSpPr>
          <p:nvPr/>
        </p:nvGrpSpPr>
        <p:grpSpPr bwMode="auto">
          <a:xfrm>
            <a:off x="7883526" y="-76200"/>
            <a:ext cx="2784475" cy="2743200"/>
            <a:chOff x="7620" y="3060"/>
            <a:chExt cx="2640" cy="2520"/>
          </a:xfrm>
        </p:grpSpPr>
        <p:sp>
          <p:nvSpPr>
            <p:cNvPr id="494661" name="Line 69"/>
            <p:cNvSpPr>
              <a:spLocks noChangeShapeType="1"/>
            </p:cNvSpPr>
            <p:nvPr/>
          </p:nvSpPr>
          <p:spPr bwMode="auto">
            <a:xfrm flipV="1">
              <a:off x="9000" y="3240"/>
              <a:ext cx="0" cy="1260"/>
            </a:xfrm>
            <a:prstGeom prst="line">
              <a:avLst/>
            </a:prstGeom>
            <a:noFill/>
            <a:ln w="9525">
              <a:solidFill>
                <a:srgbClr val="FF99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4662" name="Line 70"/>
            <p:cNvSpPr>
              <a:spLocks noChangeShapeType="1"/>
            </p:cNvSpPr>
            <p:nvPr/>
          </p:nvSpPr>
          <p:spPr bwMode="auto">
            <a:xfrm>
              <a:off x="9000" y="4500"/>
              <a:ext cx="1260" cy="0"/>
            </a:xfrm>
            <a:prstGeom prst="line">
              <a:avLst/>
            </a:prstGeom>
            <a:noFill/>
            <a:ln w="9525">
              <a:solidFill>
                <a:srgbClr val="FF99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4663" name="Line 71"/>
            <p:cNvSpPr>
              <a:spLocks noChangeShapeType="1"/>
            </p:cNvSpPr>
            <p:nvPr/>
          </p:nvSpPr>
          <p:spPr bwMode="auto">
            <a:xfrm flipH="1">
              <a:off x="8100" y="4500"/>
              <a:ext cx="900" cy="750"/>
            </a:xfrm>
            <a:prstGeom prst="line">
              <a:avLst/>
            </a:prstGeom>
            <a:noFill/>
            <a:ln w="9525">
              <a:solidFill>
                <a:srgbClr val="FF99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4664" name="Line 72"/>
            <p:cNvSpPr>
              <a:spLocks noChangeShapeType="1"/>
            </p:cNvSpPr>
            <p:nvPr/>
          </p:nvSpPr>
          <p:spPr bwMode="auto">
            <a:xfrm flipH="1">
              <a:off x="7920" y="4500"/>
              <a:ext cx="1080" cy="0"/>
            </a:xfrm>
            <a:prstGeom prst="line">
              <a:avLst/>
            </a:prstGeom>
            <a:noFill/>
            <a:ln w="9525">
              <a:solidFill>
                <a:srgbClr val="FF99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94665" name="Line 73"/>
            <p:cNvSpPr>
              <a:spLocks noChangeShapeType="1"/>
            </p:cNvSpPr>
            <p:nvPr/>
          </p:nvSpPr>
          <p:spPr bwMode="auto">
            <a:xfrm>
              <a:off x="9000" y="4500"/>
              <a:ext cx="0" cy="1080"/>
            </a:xfrm>
            <a:prstGeom prst="line">
              <a:avLst/>
            </a:prstGeom>
            <a:noFill/>
            <a:ln w="9525">
              <a:solidFill>
                <a:srgbClr val="FF99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94666" name="Line 74"/>
            <p:cNvSpPr>
              <a:spLocks noChangeShapeType="1"/>
            </p:cNvSpPr>
            <p:nvPr/>
          </p:nvSpPr>
          <p:spPr bwMode="auto">
            <a:xfrm flipH="1">
              <a:off x="8820" y="3750"/>
              <a:ext cx="1080" cy="900"/>
            </a:xfrm>
            <a:prstGeom prst="line">
              <a:avLst/>
            </a:prstGeom>
            <a:noFill/>
            <a:ln w="9525">
              <a:solidFill>
                <a:srgbClr val="FF99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94667" name="Oval 75"/>
            <p:cNvSpPr>
              <a:spLocks noChangeArrowheads="1"/>
            </p:cNvSpPr>
            <p:nvPr/>
          </p:nvSpPr>
          <p:spPr bwMode="auto">
            <a:xfrm>
              <a:off x="8250" y="3765"/>
              <a:ext cx="1500" cy="15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4668" name="AutoShape 76"/>
            <p:cNvSpPr>
              <a:spLocks noChangeArrowheads="1"/>
            </p:cNvSpPr>
            <p:nvPr/>
          </p:nvSpPr>
          <p:spPr bwMode="auto">
            <a:xfrm rot="-5400000">
              <a:off x="8242" y="4073"/>
              <a:ext cx="1455" cy="900"/>
            </a:xfrm>
            <a:custGeom>
              <a:avLst/>
              <a:gdLst>
                <a:gd name="G0" fmla="+- 10800 0 0"/>
                <a:gd name="G1" fmla="+- -11732300 0 0"/>
                <a:gd name="G2" fmla="+- 0 0 -11732300"/>
                <a:gd name="T0" fmla="*/ 0 256 1"/>
                <a:gd name="T1" fmla="*/ 180 256 1"/>
                <a:gd name="G3" fmla="+- -11732300 T0 T1"/>
                <a:gd name="T2" fmla="*/ 0 256 1"/>
                <a:gd name="T3" fmla="*/ 90 256 1"/>
                <a:gd name="G4" fmla="+- -11732300 T2 T3"/>
                <a:gd name="G5" fmla="*/ G4 2 1"/>
                <a:gd name="T4" fmla="*/ 90 256 1"/>
                <a:gd name="T5" fmla="*/ 0 256 1"/>
                <a:gd name="G6" fmla="+- -11732300 T4 T5"/>
                <a:gd name="G7" fmla="*/ G6 2 1"/>
                <a:gd name="G8" fmla="abs -117323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11732300"/>
                <a:gd name="G21" fmla="sin G19 -11732300"/>
                <a:gd name="G22" fmla="+- G20 10800 0"/>
                <a:gd name="G23" fmla="+- G21 10800 0"/>
                <a:gd name="G24" fmla="+- 10800 0 G20"/>
                <a:gd name="G25" fmla="+- 10800 10800 0"/>
                <a:gd name="G26" fmla="?: G9 G17 G25"/>
                <a:gd name="G27" fmla="?: G9 0 21600"/>
                <a:gd name="G28" fmla="cos 10800 -11732300"/>
                <a:gd name="G29" fmla="sin 10800 -11732300"/>
                <a:gd name="G30" fmla="sin 10800 -11732300"/>
                <a:gd name="G31" fmla="+- G28 10800 0"/>
                <a:gd name="G32" fmla="+- G29 10800 0"/>
                <a:gd name="G33" fmla="+- G30 10800 0"/>
                <a:gd name="G34" fmla="?: G4 0 G31"/>
                <a:gd name="G35" fmla="?: -11732300 G34 0"/>
                <a:gd name="G36" fmla="?: G6 G35 G31"/>
                <a:gd name="G37" fmla="+- 21600 0 G36"/>
                <a:gd name="G38" fmla="?: G4 0 G33"/>
                <a:gd name="G39" fmla="?: -11732300 G38 G32"/>
                <a:gd name="G40" fmla="?: G6 G39 0"/>
                <a:gd name="G41" fmla="?: G4 G32 21600"/>
                <a:gd name="G42" fmla="?: G6 G41 G33"/>
                <a:gd name="T12" fmla="*/ 10800 w 21600"/>
                <a:gd name="T13" fmla="*/ 0 h 21600"/>
                <a:gd name="T14" fmla="*/ 1 w 21600"/>
                <a:gd name="T15" fmla="*/ 10615 h 21600"/>
                <a:gd name="T16" fmla="*/ 10800 w 21600"/>
                <a:gd name="T17" fmla="*/ 0 h 21600"/>
                <a:gd name="T18" fmla="*/ 21599 w 21600"/>
                <a:gd name="T19" fmla="*/ 10615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 y="10615"/>
                  </a:moveTo>
                  <a:cubicBezTo>
                    <a:pt x="102" y="4723"/>
                    <a:pt x="4907" y="0"/>
                    <a:pt x="10800" y="0"/>
                  </a:cubicBezTo>
                  <a:cubicBezTo>
                    <a:pt x="16692" y="0"/>
                    <a:pt x="21497" y="4723"/>
                    <a:pt x="21598" y="10615"/>
                  </a:cubicBezTo>
                  <a:cubicBezTo>
                    <a:pt x="21497" y="4723"/>
                    <a:pt x="16692" y="0"/>
                    <a:pt x="10799" y="0"/>
                  </a:cubicBezTo>
                  <a:cubicBezTo>
                    <a:pt x="4907" y="0"/>
                    <a:pt x="102" y="4723"/>
                    <a:pt x="1" y="10615"/>
                  </a:cubicBezTo>
                  <a:close/>
                </a:path>
              </a:pathLst>
            </a:custGeom>
            <a:solidFill>
              <a:srgbClr val="FFFFFF"/>
            </a:solidFill>
            <a:ln w="9525">
              <a:solidFill>
                <a:schemeClr val="tx1"/>
              </a:solidFill>
              <a:miter lim="800000"/>
              <a:headEnd/>
              <a:tailEnd/>
            </a:ln>
          </p:spPr>
          <p:txBody>
            <a:bodyPr/>
            <a:lstStyle/>
            <a:p>
              <a:endParaRPr lang="en-US"/>
            </a:p>
          </p:txBody>
        </p:sp>
        <p:sp>
          <p:nvSpPr>
            <p:cNvPr id="494669" name="AutoShape 77"/>
            <p:cNvSpPr>
              <a:spLocks noChangeArrowheads="1"/>
            </p:cNvSpPr>
            <p:nvPr/>
          </p:nvSpPr>
          <p:spPr bwMode="auto">
            <a:xfrm rot="5400000" flipH="1">
              <a:off x="8287" y="4058"/>
              <a:ext cx="1455" cy="900"/>
            </a:xfrm>
            <a:custGeom>
              <a:avLst/>
              <a:gdLst>
                <a:gd name="G0" fmla="+- 10800 0 0"/>
                <a:gd name="G1" fmla="+- -11732300 0 0"/>
                <a:gd name="G2" fmla="+- 0 0 -11732300"/>
                <a:gd name="T0" fmla="*/ 0 256 1"/>
                <a:gd name="T1" fmla="*/ 180 256 1"/>
                <a:gd name="G3" fmla="+- -11732300 T0 T1"/>
                <a:gd name="T2" fmla="*/ 0 256 1"/>
                <a:gd name="T3" fmla="*/ 90 256 1"/>
                <a:gd name="G4" fmla="+- -11732300 T2 T3"/>
                <a:gd name="G5" fmla="*/ G4 2 1"/>
                <a:gd name="T4" fmla="*/ 90 256 1"/>
                <a:gd name="T5" fmla="*/ 0 256 1"/>
                <a:gd name="G6" fmla="+- -11732300 T4 T5"/>
                <a:gd name="G7" fmla="*/ G6 2 1"/>
                <a:gd name="G8" fmla="abs -117323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11732300"/>
                <a:gd name="G21" fmla="sin G19 -11732300"/>
                <a:gd name="G22" fmla="+- G20 10800 0"/>
                <a:gd name="G23" fmla="+- G21 10800 0"/>
                <a:gd name="G24" fmla="+- 10800 0 G20"/>
                <a:gd name="G25" fmla="+- 10800 10800 0"/>
                <a:gd name="G26" fmla="?: G9 G17 G25"/>
                <a:gd name="G27" fmla="?: G9 0 21600"/>
                <a:gd name="G28" fmla="cos 10800 -11732300"/>
                <a:gd name="G29" fmla="sin 10800 -11732300"/>
                <a:gd name="G30" fmla="sin 10800 -11732300"/>
                <a:gd name="G31" fmla="+- G28 10800 0"/>
                <a:gd name="G32" fmla="+- G29 10800 0"/>
                <a:gd name="G33" fmla="+- G30 10800 0"/>
                <a:gd name="G34" fmla="?: G4 0 G31"/>
                <a:gd name="G35" fmla="?: -11732300 G34 0"/>
                <a:gd name="G36" fmla="?: G6 G35 G31"/>
                <a:gd name="G37" fmla="+- 21600 0 G36"/>
                <a:gd name="G38" fmla="?: G4 0 G33"/>
                <a:gd name="G39" fmla="?: -11732300 G38 G32"/>
                <a:gd name="G40" fmla="?: G6 G39 0"/>
                <a:gd name="G41" fmla="?: G4 G32 21600"/>
                <a:gd name="G42" fmla="?: G6 G41 G33"/>
                <a:gd name="T12" fmla="*/ 10800 w 21600"/>
                <a:gd name="T13" fmla="*/ 0 h 21600"/>
                <a:gd name="T14" fmla="*/ 1 w 21600"/>
                <a:gd name="T15" fmla="*/ 10615 h 21600"/>
                <a:gd name="T16" fmla="*/ 10800 w 21600"/>
                <a:gd name="T17" fmla="*/ 0 h 21600"/>
                <a:gd name="T18" fmla="*/ 21599 w 21600"/>
                <a:gd name="T19" fmla="*/ 10615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 y="10615"/>
                  </a:moveTo>
                  <a:cubicBezTo>
                    <a:pt x="102" y="4723"/>
                    <a:pt x="4907" y="0"/>
                    <a:pt x="10800" y="0"/>
                  </a:cubicBezTo>
                  <a:cubicBezTo>
                    <a:pt x="16692" y="0"/>
                    <a:pt x="21497" y="4723"/>
                    <a:pt x="21598" y="10615"/>
                  </a:cubicBezTo>
                  <a:cubicBezTo>
                    <a:pt x="21497" y="4723"/>
                    <a:pt x="16692" y="0"/>
                    <a:pt x="10799" y="0"/>
                  </a:cubicBezTo>
                  <a:cubicBezTo>
                    <a:pt x="4907" y="0"/>
                    <a:pt x="102" y="4723"/>
                    <a:pt x="1" y="10615"/>
                  </a:cubicBezTo>
                  <a:close/>
                </a:path>
              </a:pathLst>
            </a:custGeom>
            <a:solidFill>
              <a:srgbClr val="FFFFFF"/>
            </a:solidFill>
            <a:ln w="9525">
              <a:solidFill>
                <a:schemeClr val="tx1"/>
              </a:solidFill>
              <a:miter lim="800000"/>
              <a:headEnd/>
              <a:tailEnd/>
            </a:ln>
          </p:spPr>
          <p:txBody>
            <a:bodyPr/>
            <a:lstStyle/>
            <a:p>
              <a:endParaRPr lang="en-US"/>
            </a:p>
          </p:txBody>
        </p:sp>
        <p:grpSp>
          <p:nvGrpSpPr>
            <p:cNvPr id="494670" name="Group 78"/>
            <p:cNvGrpSpPr>
              <a:grpSpLocks/>
            </p:cNvGrpSpPr>
            <p:nvPr/>
          </p:nvGrpSpPr>
          <p:grpSpPr bwMode="auto">
            <a:xfrm>
              <a:off x="8820" y="3780"/>
              <a:ext cx="360" cy="1455"/>
              <a:chOff x="6840" y="4860"/>
              <a:chExt cx="900" cy="1455"/>
            </a:xfrm>
          </p:grpSpPr>
          <p:sp>
            <p:nvSpPr>
              <p:cNvPr id="494671" name="AutoShape 79"/>
              <p:cNvSpPr>
                <a:spLocks noChangeArrowheads="1"/>
              </p:cNvSpPr>
              <p:nvPr/>
            </p:nvSpPr>
            <p:spPr bwMode="auto">
              <a:xfrm rot="-5400000">
                <a:off x="6562" y="5138"/>
                <a:ext cx="1455" cy="900"/>
              </a:xfrm>
              <a:custGeom>
                <a:avLst/>
                <a:gdLst>
                  <a:gd name="G0" fmla="+- 10800 0 0"/>
                  <a:gd name="G1" fmla="+- -11732300 0 0"/>
                  <a:gd name="G2" fmla="+- 0 0 -11732300"/>
                  <a:gd name="T0" fmla="*/ 0 256 1"/>
                  <a:gd name="T1" fmla="*/ 180 256 1"/>
                  <a:gd name="G3" fmla="+- -11732300 T0 T1"/>
                  <a:gd name="T2" fmla="*/ 0 256 1"/>
                  <a:gd name="T3" fmla="*/ 90 256 1"/>
                  <a:gd name="G4" fmla="+- -11732300 T2 T3"/>
                  <a:gd name="G5" fmla="*/ G4 2 1"/>
                  <a:gd name="T4" fmla="*/ 90 256 1"/>
                  <a:gd name="T5" fmla="*/ 0 256 1"/>
                  <a:gd name="G6" fmla="+- -11732300 T4 T5"/>
                  <a:gd name="G7" fmla="*/ G6 2 1"/>
                  <a:gd name="G8" fmla="abs -117323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11732300"/>
                  <a:gd name="G21" fmla="sin G19 -11732300"/>
                  <a:gd name="G22" fmla="+- G20 10800 0"/>
                  <a:gd name="G23" fmla="+- G21 10800 0"/>
                  <a:gd name="G24" fmla="+- 10800 0 G20"/>
                  <a:gd name="G25" fmla="+- 10800 10800 0"/>
                  <a:gd name="G26" fmla="?: G9 G17 G25"/>
                  <a:gd name="G27" fmla="?: G9 0 21600"/>
                  <a:gd name="G28" fmla="cos 10800 -11732300"/>
                  <a:gd name="G29" fmla="sin 10800 -11732300"/>
                  <a:gd name="G30" fmla="sin 10800 -11732300"/>
                  <a:gd name="G31" fmla="+- G28 10800 0"/>
                  <a:gd name="G32" fmla="+- G29 10800 0"/>
                  <a:gd name="G33" fmla="+- G30 10800 0"/>
                  <a:gd name="G34" fmla="?: G4 0 G31"/>
                  <a:gd name="G35" fmla="?: -11732300 G34 0"/>
                  <a:gd name="G36" fmla="?: G6 G35 G31"/>
                  <a:gd name="G37" fmla="+- 21600 0 G36"/>
                  <a:gd name="G38" fmla="?: G4 0 G33"/>
                  <a:gd name="G39" fmla="?: -11732300 G38 G32"/>
                  <a:gd name="G40" fmla="?: G6 G39 0"/>
                  <a:gd name="G41" fmla="?: G4 G32 21600"/>
                  <a:gd name="G42" fmla="?: G6 G41 G33"/>
                  <a:gd name="T12" fmla="*/ 10800 w 21600"/>
                  <a:gd name="T13" fmla="*/ 0 h 21600"/>
                  <a:gd name="T14" fmla="*/ 1 w 21600"/>
                  <a:gd name="T15" fmla="*/ 10615 h 21600"/>
                  <a:gd name="T16" fmla="*/ 10800 w 21600"/>
                  <a:gd name="T17" fmla="*/ 0 h 21600"/>
                  <a:gd name="T18" fmla="*/ 21599 w 21600"/>
                  <a:gd name="T19" fmla="*/ 10615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 y="10615"/>
                    </a:moveTo>
                    <a:cubicBezTo>
                      <a:pt x="102" y="4723"/>
                      <a:pt x="4907" y="0"/>
                      <a:pt x="10800" y="0"/>
                    </a:cubicBezTo>
                    <a:cubicBezTo>
                      <a:pt x="16692" y="0"/>
                      <a:pt x="21497" y="4723"/>
                      <a:pt x="21598" y="10615"/>
                    </a:cubicBezTo>
                    <a:cubicBezTo>
                      <a:pt x="21497" y="4723"/>
                      <a:pt x="16692" y="0"/>
                      <a:pt x="10799" y="0"/>
                    </a:cubicBezTo>
                    <a:cubicBezTo>
                      <a:pt x="4907" y="0"/>
                      <a:pt x="102" y="4723"/>
                      <a:pt x="1" y="10615"/>
                    </a:cubicBezTo>
                    <a:close/>
                  </a:path>
                </a:pathLst>
              </a:custGeom>
              <a:solidFill>
                <a:srgbClr val="FFFFFF"/>
              </a:solidFill>
              <a:ln w="9525">
                <a:solidFill>
                  <a:schemeClr val="tx1"/>
                </a:solidFill>
                <a:miter lim="800000"/>
                <a:headEnd/>
                <a:tailEnd/>
              </a:ln>
            </p:spPr>
            <p:txBody>
              <a:bodyPr/>
              <a:lstStyle/>
              <a:p>
                <a:endParaRPr lang="en-US"/>
              </a:p>
            </p:txBody>
          </p:sp>
          <p:sp>
            <p:nvSpPr>
              <p:cNvPr id="494672" name="AutoShape 80"/>
              <p:cNvSpPr>
                <a:spLocks noChangeArrowheads="1"/>
              </p:cNvSpPr>
              <p:nvPr/>
            </p:nvSpPr>
            <p:spPr bwMode="auto">
              <a:xfrm rot="5400000" flipH="1">
                <a:off x="6562" y="5138"/>
                <a:ext cx="1455" cy="900"/>
              </a:xfrm>
              <a:custGeom>
                <a:avLst/>
                <a:gdLst>
                  <a:gd name="G0" fmla="+- 10800 0 0"/>
                  <a:gd name="G1" fmla="+- -11732300 0 0"/>
                  <a:gd name="G2" fmla="+- 0 0 -11732300"/>
                  <a:gd name="T0" fmla="*/ 0 256 1"/>
                  <a:gd name="T1" fmla="*/ 180 256 1"/>
                  <a:gd name="G3" fmla="+- -11732300 T0 T1"/>
                  <a:gd name="T2" fmla="*/ 0 256 1"/>
                  <a:gd name="T3" fmla="*/ 90 256 1"/>
                  <a:gd name="G4" fmla="+- -11732300 T2 T3"/>
                  <a:gd name="G5" fmla="*/ G4 2 1"/>
                  <a:gd name="T4" fmla="*/ 90 256 1"/>
                  <a:gd name="T5" fmla="*/ 0 256 1"/>
                  <a:gd name="G6" fmla="+- -11732300 T4 T5"/>
                  <a:gd name="G7" fmla="*/ G6 2 1"/>
                  <a:gd name="G8" fmla="abs -117323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11732300"/>
                  <a:gd name="G21" fmla="sin G19 -11732300"/>
                  <a:gd name="G22" fmla="+- G20 10800 0"/>
                  <a:gd name="G23" fmla="+- G21 10800 0"/>
                  <a:gd name="G24" fmla="+- 10800 0 G20"/>
                  <a:gd name="G25" fmla="+- 10800 10800 0"/>
                  <a:gd name="G26" fmla="?: G9 G17 G25"/>
                  <a:gd name="G27" fmla="?: G9 0 21600"/>
                  <a:gd name="G28" fmla="cos 10800 -11732300"/>
                  <a:gd name="G29" fmla="sin 10800 -11732300"/>
                  <a:gd name="G30" fmla="sin 10800 -11732300"/>
                  <a:gd name="G31" fmla="+- G28 10800 0"/>
                  <a:gd name="G32" fmla="+- G29 10800 0"/>
                  <a:gd name="G33" fmla="+- G30 10800 0"/>
                  <a:gd name="G34" fmla="?: G4 0 G31"/>
                  <a:gd name="G35" fmla="?: -11732300 G34 0"/>
                  <a:gd name="G36" fmla="?: G6 G35 G31"/>
                  <a:gd name="G37" fmla="+- 21600 0 G36"/>
                  <a:gd name="G38" fmla="?: G4 0 G33"/>
                  <a:gd name="G39" fmla="?: -11732300 G38 G32"/>
                  <a:gd name="G40" fmla="?: G6 G39 0"/>
                  <a:gd name="G41" fmla="?: G4 G32 21600"/>
                  <a:gd name="G42" fmla="?: G6 G41 G33"/>
                  <a:gd name="T12" fmla="*/ 10800 w 21600"/>
                  <a:gd name="T13" fmla="*/ 0 h 21600"/>
                  <a:gd name="T14" fmla="*/ 1 w 21600"/>
                  <a:gd name="T15" fmla="*/ 10615 h 21600"/>
                  <a:gd name="T16" fmla="*/ 10800 w 21600"/>
                  <a:gd name="T17" fmla="*/ 0 h 21600"/>
                  <a:gd name="T18" fmla="*/ 21599 w 21600"/>
                  <a:gd name="T19" fmla="*/ 10615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 y="10615"/>
                    </a:moveTo>
                    <a:cubicBezTo>
                      <a:pt x="102" y="4723"/>
                      <a:pt x="4907" y="0"/>
                      <a:pt x="10800" y="0"/>
                    </a:cubicBezTo>
                    <a:cubicBezTo>
                      <a:pt x="16692" y="0"/>
                      <a:pt x="21497" y="4723"/>
                      <a:pt x="21598" y="10615"/>
                    </a:cubicBezTo>
                    <a:cubicBezTo>
                      <a:pt x="21497" y="4723"/>
                      <a:pt x="16692" y="0"/>
                      <a:pt x="10799" y="0"/>
                    </a:cubicBezTo>
                    <a:cubicBezTo>
                      <a:pt x="4907" y="0"/>
                      <a:pt x="102" y="4723"/>
                      <a:pt x="1" y="10615"/>
                    </a:cubicBezTo>
                    <a:close/>
                  </a:path>
                </a:pathLst>
              </a:custGeom>
              <a:solidFill>
                <a:srgbClr val="FFFFFF"/>
              </a:solidFill>
              <a:ln w="9525">
                <a:solidFill>
                  <a:schemeClr val="tx1"/>
                </a:solidFill>
                <a:miter lim="800000"/>
                <a:headEnd/>
                <a:tailEnd/>
              </a:ln>
            </p:spPr>
            <p:txBody>
              <a:bodyPr/>
              <a:lstStyle/>
              <a:p>
                <a:endParaRPr lang="en-US"/>
              </a:p>
            </p:txBody>
          </p:sp>
        </p:grpSp>
        <p:sp>
          <p:nvSpPr>
            <p:cNvPr id="494673" name="AutoShape 81"/>
            <p:cNvSpPr>
              <a:spLocks noChangeArrowheads="1"/>
            </p:cNvSpPr>
            <p:nvPr/>
          </p:nvSpPr>
          <p:spPr bwMode="auto">
            <a:xfrm flipH="1" flipV="1">
              <a:off x="8265" y="4140"/>
              <a:ext cx="1455" cy="900"/>
            </a:xfrm>
            <a:custGeom>
              <a:avLst/>
              <a:gdLst>
                <a:gd name="G0" fmla="+- 10800 0 0"/>
                <a:gd name="G1" fmla="+- -11732300 0 0"/>
                <a:gd name="G2" fmla="+- 0 0 -11732300"/>
                <a:gd name="T0" fmla="*/ 0 256 1"/>
                <a:gd name="T1" fmla="*/ 180 256 1"/>
                <a:gd name="G3" fmla="+- -11732300 T0 T1"/>
                <a:gd name="T2" fmla="*/ 0 256 1"/>
                <a:gd name="T3" fmla="*/ 90 256 1"/>
                <a:gd name="G4" fmla="+- -11732300 T2 T3"/>
                <a:gd name="G5" fmla="*/ G4 2 1"/>
                <a:gd name="T4" fmla="*/ 90 256 1"/>
                <a:gd name="T5" fmla="*/ 0 256 1"/>
                <a:gd name="G6" fmla="+- -11732300 T4 T5"/>
                <a:gd name="G7" fmla="*/ G6 2 1"/>
                <a:gd name="G8" fmla="abs -117323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11732300"/>
                <a:gd name="G21" fmla="sin G19 -11732300"/>
                <a:gd name="G22" fmla="+- G20 10800 0"/>
                <a:gd name="G23" fmla="+- G21 10800 0"/>
                <a:gd name="G24" fmla="+- 10800 0 G20"/>
                <a:gd name="G25" fmla="+- 10800 10800 0"/>
                <a:gd name="G26" fmla="?: G9 G17 G25"/>
                <a:gd name="G27" fmla="?: G9 0 21600"/>
                <a:gd name="G28" fmla="cos 10800 -11732300"/>
                <a:gd name="G29" fmla="sin 10800 -11732300"/>
                <a:gd name="G30" fmla="sin 10800 -11732300"/>
                <a:gd name="G31" fmla="+- G28 10800 0"/>
                <a:gd name="G32" fmla="+- G29 10800 0"/>
                <a:gd name="G33" fmla="+- G30 10800 0"/>
                <a:gd name="G34" fmla="?: G4 0 G31"/>
                <a:gd name="G35" fmla="?: -11732300 G34 0"/>
                <a:gd name="G36" fmla="?: G6 G35 G31"/>
                <a:gd name="G37" fmla="+- 21600 0 G36"/>
                <a:gd name="G38" fmla="?: G4 0 G33"/>
                <a:gd name="G39" fmla="?: -11732300 G38 G32"/>
                <a:gd name="G40" fmla="?: G6 G39 0"/>
                <a:gd name="G41" fmla="?: G4 G32 21600"/>
                <a:gd name="G42" fmla="?: G6 G41 G33"/>
                <a:gd name="T12" fmla="*/ 10800 w 21600"/>
                <a:gd name="T13" fmla="*/ 0 h 21600"/>
                <a:gd name="T14" fmla="*/ 1 w 21600"/>
                <a:gd name="T15" fmla="*/ 10615 h 21600"/>
                <a:gd name="T16" fmla="*/ 10800 w 21600"/>
                <a:gd name="T17" fmla="*/ 0 h 21600"/>
                <a:gd name="T18" fmla="*/ 21599 w 21600"/>
                <a:gd name="T19" fmla="*/ 10615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 y="10615"/>
                  </a:moveTo>
                  <a:cubicBezTo>
                    <a:pt x="102" y="4723"/>
                    <a:pt x="4907" y="0"/>
                    <a:pt x="10800" y="0"/>
                  </a:cubicBezTo>
                  <a:cubicBezTo>
                    <a:pt x="16692" y="0"/>
                    <a:pt x="21497" y="4723"/>
                    <a:pt x="21598" y="10615"/>
                  </a:cubicBezTo>
                  <a:cubicBezTo>
                    <a:pt x="21497" y="4723"/>
                    <a:pt x="16692" y="0"/>
                    <a:pt x="10799" y="0"/>
                  </a:cubicBezTo>
                  <a:cubicBezTo>
                    <a:pt x="4907" y="0"/>
                    <a:pt x="102" y="4723"/>
                    <a:pt x="1" y="10615"/>
                  </a:cubicBezTo>
                  <a:close/>
                </a:path>
              </a:pathLst>
            </a:custGeom>
            <a:solidFill>
              <a:srgbClr val="FFFFFF"/>
            </a:solidFill>
            <a:ln w="9525">
              <a:solidFill>
                <a:schemeClr val="tx1"/>
              </a:solidFill>
              <a:miter lim="800000"/>
              <a:headEnd/>
              <a:tailEnd/>
            </a:ln>
          </p:spPr>
          <p:txBody>
            <a:bodyPr/>
            <a:lstStyle/>
            <a:p>
              <a:endParaRPr lang="en-US"/>
            </a:p>
          </p:txBody>
        </p:sp>
        <p:sp>
          <p:nvSpPr>
            <p:cNvPr id="494674" name="AutoShape 82"/>
            <p:cNvSpPr>
              <a:spLocks noChangeArrowheads="1"/>
            </p:cNvSpPr>
            <p:nvPr/>
          </p:nvSpPr>
          <p:spPr bwMode="auto">
            <a:xfrm flipH="1" flipV="1">
              <a:off x="8280" y="3915"/>
              <a:ext cx="1425" cy="735"/>
            </a:xfrm>
            <a:custGeom>
              <a:avLst/>
              <a:gdLst>
                <a:gd name="G0" fmla="+- 10800 0 0"/>
                <a:gd name="G1" fmla="+- -11732300 0 0"/>
                <a:gd name="G2" fmla="+- 0 0 -11732300"/>
                <a:gd name="T0" fmla="*/ 0 256 1"/>
                <a:gd name="T1" fmla="*/ 180 256 1"/>
                <a:gd name="G3" fmla="+- -11732300 T0 T1"/>
                <a:gd name="T2" fmla="*/ 0 256 1"/>
                <a:gd name="T3" fmla="*/ 90 256 1"/>
                <a:gd name="G4" fmla="+- -11732300 T2 T3"/>
                <a:gd name="G5" fmla="*/ G4 2 1"/>
                <a:gd name="T4" fmla="*/ 90 256 1"/>
                <a:gd name="T5" fmla="*/ 0 256 1"/>
                <a:gd name="G6" fmla="+- -11732300 T4 T5"/>
                <a:gd name="G7" fmla="*/ G6 2 1"/>
                <a:gd name="G8" fmla="abs -117323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11732300"/>
                <a:gd name="G21" fmla="sin G19 -11732300"/>
                <a:gd name="G22" fmla="+- G20 10800 0"/>
                <a:gd name="G23" fmla="+- G21 10800 0"/>
                <a:gd name="G24" fmla="+- 10800 0 G20"/>
                <a:gd name="G25" fmla="+- 10800 10800 0"/>
                <a:gd name="G26" fmla="?: G9 G17 G25"/>
                <a:gd name="G27" fmla="?: G9 0 21600"/>
                <a:gd name="G28" fmla="cos 10800 -11732300"/>
                <a:gd name="G29" fmla="sin 10800 -11732300"/>
                <a:gd name="G30" fmla="sin 10800 -11732300"/>
                <a:gd name="G31" fmla="+- G28 10800 0"/>
                <a:gd name="G32" fmla="+- G29 10800 0"/>
                <a:gd name="G33" fmla="+- G30 10800 0"/>
                <a:gd name="G34" fmla="?: G4 0 G31"/>
                <a:gd name="G35" fmla="?: -11732300 G34 0"/>
                <a:gd name="G36" fmla="?: G6 G35 G31"/>
                <a:gd name="G37" fmla="+- 21600 0 G36"/>
                <a:gd name="G38" fmla="?: G4 0 G33"/>
                <a:gd name="G39" fmla="?: -11732300 G38 G32"/>
                <a:gd name="G40" fmla="?: G6 G39 0"/>
                <a:gd name="G41" fmla="?: G4 G32 21600"/>
                <a:gd name="G42" fmla="?: G6 G41 G33"/>
                <a:gd name="T12" fmla="*/ 10800 w 21600"/>
                <a:gd name="T13" fmla="*/ 0 h 21600"/>
                <a:gd name="T14" fmla="*/ 1 w 21600"/>
                <a:gd name="T15" fmla="*/ 10615 h 21600"/>
                <a:gd name="T16" fmla="*/ 10800 w 21600"/>
                <a:gd name="T17" fmla="*/ 0 h 21600"/>
                <a:gd name="T18" fmla="*/ 21599 w 21600"/>
                <a:gd name="T19" fmla="*/ 10615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 y="10615"/>
                  </a:moveTo>
                  <a:cubicBezTo>
                    <a:pt x="102" y="4723"/>
                    <a:pt x="4907" y="0"/>
                    <a:pt x="10800" y="0"/>
                  </a:cubicBezTo>
                  <a:cubicBezTo>
                    <a:pt x="16692" y="0"/>
                    <a:pt x="21497" y="4723"/>
                    <a:pt x="21598" y="10615"/>
                  </a:cubicBezTo>
                  <a:cubicBezTo>
                    <a:pt x="21497" y="4723"/>
                    <a:pt x="16692" y="0"/>
                    <a:pt x="10799" y="0"/>
                  </a:cubicBezTo>
                  <a:cubicBezTo>
                    <a:pt x="4907" y="0"/>
                    <a:pt x="102" y="4723"/>
                    <a:pt x="1" y="10615"/>
                  </a:cubicBezTo>
                  <a:close/>
                </a:path>
              </a:pathLst>
            </a:custGeom>
            <a:solidFill>
              <a:srgbClr val="FFFFFF"/>
            </a:solidFill>
            <a:ln w="9525">
              <a:solidFill>
                <a:schemeClr val="tx1"/>
              </a:solidFill>
              <a:miter lim="800000"/>
              <a:headEnd/>
              <a:tailEnd/>
            </a:ln>
          </p:spPr>
          <p:txBody>
            <a:bodyPr/>
            <a:lstStyle/>
            <a:p>
              <a:endParaRPr lang="en-US"/>
            </a:p>
          </p:txBody>
        </p:sp>
        <p:sp>
          <p:nvSpPr>
            <p:cNvPr id="494675" name="AutoShape 83"/>
            <p:cNvSpPr>
              <a:spLocks noChangeArrowheads="1"/>
            </p:cNvSpPr>
            <p:nvPr/>
          </p:nvSpPr>
          <p:spPr bwMode="auto">
            <a:xfrm flipH="1" flipV="1">
              <a:off x="8460" y="3690"/>
              <a:ext cx="1080" cy="540"/>
            </a:xfrm>
            <a:custGeom>
              <a:avLst/>
              <a:gdLst>
                <a:gd name="G0" fmla="+- 10800 0 0"/>
                <a:gd name="G1" fmla="+- -11732300 0 0"/>
                <a:gd name="G2" fmla="+- 0 0 -11732300"/>
                <a:gd name="T0" fmla="*/ 0 256 1"/>
                <a:gd name="T1" fmla="*/ 180 256 1"/>
                <a:gd name="G3" fmla="+- -11732300 T0 T1"/>
                <a:gd name="T2" fmla="*/ 0 256 1"/>
                <a:gd name="T3" fmla="*/ 90 256 1"/>
                <a:gd name="G4" fmla="+- -11732300 T2 T3"/>
                <a:gd name="G5" fmla="*/ G4 2 1"/>
                <a:gd name="T4" fmla="*/ 90 256 1"/>
                <a:gd name="T5" fmla="*/ 0 256 1"/>
                <a:gd name="G6" fmla="+- -11732300 T4 T5"/>
                <a:gd name="G7" fmla="*/ G6 2 1"/>
                <a:gd name="G8" fmla="abs -117323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11732300"/>
                <a:gd name="G21" fmla="sin G19 -11732300"/>
                <a:gd name="G22" fmla="+- G20 10800 0"/>
                <a:gd name="G23" fmla="+- G21 10800 0"/>
                <a:gd name="G24" fmla="+- 10800 0 G20"/>
                <a:gd name="G25" fmla="+- 10800 10800 0"/>
                <a:gd name="G26" fmla="?: G9 G17 G25"/>
                <a:gd name="G27" fmla="?: G9 0 21600"/>
                <a:gd name="G28" fmla="cos 10800 -11732300"/>
                <a:gd name="G29" fmla="sin 10800 -11732300"/>
                <a:gd name="G30" fmla="sin 10800 -11732300"/>
                <a:gd name="G31" fmla="+- G28 10800 0"/>
                <a:gd name="G32" fmla="+- G29 10800 0"/>
                <a:gd name="G33" fmla="+- G30 10800 0"/>
                <a:gd name="G34" fmla="?: G4 0 G31"/>
                <a:gd name="G35" fmla="?: -11732300 G34 0"/>
                <a:gd name="G36" fmla="?: G6 G35 G31"/>
                <a:gd name="G37" fmla="+- 21600 0 G36"/>
                <a:gd name="G38" fmla="?: G4 0 G33"/>
                <a:gd name="G39" fmla="?: -11732300 G38 G32"/>
                <a:gd name="G40" fmla="?: G6 G39 0"/>
                <a:gd name="G41" fmla="?: G4 G32 21600"/>
                <a:gd name="G42" fmla="?: G6 G41 G33"/>
                <a:gd name="T12" fmla="*/ 10800 w 21600"/>
                <a:gd name="T13" fmla="*/ 0 h 21600"/>
                <a:gd name="T14" fmla="*/ 1 w 21600"/>
                <a:gd name="T15" fmla="*/ 10615 h 21600"/>
                <a:gd name="T16" fmla="*/ 10800 w 21600"/>
                <a:gd name="T17" fmla="*/ 0 h 21600"/>
                <a:gd name="T18" fmla="*/ 21599 w 21600"/>
                <a:gd name="T19" fmla="*/ 10615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 y="10615"/>
                  </a:moveTo>
                  <a:cubicBezTo>
                    <a:pt x="102" y="4723"/>
                    <a:pt x="4907" y="0"/>
                    <a:pt x="10800" y="0"/>
                  </a:cubicBezTo>
                  <a:cubicBezTo>
                    <a:pt x="16692" y="0"/>
                    <a:pt x="21497" y="4723"/>
                    <a:pt x="21598" y="10615"/>
                  </a:cubicBezTo>
                  <a:cubicBezTo>
                    <a:pt x="21497" y="4723"/>
                    <a:pt x="16692" y="0"/>
                    <a:pt x="10799" y="0"/>
                  </a:cubicBezTo>
                  <a:cubicBezTo>
                    <a:pt x="4907" y="0"/>
                    <a:pt x="102" y="4723"/>
                    <a:pt x="1" y="10615"/>
                  </a:cubicBezTo>
                  <a:close/>
                </a:path>
              </a:pathLst>
            </a:custGeom>
            <a:solidFill>
              <a:srgbClr val="FFFFFF"/>
            </a:solidFill>
            <a:ln w="9525">
              <a:solidFill>
                <a:schemeClr val="tx1"/>
              </a:solidFill>
              <a:miter lim="800000"/>
              <a:headEnd/>
              <a:tailEnd/>
            </a:ln>
          </p:spPr>
          <p:txBody>
            <a:bodyPr/>
            <a:lstStyle/>
            <a:p>
              <a:endParaRPr lang="en-US"/>
            </a:p>
          </p:txBody>
        </p:sp>
        <p:sp>
          <p:nvSpPr>
            <p:cNvPr id="494676" name="AutoShape 84"/>
            <p:cNvSpPr>
              <a:spLocks noChangeArrowheads="1"/>
            </p:cNvSpPr>
            <p:nvPr/>
          </p:nvSpPr>
          <p:spPr bwMode="auto">
            <a:xfrm flipH="1">
              <a:off x="8265" y="4185"/>
              <a:ext cx="1455" cy="900"/>
            </a:xfrm>
            <a:custGeom>
              <a:avLst/>
              <a:gdLst>
                <a:gd name="G0" fmla="+- 10800 0 0"/>
                <a:gd name="G1" fmla="+- -11732300 0 0"/>
                <a:gd name="G2" fmla="+- 0 0 -11732300"/>
                <a:gd name="T0" fmla="*/ 0 256 1"/>
                <a:gd name="T1" fmla="*/ 180 256 1"/>
                <a:gd name="G3" fmla="+- -11732300 T0 T1"/>
                <a:gd name="T2" fmla="*/ 0 256 1"/>
                <a:gd name="T3" fmla="*/ 90 256 1"/>
                <a:gd name="G4" fmla="+- -11732300 T2 T3"/>
                <a:gd name="G5" fmla="*/ G4 2 1"/>
                <a:gd name="T4" fmla="*/ 90 256 1"/>
                <a:gd name="T5" fmla="*/ 0 256 1"/>
                <a:gd name="G6" fmla="+- -11732300 T4 T5"/>
                <a:gd name="G7" fmla="*/ G6 2 1"/>
                <a:gd name="G8" fmla="abs -117323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11732300"/>
                <a:gd name="G21" fmla="sin G19 -11732300"/>
                <a:gd name="G22" fmla="+- G20 10800 0"/>
                <a:gd name="G23" fmla="+- G21 10800 0"/>
                <a:gd name="G24" fmla="+- 10800 0 G20"/>
                <a:gd name="G25" fmla="+- 10800 10800 0"/>
                <a:gd name="G26" fmla="?: G9 G17 G25"/>
                <a:gd name="G27" fmla="?: G9 0 21600"/>
                <a:gd name="G28" fmla="cos 10800 -11732300"/>
                <a:gd name="G29" fmla="sin 10800 -11732300"/>
                <a:gd name="G30" fmla="sin 10800 -11732300"/>
                <a:gd name="G31" fmla="+- G28 10800 0"/>
                <a:gd name="G32" fmla="+- G29 10800 0"/>
                <a:gd name="G33" fmla="+- G30 10800 0"/>
                <a:gd name="G34" fmla="?: G4 0 G31"/>
                <a:gd name="G35" fmla="?: -11732300 G34 0"/>
                <a:gd name="G36" fmla="?: G6 G35 G31"/>
                <a:gd name="G37" fmla="+- 21600 0 G36"/>
                <a:gd name="G38" fmla="?: G4 0 G33"/>
                <a:gd name="G39" fmla="?: -11732300 G38 G32"/>
                <a:gd name="G40" fmla="?: G6 G39 0"/>
                <a:gd name="G41" fmla="?: G4 G32 21600"/>
                <a:gd name="G42" fmla="?: G6 G41 G33"/>
                <a:gd name="T12" fmla="*/ 10800 w 21600"/>
                <a:gd name="T13" fmla="*/ 0 h 21600"/>
                <a:gd name="T14" fmla="*/ 1 w 21600"/>
                <a:gd name="T15" fmla="*/ 10615 h 21600"/>
                <a:gd name="T16" fmla="*/ 10800 w 21600"/>
                <a:gd name="T17" fmla="*/ 0 h 21600"/>
                <a:gd name="T18" fmla="*/ 21599 w 21600"/>
                <a:gd name="T19" fmla="*/ 10615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 y="10615"/>
                  </a:moveTo>
                  <a:cubicBezTo>
                    <a:pt x="102" y="4723"/>
                    <a:pt x="4907" y="0"/>
                    <a:pt x="10800" y="0"/>
                  </a:cubicBezTo>
                  <a:cubicBezTo>
                    <a:pt x="16692" y="0"/>
                    <a:pt x="21497" y="4723"/>
                    <a:pt x="21598" y="10615"/>
                  </a:cubicBezTo>
                  <a:cubicBezTo>
                    <a:pt x="21497" y="4723"/>
                    <a:pt x="16692" y="0"/>
                    <a:pt x="10799" y="0"/>
                  </a:cubicBezTo>
                  <a:cubicBezTo>
                    <a:pt x="4907" y="0"/>
                    <a:pt x="102" y="4723"/>
                    <a:pt x="1" y="10615"/>
                  </a:cubicBezTo>
                  <a:close/>
                </a:path>
              </a:pathLst>
            </a:custGeom>
            <a:solidFill>
              <a:srgbClr val="FFFFFF"/>
            </a:solidFill>
            <a:ln w="9525">
              <a:solidFill>
                <a:schemeClr val="tx1"/>
              </a:solidFill>
              <a:prstDash val="dashDot"/>
              <a:miter lim="800000"/>
              <a:headEnd/>
              <a:tailEnd/>
            </a:ln>
          </p:spPr>
          <p:txBody>
            <a:bodyPr/>
            <a:lstStyle/>
            <a:p>
              <a:endParaRPr lang="en-US"/>
            </a:p>
          </p:txBody>
        </p:sp>
        <p:sp>
          <p:nvSpPr>
            <p:cNvPr id="494677" name="AutoShape 85"/>
            <p:cNvSpPr>
              <a:spLocks noChangeArrowheads="1"/>
            </p:cNvSpPr>
            <p:nvPr/>
          </p:nvSpPr>
          <p:spPr bwMode="auto">
            <a:xfrm flipH="1">
              <a:off x="8280" y="3960"/>
              <a:ext cx="1425" cy="735"/>
            </a:xfrm>
            <a:custGeom>
              <a:avLst/>
              <a:gdLst>
                <a:gd name="G0" fmla="+- 10800 0 0"/>
                <a:gd name="G1" fmla="+- -11732300 0 0"/>
                <a:gd name="G2" fmla="+- 0 0 -11732300"/>
                <a:gd name="T0" fmla="*/ 0 256 1"/>
                <a:gd name="T1" fmla="*/ 180 256 1"/>
                <a:gd name="G3" fmla="+- -11732300 T0 T1"/>
                <a:gd name="T2" fmla="*/ 0 256 1"/>
                <a:gd name="T3" fmla="*/ 90 256 1"/>
                <a:gd name="G4" fmla="+- -11732300 T2 T3"/>
                <a:gd name="G5" fmla="*/ G4 2 1"/>
                <a:gd name="T4" fmla="*/ 90 256 1"/>
                <a:gd name="T5" fmla="*/ 0 256 1"/>
                <a:gd name="G6" fmla="+- -11732300 T4 T5"/>
                <a:gd name="G7" fmla="*/ G6 2 1"/>
                <a:gd name="G8" fmla="abs -117323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11732300"/>
                <a:gd name="G21" fmla="sin G19 -11732300"/>
                <a:gd name="G22" fmla="+- G20 10800 0"/>
                <a:gd name="G23" fmla="+- G21 10800 0"/>
                <a:gd name="G24" fmla="+- 10800 0 G20"/>
                <a:gd name="G25" fmla="+- 10800 10800 0"/>
                <a:gd name="G26" fmla="?: G9 G17 G25"/>
                <a:gd name="G27" fmla="?: G9 0 21600"/>
                <a:gd name="G28" fmla="cos 10800 -11732300"/>
                <a:gd name="G29" fmla="sin 10800 -11732300"/>
                <a:gd name="G30" fmla="sin 10800 -11732300"/>
                <a:gd name="G31" fmla="+- G28 10800 0"/>
                <a:gd name="G32" fmla="+- G29 10800 0"/>
                <a:gd name="G33" fmla="+- G30 10800 0"/>
                <a:gd name="G34" fmla="?: G4 0 G31"/>
                <a:gd name="G35" fmla="?: -11732300 G34 0"/>
                <a:gd name="G36" fmla="?: G6 G35 G31"/>
                <a:gd name="G37" fmla="+- 21600 0 G36"/>
                <a:gd name="G38" fmla="?: G4 0 G33"/>
                <a:gd name="G39" fmla="?: -11732300 G38 G32"/>
                <a:gd name="G40" fmla="?: G6 G39 0"/>
                <a:gd name="G41" fmla="?: G4 G32 21600"/>
                <a:gd name="G42" fmla="?: G6 G41 G33"/>
                <a:gd name="T12" fmla="*/ 10800 w 21600"/>
                <a:gd name="T13" fmla="*/ 0 h 21600"/>
                <a:gd name="T14" fmla="*/ 1 w 21600"/>
                <a:gd name="T15" fmla="*/ 10615 h 21600"/>
                <a:gd name="T16" fmla="*/ 10800 w 21600"/>
                <a:gd name="T17" fmla="*/ 0 h 21600"/>
                <a:gd name="T18" fmla="*/ 21599 w 21600"/>
                <a:gd name="T19" fmla="*/ 10615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 y="10615"/>
                  </a:moveTo>
                  <a:cubicBezTo>
                    <a:pt x="102" y="4723"/>
                    <a:pt x="4907" y="0"/>
                    <a:pt x="10800" y="0"/>
                  </a:cubicBezTo>
                  <a:cubicBezTo>
                    <a:pt x="16692" y="0"/>
                    <a:pt x="21497" y="4723"/>
                    <a:pt x="21598" y="10615"/>
                  </a:cubicBezTo>
                  <a:cubicBezTo>
                    <a:pt x="21497" y="4723"/>
                    <a:pt x="16692" y="0"/>
                    <a:pt x="10799" y="0"/>
                  </a:cubicBezTo>
                  <a:cubicBezTo>
                    <a:pt x="4907" y="0"/>
                    <a:pt x="102" y="4723"/>
                    <a:pt x="1" y="10615"/>
                  </a:cubicBezTo>
                  <a:close/>
                </a:path>
              </a:pathLst>
            </a:custGeom>
            <a:solidFill>
              <a:srgbClr val="FFFFFF"/>
            </a:solidFill>
            <a:ln w="9525">
              <a:solidFill>
                <a:schemeClr val="tx1"/>
              </a:solidFill>
              <a:prstDash val="dashDot"/>
              <a:miter lim="800000"/>
              <a:headEnd/>
              <a:tailEnd/>
            </a:ln>
          </p:spPr>
          <p:txBody>
            <a:bodyPr/>
            <a:lstStyle/>
            <a:p>
              <a:endParaRPr lang="en-US"/>
            </a:p>
          </p:txBody>
        </p:sp>
        <p:sp>
          <p:nvSpPr>
            <p:cNvPr id="494678" name="Text Box 86"/>
            <p:cNvSpPr txBox="1">
              <a:spLocks noChangeArrowheads="1"/>
            </p:cNvSpPr>
            <p:nvPr/>
          </p:nvSpPr>
          <p:spPr bwMode="auto">
            <a:xfrm>
              <a:off x="7620" y="5040"/>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200">
                  <a:latin typeface="VNI-Times" pitchFamily="2" charset="0"/>
                </a:rPr>
                <a:t>x</a:t>
              </a:r>
              <a:endParaRPr lang="en-US" altLang="en-US" sz="2400">
                <a:latin typeface="VNI-Times" pitchFamily="2" charset="0"/>
              </a:endParaRPr>
            </a:p>
          </p:txBody>
        </p:sp>
        <p:sp>
          <p:nvSpPr>
            <p:cNvPr id="494679" name="Text Box 87"/>
            <p:cNvSpPr txBox="1">
              <a:spLocks noChangeArrowheads="1"/>
            </p:cNvSpPr>
            <p:nvPr/>
          </p:nvSpPr>
          <p:spPr bwMode="auto">
            <a:xfrm>
              <a:off x="9900" y="4140"/>
              <a:ext cx="360"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200">
                  <a:latin typeface="VNI-Times" pitchFamily="2" charset="0"/>
                </a:rPr>
                <a:t>y</a:t>
              </a:r>
              <a:endParaRPr lang="en-US" altLang="en-US" sz="2400">
                <a:latin typeface="VNI-Times" pitchFamily="2" charset="0"/>
              </a:endParaRPr>
            </a:p>
          </p:txBody>
        </p:sp>
        <p:sp>
          <p:nvSpPr>
            <p:cNvPr id="494680" name="Text Box 88"/>
            <p:cNvSpPr txBox="1">
              <a:spLocks noChangeArrowheads="1"/>
            </p:cNvSpPr>
            <p:nvPr/>
          </p:nvSpPr>
          <p:spPr bwMode="auto">
            <a:xfrm>
              <a:off x="8640" y="3060"/>
              <a:ext cx="360"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12800" indent="-8128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chemeClr val="tx2"/>
                </a:buClr>
              </a:pPr>
              <a:r>
                <a:rPr lang="en-US" altLang="en-US" sz="1200">
                  <a:latin typeface="VNI-Times" pitchFamily="2" charset="0"/>
                </a:rPr>
                <a:t>z</a:t>
              </a:r>
              <a:endParaRPr lang="en-US" altLang="en-US" sz="2400">
                <a:latin typeface="VNI-Times" pitchFamily="2" charset="0"/>
              </a:endParaRPr>
            </a:p>
          </p:txBody>
        </p:sp>
      </p:grpSp>
      <p:sp>
        <p:nvSpPr>
          <p:cNvPr id="494685" name="Rectangle 93"/>
          <p:cNvSpPr>
            <a:spLocks noChangeArrowheads="1"/>
          </p:cNvSpPr>
          <p:nvPr/>
        </p:nvSpPr>
        <p:spPr bwMode="auto">
          <a:xfrm>
            <a:off x="1524001" y="2933315"/>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graphicFrame>
        <p:nvGraphicFramePr>
          <p:cNvPr id="494684" name="Object 92"/>
          <p:cNvGraphicFramePr>
            <a:graphicFrameLocks noChangeAspect="1"/>
          </p:cNvGraphicFramePr>
          <p:nvPr/>
        </p:nvGraphicFramePr>
        <p:xfrm>
          <a:off x="2209800" y="2362200"/>
          <a:ext cx="2667000" cy="1163638"/>
        </p:xfrm>
        <a:graphic>
          <a:graphicData uri="http://schemas.openxmlformats.org/presentationml/2006/ole">
            <mc:AlternateContent xmlns:mc="http://schemas.openxmlformats.org/markup-compatibility/2006">
              <mc:Choice xmlns:v="urn:schemas-microsoft-com:vml" Requires="v">
                <p:oleObj spid="_x0000_s12290" name="Equation" r:id="rId4" imgW="1638300" imgH="711200" progId="Equation.DSMT4">
                  <p:embed/>
                </p:oleObj>
              </mc:Choice>
              <mc:Fallback>
                <p:oleObj name="Equation" r:id="rId4" imgW="1638300" imgH="711200" progId="Equation.DSMT4">
                  <p:embed/>
                  <p:pic>
                    <p:nvPicPr>
                      <p:cNvPr id="494684" name="Object 9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800" y="2362200"/>
                        <a:ext cx="2667000" cy="1163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4687" name="Rectangle 95"/>
          <p:cNvSpPr>
            <a:spLocks noChangeArrowheads="1"/>
          </p:cNvSpPr>
          <p:nvPr/>
        </p:nvSpPr>
        <p:spPr bwMode="auto">
          <a:xfrm>
            <a:off x="1524001" y="3061902"/>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graphicFrame>
        <p:nvGraphicFramePr>
          <p:cNvPr id="494686" name="Object 94"/>
          <p:cNvGraphicFramePr>
            <a:graphicFrameLocks noChangeAspect="1"/>
          </p:cNvGraphicFramePr>
          <p:nvPr/>
        </p:nvGraphicFramePr>
        <p:xfrm>
          <a:off x="6477000" y="2438400"/>
          <a:ext cx="2057400" cy="844550"/>
        </p:xfrm>
        <a:graphic>
          <a:graphicData uri="http://schemas.openxmlformats.org/presentationml/2006/ole">
            <mc:AlternateContent xmlns:mc="http://schemas.openxmlformats.org/markup-compatibility/2006">
              <mc:Choice xmlns:v="urn:schemas-microsoft-com:vml" Requires="v">
                <p:oleObj spid="_x0000_s12291" name="Equation" r:id="rId6" imgW="1117600" imgH="457200" progId="Equation.DSMT4">
                  <p:embed/>
                </p:oleObj>
              </mc:Choice>
              <mc:Fallback>
                <p:oleObj name="Equation" r:id="rId6" imgW="1117600" imgH="457200" progId="Equation.DSMT4">
                  <p:embed/>
                  <p:pic>
                    <p:nvPicPr>
                      <p:cNvPr id="494686" name="Object 9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77000" y="2438400"/>
                        <a:ext cx="2057400" cy="844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71687119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94594"/>
                                        </p:tgtEl>
                                        <p:attrNameLst>
                                          <p:attrName>style.visibility</p:attrName>
                                        </p:attrNameLst>
                                      </p:cBhvr>
                                      <p:to>
                                        <p:strVal val="visible"/>
                                      </p:to>
                                    </p:set>
                                    <p:animEffect transition="in" filter="fade">
                                      <p:cBhvr>
                                        <p:cTn id="7" dur="2000"/>
                                        <p:tgtEl>
                                          <p:spTgt spid="494594"/>
                                        </p:tgtEl>
                                      </p:cBhvr>
                                    </p:animEffect>
                                  </p:childTnLst>
                                </p:cTn>
                              </p:par>
                              <p:par>
                                <p:cTn id="8" presetID="10" presetClass="entr" presetSubtype="0" fill="hold" nodeType="withEffect">
                                  <p:stCondLst>
                                    <p:cond delay="0"/>
                                  </p:stCondLst>
                                  <p:childTnLst>
                                    <p:set>
                                      <p:cBhvr>
                                        <p:cTn id="9" dur="1" fill="hold">
                                          <p:stCondLst>
                                            <p:cond delay="0"/>
                                          </p:stCondLst>
                                        </p:cTn>
                                        <p:tgtEl>
                                          <p:spTgt spid="494595">
                                            <p:txEl>
                                              <p:pRg st="0" end="0"/>
                                            </p:txEl>
                                          </p:spTgt>
                                        </p:tgtEl>
                                        <p:attrNameLst>
                                          <p:attrName>style.visibility</p:attrName>
                                        </p:attrNameLst>
                                      </p:cBhvr>
                                      <p:to>
                                        <p:strVal val="visible"/>
                                      </p:to>
                                    </p:set>
                                    <p:animEffect transition="in" filter="fade">
                                      <p:cBhvr>
                                        <p:cTn id="10" dur="2000"/>
                                        <p:tgtEl>
                                          <p:spTgt spid="494595">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94595">
                                            <p:txEl>
                                              <p:pRg st="1" end="1"/>
                                            </p:txEl>
                                          </p:spTgt>
                                        </p:tgtEl>
                                        <p:attrNameLst>
                                          <p:attrName>style.visibility</p:attrName>
                                        </p:attrNameLst>
                                      </p:cBhvr>
                                      <p:to>
                                        <p:strVal val="visible"/>
                                      </p:to>
                                    </p:set>
                                    <p:animEffect transition="in" filter="fade">
                                      <p:cBhvr>
                                        <p:cTn id="13" dur="2000"/>
                                        <p:tgtEl>
                                          <p:spTgt spid="494595">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94595">
                                            <p:txEl>
                                              <p:pRg st="2" end="2"/>
                                            </p:txEl>
                                          </p:spTgt>
                                        </p:tgtEl>
                                        <p:attrNameLst>
                                          <p:attrName>style.visibility</p:attrName>
                                        </p:attrNameLst>
                                      </p:cBhvr>
                                      <p:to>
                                        <p:strVal val="visible"/>
                                      </p:to>
                                    </p:set>
                                    <p:animEffect transition="in" filter="fade">
                                      <p:cBhvr>
                                        <p:cTn id="16" dur="2000"/>
                                        <p:tgtEl>
                                          <p:spTgt spid="494595">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nodeType="clickEffect">
                                  <p:stCondLst>
                                    <p:cond delay="0"/>
                                  </p:stCondLst>
                                  <p:childTnLst>
                                    <p:set>
                                      <p:cBhvr>
                                        <p:cTn id="20" dur="1" fill="hold">
                                          <p:stCondLst>
                                            <p:cond delay="0"/>
                                          </p:stCondLst>
                                        </p:cTn>
                                        <p:tgtEl>
                                          <p:spTgt spid="494595">
                                            <p:txEl>
                                              <p:pRg st="3" end="3"/>
                                            </p:txEl>
                                          </p:spTgt>
                                        </p:tgtEl>
                                        <p:attrNameLst>
                                          <p:attrName>style.visibility</p:attrName>
                                        </p:attrNameLst>
                                      </p:cBhvr>
                                      <p:to>
                                        <p:strVal val="visible"/>
                                      </p:to>
                                    </p:set>
                                    <p:animEffect transition="in" filter="fade">
                                      <p:cBhvr>
                                        <p:cTn id="21" dur="2000"/>
                                        <p:tgtEl>
                                          <p:spTgt spid="494595">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494595">
                                            <p:txEl>
                                              <p:pRg st="5" end="5"/>
                                            </p:txEl>
                                          </p:spTgt>
                                        </p:tgtEl>
                                        <p:attrNameLst>
                                          <p:attrName>style.visibility</p:attrName>
                                        </p:attrNameLst>
                                      </p:cBhvr>
                                      <p:to>
                                        <p:strVal val="visible"/>
                                      </p:to>
                                    </p:set>
                                    <p:animEffect transition="in" filter="fade">
                                      <p:cBhvr>
                                        <p:cTn id="24" dur="2000"/>
                                        <p:tgtEl>
                                          <p:spTgt spid="494595">
                                            <p:txEl>
                                              <p:pRg st="5" end="5"/>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0" presetClass="entr" presetSubtype="0" fill="hold" nodeType="clickEffect">
                                  <p:stCondLst>
                                    <p:cond delay="0"/>
                                  </p:stCondLst>
                                  <p:childTnLst>
                                    <p:set>
                                      <p:cBhvr>
                                        <p:cTn id="28" dur="1" fill="hold">
                                          <p:stCondLst>
                                            <p:cond delay="0"/>
                                          </p:stCondLst>
                                        </p:cTn>
                                        <p:tgtEl>
                                          <p:spTgt spid="494595">
                                            <p:txEl>
                                              <p:pRg st="8" end="8"/>
                                            </p:txEl>
                                          </p:spTgt>
                                        </p:tgtEl>
                                        <p:attrNameLst>
                                          <p:attrName>style.visibility</p:attrName>
                                        </p:attrNameLst>
                                      </p:cBhvr>
                                      <p:to>
                                        <p:strVal val="visible"/>
                                      </p:to>
                                    </p:set>
                                    <p:animEffect transition="in" filter="fade">
                                      <p:cBhvr>
                                        <p:cTn id="29" dur="2000"/>
                                        <p:tgtEl>
                                          <p:spTgt spid="494595">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494595">
                                            <p:txEl>
                                              <p:pRg st="9" end="9"/>
                                            </p:txEl>
                                          </p:spTgt>
                                        </p:tgtEl>
                                        <p:attrNameLst>
                                          <p:attrName>style.visibility</p:attrName>
                                        </p:attrNameLst>
                                      </p:cBhvr>
                                      <p:to>
                                        <p:strVal val="visible"/>
                                      </p:to>
                                    </p:set>
                                    <p:animEffect transition="in" filter="fade">
                                      <p:cBhvr>
                                        <p:cTn id="32" dur="2000"/>
                                        <p:tgtEl>
                                          <p:spTgt spid="494595">
                                            <p:txEl>
                                              <p:pRg st="9" end="9"/>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494595">
                                            <p:txEl>
                                              <p:pRg st="10" end="10"/>
                                            </p:txEl>
                                          </p:spTgt>
                                        </p:tgtEl>
                                        <p:attrNameLst>
                                          <p:attrName>style.visibility</p:attrName>
                                        </p:attrNameLst>
                                      </p:cBhvr>
                                      <p:to>
                                        <p:strVal val="visible"/>
                                      </p:to>
                                    </p:set>
                                    <p:animEffect transition="in" filter="fade">
                                      <p:cBhvr>
                                        <p:cTn id="35" dur="2000"/>
                                        <p:tgtEl>
                                          <p:spTgt spid="494595">
                                            <p:txEl>
                                              <p:pRg st="10" end="10"/>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494595">
                                            <p:txEl>
                                              <p:pRg st="11" end="11"/>
                                            </p:txEl>
                                          </p:spTgt>
                                        </p:tgtEl>
                                        <p:attrNameLst>
                                          <p:attrName>style.visibility</p:attrName>
                                        </p:attrNameLst>
                                      </p:cBhvr>
                                      <p:to>
                                        <p:strVal val="visible"/>
                                      </p:to>
                                    </p:set>
                                    <p:animEffect transition="in" filter="fade">
                                      <p:cBhvr>
                                        <p:cTn id="38" dur="2000"/>
                                        <p:tgtEl>
                                          <p:spTgt spid="494595">
                                            <p:txEl>
                                              <p:pRg st="11" end="11"/>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494595">
                                            <p:txEl>
                                              <p:pRg st="12" end="12"/>
                                            </p:txEl>
                                          </p:spTgt>
                                        </p:tgtEl>
                                        <p:attrNameLst>
                                          <p:attrName>style.visibility</p:attrName>
                                        </p:attrNameLst>
                                      </p:cBhvr>
                                      <p:to>
                                        <p:strVal val="visible"/>
                                      </p:to>
                                    </p:set>
                                    <p:animEffect transition="in" filter="fade">
                                      <p:cBhvr>
                                        <p:cTn id="41" dur="2000"/>
                                        <p:tgtEl>
                                          <p:spTgt spid="494595">
                                            <p:txEl>
                                              <p:pRg st="12" end="12"/>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494595">
                                            <p:txEl>
                                              <p:pRg st="13" end="13"/>
                                            </p:txEl>
                                          </p:spTgt>
                                        </p:tgtEl>
                                        <p:attrNameLst>
                                          <p:attrName>style.visibility</p:attrName>
                                        </p:attrNameLst>
                                      </p:cBhvr>
                                      <p:to>
                                        <p:strVal val="visible"/>
                                      </p:to>
                                    </p:set>
                                    <p:animEffect transition="in" filter="fade">
                                      <p:cBhvr>
                                        <p:cTn id="44" dur="2000"/>
                                        <p:tgtEl>
                                          <p:spTgt spid="494595">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4594" grpId="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 name="Slide Number Placeholder 5"/>
          <p:cNvSpPr>
            <a:spLocks noGrp="1"/>
          </p:cNvSpPr>
          <p:nvPr>
            <p:ph type="sldNum" sz="quarter" idx="12"/>
          </p:nvPr>
        </p:nvSpPr>
        <p:spPr/>
        <p:txBody>
          <a:bodyPr/>
          <a:lstStyle/>
          <a:p>
            <a:fld id="{CF615F41-4B66-4956-91D3-FFB10B6D6A98}" type="slidenum">
              <a:rPr lang="en-US" altLang="en-US"/>
              <a:pPr/>
              <a:t>13</a:t>
            </a:fld>
            <a:endParaRPr lang="en-US" altLang="en-US"/>
          </a:p>
        </p:txBody>
      </p:sp>
      <p:sp>
        <p:nvSpPr>
          <p:cNvPr id="496642" name="Rectangle 2"/>
          <p:cNvSpPr>
            <a:spLocks noGrp="1" noChangeArrowheads="1"/>
          </p:cNvSpPr>
          <p:nvPr>
            <p:ph type="title"/>
          </p:nvPr>
        </p:nvSpPr>
        <p:spPr>
          <a:xfrm>
            <a:off x="1905000" y="-76200"/>
            <a:ext cx="4114800" cy="609600"/>
          </a:xfrm>
        </p:spPr>
        <p:txBody>
          <a:bodyPr/>
          <a:lstStyle/>
          <a:p>
            <a:pPr algn="l"/>
            <a:r>
              <a:rPr lang="en-US" altLang="en-US" sz="2800" b="1">
                <a:solidFill>
                  <a:srgbClr val="CC0000"/>
                </a:solidFill>
                <a:latin typeface="VNI-Times" pitchFamily="2" charset="0"/>
                <a:sym typeface="Wingdings" panose="05000000000000000000" pitchFamily="2" charset="2"/>
              </a:rPr>
              <a:t>3.Caùc maët troøn xoay:</a:t>
            </a:r>
            <a:r>
              <a:rPr lang="en-US" altLang="en-US" sz="2800">
                <a:solidFill>
                  <a:srgbClr val="CC0000"/>
                </a:solidFill>
                <a:latin typeface="VNI-Times" pitchFamily="2" charset="0"/>
                <a:sym typeface="Wingdings" panose="05000000000000000000" pitchFamily="2" charset="2"/>
              </a:rPr>
              <a:t> </a:t>
            </a:r>
          </a:p>
        </p:txBody>
      </p:sp>
      <p:sp>
        <p:nvSpPr>
          <p:cNvPr id="496644" name="Rectangle 4"/>
          <p:cNvSpPr>
            <a:spLocks noChangeArrowheads="1"/>
          </p:cNvSpPr>
          <p:nvPr/>
        </p:nvSpPr>
        <p:spPr bwMode="auto">
          <a:xfrm>
            <a:off x="1524001" y="2890452"/>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6645" name="Rectangle 5"/>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6646" name="Rectangle 6"/>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6647" name="Rectangle 7"/>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6648" name="Rectangle 8"/>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6649" name="Rectangle 9"/>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6650" name="Rectangle 10"/>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6651" name="Rectangle 11"/>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6652" name="Rectangle 12"/>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6653" name="Rectangle 13"/>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6654" name="Rectangle 14"/>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6655" name="Rectangle 15"/>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6656" name="Rectangle 16"/>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6676" name="Rectangle 36"/>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6678" name="Rectangle 38"/>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6681" name="Rectangle 41"/>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6683" name="Rectangle 43"/>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6685" name="Rectangle 45"/>
          <p:cNvSpPr>
            <a:spLocks noChangeArrowheads="1"/>
          </p:cNvSpPr>
          <p:nvPr/>
        </p:nvSpPr>
        <p:spPr bwMode="auto">
          <a:xfrm>
            <a:off x="1524001" y="2866640"/>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6687" name="Rectangle 47"/>
          <p:cNvSpPr>
            <a:spLocks noChangeArrowheads="1"/>
          </p:cNvSpPr>
          <p:nvPr/>
        </p:nvSpPr>
        <p:spPr bwMode="auto">
          <a:xfrm>
            <a:off x="1524001" y="3028565"/>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6643" name="Rectangle 3"/>
          <p:cNvSpPr>
            <a:spLocks noChangeArrowheads="1"/>
          </p:cNvSpPr>
          <p:nvPr/>
        </p:nvSpPr>
        <p:spPr bwMode="auto">
          <a:xfrm>
            <a:off x="1828800" y="533401"/>
            <a:ext cx="8458200" cy="555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860425">
              <a:defRPr>
                <a:solidFill>
                  <a:schemeClr val="tx1"/>
                </a:solidFill>
                <a:latin typeface="Arial" panose="020B0604020202020204" pitchFamily="34" charset="0"/>
              </a:defRPr>
            </a:lvl2pPr>
            <a:lvl3pPr marL="974725">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just">
              <a:spcBef>
                <a:spcPts val="500"/>
              </a:spcBef>
              <a:spcAft>
                <a:spcPts val="500"/>
              </a:spcAft>
              <a:buClr>
                <a:schemeClr val="tx2"/>
              </a:buClr>
            </a:pPr>
            <a:r>
              <a:rPr lang="en-US" altLang="en-US" sz="2000" b="1">
                <a:latin typeface="Times New Roman" panose="02020603050405020304" pitchFamily="18" charset="0"/>
                <a:sym typeface="Wingdings" panose="05000000000000000000" pitchFamily="2" charset="2"/>
              </a:rPr>
              <a:t> </a:t>
            </a:r>
            <a:r>
              <a:rPr lang="en-US" altLang="en-US" sz="2000">
                <a:solidFill>
                  <a:srgbClr val="CC0000"/>
                </a:solidFill>
                <a:latin typeface="Times New Roman" panose="02020603050405020304" pitchFamily="18" charset="0"/>
                <a:sym typeface="Wingdings" panose="05000000000000000000" pitchFamily="2" charset="2"/>
              </a:rPr>
              <a:t>b.Mặt Ellipsoid: </a:t>
            </a:r>
          </a:p>
          <a:p>
            <a:pPr>
              <a:spcBef>
                <a:spcPts val="500"/>
              </a:spcBef>
              <a:spcAft>
                <a:spcPts val="300"/>
              </a:spcAft>
              <a:buClr>
                <a:schemeClr val="tx2"/>
              </a:buClr>
            </a:pPr>
            <a:r>
              <a:rPr lang="en-US" altLang="en-US" sz="2000">
                <a:latin typeface="VNI-Times" pitchFamily="2" charset="0"/>
                <a:sym typeface="Wingdings" panose="05000000000000000000" pitchFamily="2" charset="2"/>
              </a:rPr>
              <a:t>Phöông trình: </a:t>
            </a:r>
          </a:p>
          <a:p>
            <a:pPr>
              <a:spcBef>
                <a:spcPts val="500"/>
              </a:spcBef>
              <a:spcAft>
                <a:spcPts val="300"/>
              </a:spcAft>
              <a:buClr>
                <a:schemeClr val="tx2"/>
              </a:buClr>
            </a:pPr>
            <a:endParaRPr lang="en-US" altLang="en-US" sz="2000">
              <a:latin typeface="VNI-Times" pitchFamily="2" charset="0"/>
              <a:sym typeface="Wingdings" panose="05000000000000000000" pitchFamily="2" charset="2"/>
            </a:endParaRPr>
          </a:p>
          <a:p>
            <a:pPr>
              <a:spcBef>
                <a:spcPts val="500"/>
              </a:spcBef>
              <a:spcAft>
                <a:spcPts val="300"/>
              </a:spcAft>
              <a:buClr>
                <a:schemeClr val="tx2"/>
              </a:buClr>
            </a:pPr>
            <a:r>
              <a:rPr lang="en-US" altLang="en-US" sz="2000">
                <a:latin typeface="VNI-Times" pitchFamily="2" charset="0"/>
                <a:sym typeface="Wingdings" panose="05000000000000000000" pitchFamily="2" charset="2"/>
              </a:rPr>
              <a:t>		</a:t>
            </a:r>
          </a:p>
          <a:p>
            <a:pPr>
              <a:spcBef>
                <a:spcPts val="500"/>
              </a:spcBef>
              <a:spcAft>
                <a:spcPts val="300"/>
              </a:spcAft>
              <a:buClr>
                <a:schemeClr val="tx2"/>
              </a:buClr>
            </a:pPr>
            <a:r>
              <a:rPr lang="en-US" altLang="en-US" sz="2000">
                <a:latin typeface="VNI-Times" pitchFamily="2" charset="0"/>
                <a:sym typeface="Wingdings" panose="05000000000000000000" pitchFamily="2" charset="2"/>
              </a:rPr>
              <a:t>		    vôùi     </a:t>
            </a:r>
            <a:endParaRPr lang="en-US" altLang="en-US" sz="2000">
              <a:latin typeface="Times New Roman" panose="02020603050405020304" pitchFamily="18" charset="0"/>
              <a:sym typeface="Wingdings" panose="05000000000000000000" pitchFamily="2" charset="2"/>
            </a:endParaRPr>
          </a:p>
          <a:p>
            <a:pPr algn="just">
              <a:spcBef>
                <a:spcPts val="600"/>
              </a:spcBef>
              <a:spcAft>
                <a:spcPts val="600"/>
              </a:spcAft>
              <a:buClr>
                <a:schemeClr val="tx2"/>
              </a:buClr>
            </a:pPr>
            <a:r>
              <a:rPr lang="en-US" altLang="en-US" sz="2000" noProof="1">
                <a:latin typeface="Times New Roman" panose="02020603050405020304" pitchFamily="18" charset="0"/>
                <a:sym typeface="Wingdings" panose="05000000000000000000" pitchFamily="2" charset="2"/>
              </a:rPr>
              <a:t>  </a:t>
            </a:r>
            <a:r>
              <a:rPr lang="en-US" altLang="en-US" sz="2000" noProof="1">
                <a:solidFill>
                  <a:srgbClr val="CC0000"/>
                </a:solidFill>
                <a:latin typeface="Times New Roman" panose="02020603050405020304" pitchFamily="18" charset="0"/>
                <a:sym typeface="Wingdings" panose="05000000000000000000" pitchFamily="2" charset="2"/>
              </a:rPr>
              <a:t>c.Mặt</a:t>
            </a:r>
            <a:r>
              <a:rPr lang="en-US" altLang="en-US" sz="2000">
                <a:solidFill>
                  <a:srgbClr val="CC0000"/>
                </a:solidFill>
                <a:latin typeface="Times New Roman" panose="02020603050405020304" pitchFamily="18" charset="0"/>
                <a:sym typeface="Wingdings" panose="05000000000000000000" pitchFamily="2" charset="2"/>
              </a:rPr>
              <a:t> Hypeboloid:</a:t>
            </a:r>
            <a:r>
              <a:rPr lang="en-US" altLang="en-US" sz="2000">
                <a:latin typeface="Times New Roman" panose="02020603050405020304" pitchFamily="18" charset="0"/>
                <a:sym typeface="Wingdings" panose="05000000000000000000" pitchFamily="2" charset="2"/>
              </a:rPr>
              <a:t> </a:t>
            </a:r>
          </a:p>
          <a:p>
            <a:pPr algn="just">
              <a:spcBef>
                <a:spcPts val="500"/>
              </a:spcBef>
              <a:spcAft>
                <a:spcPts val="300"/>
              </a:spcAft>
              <a:buClr>
                <a:schemeClr val="tx2"/>
              </a:buClr>
            </a:pPr>
            <a:r>
              <a:rPr lang="en-US" altLang="en-US" sz="2000">
                <a:latin typeface="VNI-Times" pitchFamily="2" charset="0"/>
                <a:sym typeface="Wingdings" panose="05000000000000000000" pitchFamily="2" charset="2"/>
              </a:rPr>
              <a:t>Phöông trình: </a:t>
            </a:r>
            <a:endParaRPr lang="en-US" altLang="en-US" sz="2000">
              <a:latin typeface="Times New Roman" panose="02020603050405020304" pitchFamily="18" charset="0"/>
              <a:sym typeface="Wingdings" panose="05000000000000000000" pitchFamily="2" charset="2"/>
            </a:endParaRPr>
          </a:p>
          <a:p>
            <a:pPr algn="just">
              <a:spcBef>
                <a:spcPts val="600"/>
              </a:spcBef>
              <a:spcAft>
                <a:spcPts val="600"/>
              </a:spcAft>
              <a:buClr>
                <a:schemeClr val="tx2"/>
              </a:buClr>
            </a:pPr>
            <a:endParaRPr lang="en-US" altLang="en-US" sz="2000">
              <a:latin typeface="Times New Roman" panose="02020603050405020304" pitchFamily="18" charset="0"/>
              <a:sym typeface="Wingdings" panose="05000000000000000000" pitchFamily="2" charset="2"/>
            </a:endParaRPr>
          </a:p>
          <a:p>
            <a:pPr algn="just">
              <a:spcBef>
                <a:spcPts val="600"/>
              </a:spcBef>
              <a:spcAft>
                <a:spcPts val="600"/>
              </a:spcAft>
              <a:buClr>
                <a:schemeClr val="tx2"/>
              </a:buClr>
            </a:pPr>
            <a:endParaRPr lang="en-US" altLang="en-US" sz="2000">
              <a:latin typeface="Times New Roman" panose="02020603050405020304" pitchFamily="18" charset="0"/>
              <a:sym typeface="Wingdings" panose="05000000000000000000" pitchFamily="2" charset="2"/>
            </a:endParaRPr>
          </a:p>
          <a:p>
            <a:pPr algn="just">
              <a:spcBef>
                <a:spcPts val="600"/>
              </a:spcBef>
              <a:spcAft>
                <a:spcPts val="600"/>
              </a:spcAft>
              <a:buClr>
                <a:schemeClr val="tx2"/>
              </a:buClr>
            </a:pPr>
            <a:endParaRPr lang="en-US" altLang="en-US" sz="2000">
              <a:latin typeface="Times New Roman" panose="02020603050405020304" pitchFamily="18" charset="0"/>
              <a:sym typeface="Wingdings" panose="05000000000000000000" pitchFamily="2" charset="2"/>
            </a:endParaRPr>
          </a:p>
          <a:p>
            <a:pPr algn="just">
              <a:spcBef>
                <a:spcPts val="600"/>
              </a:spcBef>
              <a:spcAft>
                <a:spcPts val="600"/>
              </a:spcAft>
              <a:buClr>
                <a:schemeClr val="tx2"/>
              </a:buClr>
            </a:pPr>
            <a:r>
              <a:rPr lang="en-US" altLang="en-US" sz="2000">
                <a:latin typeface="Times New Roman" panose="02020603050405020304" pitchFamily="18" charset="0"/>
                <a:sym typeface="Wingdings" panose="05000000000000000000" pitchFamily="2" charset="2"/>
              </a:rPr>
              <a:t>  </a:t>
            </a:r>
            <a:r>
              <a:rPr lang="en-US" altLang="en-US" sz="2000">
                <a:solidFill>
                  <a:srgbClr val="CC0000"/>
                </a:solidFill>
                <a:latin typeface="Times New Roman" panose="02020603050405020304" pitchFamily="18" charset="0"/>
                <a:sym typeface="Wingdings" panose="05000000000000000000" pitchFamily="2" charset="2"/>
              </a:rPr>
              <a:t>c.Hình xuyến: </a:t>
            </a:r>
          </a:p>
          <a:p>
            <a:pPr algn="just">
              <a:spcBef>
                <a:spcPts val="500"/>
              </a:spcBef>
              <a:spcAft>
                <a:spcPts val="300"/>
              </a:spcAft>
              <a:buClr>
                <a:schemeClr val="tx2"/>
              </a:buClr>
            </a:pPr>
            <a:r>
              <a:rPr lang="en-US" altLang="en-US" sz="2000">
                <a:latin typeface="VNI-Times" pitchFamily="2" charset="0"/>
                <a:sym typeface="Wingdings" panose="05000000000000000000" pitchFamily="2" charset="2"/>
              </a:rPr>
              <a:t>Phöông trình: </a:t>
            </a:r>
          </a:p>
          <a:p>
            <a:pPr algn="just">
              <a:spcBef>
                <a:spcPts val="500"/>
              </a:spcBef>
              <a:spcAft>
                <a:spcPts val="300"/>
              </a:spcAft>
              <a:buClr>
                <a:schemeClr val="tx2"/>
              </a:buClr>
            </a:pPr>
            <a:endParaRPr lang="en-US" altLang="en-US" sz="2000">
              <a:latin typeface="VNI-Times" pitchFamily="2" charset="0"/>
              <a:sym typeface="Wingdings" panose="05000000000000000000" pitchFamily="2" charset="2"/>
            </a:endParaRPr>
          </a:p>
        </p:txBody>
      </p:sp>
      <p:pic>
        <p:nvPicPr>
          <p:cNvPr id="496691" name="Picture 51"/>
          <p:cNvPicPr>
            <a:picLocks noChangeAspect="1" noChangeArrowheads="1"/>
          </p:cNvPicPr>
          <p:nvPr/>
        </p:nvPicPr>
        <p:blipFill>
          <a:blip r:embed="rId4">
            <a:lum contrast="100000"/>
            <a:extLst>
              <a:ext uri="{28A0092B-C50C-407E-A947-70E740481C1C}">
                <a14:useLocalDpi xmlns:a14="http://schemas.microsoft.com/office/drawing/2010/main" val="0"/>
              </a:ext>
            </a:extLst>
          </a:blip>
          <a:srcRect l="23622" t="23071" r="25867" b="25827"/>
          <a:stretch>
            <a:fillRect/>
          </a:stretch>
        </p:blipFill>
        <p:spPr bwMode="auto">
          <a:xfrm>
            <a:off x="7310438" y="1071563"/>
            <a:ext cx="19812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6692" name="Picture 52"/>
          <p:cNvPicPr>
            <a:picLocks noChangeAspect="1" noChangeArrowheads="1"/>
          </p:cNvPicPr>
          <p:nvPr/>
        </p:nvPicPr>
        <p:blipFill>
          <a:blip r:embed="rId5">
            <a:lum contrast="100000"/>
            <a:extLst>
              <a:ext uri="{28A0092B-C50C-407E-A947-70E740481C1C}">
                <a14:useLocalDpi xmlns:a14="http://schemas.microsoft.com/office/drawing/2010/main" val="0"/>
              </a:ext>
            </a:extLst>
          </a:blip>
          <a:srcRect l="37560" t="40787" r="37737" b="41417"/>
          <a:stretch>
            <a:fillRect/>
          </a:stretch>
        </p:blipFill>
        <p:spPr bwMode="auto">
          <a:xfrm>
            <a:off x="7391400" y="3262314"/>
            <a:ext cx="1905000" cy="132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6693" name="Picture 53"/>
          <p:cNvPicPr>
            <a:picLocks noChangeAspect="1" noChangeArrowheads="1"/>
          </p:cNvPicPr>
          <p:nvPr/>
        </p:nvPicPr>
        <p:blipFill>
          <a:blip r:embed="rId6">
            <a:lum contrast="100000"/>
            <a:extLst>
              <a:ext uri="{28A0092B-C50C-407E-A947-70E740481C1C}">
                <a14:useLocalDpi xmlns:a14="http://schemas.microsoft.com/office/drawing/2010/main" val="0"/>
              </a:ext>
            </a:extLst>
          </a:blip>
          <a:srcRect l="33307" t="34331" r="33426" b="32520"/>
          <a:stretch>
            <a:fillRect/>
          </a:stretch>
        </p:blipFill>
        <p:spPr bwMode="auto">
          <a:xfrm>
            <a:off x="7467600" y="5181600"/>
            <a:ext cx="1828800" cy="136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6697" name="Rectangle 57"/>
          <p:cNvSpPr>
            <a:spLocks noChangeArrowheads="1"/>
          </p:cNvSpPr>
          <p:nvPr/>
        </p:nvSpPr>
        <p:spPr bwMode="auto">
          <a:xfrm>
            <a:off x="1524001" y="2923790"/>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graphicFrame>
        <p:nvGraphicFramePr>
          <p:cNvPr id="496696" name="Object 56"/>
          <p:cNvGraphicFramePr>
            <a:graphicFrameLocks noChangeAspect="1"/>
          </p:cNvGraphicFramePr>
          <p:nvPr/>
        </p:nvGraphicFramePr>
        <p:xfrm>
          <a:off x="3505200" y="914401"/>
          <a:ext cx="2667000" cy="1135063"/>
        </p:xfrm>
        <a:graphic>
          <a:graphicData uri="http://schemas.openxmlformats.org/presentationml/2006/ole">
            <mc:AlternateContent xmlns:mc="http://schemas.openxmlformats.org/markup-compatibility/2006">
              <mc:Choice xmlns:v="urn:schemas-microsoft-com:vml" Requires="v">
                <p:oleObj spid="_x0000_s13314" name="Equation" r:id="rId7" imgW="1727200" imgH="736600" progId="Equation.DSMT4">
                  <p:embed/>
                </p:oleObj>
              </mc:Choice>
              <mc:Fallback>
                <p:oleObj name="Equation" r:id="rId7" imgW="1727200" imgH="736600" progId="Equation.DSMT4">
                  <p:embed/>
                  <p:pic>
                    <p:nvPicPr>
                      <p:cNvPr id="496696" name="Object 5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05200" y="914401"/>
                        <a:ext cx="2667000" cy="1135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6699" name="Rectangle 59"/>
          <p:cNvSpPr>
            <a:spLocks noChangeArrowheads="1"/>
          </p:cNvSpPr>
          <p:nvPr/>
        </p:nvSpPr>
        <p:spPr bwMode="auto">
          <a:xfrm>
            <a:off x="1524001" y="3061902"/>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graphicFrame>
        <p:nvGraphicFramePr>
          <p:cNvPr id="496698" name="Object 58"/>
          <p:cNvGraphicFramePr>
            <a:graphicFrameLocks noChangeAspect="1"/>
          </p:cNvGraphicFramePr>
          <p:nvPr/>
        </p:nvGraphicFramePr>
        <p:xfrm>
          <a:off x="4724400" y="2133600"/>
          <a:ext cx="1828800" cy="750888"/>
        </p:xfrm>
        <a:graphic>
          <a:graphicData uri="http://schemas.openxmlformats.org/presentationml/2006/ole">
            <mc:AlternateContent xmlns:mc="http://schemas.openxmlformats.org/markup-compatibility/2006">
              <mc:Choice xmlns:v="urn:schemas-microsoft-com:vml" Requires="v">
                <p:oleObj spid="_x0000_s13315" name="Equation" r:id="rId9" imgW="1117600" imgH="457200" progId="Equation.DSMT4">
                  <p:embed/>
                </p:oleObj>
              </mc:Choice>
              <mc:Fallback>
                <p:oleObj name="Equation" r:id="rId9" imgW="1117600" imgH="457200" progId="Equation.DSMT4">
                  <p:embed/>
                  <p:pic>
                    <p:nvPicPr>
                      <p:cNvPr id="496698" name="Object 5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24400" y="2133600"/>
                        <a:ext cx="1828800" cy="750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6701" name="Rectangle 61"/>
          <p:cNvSpPr>
            <a:spLocks noChangeArrowheads="1"/>
          </p:cNvSpPr>
          <p:nvPr/>
        </p:nvSpPr>
        <p:spPr bwMode="auto">
          <a:xfrm>
            <a:off x="1524001" y="2819015"/>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graphicFrame>
        <p:nvGraphicFramePr>
          <p:cNvPr id="496700" name="Object 60"/>
          <p:cNvGraphicFramePr>
            <a:graphicFrameLocks noChangeAspect="1"/>
          </p:cNvGraphicFramePr>
          <p:nvPr/>
        </p:nvGraphicFramePr>
        <p:xfrm>
          <a:off x="3810000" y="3200400"/>
          <a:ext cx="1905000" cy="1625600"/>
        </p:xfrm>
        <a:graphic>
          <a:graphicData uri="http://schemas.openxmlformats.org/presentationml/2006/ole">
            <mc:AlternateContent xmlns:mc="http://schemas.openxmlformats.org/markup-compatibility/2006">
              <mc:Choice xmlns:v="urn:schemas-microsoft-com:vml" Requires="v">
                <p:oleObj spid="_x0000_s13316" name="Equation" r:id="rId11" imgW="1104900" imgH="939800" progId="Equation.DSMT4">
                  <p:embed/>
                </p:oleObj>
              </mc:Choice>
              <mc:Fallback>
                <p:oleObj name="Equation" r:id="rId11" imgW="1104900" imgH="939800" progId="Equation.DSMT4">
                  <p:embed/>
                  <p:pic>
                    <p:nvPicPr>
                      <p:cNvPr id="496700" name="Object 6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10000" y="3200400"/>
                        <a:ext cx="1905000" cy="162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6703" name="Rectangle 63"/>
          <p:cNvSpPr>
            <a:spLocks noChangeArrowheads="1"/>
          </p:cNvSpPr>
          <p:nvPr/>
        </p:nvSpPr>
        <p:spPr bwMode="auto">
          <a:xfrm>
            <a:off x="1524001" y="2833302"/>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graphicFrame>
        <p:nvGraphicFramePr>
          <p:cNvPr id="496702" name="Object 62"/>
          <p:cNvGraphicFramePr>
            <a:graphicFrameLocks noChangeAspect="1"/>
          </p:cNvGraphicFramePr>
          <p:nvPr/>
        </p:nvGraphicFramePr>
        <p:xfrm>
          <a:off x="3581400" y="5181601"/>
          <a:ext cx="3352800" cy="1539875"/>
        </p:xfrm>
        <a:graphic>
          <a:graphicData uri="http://schemas.openxmlformats.org/presentationml/2006/ole">
            <mc:AlternateContent xmlns:mc="http://schemas.openxmlformats.org/markup-compatibility/2006">
              <mc:Choice xmlns:v="urn:schemas-microsoft-com:vml" Requires="v">
                <p:oleObj spid="_x0000_s13317" name="Equation" r:id="rId13" imgW="1993900" imgH="914400" progId="Equation.DSMT4">
                  <p:embed/>
                </p:oleObj>
              </mc:Choice>
              <mc:Fallback>
                <p:oleObj name="Equation" r:id="rId13" imgW="1993900" imgH="914400" progId="Equation.DSMT4">
                  <p:embed/>
                  <p:pic>
                    <p:nvPicPr>
                      <p:cNvPr id="496702" name="Object 6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81400" y="5181601"/>
                        <a:ext cx="3352800" cy="1539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059748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96642"/>
                                        </p:tgtEl>
                                        <p:attrNameLst>
                                          <p:attrName>style.visibility</p:attrName>
                                        </p:attrNameLst>
                                      </p:cBhvr>
                                      <p:to>
                                        <p:strVal val="visible"/>
                                      </p:to>
                                    </p:set>
                                    <p:animEffect transition="in" filter="fade">
                                      <p:cBhvr>
                                        <p:cTn id="7" dur="2000"/>
                                        <p:tgtEl>
                                          <p:spTgt spid="4966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642" grpId="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 name="Slide Number Placeholder 5"/>
          <p:cNvSpPr>
            <a:spLocks noGrp="1"/>
          </p:cNvSpPr>
          <p:nvPr>
            <p:ph type="sldNum" sz="quarter" idx="12"/>
          </p:nvPr>
        </p:nvSpPr>
        <p:spPr/>
        <p:txBody>
          <a:bodyPr/>
          <a:lstStyle/>
          <a:p>
            <a:fld id="{68FCCC7D-B8D6-4740-A885-1A837F4E6A8A}" type="slidenum">
              <a:rPr lang="en-US" altLang="en-US"/>
              <a:pPr/>
              <a:t>14</a:t>
            </a:fld>
            <a:endParaRPr lang="en-US" altLang="en-US"/>
          </a:p>
        </p:txBody>
      </p:sp>
      <p:sp>
        <p:nvSpPr>
          <p:cNvPr id="498690" name="Rectangle 2"/>
          <p:cNvSpPr>
            <a:spLocks noGrp="1" noChangeArrowheads="1"/>
          </p:cNvSpPr>
          <p:nvPr>
            <p:ph type="title"/>
          </p:nvPr>
        </p:nvSpPr>
        <p:spPr>
          <a:xfrm>
            <a:off x="1905000" y="-76200"/>
            <a:ext cx="4114800" cy="609600"/>
          </a:xfrm>
        </p:spPr>
        <p:txBody>
          <a:bodyPr/>
          <a:lstStyle/>
          <a:p>
            <a:pPr algn="l"/>
            <a:r>
              <a:rPr lang="en-US" altLang="en-US" sz="2800" b="1">
                <a:solidFill>
                  <a:srgbClr val="CC0000"/>
                </a:solidFill>
                <a:latin typeface="VNI-Times" pitchFamily="2" charset="0"/>
                <a:sym typeface="Wingdings" panose="05000000000000000000" pitchFamily="2" charset="2"/>
              </a:rPr>
              <a:t>3.Caùc maët troøn xoay:</a:t>
            </a:r>
            <a:r>
              <a:rPr lang="en-US" altLang="en-US" sz="2800">
                <a:solidFill>
                  <a:srgbClr val="CC0000"/>
                </a:solidFill>
                <a:latin typeface="VNI-Times" pitchFamily="2" charset="0"/>
                <a:sym typeface="Wingdings" panose="05000000000000000000" pitchFamily="2" charset="2"/>
              </a:rPr>
              <a:t> </a:t>
            </a:r>
          </a:p>
        </p:txBody>
      </p:sp>
      <p:sp>
        <p:nvSpPr>
          <p:cNvPr id="498691" name="Rectangle 3"/>
          <p:cNvSpPr>
            <a:spLocks noChangeArrowheads="1"/>
          </p:cNvSpPr>
          <p:nvPr/>
        </p:nvSpPr>
        <p:spPr bwMode="auto">
          <a:xfrm>
            <a:off x="1752600" y="990600"/>
            <a:ext cx="84582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860425">
              <a:defRPr>
                <a:solidFill>
                  <a:schemeClr val="tx1"/>
                </a:solidFill>
                <a:latin typeface="Arial" panose="020B0604020202020204" pitchFamily="34" charset="0"/>
              </a:defRPr>
            </a:lvl2pPr>
            <a:lvl3pPr marL="974725">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just">
              <a:buClr>
                <a:schemeClr val="tx2"/>
              </a:buClr>
            </a:pPr>
            <a:r>
              <a:rPr lang="en-US" altLang="en-US" sz="2400" b="1">
                <a:latin typeface="Times New Roman" panose="02020603050405020304" pitchFamily="18" charset="0"/>
                <a:sym typeface="Wingdings" panose="05000000000000000000" pitchFamily="2" charset="2"/>
              </a:rPr>
              <a:t> 	</a:t>
            </a:r>
            <a:r>
              <a:rPr lang="en-US" altLang="en-US" sz="2400">
                <a:latin typeface="Times New Roman" panose="02020603050405020304" pitchFamily="18" charset="0"/>
                <a:sym typeface="Wingdings" panose="05000000000000000000" pitchFamily="2" charset="2"/>
              </a:rPr>
              <a:t>Phương pháp chính ở đây là vẽ các đường đồng mức theo u và v.</a:t>
            </a:r>
          </a:p>
          <a:p>
            <a:pPr algn="just">
              <a:buClr>
                <a:schemeClr val="tx2"/>
              </a:buClr>
            </a:pPr>
            <a:r>
              <a:rPr lang="en-US" altLang="en-US" sz="2400">
                <a:latin typeface="Times New Roman" panose="02020603050405020304" pitchFamily="18" charset="0"/>
                <a:sym typeface="Wingdings" panose="05000000000000000000" pitchFamily="2" charset="2"/>
              </a:rPr>
              <a:t>	 Để vẽ một đường đồng mức u tại giá trị u’ khi v chạy từ V</a:t>
            </a:r>
            <a:r>
              <a:rPr lang="en-US" altLang="en-US" sz="2400" baseline="-25000">
                <a:latin typeface="Times New Roman" panose="02020603050405020304" pitchFamily="18" charset="0"/>
                <a:sym typeface="Wingdings" panose="05000000000000000000" pitchFamily="2" charset="2"/>
              </a:rPr>
              <a:t>Min</a:t>
            </a:r>
            <a:r>
              <a:rPr lang="en-US" altLang="en-US" sz="2400">
                <a:latin typeface="Times New Roman" panose="02020603050405020304" pitchFamily="18" charset="0"/>
                <a:sym typeface="Wingdings" panose="05000000000000000000" pitchFamily="2" charset="2"/>
              </a:rPr>
              <a:t> đến V</a:t>
            </a:r>
            <a:r>
              <a:rPr lang="en-US" altLang="en-US" sz="2400" baseline="-25000">
                <a:latin typeface="Times New Roman" panose="02020603050405020304" pitchFamily="18" charset="0"/>
                <a:sym typeface="Wingdings" panose="05000000000000000000" pitchFamily="2" charset="2"/>
              </a:rPr>
              <a:t>Max</a:t>
            </a:r>
            <a:r>
              <a:rPr lang="en-US" altLang="en-US" sz="2400">
                <a:latin typeface="Times New Roman" panose="02020603050405020304" pitchFamily="18" charset="0"/>
                <a:sym typeface="Wingdings" panose="05000000000000000000" pitchFamily="2" charset="2"/>
              </a:rPr>
              <a:t> ta làm như sau:</a:t>
            </a:r>
          </a:p>
          <a:p>
            <a:pPr algn="just">
              <a:buClr>
                <a:schemeClr val="tx2"/>
              </a:buClr>
            </a:pPr>
            <a:endParaRPr lang="en-US" altLang="en-US" sz="2400">
              <a:latin typeface="Times New Roman" panose="02020603050405020304" pitchFamily="18" charset="0"/>
              <a:sym typeface="Wingdings" panose="05000000000000000000" pitchFamily="2" charset="2"/>
            </a:endParaRPr>
          </a:p>
          <a:p>
            <a:pPr lvl="1" algn="just">
              <a:buClr>
                <a:schemeClr val="tx2"/>
              </a:buClr>
              <a:buFont typeface="Symbol" panose="05050102010706020507" pitchFamily="18" charset="2"/>
              <a:buNone/>
            </a:pPr>
            <a:r>
              <a:rPr lang="en-US" altLang="en-US" sz="2400">
                <a:latin typeface="Times New Roman" panose="02020603050405020304" pitchFamily="18" charset="0"/>
                <a:sym typeface="Wingdings" panose="05000000000000000000" pitchFamily="2" charset="2"/>
              </a:rPr>
              <a:t>-Tạo một tập hợp các giá trị v[i] </a:t>
            </a:r>
            <a:r>
              <a:rPr lang="en-US" altLang="en-US" sz="2400">
                <a:latin typeface="Times New Roman" panose="02020603050405020304" pitchFamily="18" charset="0"/>
                <a:sym typeface="Symbol" panose="05050102010706020507" pitchFamily="18" charset="2"/>
              </a:rPr>
              <a:t></a:t>
            </a:r>
            <a:r>
              <a:rPr lang="en-US" altLang="en-US" sz="2400">
                <a:latin typeface="Times New Roman" panose="02020603050405020304" pitchFamily="18" charset="0"/>
                <a:sym typeface="Wingdings" panose="05000000000000000000" pitchFamily="2" charset="2"/>
              </a:rPr>
              <a:t> [V</a:t>
            </a:r>
            <a:r>
              <a:rPr lang="en-US" altLang="en-US" sz="2400" baseline="-25000">
                <a:latin typeface="Times New Roman" panose="02020603050405020304" pitchFamily="18" charset="0"/>
                <a:sym typeface="Wingdings" panose="05000000000000000000" pitchFamily="2" charset="2"/>
              </a:rPr>
              <a:t>Min</a:t>
            </a:r>
            <a:r>
              <a:rPr lang="en-US" altLang="en-US" sz="2400">
                <a:latin typeface="Times New Roman" panose="02020603050405020304" pitchFamily="18" charset="0"/>
                <a:sym typeface="Wingdings" panose="05000000000000000000" pitchFamily="2" charset="2"/>
              </a:rPr>
              <a:t> ,V</a:t>
            </a:r>
            <a:r>
              <a:rPr lang="en-US" altLang="en-US" sz="2400" baseline="-25000">
                <a:latin typeface="Times New Roman" panose="02020603050405020304" pitchFamily="18" charset="0"/>
                <a:sym typeface="Wingdings" panose="05000000000000000000" pitchFamily="2" charset="2"/>
              </a:rPr>
              <a:t>Max</a:t>
            </a:r>
            <a:r>
              <a:rPr lang="en-US" altLang="en-US" sz="2400">
                <a:latin typeface="Times New Roman" panose="02020603050405020304" pitchFamily="18" charset="0"/>
                <a:sym typeface="Wingdings" panose="05000000000000000000" pitchFamily="2" charset="2"/>
              </a:rPr>
              <a:t>], xác định vị trí    P[i] = (X(u’,v[i]), Y(u’,v[i]), Z(u’,v[i])).</a:t>
            </a:r>
          </a:p>
          <a:p>
            <a:pPr lvl="1" algn="just">
              <a:buClr>
                <a:schemeClr val="tx2"/>
              </a:buClr>
              <a:buFont typeface="Symbol" panose="05050102010706020507" pitchFamily="18" charset="2"/>
              <a:buNone/>
            </a:pPr>
            <a:endParaRPr lang="en-US" altLang="en-US" sz="2400">
              <a:latin typeface="Times New Roman" panose="02020603050405020304" pitchFamily="18" charset="0"/>
              <a:sym typeface="Wingdings" panose="05000000000000000000" pitchFamily="2" charset="2"/>
            </a:endParaRPr>
          </a:p>
          <a:p>
            <a:pPr lvl="1" algn="just">
              <a:buClr>
                <a:schemeClr val="tx2"/>
              </a:buClr>
              <a:buFont typeface="Symbol" panose="05050102010706020507" pitchFamily="18" charset="2"/>
              <a:buNone/>
            </a:pPr>
            <a:r>
              <a:rPr lang="en-US" altLang="en-US" sz="2400">
                <a:latin typeface="Times New Roman" panose="02020603050405020304" pitchFamily="18" charset="0"/>
                <a:sym typeface="Wingdings" panose="05000000000000000000" pitchFamily="2" charset="2"/>
              </a:rPr>
              <a:t>-Chiếu từng điểm P[i] lên mặt phẳng.</a:t>
            </a:r>
          </a:p>
          <a:p>
            <a:pPr lvl="1" algn="just">
              <a:buClr>
                <a:schemeClr val="tx2"/>
              </a:buClr>
              <a:buFont typeface="Symbol" panose="05050102010706020507" pitchFamily="18" charset="2"/>
              <a:buNone/>
            </a:pPr>
            <a:endParaRPr lang="en-US" altLang="en-US" sz="2400">
              <a:latin typeface="Times New Roman" panose="02020603050405020304" pitchFamily="18" charset="0"/>
              <a:sym typeface="Wingdings" panose="05000000000000000000" pitchFamily="2" charset="2"/>
            </a:endParaRPr>
          </a:p>
          <a:p>
            <a:pPr lvl="1" algn="just">
              <a:buClr>
                <a:schemeClr val="tx2"/>
              </a:buClr>
              <a:buFont typeface="Symbol" panose="05050102010706020507" pitchFamily="18" charset="2"/>
              <a:buNone/>
            </a:pPr>
            <a:r>
              <a:rPr lang="en-US" altLang="en-US" sz="2400">
                <a:latin typeface="Times New Roman" panose="02020603050405020304" pitchFamily="18" charset="0"/>
                <a:sym typeface="Wingdings" panose="05000000000000000000" pitchFamily="2" charset="2"/>
              </a:rPr>
              <a:t>-Vẽ các đường gấp khúc dựa trên các điểm 2D  P’[i].</a:t>
            </a:r>
          </a:p>
        </p:txBody>
      </p:sp>
      <p:sp>
        <p:nvSpPr>
          <p:cNvPr id="498692" name="Rectangle 4"/>
          <p:cNvSpPr>
            <a:spLocks noChangeArrowheads="1"/>
          </p:cNvSpPr>
          <p:nvPr/>
        </p:nvSpPr>
        <p:spPr bwMode="auto">
          <a:xfrm>
            <a:off x="1524001" y="2890452"/>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8693" name="Rectangle 5"/>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8694" name="Rectangle 6"/>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8695" name="Rectangle 7"/>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8696" name="Rectangle 8"/>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8697" name="Rectangle 9"/>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8698" name="Rectangle 10"/>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8699" name="Rectangle 11"/>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8700" name="Rectangle 12"/>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8701" name="Rectangle 13"/>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8702" name="Rectangle 14"/>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8703" name="Rectangle 15"/>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8704" name="Rectangle 16"/>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8705" name="Rectangle 17"/>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8706" name="Rectangle 18"/>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8707" name="Rectangle 19"/>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8709" name="Rectangle 21"/>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8711" name="Rectangle 23"/>
          <p:cNvSpPr>
            <a:spLocks noChangeArrowheads="1"/>
          </p:cNvSpPr>
          <p:nvPr/>
        </p:nvSpPr>
        <p:spPr bwMode="auto">
          <a:xfrm>
            <a:off x="1524001" y="2866640"/>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8713" name="Rectangle 25"/>
          <p:cNvSpPr>
            <a:spLocks noChangeArrowheads="1"/>
          </p:cNvSpPr>
          <p:nvPr/>
        </p:nvSpPr>
        <p:spPr bwMode="auto">
          <a:xfrm>
            <a:off x="1524001" y="3028565"/>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Tree>
    <p:extLst>
      <p:ext uri="{BB962C8B-B14F-4D97-AF65-F5344CB8AC3E}">
        <p14:creationId xmlns:p14="http://schemas.microsoft.com/office/powerpoint/2010/main" val="355264649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98690"/>
                                        </p:tgtEl>
                                        <p:attrNameLst>
                                          <p:attrName>style.visibility</p:attrName>
                                        </p:attrNameLst>
                                      </p:cBhvr>
                                      <p:to>
                                        <p:strVal val="visible"/>
                                      </p:to>
                                    </p:set>
                                    <p:animEffect transition="in" filter="fade">
                                      <p:cBhvr>
                                        <p:cTn id="7" dur="2000"/>
                                        <p:tgtEl>
                                          <p:spTgt spid="49869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98691"/>
                                        </p:tgtEl>
                                        <p:attrNameLst>
                                          <p:attrName>style.visibility</p:attrName>
                                        </p:attrNameLst>
                                      </p:cBhvr>
                                      <p:to>
                                        <p:strVal val="visible"/>
                                      </p:to>
                                    </p:set>
                                    <p:animEffect transition="in" filter="fade">
                                      <p:cBhvr>
                                        <p:cTn id="10" dur="2000"/>
                                        <p:tgtEl>
                                          <p:spTgt spid="4986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8690" grpId="0"/>
      <p:bldP spid="49869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 name="Slide Number Placeholder 5"/>
          <p:cNvSpPr>
            <a:spLocks noGrp="1"/>
          </p:cNvSpPr>
          <p:nvPr>
            <p:ph type="sldNum" sz="quarter" idx="12"/>
          </p:nvPr>
        </p:nvSpPr>
        <p:spPr/>
        <p:txBody>
          <a:bodyPr/>
          <a:lstStyle/>
          <a:p>
            <a:fld id="{13AF9453-CF8E-49EF-A785-C7865A44262F}" type="slidenum">
              <a:rPr lang="en-US" altLang="en-US"/>
              <a:pPr/>
              <a:t>15</a:t>
            </a:fld>
            <a:endParaRPr lang="en-US" altLang="en-US"/>
          </a:p>
        </p:txBody>
      </p:sp>
      <p:sp>
        <p:nvSpPr>
          <p:cNvPr id="506882" name="Rectangle 2"/>
          <p:cNvSpPr>
            <a:spLocks noGrp="1" noChangeArrowheads="1"/>
          </p:cNvSpPr>
          <p:nvPr>
            <p:ph type="title"/>
          </p:nvPr>
        </p:nvSpPr>
        <p:spPr>
          <a:xfrm>
            <a:off x="1905000" y="-76200"/>
            <a:ext cx="4114800" cy="609600"/>
          </a:xfrm>
        </p:spPr>
        <p:txBody>
          <a:bodyPr/>
          <a:lstStyle/>
          <a:p>
            <a:pPr algn="l"/>
            <a:r>
              <a:rPr lang="en-US" altLang="en-US" sz="2800" b="1">
                <a:solidFill>
                  <a:srgbClr val="CC0000"/>
                </a:solidFill>
                <a:latin typeface="VNI-Times" pitchFamily="2" charset="0"/>
                <a:sym typeface="Wingdings" panose="05000000000000000000" pitchFamily="2" charset="2"/>
              </a:rPr>
              <a:t>3.Caùc maët troøn xoay:</a:t>
            </a:r>
            <a:r>
              <a:rPr lang="en-US" altLang="en-US" sz="2800">
                <a:solidFill>
                  <a:srgbClr val="CC0000"/>
                </a:solidFill>
                <a:latin typeface="VNI-Times" pitchFamily="2" charset="0"/>
                <a:sym typeface="Wingdings" panose="05000000000000000000" pitchFamily="2" charset="2"/>
              </a:rPr>
              <a:t> </a:t>
            </a:r>
          </a:p>
        </p:txBody>
      </p:sp>
      <p:sp>
        <p:nvSpPr>
          <p:cNvPr id="506883" name="Rectangle 3"/>
          <p:cNvSpPr>
            <a:spLocks noChangeArrowheads="1"/>
          </p:cNvSpPr>
          <p:nvPr/>
        </p:nvSpPr>
        <p:spPr bwMode="auto">
          <a:xfrm>
            <a:off x="1828800" y="1066801"/>
            <a:ext cx="845820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860425">
              <a:defRPr>
                <a:solidFill>
                  <a:schemeClr val="tx1"/>
                </a:solidFill>
                <a:latin typeface="Arial" panose="020B0604020202020204" pitchFamily="34" charset="0"/>
              </a:defRPr>
            </a:lvl2pPr>
            <a:lvl3pPr marL="974725">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just">
              <a:buClr>
                <a:schemeClr val="tx2"/>
              </a:buClr>
            </a:pPr>
            <a:r>
              <a:rPr lang="en-US" altLang="en-US" sz="2400" b="1">
                <a:latin typeface="Times New Roman" panose="02020603050405020304" pitchFamily="18" charset="0"/>
                <a:sym typeface="Wingdings" panose="05000000000000000000" pitchFamily="2" charset="2"/>
              </a:rPr>
              <a:t> </a:t>
            </a:r>
            <a:r>
              <a:rPr lang="en-US" altLang="en-US" sz="2400">
                <a:latin typeface="Times New Roman" panose="02020603050405020304" pitchFamily="18" charset="0"/>
                <a:sym typeface="Wingdings" panose="05000000000000000000" pitchFamily="2" charset="2"/>
              </a:rPr>
              <a:t>TÓM LẠI: </a:t>
            </a:r>
          </a:p>
          <a:p>
            <a:pPr algn="just">
              <a:buClr>
                <a:schemeClr val="tx2"/>
              </a:buClr>
            </a:pPr>
            <a:r>
              <a:rPr lang="en-US" altLang="en-US" sz="2400">
                <a:latin typeface="Times New Roman" panose="02020603050405020304" pitchFamily="18" charset="0"/>
                <a:sym typeface="Wingdings" panose="05000000000000000000" pitchFamily="2" charset="2"/>
              </a:rPr>
              <a:t> 	Muốn vẽ một mặt cong, ta thực hiện các bước sau</a:t>
            </a:r>
          </a:p>
          <a:p>
            <a:pPr algn="just">
              <a:buClr>
                <a:schemeClr val="tx2"/>
              </a:buClr>
            </a:pPr>
            <a:endParaRPr lang="en-US" altLang="en-US" sz="2400">
              <a:latin typeface="Times New Roman" panose="02020603050405020304" pitchFamily="18" charset="0"/>
              <a:sym typeface="Wingdings" panose="05000000000000000000" pitchFamily="2" charset="2"/>
            </a:endParaRPr>
          </a:p>
          <a:p>
            <a:pPr algn="just">
              <a:buClr>
                <a:schemeClr val="tx2"/>
              </a:buClr>
              <a:buFont typeface="Symbol" panose="05050102010706020507" pitchFamily="18" charset="2"/>
              <a:buNone/>
            </a:pPr>
            <a:r>
              <a:rPr lang="en-US" altLang="en-US" sz="2400">
                <a:latin typeface="Times New Roman" panose="02020603050405020304" pitchFamily="18" charset="0"/>
                <a:sym typeface="Wingdings" panose="05000000000000000000" pitchFamily="2" charset="2"/>
              </a:rPr>
              <a:t>		-Nhập các hệ số của phương trình mặt: </a:t>
            </a:r>
          </a:p>
          <a:p>
            <a:pPr algn="just">
              <a:buClr>
                <a:schemeClr val="tx2"/>
              </a:buClr>
              <a:buFont typeface="Symbol" panose="05050102010706020507" pitchFamily="18" charset="2"/>
              <a:buNone/>
            </a:pPr>
            <a:r>
              <a:rPr lang="en-US" altLang="en-US" sz="2400">
                <a:latin typeface="Times New Roman" panose="02020603050405020304" pitchFamily="18" charset="0"/>
                <a:sym typeface="Wingdings" panose="05000000000000000000" pitchFamily="2" charset="2"/>
              </a:rPr>
              <a:t>				a, b, c, d, U</a:t>
            </a:r>
            <a:r>
              <a:rPr lang="en-US" altLang="en-US" sz="2400" baseline="-25000">
                <a:latin typeface="Times New Roman" panose="02020603050405020304" pitchFamily="18" charset="0"/>
                <a:sym typeface="Wingdings" panose="05000000000000000000" pitchFamily="2" charset="2"/>
              </a:rPr>
              <a:t>min</a:t>
            </a:r>
            <a:r>
              <a:rPr lang="en-US" altLang="en-US" sz="2400">
                <a:latin typeface="Times New Roman" panose="02020603050405020304" pitchFamily="18" charset="0"/>
                <a:sym typeface="Wingdings" panose="05000000000000000000" pitchFamily="2" charset="2"/>
              </a:rPr>
              <a:t>, U</a:t>
            </a:r>
            <a:r>
              <a:rPr lang="en-US" altLang="en-US" sz="2400" baseline="-25000">
                <a:latin typeface="Times New Roman" panose="02020603050405020304" pitchFamily="18" charset="0"/>
                <a:sym typeface="Wingdings" panose="05000000000000000000" pitchFamily="2" charset="2"/>
              </a:rPr>
              <a:t>max</a:t>
            </a:r>
            <a:r>
              <a:rPr lang="en-US" altLang="en-US" sz="2400">
                <a:latin typeface="Times New Roman" panose="02020603050405020304" pitchFamily="18" charset="0"/>
                <a:sym typeface="Wingdings" panose="05000000000000000000" pitchFamily="2" charset="2"/>
              </a:rPr>
              <a:t>, V</a:t>
            </a:r>
            <a:r>
              <a:rPr lang="en-US" altLang="en-US" sz="2400" baseline="-25000">
                <a:latin typeface="Times New Roman" panose="02020603050405020304" pitchFamily="18" charset="0"/>
                <a:sym typeface="Wingdings" panose="05000000000000000000" pitchFamily="2" charset="2"/>
              </a:rPr>
              <a:t>min</a:t>
            </a:r>
            <a:r>
              <a:rPr lang="en-US" altLang="en-US" sz="2400">
                <a:latin typeface="Times New Roman" panose="02020603050405020304" pitchFamily="18" charset="0"/>
                <a:sym typeface="Wingdings" panose="05000000000000000000" pitchFamily="2" charset="2"/>
              </a:rPr>
              <a:t>, V</a:t>
            </a:r>
            <a:r>
              <a:rPr lang="en-US" altLang="en-US" sz="2400" baseline="-25000">
                <a:latin typeface="Times New Roman" panose="02020603050405020304" pitchFamily="18" charset="0"/>
                <a:sym typeface="Wingdings" panose="05000000000000000000" pitchFamily="2" charset="2"/>
              </a:rPr>
              <a:t>max</a:t>
            </a:r>
            <a:r>
              <a:rPr lang="en-US" altLang="en-US" sz="2400">
                <a:latin typeface="Times New Roman" panose="02020603050405020304" pitchFamily="18" charset="0"/>
                <a:sym typeface="Wingdings" panose="05000000000000000000" pitchFamily="2" charset="2"/>
              </a:rPr>
              <a:t>.</a:t>
            </a:r>
          </a:p>
          <a:p>
            <a:pPr algn="just">
              <a:buClr>
                <a:schemeClr val="tx2"/>
              </a:buClr>
              <a:buFont typeface="Symbol" panose="05050102010706020507" pitchFamily="18" charset="2"/>
              <a:buNone/>
            </a:pPr>
            <a:endParaRPr lang="en-US" altLang="en-US" sz="2400">
              <a:latin typeface="Times New Roman" panose="02020603050405020304" pitchFamily="18" charset="0"/>
              <a:sym typeface="Wingdings" panose="05000000000000000000" pitchFamily="2" charset="2"/>
            </a:endParaRPr>
          </a:p>
          <a:p>
            <a:pPr algn="just">
              <a:buClr>
                <a:schemeClr val="tx2"/>
              </a:buClr>
              <a:buFont typeface="Symbol" panose="05050102010706020507" pitchFamily="18" charset="2"/>
              <a:buNone/>
            </a:pPr>
            <a:r>
              <a:rPr lang="en-US" altLang="en-US" sz="2400">
                <a:latin typeface="Times New Roman" panose="02020603050405020304" pitchFamily="18" charset="0"/>
                <a:sym typeface="Wingdings" panose="05000000000000000000" pitchFamily="2" charset="2"/>
              </a:rPr>
              <a:t>		-Tính các hàm 2 biến: X(u,v), Y(u,v), Z(u,v).</a:t>
            </a:r>
          </a:p>
          <a:p>
            <a:pPr algn="just">
              <a:buClr>
                <a:schemeClr val="tx2"/>
              </a:buClr>
              <a:buFont typeface="Symbol" panose="05050102010706020507" pitchFamily="18" charset="2"/>
              <a:buNone/>
            </a:pPr>
            <a:endParaRPr lang="en-US" altLang="en-US" sz="2400">
              <a:latin typeface="Times New Roman" panose="02020603050405020304" pitchFamily="18" charset="0"/>
              <a:sym typeface="Wingdings" panose="05000000000000000000" pitchFamily="2" charset="2"/>
            </a:endParaRPr>
          </a:p>
          <a:p>
            <a:pPr algn="just">
              <a:buClr>
                <a:schemeClr val="tx2"/>
              </a:buClr>
              <a:buFont typeface="Symbol" panose="05050102010706020507" pitchFamily="18" charset="2"/>
              <a:buNone/>
            </a:pPr>
            <a:r>
              <a:rPr lang="en-US" altLang="en-US" sz="2400">
                <a:latin typeface="Times New Roman" panose="02020603050405020304" pitchFamily="18" charset="0"/>
                <a:sym typeface="Wingdings" panose="05000000000000000000" pitchFamily="2" charset="2"/>
              </a:rPr>
              <a:t>		-Khởi tạo phép chiếu: Song song/Phối cảnh.</a:t>
            </a:r>
          </a:p>
          <a:p>
            <a:pPr algn="just">
              <a:buClr>
                <a:schemeClr val="tx2"/>
              </a:buClr>
              <a:buFont typeface="Symbol" panose="05050102010706020507" pitchFamily="18" charset="2"/>
              <a:buNone/>
            </a:pPr>
            <a:endParaRPr lang="en-US" altLang="en-US" sz="2400">
              <a:latin typeface="Times New Roman" panose="02020603050405020304" pitchFamily="18" charset="0"/>
              <a:sym typeface="Wingdings" panose="05000000000000000000" pitchFamily="2" charset="2"/>
            </a:endParaRPr>
          </a:p>
          <a:p>
            <a:pPr algn="just">
              <a:buClr>
                <a:schemeClr val="tx2"/>
              </a:buClr>
              <a:buFont typeface="Symbol" panose="05050102010706020507" pitchFamily="18" charset="2"/>
              <a:buNone/>
            </a:pPr>
            <a:r>
              <a:rPr lang="en-US" altLang="en-US" sz="2400">
                <a:latin typeface="Times New Roman" panose="02020603050405020304" pitchFamily="18" charset="0"/>
                <a:sym typeface="Wingdings" panose="05000000000000000000" pitchFamily="2" charset="2"/>
              </a:rPr>
              <a:t>		-Vẽ họ đường cong u.</a:t>
            </a:r>
          </a:p>
          <a:p>
            <a:pPr algn="just">
              <a:buClr>
                <a:schemeClr val="tx2"/>
              </a:buClr>
              <a:buFont typeface="Symbol" panose="05050102010706020507" pitchFamily="18" charset="2"/>
              <a:buNone/>
            </a:pPr>
            <a:endParaRPr lang="en-US" altLang="en-US" sz="2400">
              <a:latin typeface="Times New Roman" panose="02020603050405020304" pitchFamily="18" charset="0"/>
              <a:sym typeface="Wingdings" panose="05000000000000000000" pitchFamily="2" charset="2"/>
            </a:endParaRPr>
          </a:p>
          <a:p>
            <a:pPr algn="just">
              <a:buClr>
                <a:schemeClr val="tx2"/>
              </a:buClr>
            </a:pPr>
            <a:r>
              <a:rPr lang="en-US" altLang="en-US" sz="2400">
                <a:latin typeface="Times New Roman" panose="02020603050405020304" pitchFamily="18" charset="0"/>
                <a:sym typeface="Wingdings" panose="05000000000000000000" pitchFamily="2" charset="2"/>
              </a:rPr>
              <a:t>		-Vẽ họ đường cong v.</a:t>
            </a:r>
          </a:p>
        </p:txBody>
      </p:sp>
      <p:sp>
        <p:nvSpPr>
          <p:cNvPr id="506884" name="Rectangle 4"/>
          <p:cNvSpPr>
            <a:spLocks noChangeArrowheads="1"/>
          </p:cNvSpPr>
          <p:nvPr/>
        </p:nvSpPr>
        <p:spPr bwMode="auto">
          <a:xfrm>
            <a:off x="1524001" y="2890452"/>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506885" name="Rectangle 5"/>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506886" name="Rectangle 6"/>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506887" name="Rectangle 7"/>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506888" name="Rectangle 8"/>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506889" name="Rectangle 9"/>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506890" name="Rectangle 10"/>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506891" name="Rectangle 11"/>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506892" name="Rectangle 12"/>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506893" name="Rectangle 13"/>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506894" name="Rectangle 14"/>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506895" name="Rectangle 15"/>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506896" name="Rectangle 16"/>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506897" name="Rectangle 17"/>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506898" name="Rectangle 18"/>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506899" name="Rectangle 19"/>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506900" name="Rectangle 20"/>
          <p:cNvSpPr>
            <a:spLocks noChangeArrowheads="1"/>
          </p:cNvSpPr>
          <p:nvPr/>
        </p:nvSpPr>
        <p:spPr bwMode="auto">
          <a:xfrm>
            <a:off x="1524001" y="-138499"/>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506901" name="Rectangle 21"/>
          <p:cNvSpPr>
            <a:spLocks noChangeArrowheads="1"/>
          </p:cNvSpPr>
          <p:nvPr/>
        </p:nvSpPr>
        <p:spPr bwMode="auto">
          <a:xfrm>
            <a:off x="1524001" y="2866640"/>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506902" name="Rectangle 22"/>
          <p:cNvSpPr>
            <a:spLocks noChangeArrowheads="1"/>
          </p:cNvSpPr>
          <p:nvPr/>
        </p:nvSpPr>
        <p:spPr bwMode="auto">
          <a:xfrm>
            <a:off x="1524001" y="3028565"/>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Tree>
    <p:extLst>
      <p:ext uri="{BB962C8B-B14F-4D97-AF65-F5344CB8AC3E}">
        <p14:creationId xmlns:p14="http://schemas.microsoft.com/office/powerpoint/2010/main" val="231276673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06882"/>
                                        </p:tgtEl>
                                        <p:attrNameLst>
                                          <p:attrName>style.visibility</p:attrName>
                                        </p:attrNameLst>
                                      </p:cBhvr>
                                      <p:to>
                                        <p:strVal val="visible"/>
                                      </p:to>
                                    </p:set>
                                    <p:animEffect transition="in" filter="fade">
                                      <p:cBhvr>
                                        <p:cTn id="7" dur="2000"/>
                                        <p:tgtEl>
                                          <p:spTgt spid="50688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06883"/>
                                        </p:tgtEl>
                                        <p:attrNameLst>
                                          <p:attrName>style.visibility</p:attrName>
                                        </p:attrNameLst>
                                      </p:cBhvr>
                                      <p:to>
                                        <p:strVal val="visible"/>
                                      </p:to>
                                    </p:set>
                                    <p:animEffect transition="in" filter="fade">
                                      <p:cBhvr>
                                        <p:cTn id="10" dur="2000"/>
                                        <p:tgtEl>
                                          <p:spTgt spid="5068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6882" grpId="0"/>
      <p:bldP spid="506883"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Template>
  <TotalTime>281</TotalTime>
  <Words>266</Words>
  <Application>Microsoft Office PowerPoint</Application>
  <PresentationFormat>Widescreen</PresentationFormat>
  <Paragraphs>261</Paragraphs>
  <Slides>15</Slides>
  <Notes>13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5" baseType="lpstr">
      <vt:lpstr>Arial</vt:lpstr>
      <vt:lpstr>Calibri</vt:lpstr>
      <vt:lpstr>Constantia</vt:lpstr>
      <vt:lpstr>Corbel</vt:lpstr>
      <vt:lpstr>Symbol</vt:lpstr>
      <vt:lpstr>Times New Roman</vt:lpstr>
      <vt:lpstr>VNI-Times</vt:lpstr>
      <vt:lpstr>Wingdings</vt:lpstr>
      <vt:lpstr>Parallax</vt:lpstr>
      <vt:lpstr>MathType 4.0 Equation</vt:lpstr>
      <vt:lpstr>PowerPoint Presentation</vt:lpstr>
      <vt:lpstr>PowerPoint Presentation</vt:lpstr>
      <vt:lpstr>Maët cong</vt:lpstr>
      <vt:lpstr>2. Caùc maët coù quy taéc</vt:lpstr>
      <vt:lpstr>2. Caùc maët coù quy taéc</vt:lpstr>
      <vt:lpstr>2. Caùc maët coù quy taéc</vt:lpstr>
      <vt:lpstr>2. Caùc maët coù quy taéc</vt:lpstr>
      <vt:lpstr>2. Caùc maët coù quy taéc</vt:lpstr>
      <vt:lpstr>2. Caùc maët coù quy taéc</vt:lpstr>
      <vt:lpstr>2. Caùc maët coù quy taéc</vt:lpstr>
      <vt:lpstr>3.Caùc maët troøn xoay: </vt:lpstr>
      <vt:lpstr>3.Caùc maët troøn xoay: </vt:lpstr>
      <vt:lpstr>3.Caùc maët troøn xoay: </vt:lpstr>
      <vt:lpstr>3.Caùc maët troøn xoay: </vt:lpstr>
      <vt:lpstr>3.Caùc maët troøn xoay: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24</cp:revision>
  <dcterms:created xsi:type="dcterms:W3CDTF">2024-02-21T06:49:26Z</dcterms:created>
  <dcterms:modified xsi:type="dcterms:W3CDTF">2024-02-23T15:59:12Z</dcterms:modified>
</cp:coreProperties>
</file>