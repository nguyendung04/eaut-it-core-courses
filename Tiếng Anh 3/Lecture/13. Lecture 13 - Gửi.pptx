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700" r:id="rId2"/>
  </p:sldMasterIdLst>
  <p:notesMasterIdLst>
    <p:notesMasterId r:id="rId23"/>
  </p:notesMasterIdLst>
  <p:sldIdLst>
    <p:sldId id="1763" r:id="rId3"/>
    <p:sldId id="425" r:id="rId4"/>
    <p:sldId id="426" r:id="rId5"/>
    <p:sldId id="427" r:id="rId6"/>
    <p:sldId id="428" r:id="rId7"/>
    <p:sldId id="429" r:id="rId8"/>
    <p:sldId id="444" r:id="rId9"/>
    <p:sldId id="446" r:id="rId10"/>
    <p:sldId id="451" r:id="rId11"/>
    <p:sldId id="452" r:id="rId12"/>
    <p:sldId id="453" r:id="rId13"/>
    <p:sldId id="454" r:id="rId14"/>
    <p:sldId id="455" r:id="rId15"/>
    <p:sldId id="457" r:id="rId16"/>
    <p:sldId id="458" r:id="rId17"/>
    <p:sldId id="460" r:id="rId18"/>
    <p:sldId id="461" r:id="rId19"/>
    <p:sldId id="462" r:id="rId20"/>
    <p:sldId id="345" r:id="rId21"/>
    <p:sldId id="439" r:id="rId22"/>
  </p:sldIdLst>
  <p:sldSz cx="9144000" cy="5143500" type="screen16x9"/>
  <p:notesSz cx="6858000" cy="9144000"/>
  <p:embeddedFontLst>
    <p:embeddedFont>
      <p:font typeface="Autour One" panose="020B0604020202020204" charset="0"/>
      <p:regular r:id="rId24"/>
    </p:embeddedFont>
    <p:embeddedFont>
      <p:font typeface="Bellota Text" panose="020B0604020202020204" charset="0"/>
      <p:regular r:id="rId25"/>
      <p:bold r:id="rId26"/>
      <p:italic r:id="rId27"/>
      <p:boldItalic r:id="rId28"/>
    </p:embeddedFont>
    <p:embeddedFont>
      <p:font typeface="Itim" panose="020B0604020202020204" charset="-34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556">
          <p15:clr>
            <a:srgbClr val="A4A3A4"/>
          </p15:clr>
        </p15:guide>
        <p15:guide id="2" pos="405">
          <p15:clr>
            <a:srgbClr val="A4A3A4"/>
          </p15:clr>
        </p15:guide>
        <p15:guide id="3" pos="5306">
          <p15:clr>
            <a:srgbClr val="A4A3A4"/>
          </p15:clr>
        </p15:guide>
        <p15:guide id="4" orient="horz" pos="2955">
          <p15:clr>
            <a:srgbClr val="A4A3A4"/>
          </p15:clr>
        </p15:guide>
        <p15:guide id="5" orient="horz" pos="3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24E8"/>
    <a:srgbClr val="DDF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3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556"/>
        <p:guide pos="405"/>
        <p:guide pos="5306"/>
        <p:guide orient="horz" pos="2955"/>
        <p:guide orient="horz" pos="3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commentAuthors" Target="commentAuthor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8579FB-7FD5-474D-B9BF-3929D9C94025}" type="doc">
      <dgm:prSet loTypeId="urn:microsoft.com/office/officeart/2005/8/layout/radial1#1" loCatId="relationship" qsTypeId="urn:microsoft.com/office/officeart/2005/8/quickstyle/simple4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3DC6D287-B60C-4B9C-A8AE-C68DDF523CE4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Some common topics</a:t>
          </a:r>
        </a:p>
      </dgm:t>
    </dgm:pt>
    <dgm:pt modelId="{630ED09A-2F4C-4C59-8801-473BE6C6AF58}" type="parTrans" cxnId="{669A6A0F-841B-444A-9724-4A5019C6C963}">
      <dgm:prSet/>
      <dgm:spPr/>
      <dgm:t>
        <a:bodyPr/>
        <a:lstStyle/>
        <a:p>
          <a:endParaRPr lang="en-US"/>
        </a:p>
      </dgm:t>
    </dgm:pt>
    <dgm:pt modelId="{C032CA49-1D15-45DF-8D93-C2D78356F8B9}" type="sibTrans" cxnId="{669A6A0F-841B-444A-9724-4A5019C6C963}">
      <dgm:prSet/>
      <dgm:spPr/>
      <dgm:t>
        <a:bodyPr/>
        <a:lstStyle/>
        <a:p>
          <a:endParaRPr lang="en-US"/>
        </a:p>
      </dgm:t>
    </dgm:pt>
    <dgm:pt modelId="{1EB9DE47-D922-47BD-863F-08D1333DEDA4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Work issues</a:t>
          </a:r>
        </a:p>
      </dgm:t>
    </dgm:pt>
    <dgm:pt modelId="{A061C975-42CA-4815-B3DD-544299469D0F}" type="parTrans" cxnId="{34E2FA2C-3836-4487-9FAA-F98AE731E8C9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9AF440-3112-4F88-94B9-611F30E3E561}" type="sibTrans" cxnId="{34E2FA2C-3836-4487-9FAA-F98AE731E8C9}">
      <dgm:prSet/>
      <dgm:spPr/>
      <dgm:t>
        <a:bodyPr/>
        <a:lstStyle/>
        <a:p>
          <a:endParaRPr lang="en-US"/>
        </a:p>
      </dgm:t>
    </dgm:pt>
    <dgm:pt modelId="{0F405E8E-BE6F-4EE4-9EFE-BDB49034FE93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Shopping practice </a:t>
          </a:r>
        </a:p>
      </dgm:t>
    </dgm:pt>
    <dgm:pt modelId="{0D45AD3E-16C4-4CE1-B683-2C44D9694F49}" type="parTrans" cxnId="{0C6C5257-35A6-4A21-AE73-401D9E53EB24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EE295D-E1ED-49CD-BB51-480EDC388FE8}" type="sibTrans" cxnId="{0C6C5257-35A6-4A21-AE73-401D9E53EB24}">
      <dgm:prSet/>
      <dgm:spPr/>
      <dgm:t>
        <a:bodyPr/>
        <a:lstStyle/>
        <a:p>
          <a:endParaRPr lang="en-US"/>
        </a:p>
      </dgm:t>
    </dgm:pt>
    <dgm:pt modelId="{AFAD035F-642E-4A98-9F88-5B551BAB47F7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Leisure time activities </a:t>
          </a:r>
        </a:p>
      </dgm:t>
    </dgm:pt>
    <dgm:pt modelId="{30C6849C-2DFA-446A-9AAA-CD914EEF8B2B}" type="parTrans" cxnId="{BC8BA8B7-B5B2-4367-BE82-329E8E55E1AE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F9AEAC-6F3C-4823-B418-9D44BA85A92C}" type="sibTrans" cxnId="{BC8BA8B7-B5B2-4367-BE82-329E8E55E1AE}">
      <dgm:prSet/>
      <dgm:spPr/>
      <dgm:t>
        <a:bodyPr/>
        <a:lstStyle/>
        <a:p>
          <a:endParaRPr lang="en-US"/>
        </a:p>
      </dgm:t>
    </dgm:pt>
    <dgm:pt modelId="{A9E5EB58-A841-45B1-86EC-1B9969A5BB5A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Friendship and family</a:t>
          </a:r>
        </a:p>
      </dgm:t>
    </dgm:pt>
    <dgm:pt modelId="{01AC1B1B-868D-42C3-A9FD-0B39E2F8AEA4}" type="parTrans" cxnId="{513AD9A7-C002-4B49-A48E-3209DA0AF992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CE3ACB-9AA3-4ECE-A489-7B4D64422F4C}" type="sibTrans" cxnId="{513AD9A7-C002-4B49-A48E-3209DA0AF992}">
      <dgm:prSet/>
      <dgm:spPr/>
      <dgm:t>
        <a:bodyPr/>
        <a:lstStyle/>
        <a:p>
          <a:endParaRPr lang="en-US"/>
        </a:p>
      </dgm:t>
    </dgm:pt>
    <dgm:pt modelId="{918361A7-F559-45B4-8CFE-6AE65D3A940F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Travel and transportation choices</a:t>
          </a:r>
        </a:p>
      </dgm:t>
    </dgm:pt>
    <dgm:pt modelId="{3A670670-0CDA-42E8-BFB2-109D04F9A7B4}" type="parTrans" cxnId="{A01E3BA3-B92B-42D4-9AF9-4A59127A6E51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98DE1B-AD28-4768-BA40-87C6160F9755}" type="sibTrans" cxnId="{A01E3BA3-B92B-42D4-9AF9-4A59127A6E51}">
      <dgm:prSet/>
      <dgm:spPr/>
      <dgm:t>
        <a:bodyPr/>
        <a:lstStyle/>
        <a:p>
          <a:endParaRPr lang="en-US"/>
        </a:p>
      </dgm:t>
    </dgm:pt>
    <dgm:pt modelId="{7D9F263F-3C97-4DB3-B32A-7019FEA00D65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EA6527-057D-40BF-ACC7-E74885E6E523}" type="parTrans" cxnId="{F5839F10-F05D-4EAB-98EF-8779C4DAA5E0}">
      <dgm:prSet/>
      <dgm:spPr/>
      <dgm:t>
        <a:bodyPr/>
        <a:lstStyle/>
        <a:p>
          <a:endParaRPr lang="en-US"/>
        </a:p>
      </dgm:t>
    </dgm:pt>
    <dgm:pt modelId="{22EFCED8-03AE-4650-A8C0-6A9BC762839E}" type="sibTrans" cxnId="{F5839F10-F05D-4EAB-98EF-8779C4DAA5E0}">
      <dgm:prSet/>
      <dgm:spPr/>
      <dgm:t>
        <a:bodyPr/>
        <a:lstStyle/>
        <a:p>
          <a:endParaRPr lang="en-US"/>
        </a:p>
      </dgm:t>
    </dgm:pt>
    <dgm:pt modelId="{4EC1DC6D-658E-4AB8-AFD8-B1E60A87F733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453416-23C9-49C5-8545-99138B8D2ACD}" type="parTrans" cxnId="{0E5D5B6C-7A3E-47D6-A931-2F145FAC66B8}">
      <dgm:prSet/>
      <dgm:spPr/>
      <dgm:t>
        <a:bodyPr/>
        <a:lstStyle/>
        <a:p>
          <a:endParaRPr lang="en-US"/>
        </a:p>
      </dgm:t>
    </dgm:pt>
    <dgm:pt modelId="{C9D52E36-0B7B-4FDC-9941-A713DD719F77}" type="sibTrans" cxnId="{0E5D5B6C-7A3E-47D6-A931-2F145FAC66B8}">
      <dgm:prSet/>
      <dgm:spPr/>
      <dgm:t>
        <a:bodyPr/>
        <a:lstStyle/>
        <a:p>
          <a:endParaRPr lang="en-US"/>
        </a:p>
      </dgm:t>
    </dgm:pt>
    <dgm:pt modelId="{0BCC639F-82F7-4BDA-8DE9-4851BD2B6222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F73EA0-E7FB-4AA3-A2F1-7FDEDB54D708}" type="parTrans" cxnId="{B8955529-D478-4BFC-B483-333F0C4FF2A0}">
      <dgm:prSet/>
      <dgm:spPr/>
      <dgm:t>
        <a:bodyPr/>
        <a:lstStyle/>
        <a:p>
          <a:endParaRPr lang="en-US"/>
        </a:p>
      </dgm:t>
    </dgm:pt>
    <dgm:pt modelId="{DA7360F8-9B0B-4626-87E2-01CD4ACC4774}" type="sibTrans" cxnId="{B8955529-D478-4BFC-B483-333F0C4FF2A0}">
      <dgm:prSet/>
      <dgm:spPr/>
      <dgm:t>
        <a:bodyPr/>
        <a:lstStyle/>
        <a:p>
          <a:endParaRPr lang="en-US"/>
        </a:p>
      </dgm:t>
    </dgm:pt>
    <dgm:pt modelId="{C5210A5B-2587-4807-8809-A8BC6DEEF70C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BD26FA-7868-438C-B968-CE6A63751D61}" type="parTrans" cxnId="{5978B7DE-5713-4B60-976F-9CB641B17E41}">
      <dgm:prSet/>
      <dgm:spPr/>
      <dgm:t>
        <a:bodyPr/>
        <a:lstStyle/>
        <a:p>
          <a:endParaRPr lang="en-US"/>
        </a:p>
      </dgm:t>
    </dgm:pt>
    <dgm:pt modelId="{D9C75064-9A31-4D09-9BD3-0B757268213A}" type="sibTrans" cxnId="{5978B7DE-5713-4B60-976F-9CB641B17E41}">
      <dgm:prSet/>
      <dgm:spPr/>
      <dgm:t>
        <a:bodyPr/>
        <a:lstStyle/>
        <a:p>
          <a:endParaRPr lang="en-US"/>
        </a:p>
      </dgm:t>
    </dgm:pt>
    <dgm:pt modelId="{8FE54E60-7075-4A04-B90F-4CA36926E84D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88A4A0-DAA3-41A3-BDBE-922F0977821D}" type="parTrans" cxnId="{21F82787-A054-42EC-95A0-14ECEDAE13BA}">
      <dgm:prSet/>
      <dgm:spPr/>
      <dgm:t>
        <a:bodyPr/>
        <a:lstStyle/>
        <a:p>
          <a:endParaRPr lang="en-US"/>
        </a:p>
      </dgm:t>
    </dgm:pt>
    <dgm:pt modelId="{11B3889D-756D-4999-8F5D-68F74E76A46D}" type="sibTrans" cxnId="{21F82787-A054-42EC-95A0-14ECEDAE13BA}">
      <dgm:prSet/>
      <dgm:spPr/>
      <dgm:t>
        <a:bodyPr/>
        <a:lstStyle/>
        <a:p>
          <a:endParaRPr lang="en-US"/>
        </a:p>
      </dgm:t>
    </dgm:pt>
    <dgm:pt modelId="{CC495AD1-8762-438B-A6DE-003DF4BD3EF0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AC1E5E-8CF3-4F6A-8708-F5DF95F8DAF6}" type="parTrans" cxnId="{F69007C5-4FEE-45CB-B0D7-D16FB69372DE}">
      <dgm:prSet/>
      <dgm:spPr/>
      <dgm:t>
        <a:bodyPr/>
        <a:lstStyle/>
        <a:p>
          <a:endParaRPr lang="en-US"/>
        </a:p>
      </dgm:t>
    </dgm:pt>
    <dgm:pt modelId="{2E50611E-D007-488C-BBCA-103ADB1AAA9E}" type="sibTrans" cxnId="{F69007C5-4FEE-45CB-B0D7-D16FB69372DE}">
      <dgm:prSet/>
      <dgm:spPr/>
      <dgm:t>
        <a:bodyPr/>
        <a:lstStyle/>
        <a:p>
          <a:endParaRPr lang="en-US"/>
        </a:p>
      </dgm:t>
    </dgm:pt>
    <dgm:pt modelId="{BBFCD014-0B99-403A-A817-90E6ADC820DA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1E4D51-1CCC-4338-BF56-8A768A775BE0}" type="parTrans" cxnId="{C277F361-7CAA-443C-BE4C-D2140E69D992}">
      <dgm:prSet/>
      <dgm:spPr/>
      <dgm:t>
        <a:bodyPr/>
        <a:lstStyle/>
        <a:p>
          <a:endParaRPr lang="en-US"/>
        </a:p>
      </dgm:t>
    </dgm:pt>
    <dgm:pt modelId="{A75CB4FE-8B10-4CBC-9DB2-CBCECEBA65D4}" type="sibTrans" cxnId="{C277F361-7CAA-443C-BE4C-D2140E69D992}">
      <dgm:prSet/>
      <dgm:spPr/>
      <dgm:t>
        <a:bodyPr/>
        <a:lstStyle/>
        <a:p>
          <a:endParaRPr lang="en-US"/>
        </a:p>
      </dgm:t>
    </dgm:pt>
    <dgm:pt modelId="{01D4C674-B90A-4D64-B0EF-DDA6EDEE78BA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7DA827-4485-4122-A1A5-B1E25DC5DB5C}" type="parTrans" cxnId="{C8AEAE89-92DF-4D17-BA9E-27115EABEC69}">
      <dgm:prSet/>
      <dgm:spPr/>
      <dgm:t>
        <a:bodyPr/>
        <a:lstStyle/>
        <a:p>
          <a:endParaRPr lang="en-US"/>
        </a:p>
      </dgm:t>
    </dgm:pt>
    <dgm:pt modelId="{51632364-F45E-4926-8652-56E232E786B3}" type="sibTrans" cxnId="{C8AEAE89-92DF-4D17-BA9E-27115EABEC69}">
      <dgm:prSet/>
      <dgm:spPr/>
      <dgm:t>
        <a:bodyPr/>
        <a:lstStyle/>
        <a:p>
          <a:endParaRPr lang="en-US"/>
        </a:p>
      </dgm:t>
    </dgm:pt>
    <dgm:pt modelId="{6FBBA98F-EF6A-4D6C-85DB-77C9E62373AB}" type="pres">
      <dgm:prSet presAssocID="{5A8579FB-7FD5-474D-B9BF-3929D9C9402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BC42EA7-F9BB-42D0-B6E3-C6E894BE3130}" type="pres">
      <dgm:prSet presAssocID="{3DC6D287-B60C-4B9C-A8AE-C68DDF523CE4}" presName="centerShape" presStyleLbl="node0" presStyleIdx="0" presStyleCnt="1"/>
      <dgm:spPr/>
    </dgm:pt>
    <dgm:pt modelId="{8DF20F84-680C-4AD9-A9B6-D578B893CAEB}" type="pres">
      <dgm:prSet presAssocID="{A061C975-42CA-4815-B3DD-544299469D0F}" presName="Name9" presStyleLbl="parChTrans1D2" presStyleIdx="0" presStyleCnt="5"/>
      <dgm:spPr/>
    </dgm:pt>
    <dgm:pt modelId="{DC8B68BF-7C84-46AC-B448-C2E464B488D6}" type="pres">
      <dgm:prSet presAssocID="{A061C975-42CA-4815-B3DD-544299469D0F}" presName="connTx" presStyleLbl="parChTrans1D2" presStyleIdx="0" presStyleCnt="5"/>
      <dgm:spPr/>
    </dgm:pt>
    <dgm:pt modelId="{CD4893EB-8157-4B31-9DD6-4FD83F5A91D0}" type="pres">
      <dgm:prSet presAssocID="{1EB9DE47-D922-47BD-863F-08D1333DEDA4}" presName="node" presStyleLbl="node1" presStyleIdx="0" presStyleCnt="5" custScaleX="143164" custScaleY="96063">
        <dgm:presLayoutVars>
          <dgm:bulletEnabled val="1"/>
        </dgm:presLayoutVars>
      </dgm:prSet>
      <dgm:spPr/>
    </dgm:pt>
    <dgm:pt modelId="{CC7CF69D-D3DB-4F79-AD2C-1D010BFDB275}" type="pres">
      <dgm:prSet presAssocID="{0D45AD3E-16C4-4CE1-B683-2C44D9694F49}" presName="Name9" presStyleLbl="parChTrans1D2" presStyleIdx="1" presStyleCnt="5"/>
      <dgm:spPr/>
    </dgm:pt>
    <dgm:pt modelId="{570DFBBD-5860-4040-8DF6-001F5C9425E6}" type="pres">
      <dgm:prSet presAssocID="{0D45AD3E-16C4-4CE1-B683-2C44D9694F49}" presName="connTx" presStyleLbl="parChTrans1D2" presStyleIdx="1" presStyleCnt="5"/>
      <dgm:spPr/>
    </dgm:pt>
    <dgm:pt modelId="{17CD21C0-A9AE-4D9B-B6C2-EE87DFABD84D}" type="pres">
      <dgm:prSet presAssocID="{0F405E8E-BE6F-4EE4-9EFE-BDB49034FE93}" presName="node" presStyleLbl="node1" presStyleIdx="1" presStyleCnt="5" custScaleX="166067" custScaleY="96063" custRadScaleRad="120875" custRadScaleInc="8855">
        <dgm:presLayoutVars>
          <dgm:bulletEnabled val="1"/>
        </dgm:presLayoutVars>
      </dgm:prSet>
      <dgm:spPr/>
    </dgm:pt>
    <dgm:pt modelId="{E2281F7E-49CB-4E47-8536-310166FDBE01}" type="pres">
      <dgm:prSet presAssocID="{30C6849C-2DFA-446A-9AAA-CD914EEF8B2B}" presName="Name9" presStyleLbl="parChTrans1D2" presStyleIdx="2" presStyleCnt="5"/>
      <dgm:spPr/>
    </dgm:pt>
    <dgm:pt modelId="{9E7A7A25-144C-4D05-A85F-C2BB9D9EFB60}" type="pres">
      <dgm:prSet presAssocID="{30C6849C-2DFA-446A-9AAA-CD914EEF8B2B}" presName="connTx" presStyleLbl="parChTrans1D2" presStyleIdx="2" presStyleCnt="5"/>
      <dgm:spPr/>
    </dgm:pt>
    <dgm:pt modelId="{7C7558C1-1536-49BA-85D6-C1609A47B295}" type="pres">
      <dgm:prSet presAssocID="{AFAD035F-642E-4A98-9F88-5B551BAB47F7}" presName="node" presStyleLbl="node1" presStyleIdx="2" presStyleCnt="5" custScaleX="169554" custScaleY="96063" custRadScaleRad="120248" custRadScaleInc="-53449">
        <dgm:presLayoutVars>
          <dgm:bulletEnabled val="1"/>
        </dgm:presLayoutVars>
      </dgm:prSet>
      <dgm:spPr/>
    </dgm:pt>
    <dgm:pt modelId="{10BA985F-CAF0-4167-9F2D-8CD8A8ADC41A}" type="pres">
      <dgm:prSet presAssocID="{01AC1B1B-868D-42C3-A9FD-0B39E2F8AEA4}" presName="Name9" presStyleLbl="parChTrans1D2" presStyleIdx="3" presStyleCnt="5"/>
      <dgm:spPr/>
    </dgm:pt>
    <dgm:pt modelId="{455C9F56-BA6D-4746-924F-9E76D65B4AEB}" type="pres">
      <dgm:prSet presAssocID="{01AC1B1B-868D-42C3-A9FD-0B39E2F8AEA4}" presName="connTx" presStyleLbl="parChTrans1D2" presStyleIdx="3" presStyleCnt="5"/>
      <dgm:spPr/>
    </dgm:pt>
    <dgm:pt modelId="{2DC43007-928B-439A-9748-FF5B75FB26F4}" type="pres">
      <dgm:prSet presAssocID="{A9E5EB58-A841-45B1-86EC-1B9969A5BB5A}" presName="node" presStyleLbl="node1" presStyleIdx="3" presStyleCnt="5" custScaleX="143164" custScaleY="96063" custRadScaleRad="111678" custRadScaleInc="28182">
        <dgm:presLayoutVars>
          <dgm:bulletEnabled val="1"/>
        </dgm:presLayoutVars>
      </dgm:prSet>
      <dgm:spPr/>
    </dgm:pt>
    <dgm:pt modelId="{54D568C2-81CC-4073-B9AB-A5C21495969A}" type="pres">
      <dgm:prSet presAssocID="{3A670670-0CDA-42E8-BFB2-109D04F9A7B4}" presName="Name9" presStyleLbl="parChTrans1D2" presStyleIdx="4" presStyleCnt="5"/>
      <dgm:spPr/>
    </dgm:pt>
    <dgm:pt modelId="{0172C96B-D982-4FDD-9C69-FD6D6E17A239}" type="pres">
      <dgm:prSet presAssocID="{3A670670-0CDA-42E8-BFB2-109D04F9A7B4}" presName="connTx" presStyleLbl="parChTrans1D2" presStyleIdx="4" presStyleCnt="5"/>
      <dgm:spPr/>
    </dgm:pt>
    <dgm:pt modelId="{DC35435E-E407-4D78-AD58-9F39081F5C69}" type="pres">
      <dgm:prSet presAssocID="{918361A7-F559-45B4-8CFE-6AE65D3A940F}" presName="node" presStyleLbl="node1" presStyleIdx="4" presStyleCnt="5" custScaleX="168151" custScaleY="96063" custRadScaleRad="117731" custRadScaleInc="-6351">
        <dgm:presLayoutVars>
          <dgm:bulletEnabled val="1"/>
        </dgm:presLayoutVars>
      </dgm:prSet>
      <dgm:spPr/>
    </dgm:pt>
  </dgm:ptLst>
  <dgm:cxnLst>
    <dgm:cxn modelId="{ED4CB200-0EE7-47A0-8D7B-9A880ACF1F11}" type="presOf" srcId="{01AC1B1B-868D-42C3-A9FD-0B39E2F8AEA4}" destId="{455C9F56-BA6D-4746-924F-9E76D65B4AEB}" srcOrd="1" destOrd="0" presId="urn:microsoft.com/office/officeart/2005/8/layout/radial1#1"/>
    <dgm:cxn modelId="{CE9B0507-4D9B-4090-AD53-C0B65F0871F1}" type="presOf" srcId="{1EB9DE47-D922-47BD-863F-08D1333DEDA4}" destId="{CD4893EB-8157-4B31-9DD6-4FD83F5A91D0}" srcOrd="0" destOrd="0" presId="urn:microsoft.com/office/officeart/2005/8/layout/radial1#1"/>
    <dgm:cxn modelId="{669A6A0F-841B-444A-9724-4A5019C6C963}" srcId="{5A8579FB-7FD5-474D-B9BF-3929D9C94025}" destId="{3DC6D287-B60C-4B9C-A8AE-C68DDF523CE4}" srcOrd="0" destOrd="0" parTransId="{630ED09A-2F4C-4C59-8801-473BE6C6AF58}" sibTransId="{C032CA49-1D15-45DF-8D93-C2D78356F8B9}"/>
    <dgm:cxn modelId="{F5839F10-F05D-4EAB-98EF-8779C4DAA5E0}" srcId="{5A8579FB-7FD5-474D-B9BF-3929D9C94025}" destId="{7D9F263F-3C97-4DB3-B32A-7019FEA00D65}" srcOrd="1" destOrd="0" parTransId="{F1EA6527-057D-40BF-ACC7-E74885E6E523}" sibTransId="{22EFCED8-03AE-4650-A8C0-6A9BC762839E}"/>
    <dgm:cxn modelId="{0345B916-B6C3-441D-9889-CD58DC8AA1EE}" type="presOf" srcId="{918361A7-F559-45B4-8CFE-6AE65D3A940F}" destId="{DC35435E-E407-4D78-AD58-9F39081F5C69}" srcOrd="0" destOrd="0" presId="urn:microsoft.com/office/officeart/2005/8/layout/radial1#1"/>
    <dgm:cxn modelId="{FF7B3428-A0B1-4823-B893-6800CB2B12D1}" type="presOf" srcId="{A061C975-42CA-4815-B3DD-544299469D0F}" destId="{8DF20F84-680C-4AD9-A9B6-D578B893CAEB}" srcOrd="0" destOrd="0" presId="urn:microsoft.com/office/officeart/2005/8/layout/radial1#1"/>
    <dgm:cxn modelId="{B8955529-D478-4BFC-B483-333F0C4FF2A0}" srcId="{5A8579FB-7FD5-474D-B9BF-3929D9C94025}" destId="{0BCC639F-82F7-4BDA-8DE9-4851BD2B6222}" srcOrd="3" destOrd="0" parTransId="{20F73EA0-E7FB-4AA3-A2F1-7FDEDB54D708}" sibTransId="{DA7360F8-9B0B-4626-87E2-01CD4ACC4774}"/>
    <dgm:cxn modelId="{34E2FA2C-3836-4487-9FAA-F98AE731E8C9}" srcId="{3DC6D287-B60C-4B9C-A8AE-C68DDF523CE4}" destId="{1EB9DE47-D922-47BD-863F-08D1333DEDA4}" srcOrd="0" destOrd="0" parTransId="{A061C975-42CA-4815-B3DD-544299469D0F}" sibTransId="{D59AF440-3112-4F88-94B9-611F30E3E561}"/>
    <dgm:cxn modelId="{471F2C31-4049-4A80-B1A8-BA547CB76147}" type="presOf" srcId="{0F405E8E-BE6F-4EE4-9EFE-BDB49034FE93}" destId="{17CD21C0-A9AE-4D9B-B6C2-EE87DFABD84D}" srcOrd="0" destOrd="0" presId="urn:microsoft.com/office/officeart/2005/8/layout/radial1#1"/>
    <dgm:cxn modelId="{7EE5355E-DA92-4AB3-8EE9-E10E41017E33}" type="presOf" srcId="{5A8579FB-7FD5-474D-B9BF-3929D9C94025}" destId="{6FBBA98F-EF6A-4D6C-85DB-77C9E62373AB}" srcOrd="0" destOrd="0" presId="urn:microsoft.com/office/officeart/2005/8/layout/radial1#1"/>
    <dgm:cxn modelId="{C277F361-7CAA-443C-BE4C-D2140E69D992}" srcId="{CC495AD1-8762-438B-A6DE-003DF4BD3EF0}" destId="{BBFCD014-0B99-403A-A817-90E6ADC820DA}" srcOrd="0" destOrd="0" parTransId="{6D1E4D51-1CCC-4338-BF56-8A768A775BE0}" sibTransId="{A75CB4FE-8B10-4CBC-9DB2-CBCECEBA65D4}"/>
    <dgm:cxn modelId="{4A6AD863-6DF3-4677-873C-8D3646E82E95}" type="presOf" srcId="{01AC1B1B-868D-42C3-A9FD-0B39E2F8AEA4}" destId="{10BA985F-CAF0-4167-9F2D-8CD8A8ADC41A}" srcOrd="0" destOrd="0" presId="urn:microsoft.com/office/officeart/2005/8/layout/radial1#1"/>
    <dgm:cxn modelId="{6E33E86A-2CDD-40DB-8773-2A83B333DDC6}" type="presOf" srcId="{3DC6D287-B60C-4B9C-A8AE-C68DDF523CE4}" destId="{2BC42EA7-F9BB-42D0-B6E3-C6E894BE3130}" srcOrd="0" destOrd="0" presId="urn:microsoft.com/office/officeart/2005/8/layout/radial1#1"/>
    <dgm:cxn modelId="{0E5D5B6C-7A3E-47D6-A931-2F145FAC66B8}" srcId="{5A8579FB-7FD5-474D-B9BF-3929D9C94025}" destId="{4EC1DC6D-658E-4AB8-AFD8-B1E60A87F733}" srcOrd="2" destOrd="0" parTransId="{AB453416-23C9-49C5-8545-99138B8D2ACD}" sibTransId="{C9D52E36-0B7B-4FDC-9941-A713DD719F77}"/>
    <dgm:cxn modelId="{0C6C5257-35A6-4A21-AE73-401D9E53EB24}" srcId="{3DC6D287-B60C-4B9C-A8AE-C68DDF523CE4}" destId="{0F405E8E-BE6F-4EE4-9EFE-BDB49034FE93}" srcOrd="1" destOrd="0" parTransId="{0D45AD3E-16C4-4CE1-B683-2C44D9694F49}" sibTransId="{D4EE295D-E1ED-49CD-BB51-480EDC388FE8}"/>
    <dgm:cxn modelId="{21F82787-A054-42EC-95A0-14ECEDAE13BA}" srcId="{0BCC639F-82F7-4BDA-8DE9-4851BD2B6222}" destId="{8FE54E60-7075-4A04-B90F-4CA36926E84D}" srcOrd="1" destOrd="0" parTransId="{FA88A4A0-DAA3-41A3-BDBE-922F0977821D}" sibTransId="{11B3889D-756D-4999-8F5D-68F74E76A46D}"/>
    <dgm:cxn modelId="{C8AEAE89-92DF-4D17-BA9E-27115EABEC69}" srcId="{CC495AD1-8762-438B-A6DE-003DF4BD3EF0}" destId="{01D4C674-B90A-4D64-B0EF-DDA6EDEE78BA}" srcOrd="1" destOrd="0" parTransId="{197DA827-4485-4122-A1A5-B1E25DC5DB5C}" sibTransId="{51632364-F45E-4926-8652-56E232E786B3}"/>
    <dgm:cxn modelId="{56BDDC8C-3346-4DDE-B3B3-3275B5E8A101}" type="presOf" srcId="{A061C975-42CA-4815-B3DD-544299469D0F}" destId="{DC8B68BF-7C84-46AC-B448-C2E464B488D6}" srcOrd="1" destOrd="0" presId="urn:microsoft.com/office/officeart/2005/8/layout/radial1#1"/>
    <dgm:cxn modelId="{1208019F-22FE-4937-9066-DEEA415E0E69}" type="presOf" srcId="{0D45AD3E-16C4-4CE1-B683-2C44D9694F49}" destId="{CC7CF69D-D3DB-4F79-AD2C-1D010BFDB275}" srcOrd="0" destOrd="0" presId="urn:microsoft.com/office/officeart/2005/8/layout/radial1#1"/>
    <dgm:cxn modelId="{A01E3BA3-B92B-42D4-9AF9-4A59127A6E51}" srcId="{3DC6D287-B60C-4B9C-A8AE-C68DDF523CE4}" destId="{918361A7-F559-45B4-8CFE-6AE65D3A940F}" srcOrd="4" destOrd="0" parTransId="{3A670670-0CDA-42E8-BFB2-109D04F9A7B4}" sibTransId="{C098DE1B-AD28-4768-BA40-87C6160F9755}"/>
    <dgm:cxn modelId="{2B1F9EA6-4B81-4791-868C-B2D301389C68}" type="presOf" srcId="{30C6849C-2DFA-446A-9AAA-CD914EEF8B2B}" destId="{E2281F7E-49CB-4E47-8536-310166FDBE01}" srcOrd="0" destOrd="0" presId="urn:microsoft.com/office/officeart/2005/8/layout/radial1#1"/>
    <dgm:cxn modelId="{513AD9A7-C002-4B49-A48E-3209DA0AF992}" srcId="{3DC6D287-B60C-4B9C-A8AE-C68DDF523CE4}" destId="{A9E5EB58-A841-45B1-86EC-1B9969A5BB5A}" srcOrd="3" destOrd="0" parTransId="{01AC1B1B-868D-42C3-A9FD-0B39E2F8AEA4}" sibTransId="{32CE3ACB-9AA3-4ECE-A489-7B4D64422F4C}"/>
    <dgm:cxn modelId="{BC8BA8B7-B5B2-4367-BE82-329E8E55E1AE}" srcId="{3DC6D287-B60C-4B9C-A8AE-C68DDF523CE4}" destId="{AFAD035F-642E-4A98-9F88-5B551BAB47F7}" srcOrd="2" destOrd="0" parTransId="{30C6849C-2DFA-446A-9AAA-CD914EEF8B2B}" sibTransId="{ECF9AEAC-6F3C-4823-B418-9D44BA85A92C}"/>
    <dgm:cxn modelId="{6B06D2C0-CA2A-4F38-B2B5-439F6E4AC981}" type="presOf" srcId="{AFAD035F-642E-4A98-9F88-5B551BAB47F7}" destId="{7C7558C1-1536-49BA-85D6-C1609A47B295}" srcOrd="0" destOrd="0" presId="urn:microsoft.com/office/officeart/2005/8/layout/radial1#1"/>
    <dgm:cxn modelId="{8FA2D2C1-5FED-4CC1-8CBF-D709B3C53AC7}" type="presOf" srcId="{3A670670-0CDA-42E8-BFB2-109D04F9A7B4}" destId="{54D568C2-81CC-4073-B9AB-A5C21495969A}" srcOrd="0" destOrd="0" presId="urn:microsoft.com/office/officeart/2005/8/layout/radial1#1"/>
    <dgm:cxn modelId="{366378C2-2D0E-4453-841F-4C2CB99D9DED}" type="presOf" srcId="{A9E5EB58-A841-45B1-86EC-1B9969A5BB5A}" destId="{2DC43007-928B-439A-9748-FF5B75FB26F4}" srcOrd="0" destOrd="0" presId="urn:microsoft.com/office/officeart/2005/8/layout/radial1#1"/>
    <dgm:cxn modelId="{F69007C5-4FEE-45CB-B0D7-D16FB69372DE}" srcId="{5A8579FB-7FD5-474D-B9BF-3929D9C94025}" destId="{CC495AD1-8762-438B-A6DE-003DF4BD3EF0}" srcOrd="4" destOrd="0" parTransId="{83AC1E5E-8CF3-4F6A-8708-F5DF95F8DAF6}" sibTransId="{2E50611E-D007-488C-BBCA-103ADB1AAA9E}"/>
    <dgm:cxn modelId="{5978B7DE-5713-4B60-976F-9CB641B17E41}" srcId="{0BCC639F-82F7-4BDA-8DE9-4851BD2B6222}" destId="{C5210A5B-2587-4807-8809-A8BC6DEEF70C}" srcOrd="0" destOrd="0" parTransId="{69BD26FA-7868-438C-B968-CE6A63751D61}" sibTransId="{D9C75064-9A31-4D09-9BD3-0B757268213A}"/>
    <dgm:cxn modelId="{BC0C85E2-53B1-4770-A2C0-81BF0002A762}" type="presOf" srcId="{3A670670-0CDA-42E8-BFB2-109D04F9A7B4}" destId="{0172C96B-D982-4FDD-9C69-FD6D6E17A239}" srcOrd="1" destOrd="0" presId="urn:microsoft.com/office/officeart/2005/8/layout/radial1#1"/>
    <dgm:cxn modelId="{18BECAED-A60D-4E5F-9C71-9A71726EEBF4}" type="presOf" srcId="{30C6849C-2DFA-446A-9AAA-CD914EEF8B2B}" destId="{9E7A7A25-144C-4D05-A85F-C2BB9D9EFB60}" srcOrd="1" destOrd="0" presId="urn:microsoft.com/office/officeart/2005/8/layout/radial1#1"/>
    <dgm:cxn modelId="{368CBEFC-2503-44C7-8480-947AE6E0EF0B}" type="presOf" srcId="{0D45AD3E-16C4-4CE1-B683-2C44D9694F49}" destId="{570DFBBD-5860-4040-8DF6-001F5C9425E6}" srcOrd="1" destOrd="0" presId="urn:microsoft.com/office/officeart/2005/8/layout/radial1#1"/>
    <dgm:cxn modelId="{0EFBCB33-20D3-4E35-B6C8-84C44F6986AA}" type="presParOf" srcId="{6FBBA98F-EF6A-4D6C-85DB-77C9E62373AB}" destId="{2BC42EA7-F9BB-42D0-B6E3-C6E894BE3130}" srcOrd="0" destOrd="0" presId="urn:microsoft.com/office/officeart/2005/8/layout/radial1#1"/>
    <dgm:cxn modelId="{5BCD3E8F-E035-4768-98A4-E7E9FC3E1F27}" type="presParOf" srcId="{6FBBA98F-EF6A-4D6C-85DB-77C9E62373AB}" destId="{8DF20F84-680C-4AD9-A9B6-D578B893CAEB}" srcOrd="1" destOrd="0" presId="urn:microsoft.com/office/officeart/2005/8/layout/radial1#1"/>
    <dgm:cxn modelId="{C3DC6B51-361E-40A4-ABAC-683776078106}" type="presParOf" srcId="{8DF20F84-680C-4AD9-A9B6-D578B893CAEB}" destId="{DC8B68BF-7C84-46AC-B448-C2E464B488D6}" srcOrd="0" destOrd="0" presId="urn:microsoft.com/office/officeart/2005/8/layout/radial1#1"/>
    <dgm:cxn modelId="{FEEB263A-D714-41FE-84E9-EB8BE1823C2D}" type="presParOf" srcId="{6FBBA98F-EF6A-4D6C-85DB-77C9E62373AB}" destId="{CD4893EB-8157-4B31-9DD6-4FD83F5A91D0}" srcOrd="2" destOrd="0" presId="urn:microsoft.com/office/officeart/2005/8/layout/radial1#1"/>
    <dgm:cxn modelId="{7EBC19A3-E958-4E94-95EC-1F45221C9FCA}" type="presParOf" srcId="{6FBBA98F-EF6A-4D6C-85DB-77C9E62373AB}" destId="{CC7CF69D-D3DB-4F79-AD2C-1D010BFDB275}" srcOrd="3" destOrd="0" presId="urn:microsoft.com/office/officeart/2005/8/layout/radial1#1"/>
    <dgm:cxn modelId="{C0FFCCAB-5BB9-4AC3-B2A8-6C4E9171E877}" type="presParOf" srcId="{CC7CF69D-D3DB-4F79-AD2C-1D010BFDB275}" destId="{570DFBBD-5860-4040-8DF6-001F5C9425E6}" srcOrd="0" destOrd="0" presId="urn:microsoft.com/office/officeart/2005/8/layout/radial1#1"/>
    <dgm:cxn modelId="{5D017255-FAB0-487B-85A2-EABA299E328A}" type="presParOf" srcId="{6FBBA98F-EF6A-4D6C-85DB-77C9E62373AB}" destId="{17CD21C0-A9AE-4D9B-B6C2-EE87DFABD84D}" srcOrd="4" destOrd="0" presId="urn:microsoft.com/office/officeart/2005/8/layout/radial1#1"/>
    <dgm:cxn modelId="{855762A6-7F09-453C-BB2D-507856EF9550}" type="presParOf" srcId="{6FBBA98F-EF6A-4D6C-85DB-77C9E62373AB}" destId="{E2281F7E-49CB-4E47-8536-310166FDBE01}" srcOrd="5" destOrd="0" presId="urn:microsoft.com/office/officeart/2005/8/layout/radial1#1"/>
    <dgm:cxn modelId="{59C0F816-2B61-4945-BF74-22D79DD27B8C}" type="presParOf" srcId="{E2281F7E-49CB-4E47-8536-310166FDBE01}" destId="{9E7A7A25-144C-4D05-A85F-C2BB9D9EFB60}" srcOrd="0" destOrd="0" presId="urn:microsoft.com/office/officeart/2005/8/layout/radial1#1"/>
    <dgm:cxn modelId="{3B3BB939-ABC7-4762-B43C-BAF40643809C}" type="presParOf" srcId="{6FBBA98F-EF6A-4D6C-85DB-77C9E62373AB}" destId="{7C7558C1-1536-49BA-85D6-C1609A47B295}" srcOrd="6" destOrd="0" presId="urn:microsoft.com/office/officeart/2005/8/layout/radial1#1"/>
    <dgm:cxn modelId="{FC55EAF5-1563-429B-ACAD-BD6B43019D60}" type="presParOf" srcId="{6FBBA98F-EF6A-4D6C-85DB-77C9E62373AB}" destId="{10BA985F-CAF0-4167-9F2D-8CD8A8ADC41A}" srcOrd="7" destOrd="0" presId="urn:microsoft.com/office/officeart/2005/8/layout/radial1#1"/>
    <dgm:cxn modelId="{12E940C8-DAC7-49B4-BDC5-01B86CFEB337}" type="presParOf" srcId="{10BA985F-CAF0-4167-9F2D-8CD8A8ADC41A}" destId="{455C9F56-BA6D-4746-924F-9E76D65B4AEB}" srcOrd="0" destOrd="0" presId="urn:microsoft.com/office/officeart/2005/8/layout/radial1#1"/>
    <dgm:cxn modelId="{2CC25780-B84E-4715-9622-46912D3C17F2}" type="presParOf" srcId="{6FBBA98F-EF6A-4D6C-85DB-77C9E62373AB}" destId="{2DC43007-928B-439A-9748-FF5B75FB26F4}" srcOrd="8" destOrd="0" presId="urn:microsoft.com/office/officeart/2005/8/layout/radial1#1"/>
    <dgm:cxn modelId="{5F07A14E-48B3-481B-B9E8-390BBAA10EB6}" type="presParOf" srcId="{6FBBA98F-EF6A-4D6C-85DB-77C9E62373AB}" destId="{54D568C2-81CC-4073-B9AB-A5C21495969A}" srcOrd="9" destOrd="0" presId="urn:microsoft.com/office/officeart/2005/8/layout/radial1#1"/>
    <dgm:cxn modelId="{C547106E-2C78-410F-985A-D70304A86514}" type="presParOf" srcId="{54D568C2-81CC-4073-B9AB-A5C21495969A}" destId="{0172C96B-D982-4FDD-9C69-FD6D6E17A239}" srcOrd="0" destOrd="0" presId="urn:microsoft.com/office/officeart/2005/8/layout/radial1#1"/>
    <dgm:cxn modelId="{4D004D38-C60A-4931-8BBE-B84F2068B0C6}" type="presParOf" srcId="{6FBBA98F-EF6A-4D6C-85DB-77C9E62373AB}" destId="{DC35435E-E407-4D78-AD58-9F39081F5C69}" srcOrd="10" destOrd="0" presId="urn:microsoft.com/office/officeart/2005/8/layout/radial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8579FB-7FD5-474D-B9BF-3929D9C94025}" type="doc">
      <dgm:prSet loTypeId="urn:microsoft.com/office/officeart/2005/8/layout/radial1#2" loCatId="relationship" qsTypeId="urn:microsoft.com/office/officeart/2005/8/quickstyle/simple4#2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3DC6D287-B60C-4B9C-A8AE-C68DDF523CE4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vi-VN" sz="24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Brainstorm ideas</a:t>
          </a:r>
        </a:p>
      </dgm:t>
    </dgm:pt>
    <dgm:pt modelId="{630ED09A-2F4C-4C59-8801-473BE6C6AF58}" type="parTrans" cxnId="{9F37D27C-E498-482B-ADC9-B2119B2D0E14}">
      <dgm:prSet/>
      <dgm:spPr/>
      <dgm:t>
        <a:bodyPr/>
        <a:lstStyle/>
        <a:p>
          <a:endParaRPr lang="en-US"/>
        </a:p>
      </dgm:t>
    </dgm:pt>
    <dgm:pt modelId="{C032CA49-1D15-45DF-8D93-C2D78356F8B9}" type="sibTrans" cxnId="{9F37D27C-E498-482B-ADC9-B2119B2D0E14}">
      <dgm:prSet/>
      <dgm:spPr/>
      <dgm:t>
        <a:bodyPr/>
        <a:lstStyle/>
        <a:p>
          <a:endParaRPr lang="en-US"/>
        </a:p>
      </dgm:t>
    </dgm:pt>
    <dgm:pt modelId="{1EB9DE47-D922-47BD-863F-08D1333DEDA4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What is my position?</a:t>
          </a:r>
        </a:p>
      </dgm:t>
    </dgm:pt>
    <dgm:pt modelId="{A061C975-42CA-4815-B3DD-544299469D0F}" type="parTrans" cxnId="{18EC26B0-B0E5-4098-A558-1978BF70DEA0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59AF440-3112-4F88-94B9-611F30E3E561}" type="sibTrans" cxnId="{18EC26B0-B0E5-4098-A558-1978BF70DEA0}">
      <dgm:prSet/>
      <dgm:spPr/>
      <dgm:t>
        <a:bodyPr/>
        <a:lstStyle/>
        <a:p>
          <a:endParaRPr lang="en-US"/>
        </a:p>
      </dgm:t>
    </dgm:pt>
    <dgm:pt modelId="{0F405E8E-BE6F-4EE4-9EFE-BDB49034FE93}">
      <dgm:prSet phldrT="[Text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What is my thesis</a:t>
          </a:r>
        </a:p>
      </dgm:t>
    </dgm:pt>
    <dgm:pt modelId="{0D45AD3E-16C4-4CE1-B683-2C44D9694F49}" type="parTrans" cxnId="{D39E237D-ED53-4DB5-A139-1CF51304C1DB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EE295D-E1ED-49CD-BB51-480EDC388FE8}" type="sibTrans" cxnId="{D39E237D-ED53-4DB5-A139-1CF51304C1DB}">
      <dgm:prSet/>
      <dgm:spPr/>
      <dgm:t>
        <a:bodyPr/>
        <a:lstStyle/>
        <a:p>
          <a:endParaRPr lang="en-US"/>
        </a:p>
      </dgm:t>
    </dgm:pt>
    <dgm:pt modelId="{AFAD035F-642E-4A98-9F88-5B551BAB47F7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What I want to say?</a:t>
          </a:r>
        </a:p>
      </dgm:t>
    </dgm:pt>
    <dgm:pt modelId="{30C6849C-2DFA-446A-9AAA-CD914EEF8B2B}" type="parTrans" cxnId="{9CE6F02A-ED95-446E-BC9A-D65024E64135}">
      <dgm:prSet custT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F9AEAC-6F3C-4823-B418-9D44BA85A92C}" type="sibTrans" cxnId="{9CE6F02A-ED95-446E-BC9A-D65024E64135}">
      <dgm:prSet/>
      <dgm:spPr/>
      <dgm:t>
        <a:bodyPr/>
        <a:lstStyle/>
        <a:p>
          <a:endParaRPr lang="en-US"/>
        </a:p>
      </dgm:t>
    </dgm:pt>
    <dgm:pt modelId="{7D9F263F-3C97-4DB3-B32A-7019FEA00D65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1EA6527-057D-40BF-ACC7-E74885E6E523}" type="parTrans" cxnId="{7FC19DF8-F34B-4865-B2D6-4A2F6F660698}">
      <dgm:prSet/>
      <dgm:spPr/>
      <dgm:t>
        <a:bodyPr/>
        <a:lstStyle/>
        <a:p>
          <a:endParaRPr lang="en-US"/>
        </a:p>
      </dgm:t>
    </dgm:pt>
    <dgm:pt modelId="{22EFCED8-03AE-4650-A8C0-6A9BC762839E}" type="sibTrans" cxnId="{7FC19DF8-F34B-4865-B2D6-4A2F6F660698}">
      <dgm:prSet/>
      <dgm:spPr/>
      <dgm:t>
        <a:bodyPr/>
        <a:lstStyle/>
        <a:p>
          <a:endParaRPr lang="en-US"/>
        </a:p>
      </dgm:t>
    </dgm:pt>
    <dgm:pt modelId="{4EC1DC6D-658E-4AB8-AFD8-B1E60A87F733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453416-23C9-49C5-8545-99138B8D2ACD}" type="parTrans" cxnId="{01C8A7CA-3687-4EA6-8EF0-61E5FA994990}">
      <dgm:prSet/>
      <dgm:spPr/>
      <dgm:t>
        <a:bodyPr/>
        <a:lstStyle/>
        <a:p>
          <a:endParaRPr lang="en-US"/>
        </a:p>
      </dgm:t>
    </dgm:pt>
    <dgm:pt modelId="{C9D52E36-0B7B-4FDC-9941-A713DD719F77}" type="sibTrans" cxnId="{01C8A7CA-3687-4EA6-8EF0-61E5FA994990}">
      <dgm:prSet/>
      <dgm:spPr/>
      <dgm:t>
        <a:bodyPr/>
        <a:lstStyle/>
        <a:p>
          <a:endParaRPr lang="en-US"/>
        </a:p>
      </dgm:t>
    </dgm:pt>
    <dgm:pt modelId="{0BCC639F-82F7-4BDA-8DE9-4851BD2B6222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F73EA0-E7FB-4AA3-A2F1-7FDEDB54D708}" type="parTrans" cxnId="{F7FE489E-51D4-4D13-843D-637A5D3BFFF8}">
      <dgm:prSet/>
      <dgm:spPr/>
      <dgm:t>
        <a:bodyPr/>
        <a:lstStyle/>
        <a:p>
          <a:endParaRPr lang="en-US"/>
        </a:p>
      </dgm:t>
    </dgm:pt>
    <dgm:pt modelId="{DA7360F8-9B0B-4626-87E2-01CD4ACC4774}" type="sibTrans" cxnId="{F7FE489E-51D4-4D13-843D-637A5D3BFFF8}">
      <dgm:prSet/>
      <dgm:spPr/>
      <dgm:t>
        <a:bodyPr/>
        <a:lstStyle/>
        <a:p>
          <a:endParaRPr lang="en-US"/>
        </a:p>
      </dgm:t>
    </dgm:pt>
    <dgm:pt modelId="{C5210A5B-2587-4807-8809-A8BC6DEEF70C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BD26FA-7868-438C-B968-CE6A63751D61}" type="parTrans" cxnId="{488C853D-FB31-45B8-B628-F9C5F67EB4FB}">
      <dgm:prSet/>
      <dgm:spPr/>
      <dgm:t>
        <a:bodyPr/>
        <a:lstStyle/>
        <a:p>
          <a:endParaRPr lang="en-US"/>
        </a:p>
      </dgm:t>
    </dgm:pt>
    <dgm:pt modelId="{D9C75064-9A31-4D09-9BD3-0B757268213A}" type="sibTrans" cxnId="{488C853D-FB31-45B8-B628-F9C5F67EB4FB}">
      <dgm:prSet/>
      <dgm:spPr/>
      <dgm:t>
        <a:bodyPr/>
        <a:lstStyle/>
        <a:p>
          <a:endParaRPr lang="en-US"/>
        </a:p>
      </dgm:t>
    </dgm:pt>
    <dgm:pt modelId="{8FE54E60-7075-4A04-B90F-4CA36926E84D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88A4A0-DAA3-41A3-BDBE-922F0977821D}" type="parTrans" cxnId="{BD264331-9048-47B0-BC72-3B31B0A3714E}">
      <dgm:prSet/>
      <dgm:spPr/>
      <dgm:t>
        <a:bodyPr/>
        <a:lstStyle/>
        <a:p>
          <a:endParaRPr lang="en-US"/>
        </a:p>
      </dgm:t>
    </dgm:pt>
    <dgm:pt modelId="{11B3889D-756D-4999-8F5D-68F74E76A46D}" type="sibTrans" cxnId="{BD264331-9048-47B0-BC72-3B31B0A3714E}">
      <dgm:prSet/>
      <dgm:spPr/>
      <dgm:t>
        <a:bodyPr/>
        <a:lstStyle/>
        <a:p>
          <a:endParaRPr lang="en-US"/>
        </a:p>
      </dgm:t>
    </dgm:pt>
    <dgm:pt modelId="{CC495AD1-8762-438B-A6DE-003DF4BD3EF0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AC1E5E-8CF3-4F6A-8708-F5DF95F8DAF6}" type="parTrans" cxnId="{2979C3A0-362A-4DD1-BE80-0E1BF06EF31F}">
      <dgm:prSet/>
      <dgm:spPr/>
      <dgm:t>
        <a:bodyPr/>
        <a:lstStyle/>
        <a:p>
          <a:endParaRPr lang="en-US"/>
        </a:p>
      </dgm:t>
    </dgm:pt>
    <dgm:pt modelId="{2E50611E-D007-488C-BBCA-103ADB1AAA9E}" type="sibTrans" cxnId="{2979C3A0-362A-4DD1-BE80-0E1BF06EF31F}">
      <dgm:prSet/>
      <dgm:spPr/>
      <dgm:t>
        <a:bodyPr/>
        <a:lstStyle/>
        <a:p>
          <a:endParaRPr lang="en-US"/>
        </a:p>
      </dgm:t>
    </dgm:pt>
    <dgm:pt modelId="{BBFCD014-0B99-403A-A817-90E6ADC820DA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1E4D51-1CCC-4338-BF56-8A768A775BE0}" type="parTrans" cxnId="{31BFB54D-8D1B-4937-AFD4-933B59C1F06A}">
      <dgm:prSet/>
      <dgm:spPr/>
      <dgm:t>
        <a:bodyPr/>
        <a:lstStyle/>
        <a:p>
          <a:endParaRPr lang="en-US"/>
        </a:p>
      </dgm:t>
    </dgm:pt>
    <dgm:pt modelId="{A75CB4FE-8B10-4CBC-9DB2-CBCECEBA65D4}" type="sibTrans" cxnId="{31BFB54D-8D1B-4937-AFD4-933B59C1F06A}">
      <dgm:prSet/>
      <dgm:spPr/>
      <dgm:t>
        <a:bodyPr/>
        <a:lstStyle/>
        <a:p>
          <a:endParaRPr lang="en-US"/>
        </a:p>
      </dgm:t>
    </dgm:pt>
    <dgm:pt modelId="{01D4C674-B90A-4D64-B0EF-DDA6EDEE78BA}">
      <dgm:prSet phldrT="[Text]" phldr="1"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7DA827-4485-4122-A1A5-B1E25DC5DB5C}" type="parTrans" cxnId="{6B9D42DB-72D7-4F00-B261-5F9B9844C447}">
      <dgm:prSet/>
      <dgm:spPr/>
      <dgm:t>
        <a:bodyPr/>
        <a:lstStyle/>
        <a:p>
          <a:endParaRPr lang="en-US"/>
        </a:p>
      </dgm:t>
    </dgm:pt>
    <dgm:pt modelId="{51632364-F45E-4926-8652-56E232E786B3}" type="sibTrans" cxnId="{6B9D42DB-72D7-4F00-B261-5F9B9844C447}">
      <dgm:prSet/>
      <dgm:spPr/>
      <dgm:t>
        <a:bodyPr/>
        <a:lstStyle/>
        <a:p>
          <a:endParaRPr lang="en-US"/>
        </a:p>
      </dgm:t>
    </dgm:pt>
    <dgm:pt modelId="{6FBBA98F-EF6A-4D6C-85DB-77C9E62373AB}" type="pres">
      <dgm:prSet presAssocID="{5A8579FB-7FD5-474D-B9BF-3929D9C94025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2BC42EA7-F9BB-42D0-B6E3-C6E894BE3130}" type="pres">
      <dgm:prSet presAssocID="{3DC6D287-B60C-4B9C-A8AE-C68DDF523CE4}" presName="centerShape" presStyleLbl="node0" presStyleIdx="0" presStyleCnt="1" custScaleX="215017" custScaleY="92134"/>
      <dgm:spPr/>
    </dgm:pt>
    <dgm:pt modelId="{8DF20F84-680C-4AD9-A9B6-D578B893CAEB}" type="pres">
      <dgm:prSet presAssocID="{A061C975-42CA-4815-B3DD-544299469D0F}" presName="Name9" presStyleLbl="parChTrans1D2" presStyleIdx="0" presStyleCnt="3"/>
      <dgm:spPr/>
    </dgm:pt>
    <dgm:pt modelId="{DC8B68BF-7C84-46AC-B448-C2E464B488D6}" type="pres">
      <dgm:prSet presAssocID="{A061C975-42CA-4815-B3DD-544299469D0F}" presName="connTx" presStyleLbl="parChTrans1D2" presStyleIdx="0" presStyleCnt="3"/>
      <dgm:spPr/>
    </dgm:pt>
    <dgm:pt modelId="{CD4893EB-8157-4B31-9DD6-4FD83F5A91D0}" type="pres">
      <dgm:prSet presAssocID="{1EB9DE47-D922-47BD-863F-08D1333DEDA4}" presName="node" presStyleLbl="node1" presStyleIdx="0" presStyleCnt="3" custScaleX="189640">
        <dgm:presLayoutVars>
          <dgm:bulletEnabled val="1"/>
        </dgm:presLayoutVars>
      </dgm:prSet>
      <dgm:spPr/>
    </dgm:pt>
    <dgm:pt modelId="{CC7CF69D-D3DB-4F79-AD2C-1D010BFDB275}" type="pres">
      <dgm:prSet presAssocID="{0D45AD3E-16C4-4CE1-B683-2C44D9694F49}" presName="Name9" presStyleLbl="parChTrans1D2" presStyleIdx="1" presStyleCnt="3"/>
      <dgm:spPr/>
    </dgm:pt>
    <dgm:pt modelId="{570DFBBD-5860-4040-8DF6-001F5C9425E6}" type="pres">
      <dgm:prSet presAssocID="{0D45AD3E-16C4-4CE1-B683-2C44D9694F49}" presName="connTx" presStyleLbl="parChTrans1D2" presStyleIdx="1" presStyleCnt="3"/>
      <dgm:spPr/>
    </dgm:pt>
    <dgm:pt modelId="{17CD21C0-A9AE-4D9B-B6C2-EE87DFABD84D}" type="pres">
      <dgm:prSet presAssocID="{0F405E8E-BE6F-4EE4-9EFE-BDB49034FE93}" presName="node" presStyleLbl="node1" presStyleIdx="1" presStyleCnt="3" custScaleX="205712" custRadScaleRad="153521" custRadScaleInc="-20888">
        <dgm:presLayoutVars>
          <dgm:bulletEnabled val="1"/>
        </dgm:presLayoutVars>
      </dgm:prSet>
      <dgm:spPr/>
    </dgm:pt>
    <dgm:pt modelId="{E2281F7E-49CB-4E47-8536-310166FDBE01}" type="pres">
      <dgm:prSet presAssocID="{30C6849C-2DFA-446A-9AAA-CD914EEF8B2B}" presName="Name9" presStyleLbl="parChTrans1D2" presStyleIdx="2" presStyleCnt="3"/>
      <dgm:spPr/>
    </dgm:pt>
    <dgm:pt modelId="{9E7A7A25-144C-4D05-A85F-C2BB9D9EFB60}" type="pres">
      <dgm:prSet presAssocID="{30C6849C-2DFA-446A-9AAA-CD914EEF8B2B}" presName="connTx" presStyleLbl="parChTrans1D2" presStyleIdx="2" presStyleCnt="3"/>
      <dgm:spPr/>
    </dgm:pt>
    <dgm:pt modelId="{7C7558C1-1536-49BA-85D6-C1609A47B295}" type="pres">
      <dgm:prSet presAssocID="{AFAD035F-642E-4A98-9F88-5B551BAB47F7}" presName="node" presStyleLbl="node1" presStyleIdx="2" presStyleCnt="3" custScaleX="207236" custRadScaleRad="170507" custRadScaleInc="23867">
        <dgm:presLayoutVars>
          <dgm:bulletEnabled val="1"/>
        </dgm:presLayoutVars>
      </dgm:prSet>
      <dgm:spPr/>
    </dgm:pt>
  </dgm:ptLst>
  <dgm:cxnLst>
    <dgm:cxn modelId="{C14CC71B-420D-4CA8-A71C-19A5AB00A452}" type="presOf" srcId="{0F405E8E-BE6F-4EE4-9EFE-BDB49034FE93}" destId="{17CD21C0-A9AE-4D9B-B6C2-EE87DFABD84D}" srcOrd="0" destOrd="0" presId="urn:microsoft.com/office/officeart/2005/8/layout/radial1#2"/>
    <dgm:cxn modelId="{9CE6F02A-ED95-446E-BC9A-D65024E64135}" srcId="{3DC6D287-B60C-4B9C-A8AE-C68DDF523CE4}" destId="{AFAD035F-642E-4A98-9F88-5B551BAB47F7}" srcOrd="2" destOrd="0" parTransId="{30C6849C-2DFA-446A-9AAA-CD914EEF8B2B}" sibTransId="{ECF9AEAC-6F3C-4823-B418-9D44BA85A92C}"/>
    <dgm:cxn modelId="{BD264331-9048-47B0-BC72-3B31B0A3714E}" srcId="{0BCC639F-82F7-4BDA-8DE9-4851BD2B6222}" destId="{8FE54E60-7075-4A04-B90F-4CA36926E84D}" srcOrd="1" destOrd="0" parTransId="{FA88A4A0-DAA3-41A3-BDBE-922F0977821D}" sibTransId="{11B3889D-756D-4999-8F5D-68F74E76A46D}"/>
    <dgm:cxn modelId="{5AF5C333-369F-4A13-97E3-68A64466335C}" type="presOf" srcId="{0D45AD3E-16C4-4CE1-B683-2C44D9694F49}" destId="{570DFBBD-5860-4040-8DF6-001F5C9425E6}" srcOrd="1" destOrd="0" presId="urn:microsoft.com/office/officeart/2005/8/layout/radial1#2"/>
    <dgm:cxn modelId="{F4A11A38-A4EA-4013-88B6-FBF92C18F5AD}" type="presOf" srcId="{A061C975-42CA-4815-B3DD-544299469D0F}" destId="{8DF20F84-680C-4AD9-A9B6-D578B893CAEB}" srcOrd="0" destOrd="0" presId="urn:microsoft.com/office/officeart/2005/8/layout/radial1#2"/>
    <dgm:cxn modelId="{F6B6F03C-A9F5-4F2F-973F-BD962C4C0BD5}" type="presOf" srcId="{A061C975-42CA-4815-B3DD-544299469D0F}" destId="{DC8B68BF-7C84-46AC-B448-C2E464B488D6}" srcOrd="1" destOrd="0" presId="urn:microsoft.com/office/officeart/2005/8/layout/radial1#2"/>
    <dgm:cxn modelId="{488C853D-FB31-45B8-B628-F9C5F67EB4FB}" srcId="{0BCC639F-82F7-4BDA-8DE9-4851BD2B6222}" destId="{C5210A5B-2587-4807-8809-A8BC6DEEF70C}" srcOrd="0" destOrd="0" parTransId="{69BD26FA-7868-438C-B968-CE6A63751D61}" sibTransId="{D9C75064-9A31-4D09-9BD3-0B757268213A}"/>
    <dgm:cxn modelId="{6DD97A44-611B-4FA2-9A34-71B1FD52D91D}" type="presOf" srcId="{AFAD035F-642E-4A98-9F88-5B551BAB47F7}" destId="{7C7558C1-1536-49BA-85D6-C1609A47B295}" srcOrd="0" destOrd="0" presId="urn:microsoft.com/office/officeart/2005/8/layout/radial1#2"/>
    <dgm:cxn modelId="{31BFB54D-8D1B-4937-AFD4-933B59C1F06A}" srcId="{CC495AD1-8762-438B-A6DE-003DF4BD3EF0}" destId="{BBFCD014-0B99-403A-A817-90E6ADC820DA}" srcOrd="0" destOrd="0" parTransId="{6D1E4D51-1CCC-4338-BF56-8A768A775BE0}" sibTransId="{A75CB4FE-8B10-4CBC-9DB2-CBCECEBA65D4}"/>
    <dgm:cxn modelId="{9F37D27C-E498-482B-ADC9-B2119B2D0E14}" srcId="{5A8579FB-7FD5-474D-B9BF-3929D9C94025}" destId="{3DC6D287-B60C-4B9C-A8AE-C68DDF523CE4}" srcOrd="0" destOrd="0" parTransId="{630ED09A-2F4C-4C59-8801-473BE6C6AF58}" sibTransId="{C032CA49-1D15-45DF-8D93-C2D78356F8B9}"/>
    <dgm:cxn modelId="{D39E237D-ED53-4DB5-A139-1CF51304C1DB}" srcId="{3DC6D287-B60C-4B9C-A8AE-C68DDF523CE4}" destId="{0F405E8E-BE6F-4EE4-9EFE-BDB49034FE93}" srcOrd="1" destOrd="0" parTransId="{0D45AD3E-16C4-4CE1-B683-2C44D9694F49}" sibTransId="{D4EE295D-E1ED-49CD-BB51-480EDC388FE8}"/>
    <dgm:cxn modelId="{1A115883-FC73-4E92-A3A9-A8C8EFFCA704}" type="presOf" srcId="{30C6849C-2DFA-446A-9AAA-CD914EEF8B2B}" destId="{9E7A7A25-144C-4D05-A85F-C2BB9D9EFB60}" srcOrd="1" destOrd="0" presId="urn:microsoft.com/office/officeart/2005/8/layout/radial1#2"/>
    <dgm:cxn modelId="{E995FE91-E422-4F16-9B50-145E1969C9B5}" type="presOf" srcId="{5A8579FB-7FD5-474D-B9BF-3929D9C94025}" destId="{6FBBA98F-EF6A-4D6C-85DB-77C9E62373AB}" srcOrd="0" destOrd="0" presId="urn:microsoft.com/office/officeart/2005/8/layout/radial1#2"/>
    <dgm:cxn modelId="{F7FE489E-51D4-4D13-843D-637A5D3BFFF8}" srcId="{5A8579FB-7FD5-474D-B9BF-3929D9C94025}" destId="{0BCC639F-82F7-4BDA-8DE9-4851BD2B6222}" srcOrd="3" destOrd="0" parTransId="{20F73EA0-E7FB-4AA3-A2F1-7FDEDB54D708}" sibTransId="{DA7360F8-9B0B-4626-87E2-01CD4ACC4774}"/>
    <dgm:cxn modelId="{2979C3A0-362A-4DD1-BE80-0E1BF06EF31F}" srcId="{5A8579FB-7FD5-474D-B9BF-3929D9C94025}" destId="{CC495AD1-8762-438B-A6DE-003DF4BD3EF0}" srcOrd="4" destOrd="0" parTransId="{83AC1E5E-8CF3-4F6A-8708-F5DF95F8DAF6}" sibTransId="{2E50611E-D007-488C-BBCA-103ADB1AAA9E}"/>
    <dgm:cxn modelId="{18EC26B0-B0E5-4098-A558-1978BF70DEA0}" srcId="{3DC6D287-B60C-4B9C-A8AE-C68DDF523CE4}" destId="{1EB9DE47-D922-47BD-863F-08D1333DEDA4}" srcOrd="0" destOrd="0" parTransId="{A061C975-42CA-4815-B3DD-544299469D0F}" sibTransId="{D59AF440-3112-4F88-94B9-611F30E3E561}"/>
    <dgm:cxn modelId="{1EA5B1BD-D52F-4497-A3FB-E22F8E0AFBF5}" type="presOf" srcId="{1EB9DE47-D922-47BD-863F-08D1333DEDA4}" destId="{CD4893EB-8157-4B31-9DD6-4FD83F5A91D0}" srcOrd="0" destOrd="0" presId="urn:microsoft.com/office/officeart/2005/8/layout/radial1#2"/>
    <dgm:cxn modelId="{01C8A7CA-3687-4EA6-8EF0-61E5FA994990}" srcId="{5A8579FB-7FD5-474D-B9BF-3929D9C94025}" destId="{4EC1DC6D-658E-4AB8-AFD8-B1E60A87F733}" srcOrd="2" destOrd="0" parTransId="{AB453416-23C9-49C5-8545-99138B8D2ACD}" sibTransId="{C9D52E36-0B7B-4FDC-9941-A713DD719F77}"/>
    <dgm:cxn modelId="{6B9D42DB-72D7-4F00-B261-5F9B9844C447}" srcId="{CC495AD1-8762-438B-A6DE-003DF4BD3EF0}" destId="{01D4C674-B90A-4D64-B0EF-DDA6EDEE78BA}" srcOrd="1" destOrd="0" parTransId="{197DA827-4485-4122-A1A5-B1E25DC5DB5C}" sibTransId="{51632364-F45E-4926-8652-56E232E786B3}"/>
    <dgm:cxn modelId="{7FC19DF8-F34B-4865-B2D6-4A2F6F660698}" srcId="{5A8579FB-7FD5-474D-B9BF-3929D9C94025}" destId="{7D9F263F-3C97-4DB3-B32A-7019FEA00D65}" srcOrd="1" destOrd="0" parTransId="{F1EA6527-057D-40BF-ACC7-E74885E6E523}" sibTransId="{22EFCED8-03AE-4650-A8C0-6A9BC762839E}"/>
    <dgm:cxn modelId="{F07E5EF9-8141-4A58-92CD-5ACD2CB8CD4C}" type="presOf" srcId="{0D45AD3E-16C4-4CE1-B683-2C44D9694F49}" destId="{CC7CF69D-D3DB-4F79-AD2C-1D010BFDB275}" srcOrd="0" destOrd="0" presId="urn:microsoft.com/office/officeart/2005/8/layout/radial1#2"/>
    <dgm:cxn modelId="{3E8152FB-C8E6-48B0-914F-F9FEF33BFC72}" type="presOf" srcId="{3DC6D287-B60C-4B9C-A8AE-C68DDF523CE4}" destId="{2BC42EA7-F9BB-42D0-B6E3-C6E894BE3130}" srcOrd="0" destOrd="0" presId="urn:microsoft.com/office/officeart/2005/8/layout/radial1#2"/>
    <dgm:cxn modelId="{F320BCFF-3202-49C6-9DA1-0BD8FFF6C4DB}" type="presOf" srcId="{30C6849C-2DFA-446A-9AAA-CD914EEF8B2B}" destId="{E2281F7E-49CB-4E47-8536-310166FDBE01}" srcOrd="0" destOrd="0" presId="urn:microsoft.com/office/officeart/2005/8/layout/radial1#2"/>
    <dgm:cxn modelId="{236B31BF-DAC1-44E8-A671-240E3A92F124}" type="presParOf" srcId="{6FBBA98F-EF6A-4D6C-85DB-77C9E62373AB}" destId="{2BC42EA7-F9BB-42D0-B6E3-C6E894BE3130}" srcOrd="0" destOrd="0" presId="urn:microsoft.com/office/officeart/2005/8/layout/radial1#2"/>
    <dgm:cxn modelId="{5C068E5B-C717-45BB-8A64-B55BCF5A9874}" type="presParOf" srcId="{6FBBA98F-EF6A-4D6C-85DB-77C9E62373AB}" destId="{8DF20F84-680C-4AD9-A9B6-D578B893CAEB}" srcOrd="1" destOrd="0" presId="urn:microsoft.com/office/officeart/2005/8/layout/radial1#2"/>
    <dgm:cxn modelId="{11EF5DA9-BCB4-4D86-99B2-5F1B881DE725}" type="presParOf" srcId="{8DF20F84-680C-4AD9-A9B6-D578B893CAEB}" destId="{DC8B68BF-7C84-46AC-B448-C2E464B488D6}" srcOrd="0" destOrd="0" presId="urn:microsoft.com/office/officeart/2005/8/layout/radial1#2"/>
    <dgm:cxn modelId="{1B188853-0EF8-4034-A156-8F3B0065B10A}" type="presParOf" srcId="{6FBBA98F-EF6A-4D6C-85DB-77C9E62373AB}" destId="{CD4893EB-8157-4B31-9DD6-4FD83F5A91D0}" srcOrd="2" destOrd="0" presId="urn:microsoft.com/office/officeart/2005/8/layout/radial1#2"/>
    <dgm:cxn modelId="{7B6641FF-FBC1-4BEC-B20D-5B5E668169B0}" type="presParOf" srcId="{6FBBA98F-EF6A-4D6C-85DB-77C9E62373AB}" destId="{CC7CF69D-D3DB-4F79-AD2C-1D010BFDB275}" srcOrd="3" destOrd="0" presId="urn:microsoft.com/office/officeart/2005/8/layout/radial1#2"/>
    <dgm:cxn modelId="{6FE75F7D-F657-4297-B3DA-50B7275FD705}" type="presParOf" srcId="{CC7CF69D-D3DB-4F79-AD2C-1D010BFDB275}" destId="{570DFBBD-5860-4040-8DF6-001F5C9425E6}" srcOrd="0" destOrd="0" presId="urn:microsoft.com/office/officeart/2005/8/layout/radial1#2"/>
    <dgm:cxn modelId="{0A3A6F60-F51A-4327-87D8-3A3C759C0B19}" type="presParOf" srcId="{6FBBA98F-EF6A-4D6C-85DB-77C9E62373AB}" destId="{17CD21C0-A9AE-4D9B-B6C2-EE87DFABD84D}" srcOrd="4" destOrd="0" presId="urn:microsoft.com/office/officeart/2005/8/layout/radial1#2"/>
    <dgm:cxn modelId="{42E7F8B6-7E6E-4317-B280-EA062484211A}" type="presParOf" srcId="{6FBBA98F-EF6A-4D6C-85DB-77C9E62373AB}" destId="{E2281F7E-49CB-4E47-8536-310166FDBE01}" srcOrd="5" destOrd="0" presId="urn:microsoft.com/office/officeart/2005/8/layout/radial1#2"/>
    <dgm:cxn modelId="{E968EFC6-F16F-4309-86AA-413226E0C87F}" type="presParOf" srcId="{E2281F7E-49CB-4E47-8536-310166FDBE01}" destId="{9E7A7A25-144C-4D05-A85F-C2BB9D9EFB60}" srcOrd="0" destOrd="0" presId="urn:microsoft.com/office/officeart/2005/8/layout/radial1#2"/>
    <dgm:cxn modelId="{4698354B-94A0-4A6C-AF99-43773AA16294}" type="presParOf" srcId="{6FBBA98F-EF6A-4D6C-85DB-77C9E62373AB}" destId="{7C7558C1-1536-49BA-85D6-C1609A47B295}" srcOrd="6" destOrd="0" presId="urn:microsoft.com/office/officeart/2005/8/layout/radial1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DF047E9-C57D-4665-898E-A5AEB0445018}" type="doc">
      <dgm:prSet loTypeId="urn:microsoft.com/office/officeart/2005/8/layout/process2" loCatId="process" qsTypeId="urn:microsoft.com/office/officeart/2005/8/quickstyle/simple3#1" qsCatId="simple" csTypeId="urn:microsoft.com/office/officeart/2005/8/colors/accent2_2#1" csCatId="accent2" phldr="1"/>
      <dgm:spPr/>
    </dgm:pt>
    <dgm:pt modelId="{5C71A5B8-0A0B-4DB6-923D-A27292178E16}">
      <dgm:prSet phldrT="[Text]" phldr="0" custT="1"/>
      <dgm:spPr>
        <a:solidFill>
          <a:schemeClr val="accent3">
            <a:lumMod val="90000"/>
          </a:schemeClr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vi-VN" sz="2000" b="1" dirty="0">
              <a:latin typeface="Times New Roman" panose="02020603050405020304" charset="0"/>
              <a:cs typeface="Times New Roman" panose="02020603050405020304" charset="0"/>
            </a:rPr>
            <a:t>Brainstorm ideas for your essay</a:t>
          </a:r>
        </a:p>
      </dgm:t>
    </dgm:pt>
    <dgm:pt modelId="{FD13EA82-F35E-41ED-9688-A92C01B5BA57}" type="parTrans" cxnId="{E866FD7D-297F-4DB1-8E2B-49A0EAF38152}">
      <dgm:prSet/>
      <dgm:spPr/>
      <dgm:t>
        <a:bodyPr/>
        <a:lstStyle/>
        <a:p>
          <a:endParaRPr lang="en-US"/>
        </a:p>
      </dgm:t>
    </dgm:pt>
    <dgm:pt modelId="{3FCA4520-FFAC-42E1-8486-327FB16075D4}" type="sibTrans" cxnId="{E866FD7D-297F-4DB1-8E2B-49A0EAF38152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B0CC26B5-2FF6-46AC-A675-E71C4DEF4255}">
      <dgm:prSet phldrT="[Text]" phldr="0" custT="1"/>
      <dgm:spPr>
        <a:solidFill>
          <a:schemeClr val="accent3">
            <a:lumMod val="90000"/>
          </a:schemeClr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vi-VN" sz="2000" b="1" dirty="0">
              <a:latin typeface="Times New Roman" panose="02020603050405020304" charset="0"/>
              <a:cs typeface="Times New Roman" panose="02020603050405020304" charset="0"/>
            </a:rPr>
            <a:t>Create a basic outline of what you want to write</a:t>
          </a:r>
        </a:p>
      </dgm:t>
    </dgm:pt>
    <dgm:pt modelId="{5BE2E073-9B3C-43E3-9721-DFD706E22DE1}" type="parTrans" cxnId="{E1FB0C91-5796-4A05-A6F7-1441641DADB7}">
      <dgm:prSet/>
      <dgm:spPr/>
      <dgm:t>
        <a:bodyPr/>
        <a:lstStyle/>
        <a:p>
          <a:endParaRPr lang="en-US"/>
        </a:p>
      </dgm:t>
    </dgm:pt>
    <dgm:pt modelId="{B104C453-CBC0-44C0-A1AC-1378602A5FE4}" type="sibTrans" cxnId="{E1FB0C91-5796-4A05-A6F7-1441641DADB7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6C469223-39BC-4938-94B4-A86D29067139}">
      <dgm:prSet phldrT="[Text]" phldr="0" custT="1"/>
      <dgm:spPr>
        <a:solidFill>
          <a:schemeClr val="accent3">
            <a:lumMod val="90000"/>
          </a:schemeClr>
        </a:solidFill>
      </dgm:spPr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dirty="0">
              <a:latin typeface="Times New Roman" panose="02020603050405020304" charset="0"/>
              <a:cs typeface="Times New Roman" panose="02020603050405020304" charset="0"/>
            </a:rPr>
            <a:t>Write a rough draft of your essay</a:t>
          </a:r>
        </a:p>
      </dgm:t>
    </dgm:pt>
    <dgm:pt modelId="{CF9D52E7-AD95-468E-BE14-10F6A558C31B}" type="parTrans" cxnId="{B481D3FC-457C-43FE-8E01-067C78502F26}">
      <dgm:prSet/>
      <dgm:spPr/>
      <dgm:t>
        <a:bodyPr/>
        <a:lstStyle/>
        <a:p>
          <a:endParaRPr lang="en-US"/>
        </a:p>
      </dgm:t>
    </dgm:pt>
    <dgm:pt modelId="{7554D0EE-A467-47B3-BCAE-BD61B3A32115}" type="sibTrans" cxnId="{B481D3FC-457C-43FE-8E01-067C78502F26}">
      <dgm:prSet/>
      <dgm:spPr/>
      <dgm:t>
        <a:bodyPr/>
        <a:lstStyle/>
        <a:p>
          <a:endParaRPr lang="en-US"/>
        </a:p>
      </dgm:t>
    </dgm:pt>
    <dgm:pt modelId="{A0446D5C-7896-49C9-80F6-5CE8F79120F8}" type="pres">
      <dgm:prSet presAssocID="{0DF047E9-C57D-4665-898E-A5AEB0445018}" presName="linearFlow" presStyleCnt="0">
        <dgm:presLayoutVars>
          <dgm:resizeHandles val="exact"/>
        </dgm:presLayoutVars>
      </dgm:prSet>
      <dgm:spPr/>
    </dgm:pt>
    <dgm:pt modelId="{40B96C18-7A03-4560-9C89-33A8FB0A029D}" type="pres">
      <dgm:prSet presAssocID="{5C71A5B8-0A0B-4DB6-923D-A27292178E16}" presName="node" presStyleLbl="node1" presStyleIdx="0" presStyleCnt="3" custScaleX="211237" custLinFactNeighborX="4697" custLinFactNeighborY="-10864">
        <dgm:presLayoutVars>
          <dgm:bulletEnabled val="1"/>
        </dgm:presLayoutVars>
      </dgm:prSet>
      <dgm:spPr/>
    </dgm:pt>
    <dgm:pt modelId="{0CF4D0E2-458D-4359-B003-EA2F6A90B486}" type="pres">
      <dgm:prSet presAssocID="{3FCA4520-FFAC-42E1-8486-327FB16075D4}" presName="sibTrans" presStyleLbl="sibTrans2D1" presStyleIdx="0" presStyleCnt="2" custAng="21406479"/>
      <dgm:spPr/>
    </dgm:pt>
    <dgm:pt modelId="{C0EB8CD1-D40B-4706-9DDD-760CD8D65044}" type="pres">
      <dgm:prSet presAssocID="{3FCA4520-FFAC-42E1-8486-327FB16075D4}" presName="connectorText" presStyleLbl="sibTrans2D1" presStyleIdx="0" presStyleCnt="2"/>
      <dgm:spPr/>
    </dgm:pt>
    <dgm:pt modelId="{428AD3B6-E7D1-4528-894F-C7956B8344B3}" type="pres">
      <dgm:prSet presAssocID="{B0CC26B5-2FF6-46AC-A675-E71C4DEF4255}" presName="node" presStyleLbl="node1" presStyleIdx="1" presStyleCnt="3" custScaleX="206766" custLinFactNeighborX="1539" custLinFactNeighborY="-19988">
        <dgm:presLayoutVars>
          <dgm:bulletEnabled val="1"/>
        </dgm:presLayoutVars>
      </dgm:prSet>
      <dgm:spPr/>
    </dgm:pt>
    <dgm:pt modelId="{FEE78A66-9119-4A8A-93F9-5AA673D65B70}" type="pres">
      <dgm:prSet presAssocID="{B104C453-CBC0-44C0-A1AC-1378602A5FE4}" presName="sibTrans" presStyleLbl="sibTrans2D1" presStyleIdx="1" presStyleCnt="2"/>
      <dgm:spPr/>
    </dgm:pt>
    <dgm:pt modelId="{663408D2-B57F-40E0-9C70-5C858D1E1D52}" type="pres">
      <dgm:prSet presAssocID="{B104C453-CBC0-44C0-A1AC-1378602A5FE4}" presName="connectorText" presStyleLbl="sibTrans2D1" presStyleIdx="1" presStyleCnt="2"/>
      <dgm:spPr/>
    </dgm:pt>
    <dgm:pt modelId="{69104871-133C-4D6B-8373-9B6AE445534F}" type="pres">
      <dgm:prSet presAssocID="{6C469223-39BC-4938-94B4-A86D29067139}" presName="node" presStyleLbl="node1" presStyleIdx="2" presStyleCnt="3" custScaleX="206766">
        <dgm:presLayoutVars>
          <dgm:bulletEnabled val="1"/>
        </dgm:presLayoutVars>
      </dgm:prSet>
      <dgm:spPr/>
    </dgm:pt>
  </dgm:ptLst>
  <dgm:cxnLst>
    <dgm:cxn modelId="{3922B835-451A-48BF-BE80-B9D33EEFF7A6}" type="presOf" srcId="{3FCA4520-FFAC-42E1-8486-327FB16075D4}" destId="{C0EB8CD1-D40B-4706-9DDD-760CD8D65044}" srcOrd="1" destOrd="0" presId="urn:microsoft.com/office/officeart/2005/8/layout/process2"/>
    <dgm:cxn modelId="{54200E6C-9BF3-4D3A-BE01-D532C0581F4F}" type="presOf" srcId="{B104C453-CBC0-44C0-A1AC-1378602A5FE4}" destId="{FEE78A66-9119-4A8A-93F9-5AA673D65B70}" srcOrd="0" destOrd="0" presId="urn:microsoft.com/office/officeart/2005/8/layout/process2"/>
    <dgm:cxn modelId="{E866FD7D-297F-4DB1-8E2B-49A0EAF38152}" srcId="{0DF047E9-C57D-4665-898E-A5AEB0445018}" destId="{5C71A5B8-0A0B-4DB6-923D-A27292178E16}" srcOrd="0" destOrd="0" parTransId="{FD13EA82-F35E-41ED-9688-A92C01B5BA57}" sibTransId="{3FCA4520-FFAC-42E1-8486-327FB16075D4}"/>
    <dgm:cxn modelId="{F7AE248F-0E50-4E4B-9080-B96BBA262770}" type="presOf" srcId="{B104C453-CBC0-44C0-A1AC-1378602A5FE4}" destId="{663408D2-B57F-40E0-9C70-5C858D1E1D52}" srcOrd="1" destOrd="0" presId="urn:microsoft.com/office/officeart/2005/8/layout/process2"/>
    <dgm:cxn modelId="{E1FB0C91-5796-4A05-A6F7-1441641DADB7}" srcId="{0DF047E9-C57D-4665-898E-A5AEB0445018}" destId="{B0CC26B5-2FF6-46AC-A675-E71C4DEF4255}" srcOrd="1" destOrd="0" parTransId="{5BE2E073-9B3C-43E3-9721-DFD706E22DE1}" sibTransId="{B104C453-CBC0-44C0-A1AC-1378602A5FE4}"/>
    <dgm:cxn modelId="{952C6EB4-0D53-42FC-AECC-A764FED36E7C}" type="presOf" srcId="{B0CC26B5-2FF6-46AC-A675-E71C4DEF4255}" destId="{428AD3B6-E7D1-4528-894F-C7956B8344B3}" srcOrd="0" destOrd="0" presId="urn:microsoft.com/office/officeart/2005/8/layout/process2"/>
    <dgm:cxn modelId="{CF6968C9-9F72-44D5-A6BF-C25B9ED682E4}" type="presOf" srcId="{5C71A5B8-0A0B-4DB6-923D-A27292178E16}" destId="{40B96C18-7A03-4560-9C89-33A8FB0A029D}" srcOrd="0" destOrd="0" presId="urn:microsoft.com/office/officeart/2005/8/layout/process2"/>
    <dgm:cxn modelId="{C47171E5-8D2E-488F-950D-7D9C45A9A300}" type="presOf" srcId="{0DF047E9-C57D-4665-898E-A5AEB0445018}" destId="{A0446D5C-7896-49C9-80F6-5CE8F79120F8}" srcOrd="0" destOrd="0" presId="urn:microsoft.com/office/officeart/2005/8/layout/process2"/>
    <dgm:cxn modelId="{360827FB-0F15-4A6D-94B6-8DA044533C91}" type="presOf" srcId="{6C469223-39BC-4938-94B4-A86D29067139}" destId="{69104871-133C-4D6B-8373-9B6AE445534F}" srcOrd="0" destOrd="0" presId="urn:microsoft.com/office/officeart/2005/8/layout/process2"/>
    <dgm:cxn modelId="{B481D3FC-457C-43FE-8E01-067C78502F26}" srcId="{0DF047E9-C57D-4665-898E-A5AEB0445018}" destId="{6C469223-39BC-4938-94B4-A86D29067139}" srcOrd="2" destOrd="0" parTransId="{CF9D52E7-AD95-468E-BE14-10F6A558C31B}" sibTransId="{7554D0EE-A467-47B3-BCAE-BD61B3A32115}"/>
    <dgm:cxn modelId="{4061A0FE-FC3B-4164-A93A-C6063210D7D3}" type="presOf" srcId="{3FCA4520-FFAC-42E1-8486-327FB16075D4}" destId="{0CF4D0E2-458D-4359-B003-EA2F6A90B486}" srcOrd="0" destOrd="0" presId="urn:microsoft.com/office/officeart/2005/8/layout/process2"/>
    <dgm:cxn modelId="{52F15B0B-8081-4B9C-A379-B3F831104CED}" type="presParOf" srcId="{A0446D5C-7896-49C9-80F6-5CE8F79120F8}" destId="{40B96C18-7A03-4560-9C89-33A8FB0A029D}" srcOrd="0" destOrd="0" presId="urn:microsoft.com/office/officeart/2005/8/layout/process2"/>
    <dgm:cxn modelId="{B7454EFF-6260-4544-BEFD-C6A29B65BA39}" type="presParOf" srcId="{A0446D5C-7896-49C9-80F6-5CE8F79120F8}" destId="{0CF4D0E2-458D-4359-B003-EA2F6A90B486}" srcOrd="1" destOrd="0" presId="urn:microsoft.com/office/officeart/2005/8/layout/process2"/>
    <dgm:cxn modelId="{1E999035-23FD-4BAC-912A-62345B37894A}" type="presParOf" srcId="{0CF4D0E2-458D-4359-B003-EA2F6A90B486}" destId="{C0EB8CD1-D40B-4706-9DDD-760CD8D65044}" srcOrd="0" destOrd="0" presId="urn:microsoft.com/office/officeart/2005/8/layout/process2"/>
    <dgm:cxn modelId="{D3E6B3B1-6B3D-4864-879E-40AD8C88A49A}" type="presParOf" srcId="{A0446D5C-7896-49C9-80F6-5CE8F79120F8}" destId="{428AD3B6-E7D1-4528-894F-C7956B8344B3}" srcOrd="2" destOrd="0" presId="urn:microsoft.com/office/officeart/2005/8/layout/process2"/>
    <dgm:cxn modelId="{DCA866B5-073B-43BB-A5B5-FD39539D2CDE}" type="presParOf" srcId="{A0446D5C-7896-49C9-80F6-5CE8F79120F8}" destId="{FEE78A66-9119-4A8A-93F9-5AA673D65B70}" srcOrd="3" destOrd="0" presId="urn:microsoft.com/office/officeart/2005/8/layout/process2"/>
    <dgm:cxn modelId="{A59B9491-A445-4A5F-AA3E-FEF35F2113CE}" type="presParOf" srcId="{FEE78A66-9119-4A8A-93F9-5AA673D65B70}" destId="{663408D2-B57F-40E0-9C70-5C858D1E1D52}" srcOrd="0" destOrd="0" presId="urn:microsoft.com/office/officeart/2005/8/layout/process2"/>
    <dgm:cxn modelId="{68207869-7EDE-4FA9-833E-604E41DE761F}" type="presParOf" srcId="{A0446D5C-7896-49C9-80F6-5CE8F79120F8}" destId="{69104871-133C-4D6B-8373-9B6AE445534F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42EA7-F9BB-42D0-B6E3-C6E894BE3130}">
      <dsp:nvSpPr>
        <dsp:cNvPr id="0" name=""/>
        <dsp:cNvSpPr/>
      </dsp:nvSpPr>
      <dsp:spPr>
        <a:xfrm>
          <a:off x="3526186" y="1812672"/>
          <a:ext cx="1391112" cy="139111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Some common topics</a:t>
          </a:r>
        </a:p>
      </dsp:txBody>
      <dsp:txXfrm>
        <a:off x="3729910" y="2016396"/>
        <a:ext cx="983664" cy="983664"/>
      </dsp:txXfrm>
    </dsp:sp>
    <dsp:sp modelId="{8DF20F84-680C-4AD9-A9B6-D578B893CAEB}">
      <dsp:nvSpPr>
        <dsp:cNvPr id="0" name=""/>
        <dsp:cNvSpPr/>
      </dsp:nvSpPr>
      <dsp:spPr>
        <a:xfrm rot="16200000">
          <a:off x="3999345" y="1575421"/>
          <a:ext cx="444794" cy="29707"/>
        </a:xfrm>
        <a:custGeom>
          <a:avLst/>
          <a:gdLst/>
          <a:ahLst/>
          <a:cxnLst/>
          <a:rect l="0" t="0" r="0" b="0"/>
          <a:pathLst>
            <a:path>
              <a:moveTo>
                <a:pt x="0" y="14853"/>
              </a:moveTo>
              <a:lnTo>
                <a:pt x="444794" y="1485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10622" y="1579154"/>
        <a:ext cx="22239" cy="22239"/>
      </dsp:txXfrm>
    </dsp:sp>
    <dsp:sp modelId="{CD4893EB-8157-4B31-9DD6-4FD83F5A91D0}">
      <dsp:nvSpPr>
        <dsp:cNvPr id="0" name=""/>
        <dsp:cNvSpPr/>
      </dsp:nvSpPr>
      <dsp:spPr>
        <a:xfrm>
          <a:off x="3225956" y="31532"/>
          <a:ext cx="1991572" cy="1336344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Work issues</a:t>
          </a:r>
        </a:p>
      </dsp:txBody>
      <dsp:txXfrm>
        <a:off x="3517615" y="227235"/>
        <a:ext cx="1408254" cy="944938"/>
      </dsp:txXfrm>
    </dsp:sp>
    <dsp:sp modelId="{CC7CF69D-D3DB-4F79-AD2C-1D010BFDB275}">
      <dsp:nvSpPr>
        <dsp:cNvPr id="0" name=""/>
        <dsp:cNvSpPr/>
      </dsp:nvSpPr>
      <dsp:spPr>
        <a:xfrm rot="20711268">
          <a:off x="4887474" y="2263930"/>
          <a:ext cx="403862" cy="29707"/>
        </a:xfrm>
        <a:custGeom>
          <a:avLst/>
          <a:gdLst/>
          <a:ahLst/>
          <a:cxnLst/>
          <a:rect l="0" t="0" r="0" b="0"/>
          <a:pathLst>
            <a:path>
              <a:moveTo>
                <a:pt x="0" y="14853"/>
              </a:moveTo>
              <a:lnTo>
                <a:pt x="403862" y="1485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79309" y="2268687"/>
        <a:ext cx="20193" cy="20193"/>
      </dsp:txXfrm>
    </dsp:sp>
    <dsp:sp modelId="{17CD21C0-A9AE-4D9B-B6C2-EE87DFABD84D}">
      <dsp:nvSpPr>
        <dsp:cNvPr id="0" name=""/>
        <dsp:cNvSpPr/>
      </dsp:nvSpPr>
      <dsp:spPr>
        <a:xfrm>
          <a:off x="5180061" y="1281188"/>
          <a:ext cx="2310178" cy="133634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Shopping practice </a:t>
          </a:r>
        </a:p>
      </dsp:txBody>
      <dsp:txXfrm>
        <a:off x="5518379" y="1476891"/>
        <a:ext cx="1633542" cy="944938"/>
      </dsp:txXfrm>
    </dsp:sp>
    <dsp:sp modelId="{E2281F7E-49CB-4E47-8536-310166FDBE01}">
      <dsp:nvSpPr>
        <dsp:cNvPr id="0" name=""/>
        <dsp:cNvSpPr/>
      </dsp:nvSpPr>
      <dsp:spPr>
        <a:xfrm rot="2085502">
          <a:off x="4742215" y="3052780"/>
          <a:ext cx="571311" cy="29707"/>
        </a:xfrm>
        <a:custGeom>
          <a:avLst/>
          <a:gdLst/>
          <a:ahLst/>
          <a:cxnLst/>
          <a:rect l="0" t="0" r="0" b="0"/>
          <a:pathLst>
            <a:path>
              <a:moveTo>
                <a:pt x="0" y="14853"/>
              </a:moveTo>
              <a:lnTo>
                <a:pt x="571311" y="1485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013588" y="3053351"/>
        <a:ext cx="28565" cy="28565"/>
      </dsp:txXfrm>
    </dsp:sp>
    <dsp:sp modelId="{7C7558C1-1536-49BA-85D6-C1609A47B295}">
      <dsp:nvSpPr>
        <dsp:cNvPr id="0" name=""/>
        <dsp:cNvSpPr/>
      </dsp:nvSpPr>
      <dsp:spPr>
        <a:xfrm>
          <a:off x="4829064" y="3079896"/>
          <a:ext cx="2358687" cy="1336344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Leisure time activities </a:t>
          </a:r>
        </a:p>
      </dsp:txBody>
      <dsp:txXfrm>
        <a:off x="5174486" y="3275599"/>
        <a:ext cx="1667843" cy="944938"/>
      </dsp:txXfrm>
    </dsp:sp>
    <dsp:sp modelId="{10BA985F-CAF0-4167-9F2D-8CD8A8ADC41A}">
      <dsp:nvSpPr>
        <dsp:cNvPr id="0" name=""/>
        <dsp:cNvSpPr/>
      </dsp:nvSpPr>
      <dsp:spPr>
        <a:xfrm rot="8168731">
          <a:off x="3261081" y="3160085"/>
          <a:ext cx="533489" cy="29707"/>
        </a:xfrm>
        <a:custGeom>
          <a:avLst/>
          <a:gdLst/>
          <a:ahLst/>
          <a:cxnLst/>
          <a:rect l="0" t="0" r="0" b="0"/>
          <a:pathLst>
            <a:path>
              <a:moveTo>
                <a:pt x="0" y="14853"/>
              </a:moveTo>
              <a:lnTo>
                <a:pt x="533489" y="1485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514488" y="3161601"/>
        <a:ext cx="26674" cy="26674"/>
      </dsp:txXfrm>
    </dsp:sp>
    <dsp:sp modelId="{2DC43007-928B-439A-9748-FF5B75FB26F4}">
      <dsp:nvSpPr>
        <dsp:cNvPr id="0" name=""/>
        <dsp:cNvSpPr/>
      </dsp:nvSpPr>
      <dsp:spPr>
        <a:xfrm>
          <a:off x="1769530" y="3239379"/>
          <a:ext cx="1991572" cy="133634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Friendship and family</a:t>
          </a:r>
        </a:p>
      </dsp:txBody>
      <dsp:txXfrm>
        <a:off x="2061189" y="3435082"/>
        <a:ext cx="1408254" cy="944938"/>
      </dsp:txXfrm>
    </dsp:sp>
    <dsp:sp modelId="{54D568C2-81CC-4073-B9AB-A5C21495969A}">
      <dsp:nvSpPr>
        <dsp:cNvPr id="0" name=""/>
        <dsp:cNvSpPr/>
      </dsp:nvSpPr>
      <dsp:spPr>
        <a:xfrm rot="11742818">
          <a:off x="3214951" y="2258462"/>
          <a:ext cx="343651" cy="29707"/>
        </a:xfrm>
        <a:custGeom>
          <a:avLst/>
          <a:gdLst/>
          <a:ahLst/>
          <a:cxnLst/>
          <a:rect l="0" t="0" r="0" b="0"/>
          <a:pathLst>
            <a:path>
              <a:moveTo>
                <a:pt x="0" y="14853"/>
              </a:moveTo>
              <a:lnTo>
                <a:pt x="343651" y="14853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378185" y="2264724"/>
        <a:ext cx="17182" cy="17182"/>
      </dsp:txXfrm>
    </dsp:sp>
    <dsp:sp modelId="{DC35435E-E407-4D78-AD58-9F39081F5C69}">
      <dsp:nvSpPr>
        <dsp:cNvPr id="0" name=""/>
        <dsp:cNvSpPr/>
      </dsp:nvSpPr>
      <dsp:spPr>
        <a:xfrm>
          <a:off x="1002538" y="1263407"/>
          <a:ext cx="2339169" cy="1336344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Travel and transportation choices</a:t>
          </a:r>
        </a:p>
      </dsp:txBody>
      <dsp:txXfrm>
        <a:off x="1345101" y="1459110"/>
        <a:ext cx="1654043" cy="9449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42EA7-F9BB-42D0-B6E3-C6E894BE3130}">
      <dsp:nvSpPr>
        <dsp:cNvPr id="0" name=""/>
        <dsp:cNvSpPr/>
      </dsp:nvSpPr>
      <dsp:spPr>
        <a:xfrm>
          <a:off x="2663750" y="1632679"/>
          <a:ext cx="2615457" cy="112071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vi-VN" sz="2400" b="1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rPr>
            <a:t>Brainstorm ideas</a:t>
          </a:r>
        </a:p>
      </dsp:txBody>
      <dsp:txXfrm>
        <a:off x="3046775" y="1796804"/>
        <a:ext cx="1849407" cy="792464"/>
      </dsp:txXfrm>
    </dsp:sp>
    <dsp:sp modelId="{8DF20F84-680C-4AD9-A9B6-D578B893CAEB}">
      <dsp:nvSpPr>
        <dsp:cNvPr id="0" name=""/>
        <dsp:cNvSpPr/>
      </dsp:nvSpPr>
      <dsp:spPr>
        <a:xfrm rot="16200000">
          <a:off x="3765053" y="1412454"/>
          <a:ext cx="412851" cy="27597"/>
        </a:xfrm>
        <a:custGeom>
          <a:avLst/>
          <a:gdLst/>
          <a:ahLst/>
          <a:cxnLst/>
          <a:rect l="0" t="0" r="0" b="0"/>
          <a:pathLst>
            <a:path>
              <a:moveTo>
                <a:pt x="0" y="13798"/>
              </a:moveTo>
              <a:lnTo>
                <a:pt x="412851" y="13798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61158" y="1415932"/>
        <a:ext cx="20642" cy="20642"/>
      </dsp:txXfrm>
    </dsp:sp>
    <dsp:sp modelId="{CD4893EB-8157-4B31-9DD6-4FD83F5A91D0}">
      <dsp:nvSpPr>
        <dsp:cNvPr id="0" name=""/>
        <dsp:cNvSpPr/>
      </dsp:nvSpPr>
      <dsp:spPr>
        <a:xfrm>
          <a:off x="2818092" y="3432"/>
          <a:ext cx="2306773" cy="1216395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What is my position?</a:t>
          </a:r>
        </a:p>
      </dsp:txBody>
      <dsp:txXfrm>
        <a:off x="3155911" y="181569"/>
        <a:ext cx="1631135" cy="860121"/>
      </dsp:txXfrm>
    </dsp:sp>
    <dsp:sp modelId="{CC7CF69D-D3DB-4F79-AD2C-1D010BFDB275}">
      <dsp:nvSpPr>
        <dsp:cNvPr id="0" name=""/>
        <dsp:cNvSpPr/>
      </dsp:nvSpPr>
      <dsp:spPr>
        <a:xfrm rot="1048032">
          <a:off x="5020411" y="2544190"/>
          <a:ext cx="221728" cy="27597"/>
        </a:xfrm>
        <a:custGeom>
          <a:avLst/>
          <a:gdLst/>
          <a:ahLst/>
          <a:cxnLst/>
          <a:rect l="0" t="0" r="0" b="0"/>
          <a:pathLst>
            <a:path>
              <a:moveTo>
                <a:pt x="0" y="13798"/>
              </a:moveTo>
              <a:lnTo>
                <a:pt x="221728" y="13798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25732" y="2552445"/>
        <a:ext cx="11086" cy="11086"/>
      </dsp:txXfrm>
    </dsp:sp>
    <dsp:sp modelId="{17CD21C0-A9AE-4D9B-B6C2-EE87DFABD84D}">
      <dsp:nvSpPr>
        <dsp:cNvPr id="0" name=""/>
        <dsp:cNvSpPr/>
      </dsp:nvSpPr>
      <dsp:spPr>
        <a:xfrm>
          <a:off x="5036186" y="2313563"/>
          <a:ext cx="2502272" cy="1216395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What is my thesis</a:t>
          </a:r>
        </a:p>
      </dsp:txBody>
      <dsp:txXfrm>
        <a:off x="5402635" y="2491700"/>
        <a:ext cx="1769374" cy="860121"/>
      </dsp:txXfrm>
    </dsp:sp>
    <dsp:sp modelId="{E2281F7E-49CB-4E47-8536-310166FDBE01}">
      <dsp:nvSpPr>
        <dsp:cNvPr id="0" name=""/>
        <dsp:cNvSpPr/>
      </dsp:nvSpPr>
      <dsp:spPr>
        <a:xfrm rot="9859212">
          <a:off x="2456908" y="2544226"/>
          <a:ext cx="428644" cy="27597"/>
        </a:xfrm>
        <a:custGeom>
          <a:avLst/>
          <a:gdLst/>
          <a:ahLst/>
          <a:cxnLst/>
          <a:rect l="0" t="0" r="0" b="0"/>
          <a:pathLst>
            <a:path>
              <a:moveTo>
                <a:pt x="0" y="13798"/>
              </a:moveTo>
              <a:lnTo>
                <a:pt x="428644" y="13798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660514" y="2547309"/>
        <a:ext cx="21432" cy="21432"/>
      </dsp:txXfrm>
    </dsp:sp>
    <dsp:sp modelId="{7C7558C1-1536-49BA-85D6-C1609A47B295}">
      <dsp:nvSpPr>
        <dsp:cNvPr id="0" name=""/>
        <dsp:cNvSpPr/>
      </dsp:nvSpPr>
      <dsp:spPr>
        <a:xfrm>
          <a:off x="115006" y="2313572"/>
          <a:ext cx="2520810" cy="1216395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What I want to say?</a:t>
          </a:r>
        </a:p>
      </dsp:txBody>
      <dsp:txXfrm>
        <a:off x="484170" y="2491709"/>
        <a:ext cx="1782482" cy="86012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96C18-7A03-4560-9C89-33A8FB0A029D}">
      <dsp:nvSpPr>
        <dsp:cNvPr id="0" name=""/>
        <dsp:cNvSpPr/>
      </dsp:nvSpPr>
      <dsp:spPr>
        <a:xfrm>
          <a:off x="1308477" y="0"/>
          <a:ext cx="4218461" cy="499256"/>
        </a:xfrm>
        <a:prstGeom prst="roundRect">
          <a:avLst>
            <a:gd name="adj" fmla="val 10000"/>
          </a:avLst>
        </a:prstGeom>
        <a:solidFill>
          <a:schemeClr val="accent3">
            <a:lumMod val="9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vi-VN" sz="2000" b="1" kern="1200" dirty="0">
              <a:latin typeface="Times New Roman" panose="02020603050405020304" charset="0"/>
              <a:cs typeface="Times New Roman" panose="02020603050405020304" charset="0"/>
            </a:rPr>
            <a:t>Brainstorm ideas for your essay</a:t>
          </a:r>
        </a:p>
      </dsp:txBody>
      <dsp:txXfrm>
        <a:off x="1323100" y="14623"/>
        <a:ext cx="4189215" cy="470010"/>
      </dsp:txXfrm>
    </dsp:sp>
    <dsp:sp modelId="{0CF4D0E2-458D-4359-B003-EA2F6A90B486}">
      <dsp:nvSpPr>
        <dsp:cNvPr id="0" name=""/>
        <dsp:cNvSpPr/>
      </dsp:nvSpPr>
      <dsp:spPr>
        <a:xfrm rot="5515382">
          <a:off x="3310604" y="487278"/>
          <a:ext cx="151141" cy="2246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3319536" y="524053"/>
        <a:ext cx="134799" cy="105799"/>
      </dsp:txXfrm>
    </dsp:sp>
    <dsp:sp modelId="{428AD3B6-E7D1-4528-894F-C7956B8344B3}">
      <dsp:nvSpPr>
        <dsp:cNvPr id="0" name=""/>
        <dsp:cNvSpPr/>
      </dsp:nvSpPr>
      <dsp:spPr>
        <a:xfrm>
          <a:off x="1290054" y="699965"/>
          <a:ext cx="4129174" cy="499256"/>
        </a:xfrm>
        <a:prstGeom prst="roundRect">
          <a:avLst>
            <a:gd name="adj" fmla="val 10000"/>
          </a:avLst>
        </a:prstGeom>
        <a:solidFill>
          <a:schemeClr val="accent3">
            <a:lumMod val="9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vi-VN" sz="2000" b="1" kern="1200" dirty="0">
              <a:latin typeface="Times New Roman" panose="02020603050405020304" charset="0"/>
              <a:cs typeface="Times New Roman" panose="02020603050405020304" charset="0"/>
            </a:rPr>
            <a:t>Create a basic outline of what you want to write</a:t>
          </a:r>
        </a:p>
      </dsp:txBody>
      <dsp:txXfrm>
        <a:off x="1304677" y="714588"/>
        <a:ext cx="4099928" cy="470010"/>
      </dsp:txXfrm>
    </dsp:sp>
    <dsp:sp modelId="{FEE78A66-9119-4A8A-93F9-5AA673D65B70}">
      <dsp:nvSpPr>
        <dsp:cNvPr id="0" name=""/>
        <dsp:cNvSpPr/>
      </dsp:nvSpPr>
      <dsp:spPr>
        <a:xfrm rot="5532207">
          <a:off x="3226869" y="1236652"/>
          <a:ext cx="224809" cy="2246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lumMod val="5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273169" y="1236605"/>
        <a:ext cx="134799" cy="157410"/>
      </dsp:txXfrm>
    </dsp:sp>
    <dsp:sp modelId="{69104871-133C-4D6B-8373-9B6AE445534F}">
      <dsp:nvSpPr>
        <dsp:cNvPr id="0" name=""/>
        <dsp:cNvSpPr/>
      </dsp:nvSpPr>
      <dsp:spPr>
        <a:xfrm>
          <a:off x="1259320" y="1498746"/>
          <a:ext cx="4129174" cy="499256"/>
        </a:xfrm>
        <a:prstGeom prst="roundRect">
          <a:avLst>
            <a:gd name="adj" fmla="val 10000"/>
          </a:avLst>
        </a:prstGeom>
        <a:solidFill>
          <a:schemeClr val="accent3">
            <a:lumMod val="9000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charset="0"/>
              <a:cs typeface="Times New Roman" panose="02020603050405020304" charset="0"/>
            </a:rPr>
            <a:t>Write a rough draft of your essay</a:t>
          </a:r>
        </a:p>
      </dsp:txBody>
      <dsp:txXfrm>
        <a:off x="1273943" y="1513369"/>
        <a:ext cx="4099928" cy="470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#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Sty" val="noArr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#2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Sty" val="noArr"/>
              <dgm:param type="endSty" val="noArr"/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52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4" name="Google Shape;54;p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3"/>
          <p:cNvSpPr txBox="1">
            <a:spLocks noGrp="1"/>
          </p:cNvSpPr>
          <p:nvPr>
            <p:ph type="subTitle" idx="1"/>
          </p:nvPr>
        </p:nvSpPr>
        <p:spPr>
          <a:xfrm>
            <a:off x="3117150" y="3530226"/>
            <a:ext cx="29097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1918650" y="1613852"/>
            <a:ext cx="5306700" cy="17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title" idx="2" hasCustomPrompt="1"/>
          </p:nvPr>
        </p:nvSpPr>
        <p:spPr>
          <a:xfrm>
            <a:off x="3843750" y="591078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79" name="Google Shape;79;p3"/>
          <p:cNvGrpSpPr/>
          <p:nvPr/>
        </p:nvGrpSpPr>
        <p:grpSpPr>
          <a:xfrm rot="-697126" flipH="1">
            <a:off x="569287" y="-351303"/>
            <a:ext cx="1305393" cy="1346461"/>
            <a:chOff x="1492000" y="427450"/>
            <a:chExt cx="1188000" cy="1225375"/>
          </a:xfrm>
        </p:grpSpPr>
        <p:sp>
          <p:nvSpPr>
            <p:cNvPr id="80" name="Google Shape;80;p3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_AND_TWO_COLUMNS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grpSp>
        <p:nvGrpSpPr>
          <p:cNvPr id="120" name="Google Shape;120;p5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21" name="Google Shape;121;p5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2" name="Google Shape;122;p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3" name="Google Shape;123;p5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24" name="Google Shape;124;p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9" name="Google Shape;139;p5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40" name="Google Shape;140;p5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5" name="Google Shape;155;p5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5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Google Shape;157;p5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5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" name="Google Shape;159;p5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" name="Google Shape;160;p5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1" name="Google Shape;161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78600" cy="101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body" idx="1"/>
          </p:nvPr>
        </p:nvSpPr>
        <p:spPr>
          <a:xfrm>
            <a:off x="720000" y="2980194"/>
            <a:ext cx="3129300" cy="12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body" idx="2"/>
          </p:nvPr>
        </p:nvSpPr>
        <p:spPr>
          <a:xfrm>
            <a:off x="5368500" y="2980194"/>
            <a:ext cx="3055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4" name="Google Shape;164;p5"/>
          <p:cNvSpPr txBox="1">
            <a:spLocks noGrp="1"/>
          </p:cNvSpPr>
          <p:nvPr>
            <p:ph type="subTitle" idx="3"/>
          </p:nvPr>
        </p:nvSpPr>
        <p:spPr>
          <a:xfrm>
            <a:off x="10315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subTitle" idx="4"/>
          </p:nvPr>
        </p:nvSpPr>
        <p:spPr>
          <a:xfrm>
            <a:off x="5643150" y="258639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6"/>
          <p:cNvGrpSpPr/>
          <p:nvPr/>
        </p:nvGrpSpPr>
        <p:grpSpPr>
          <a:xfrm>
            <a:off x="352670" y="6764"/>
            <a:ext cx="8793030" cy="5129556"/>
            <a:chOff x="514825" y="859725"/>
            <a:chExt cx="6865800" cy="4005275"/>
          </a:xfrm>
        </p:grpSpPr>
        <p:sp>
          <p:nvSpPr>
            <p:cNvPr id="168" name="Google Shape;168;p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" name="Google Shape;189;p6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4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92" name="Google Shape;192;p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" name="Google Shape;211;p7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7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15" name="Google Shape;215;p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4" name="Google Shape;234;p8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8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8"/>
          <p:cNvSpPr txBox="1">
            <a:spLocks noGrp="1"/>
          </p:cNvSpPr>
          <p:nvPr>
            <p:ph type="title"/>
          </p:nvPr>
        </p:nvSpPr>
        <p:spPr>
          <a:xfrm>
            <a:off x="720000" y="1560650"/>
            <a:ext cx="3519300" cy="167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7" name="Google Shape;237;p8"/>
          <p:cNvSpPr txBox="1">
            <a:spLocks noGrp="1"/>
          </p:cNvSpPr>
          <p:nvPr>
            <p:ph type="subTitle" idx="1"/>
          </p:nvPr>
        </p:nvSpPr>
        <p:spPr>
          <a:xfrm rot="684086">
            <a:off x="5771626" y="1941489"/>
            <a:ext cx="1878775" cy="154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"/>
          <p:cNvSpPr txBox="1">
            <a:spLocks noGrp="1"/>
          </p:cNvSpPr>
          <p:nvPr>
            <p:ph type="title"/>
          </p:nvPr>
        </p:nvSpPr>
        <p:spPr>
          <a:xfrm>
            <a:off x="3223200" y="1570950"/>
            <a:ext cx="2697600" cy="20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11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67" name="Google Shape;267;p1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1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1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86" name="Google Shape;286;p11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1768200" y="1654521"/>
            <a:ext cx="5607600" cy="84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body" idx="1"/>
          </p:nvPr>
        </p:nvSpPr>
        <p:spPr>
          <a:xfrm>
            <a:off x="2710050" y="2650221"/>
            <a:ext cx="3723900" cy="66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1">
  <p:cSld name="CUSTOM_2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oogle Shape;386;p1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87" name="Google Shape;387;p1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15"/>
          <p:cNvSpPr txBox="1">
            <a:spLocks noGrp="1"/>
          </p:cNvSpPr>
          <p:nvPr>
            <p:ph type="subTitle" idx="1"/>
          </p:nvPr>
        </p:nvSpPr>
        <p:spPr>
          <a:xfrm>
            <a:off x="2059950" y="2514140"/>
            <a:ext cx="4327200" cy="10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None/>
              <a:defRPr sz="21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10" name="Google Shape;410;p15"/>
          <p:cNvSpPr txBox="1">
            <a:spLocks noGrp="1"/>
          </p:cNvSpPr>
          <p:nvPr>
            <p:ph type="title"/>
          </p:nvPr>
        </p:nvSpPr>
        <p:spPr>
          <a:xfrm>
            <a:off x="1080450" y="1555960"/>
            <a:ext cx="5306700" cy="89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1" name="Google Shape;411;p15"/>
          <p:cNvSpPr txBox="1">
            <a:spLocks noGrp="1"/>
          </p:cNvSpPr>
          <p:nvPr>
            <p:ph type="title" idx="2" hasCustomPrompt="1"/>
          </p:nvPr>
        </p:nvSpPr>
        <p:spPr>
          <a:xfrm>
            <a:off x="6853050" y="2092943"/>
            <a:ext cx="1456500" cy="8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412" name="Google Shape;412;p15"/>
          <p:cNvGrpSpPr/>
          <p:nvPr/>
        </p:nvGrpSpPr>
        <p:grpSpPr>
          <a:xfrm rot="-5072894" flipH="1">
            <a:off x="-1007770" y="1789630"/>
            <a:ext cx="3474349" cy="888902"/>
            <a:chOff x="3809875" y="1963175"/>
            <a:chExt cx="1923600" cy="492150"/>
          </a:xfrm>
        </p:grpSpPr>
        <p:sp>
          <p:nvSpPr>
            <p:cNvPr id="413" name="Google Shape;413;p15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4" name="Google Shape;424;p15"/>
          <p:cNvGrpSpPr/>
          <p:nvPr/>
        </p:nvGrpSpPr>
        <p:grpSpPr>
          <a:xfrm rot="-375097">
            <a:off x="7330557" y="3418618"/>
            <a:ext cx="711742" cy="793298"/>
            <a:chOff x="6554696" y="509501"/>
            <a:chExt cx="711709" cy="793261"/>
          </a:xfrm>
        </p:grpSpPr>
        <p:sp>
          <p:nvSpPr>
            <p:cNvPr id="425" name="Google Shape;425;p15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">
  <p:cSld name="CUSTOM_4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17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455" name="Google Shape;455;p1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17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8" name="Google Shape;478;p17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479" name="Google Shape;479;p17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480" name="Google Shape;480;p17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481" name="Google Shape;481;p17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7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3" name="Google Shape;483;p17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 1">
  <p:cSld name="CUSTOM_6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1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12" name="Google Shape;512;p1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4" name="Google Shape;534;p19"/>
          <p:cNvSpPr txBox="1">
            <a:spLocks noGrp="1"/>
          </p:cNvSpPr>
          <p:nvPr>
            <p:ph type="subTitle" idx="1"/>
          </p:nvPr>
        </p:nvSpPr>
        <p:spPr>
          <a:xfrm>
            <a:off x="906900" y="298732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5" name="Google Shape;535;p19"/>
          <p:cNvSpPr txBox="1">
            <a:spLocks noGrp="1"/>
          </p:cNvSpPr>
          <p:nvPr>
            <p:ph type="subTitle" idx="2"/>
          </p:nvPr>
        </p:nvSpPr>
        <p:spPr>
          <a:xfrm>
            <a:off x="906900" y="127977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6" name="Google Shape;536;p19"/>
          <p:cNvSpPr txBox="1">
            <a:spLocks noGrp="1"/>
          </p:cNvSpPr>
          <p:nvPr>
            <p:ph type="subTitle" idx="3"/>
          </p:nvPr>
        </p:nvSpPr>
        <p:spPr>
          <a:xfrm>
            <a:off x="906900" y="1743949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7" name="Google Shape;537;p19"/>
          <p:cNvSpPr txBox="1">
            <a:spLocks noGrp="1"/>
          </p:cNvSpPr>
          <p:nvPr>
            <p:ph type="subTitle" idx="4"/>
          </p:nvPr>
        </p:nvSpPr>
        <p:spPr>
          <a:xfrm>
            <a:off x="906900" y="3464338"/>
            <a:ext cx="25062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8" name="Google Shape;538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four columns ">
  <p:cSld name="CUSTOM_7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2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41" name="Google Shape;541;p2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3" name="Google Shape;563;p20"/>
          <p:cNvSpPr txBox="1">
            <a:spLocks noGrp="1"/>
          </p:cNvSpPr>
          <p:nvPr>
            <p:ph type="ctrTitle"/>
          </p:nvPr>
        </p:nvSpPr>
        <p:spPr>
          <a:xfrm>
            <a:off x="52729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564" name="Google Shape;564;p20"/>
          <p:cNvSpPr txBox="1">
            <a:spLocks noGrp="1"/>
          </p:cNvSpPr>
          <p:nvPr>
            <p:ph type="subTitle" idx="1"/>
          </p:nvPr>
        </p:nvSpPr>
        <p:spPr>
          <a:xfrm>
            <a:off x="52729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5" name="Google Shape;565;p20"/>
          <p:cNvSpPr txBox="1">
            <a:spLocks noGrp="1"/>
          </p:cNvSpPr>
          <p:nvPr>
            <p:ph type="subTitle" idx="2"/>
          </p:nvPr>
        </p:nvSpPr>
        <p:spPr>
          <a:xfrm>
            <a:off x="52729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6" name="Google Shape;566;p20"/>
          <p:cNvSpPr txBox="1">
            <a:spLocks noGrp="1"/>
          </p:cNvSpPr>
          <p:nvPr>
            <p:ph type="ctrTitle" idx="3"/>
          </p:nvPr>
        </p:nvSpPr>
        <p:spPr>
          <a:xfrm>
            <a:off x="52729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567" name="Google Shape;567;p20"/>
          <p:cNvSpPr txBox="1">
            <a:spLocks noGrp="1"/>
          </p:cNvSpPr>
          <p:nvPr>
            <p:ph type="ctrTitle" idx="4"/>
          </p:nvPr>
        </p:nvSpPr>
        <p:spPr>
          <a:xfrm>
            <a:off x="1419750" y="163377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568" name="Google Shape;568;p20"/>
          <p:cNvSpPr txBox="1">
            <a:spLocks noGrp="1"/>
          </p:cNvSpPr>
          <p:nvPr>
            <p:ph type="subTitle" idx="5"/>
          </p:nvPr>
        </p:nvSpPr>
        <p:spPr>
          <a:xfrm>
            <a:off x="1419750" y="1919436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9" name="Google Shape;569;p20"/>
          <p:cNvSpPr txBox="1">
            <a:spLocks noGrp="1"/>
          </p:cNvSpPr>
          <p:nvPr>
            <p:ph type="subTitle" idx="6"/>
          </p:nvPr>
        </p:nvSpPr>
        <p:spPr>
          <a:xfrm>
            <a:off x="1419750" y="377073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0" name="Google Shape;570;p20"/>
          <p:cNvSpPr txBox="1">
            <a:spLocks noGrp="1"/>
          </p:cNvSpPr>
          <p:nvPr>
            <p:ph type="ctrTitle" idx="7"/>
          </p:nvPr>
        </p:nvSpPr>
        <p:spPr>
          <a:xfrm>
            <a:off x="1419750" y="3485698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571" name="Google Shape;571;p20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">
  <p:cSld name="CUSTOM_8"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" name="Google Shape;573;p21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574" name="Google Shape;574;p21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5" name="Google Shape;575;p2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76" name="Google Shape;576;p21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577" name="Google Shape;577;p2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2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2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2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2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2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2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2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2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2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2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Google Shape;591;p2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2" name="Google Shape;592;p21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593" name="Google Shape;593;p2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2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2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2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2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2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2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2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2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2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2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2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2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08" name="Google Shape;608;p21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9" name="Google Shape;609;p21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p21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1" name="Google Shape;611;p21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2" name="Google Shape;612;p21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3" name="Google Shape;613;p2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4" name="Google Shape;614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087300" cy="145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5" name="Google Shape;615;p21"/>
          <p:cNvSpPr txBox="1">
            <a:spLocks noGrp="1"/>
          </p:cNvSpPr>
          <p:nvPr>
            <p:ph type="subTitle" idx="1"/>
          </p:nvPr>
        </p:nvSpPr>
        <p:spPr>
          <a:xfrm>
            <a:off x="5703898" y="86720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21"/>
          <p:cNvSpPr txBox="1">
            <a:spLocks noGrp="1"/>
          </p:cNvSpPr>
          <p:nvPr>
            <p:ph type="subTitle" idx="2"/>
          </p:nvPr>
        </p:nvSpPr>
        <p:spPr>
          <a:xfrm>
            <a:off x="5703898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7" name="Google Shape;617;p21"/>
          <p:cNvSpPr txBox="1">
            <a:spLocks noGrp="1"/>
          </p:cNvSpPr>
          <p:nvPr>
            <p:ph type="subTitle" idx="3"/>
          </p:nvPr>
        </p:nvSpPr>
        <p:spPr>
          <a:xfrm>
            <a:off x="906900" y="2856550"/>
            <a:ext cx="1041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8" name="Google Shape;618;p21"/>
          <p:cNvSpPr txBox="1">
            <a:spLocks noGrp="1"/>
          </p:cNvSpPr>
          <p:nvPr>
            <p:ph type="subTitle" idx="4"/>
          </p:nvPr>
        </p:nvSpPr>
        <p:spPr>
          <a:xfrm>
            <a:off x="906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9" name="Google Shape;619;p21"/>
          <p:cNvSpPr txBox="1">
            <a:spLocks noGrp="1"/>
          </p:cNvSpPr>
          <p:nvPr>
            <p:ph type="subTitle" idx="5"/>
          </p:nvPr>
        </p:nvSpPr>
        <p:spPr>
          <a:xfrm>
            <a:off x="5703900" y="3234171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0" name="Google Shape;620;p21"/>
          <p:cNvSpPr txBox="1">
            <a:spLocks noGrp="1"/>
          </p:cNvSpPr>
          <p:nvPr>
            <p:ph type="subTitle" idx="6"/>
          </p:nvPr>
        </p:nvSpPr>
        <p:spPr>
          <a:xfrm>
            <a:off x="5703900" y="1247983"/>
            <a:ext cx="2506200" cy="11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five columns">
  <p:cSld name="CUSTOM_9"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2" name="Google Shape;622;p22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23" name="Google Shape;623;p2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5" name="Google Shape;645;p22"/>
          <p:cNvSpPr txBox="1">
            <a:spLocks noGrp="1"/>
          </p:cNvSpPr>
          <p:nvPr>
            <p:ph type="ctrTitle"/>
          </p:nvPr>
        </p:nvSpPr>
        <p:spPr>
          <a:xfrm>
            <a:off x="3443850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646" name="Google Shape;646;p22"/>
          <p:cNvSpPr txBox="1">
            <a:spLocks noGrp="1"/>
          </p:cNvSpPr>
          <p:nvPr>
            <p:ph type="subTitle" idx="1"/>
          </p:nvPr>
        </p:nvSpPr>
        <p:spPr>
          <a:xfrm>
            <a:off x="344384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7" name="Google Shape;647;p22"/>
          <p:cNvSpPr txBox="1">
            <a:spLocks noGrp="1"/>
          </p:cNvSpPr>
          <p:nvPr>
            <p:ph type="subTitle" idx="2"/>
          </p:nvPr>
        </p:nvSpPr>
        <p:spPr>
          <a:xfrm>
            <a:off x="4759920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8" name="Google Shape;648;p22"/>
          <p:cNvSpPr txBox="1">
            <a:spLocks noGrp="1"/>
          </p:cNvSpPr>
          <p:nvPr>
            <p:ph type="ctrTitle" idx="3"/>
          </p:nvPr>
        </p:nvSpPr>
        <p:spPr>
          <a:xfrm>
            <a:off x="475992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649" name="Google Shape;649;p22"/>
          <p:cNvSpPr txBox="1">
            <a:spLocks noGrp="1"/>
          </p:cNvSpPr>
          <p:nvPr>
            <p:ph type="ctrTitle" idx="4"/>
          </p:nvPr>
        </p:nvSpPr>
        <p:spPr>
          <a:xfrm>
            <a:off x="81170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650" name="Google Shape;650;p22"/>
          <p:cNvSpPr txBox="1">
            <a:spLocks noGrp="1"/>
          </p:cNvSpPr>
          <p:nvPr>
            <p:ph type="subTitle" idx="5"/>
          </p:nvPr>
        </p:nvSpPr>
        <p:spPr>
          <a:xfrm>
            <a:off x="81170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1" name="Google Shape;651;p22"/>
          <p:cNvSpPr txBox="1">
            <a:spLocks noGrp="1"/>
          </p:cNvSpPr>
          <p:nvPr>
            <p:ph type="subTitle" idx="6"/>
          </p:nvPr>
        </p:nvSpPr>
        <p:spPr>
          <a:xfrm>
            <a:off x="2127778" y="3694544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2" name="Google Shape;652;p22"/>
          <p:cNvSpPr txBox="1">
            <a:spLocks noGrp="1"/>
          </p:cNvSpPr>
          <p:nvPr>
            <p:ph type="ctrTitle" idx="7"/>
          </p:nvPr>
        </p:nvSpPr>
        <p:spPr>
          <a:xfrm>
            <a:off x="2127780" y="34095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653" name="Google Shape;653;p22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4" name="Google Shape;654;p22"/>
          <p:cNvSpPr txBox="1">
            <a:spLocks noGrp="1"/>
          </p:cNvSpPr>
          <p:nvPr>
            <p:ph type="ctrTitle" idx="9"/>
          </p:nvPr>
        </p:nvSpPr>
        <p:spPr>
          <a:xfrm>
            <a:off x="6075995" y="17861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655" name="Google Shape;655;p22"/>
          <p:cNvSpPr txBox="1">
            <a:spLocks noGrp="1"/>
          </p:cNvSpPr>
          <p:nvPr>
            <p:ph type="subTitle" idx="13"/>
          </p:nvPr>
        </p:nvSpPr>
        <p:spPr>
          <a:xfrm>
            <a:off x="6075995" y="2057896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1">
  <p:cSld name="CUSTOM_10"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7" name="Google Shape;657;p2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58" name="Google Shape;658;p2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0" name="Google Shape;680;p23"/>
          <p:cNvSpPr txBox="1">
            <a:spLocks noGrp="1"/>
          </p:cNvSpPr>
          <p:nvPr>
            <p:ph type="title"/>
          </p:nvPr>
        </p:nvSpPr>
        <p:spPr>
          <a:xfrm>
            <a:off x="5314275" y="1089028"/>
            <a:ext cx="3109500" cy="13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1" name="Google Shape;681;p23"/>
          <p:cNvSpPr txBox="1">
            <a:spLocks noGrp="1"/>
          </p:cNvSpPr>
          <p:nvPr>
            <p:ph type="subTitle" idx="1"/>
          </p:nvPr>
        </p:nvSpPr>
        <p:spPr>
          <a:xfrm>
            <a:off x="6241125" y="2611969"/>
            <a:ext cx="2182800" cy="14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2">
  <p:cSld name="CUSTOM_34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2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684" name="Google Shape;684;p2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6" name="Google Shape;706;p24"/>
          <p:cNvSpPr txBox="1">
            <a:spLocks noGrp="1"/>
          </p:cNvSpPr>
          <p:nvPr>
            <p:ph type="title"/>
          </p:nvPr>
        </p:nvSpPr>
        <p:spPr>
          <a:xfrm>
            <a:off x="717000" y="1491225"/>
            <a:ext cx="3870300" cy="93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07" name="Google Shape;707;p24"/>
          <p:cNvSpPr txBox="1">
            <a:spLocks noGrp="1"/>
          </p:cNvSpPr>
          <p:nvPr>
            <p:ph type="subTitle" idx="1"/>
          </p:nvPr>
        </p:nvSpPr>
        <p:spPr>
          <a:xfrm>
            <a:off x="1870200" y="2570158"/>
            <a:ext cx="2717100" cy="1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 1">
  <p:cSld name="CUSTOM_11"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oogle Shape;709;p2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10" name="Google Shape;710;p2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2" name="Google Shape;732;p25"/>
          <p:cNvSpPr txBox="1">
            <a:spLocks noGrp="1"/>
          </p:cNvSpPr>
          <p:nvPr>
            <p:ph type="ctrTitle"/>
          </p:nvPr>
        </p:nvSpPr>
        <p:spPr>
          <a:xfrm>
            <a:off x="988403" y="1297314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733" name="Google Shape;733;p25"/>
          <p:cNvSpPr txBox="1">
            <a:spLocks noGrp="1"/>
          </p:cNvSpPr>
          <p:nvPr>
            <p:ph type="subTitle" idx="1"/>
          </p:nvPr>
        </p:nvSpPr>
        <p:spPr>
          <a:xfrm>
            <a:off x="988403" y="1579523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25"/>
          <p:cNvSpPr txBox="1">
            <a:spLocks noGrp="1"/>
          </p:cNvSpPr>
          <p:nvPr>
            <p:ph type="subTitle" idx="2"/>
          </p:nvPr>
        </p:nvSpPr>
        <p:spPr>
          <a:xfrm>
            <a:off x="988403" y="3577425"/>
            <a:ext cx="2451300" cy="5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5" name="Google Shape;735;p25"/>
          <p:cNvSpPr txBox="1">
            <a:spLocks noGrp="1"/>
          </p:cNvSpPr>
          <p:nvPr>
            <p:ph type="subTitle" idx="3"/>
          </p:nvPr>
        </p:nvSpPr>
        <p:spPr>
          <a:xfrm>
            <a:off x="988403" y="2596068"/>
            <a:ext cx="2451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36" name="Google Shape;736;p25"/>
          <p:cNvSpPr txBox="1">
            <a:spLocks noGrp="1"/>
          </p:cNvSpPr>
          <p:nvPr>
            <p:ph type="ctrTitle" idx="4"/>
          </p:nvPr>
        </p:nvSpPr>
        <p:spPr>
          <a:xfrm>
            <a:off x="988403" y="230405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737" name="Google Shape;737;p25"/>
          <p:cNvSpPr txBox="1">
            <a:spLocks noGrp="1"/>
          </p:cNvSpPr>
          <p:nvPr>
            <p:ph type="ctrTitle" idx="5"/>
          </p:nvPr>
        </p:nvSpPr>
        <p:spPr>
          <a:xfrm>
            <a:off x="988403" y="3289882"/>
            <a:ext cx="2451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738" name="Google Shape;738;p25"/>
          <p:cNvSpPr txBox="1">
            <a:spLocks noGrp="1"/>
          </p:cNvSpPr>
          <p:nvPr>
            <p:ph type="title" idx="6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1">
  <p:cSld name="CUSTOM_12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6"/>
          <p:cNvSpPr txBox="1">
            <a:spLocks noGrp="1"/>
          </p:cNvSpPr>
          <p:nvPr>
            <p:ph type="title"/>
          </p:nvPr>
        </p:nvSpPr>
        <p:spPr>
          <a:xfrm>
            <a:off x="5059850" y="3019625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2">
  <p:cSld name="CUSTOM_31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7"/>
          <p:cNvSpPr txBox="1">
            <a:spLocks noGrp="1"/>
          </p:cNvSpPr>
          <p:nvPr>
            <p:ph type="title"/>
          </p:nvPr>
        </p:nvSpPr>
        <p:spPr>
          <a:xfrm>
            <a:off x="1249850" y="873387"/>
            <a:ext cx="3364200" cy="143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 1">
  <p:cSld name="CUSTOM_14"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4" name="Google Shape;744;p2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45" name="Google Shape;745;p2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7" name="Google Shape;767;p28"/>
          <p:cNvSpPr txBox="1">
            <a:spLocks noGrp="1"/>
          </p:cNvSpPr>
          <p:nvPr>
            <p:ph type="title"/>
          </p:nvPr>
        </p:nvSpPr>
        <p:spPr>
          <a:xfrm>
            <a:off x="1232825" y="1765317"/>
            <a:ext cx="6678300" cy="75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68" name="Google Shape;768;p28"/>
          <p:cNvSpPr txBox="1">
            <a:spLocks noGrp="1"/>
          </p:cNvSpPr>
          <p:nvPr>
            <p:ph type="body" idx="1"/>
          </p:nvPr>
        </p:nvSpPr>
        <p:spPr>
          <a:xfrm>
            <a:off x="2155325" y="2698083"/>
            <a:ext cx="48333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 2">
  <p:cSld name="CUSTOM_32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0" name="Google Shape;770;p2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71" name="Google Shape;771;p2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3" name="Google Shape;793;p29"/>
          <p:cNvSpPr txBox="1">
            <a:spLocks noGrp="1"/>
          </p:cNvSpPr>
          <p:nvPr>
            <p:ph type="title"/>
          </p:nvPr>
        </p:nvSpPr>
        <p:spPr>
          <a:xfrm>
            <a:off x="3800500" y="1351950"/>
            <a:ext cx="3933000" cy="158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94" name="Google Shape;794;p29"/>
          <p:cNvSpPr txBox="1">
            <a:spLocks noGrp="1"/>
          </p:cNvSpPr>
          <p:nvPr>
            <p:ph type="body" idx="1"/>
          </p:nvPr>
        </p:nvSpPr>
        <p:spPr>
          <a:xfrm>
            <a:off x="3800550" y="3111475"/>
            <a:ext cx="3933000" cy="6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3">
  <p:cSld name="CUSTOM_15"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6" name="Google Shape;796;p30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97" name="Google Shape;797;p3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9" name="Google Shape;819;p3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four columns 1">
  <p:cSld name="CUSTOM_16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1" name="Google Shape;821;p31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822" name="Google Shape;822;p31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23" name="Google Shape;823;p3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824" name="Google Shape;824;p31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825" name="Google Shape;825;p3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0" name="Google Shape;840;p31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841" name="Google Shape;841;p3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3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3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3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856" name="Google Shape;856;p31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7" name="Google Shape;857;p31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8" name="Google Shape;858;p31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9" name="Google Shape;859;p31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0" name="Google Shape;860;p31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1" name="Google Shape;861;p3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62" name="Google Shape;862;p31"/>
          <p:cNvSpPr txBox="1">
            <a:spLocks noGrp="1"/>
          </p:cNvSpPr>
          <p:nvPr>
            <p:ph type="subTitle" idx="1"/>
          </p:nvPr>
        </p:nvSpPr>
        <p:spPr>
          <a:xfrm>
            <a:off x="906900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3" name="Google Shape;863;p31"/>
          <p:cNvSpPr txBox="1">
            <a:spLocks noGrp="1"/>
          </p:cNvSpPr>
          <p:nvPr>
            <p:ph type="subTitle" idx="2"/>
          </p:nvPr>
        </p:nvSpPr>
        <p:spPr>
          <a:xfrm>
            <a:off x="5565696" y="3615868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4" name="Google Shape;864;p31"/>
          <p:cNvSpPr txBox="1">
            <a:spLocks noGrp="1"/>
          </p:cNvSpPr>
          <p:nvPr>
            <p:ph type="subTitle" idx="3"/>
          </p:nvPr>
        </p:nvSpPr>
        <p:spPr>
          <a:xfrm>
            <a:off x="906900" y="2084031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31"/>
          <p:cNvSpPr txBox="1">
            <a:spLocks noGrp="1"/>
          </p:cNvSpPr>
          <p:nvPr>
            <p:ph type="subTitle" idx="4"/>
          </p:nvPr>
        </p:nvSpPr>
        <p:spPr>
          <a:xfrm>
            <a:off x="5565688" y="2094806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31"/>
          <p:cNvSpPr txBox="1">
            <a:spLocks noGrp="1"/>
          </p:cNvSpPr>
          <p:nvPr>
            <p:ph type="subTitle" idx="5"/>
          </p:nvPr>
        </p:nvSpPr>
        <p:spPr>
          <a:xfrm>
            <a:off x="906900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31"/>
          <p:cNvSpPr txBox="1">
            <a:spLocks noGrp="1"/>
          </p:cNvSpPr>
          <p:nvPr>
            <p:ph type="subTitle" idx="6"/>
          </p:nvPr>
        </p:nvSpPr>
        <p:spPr>
          <a:xfrm>
            <a:off x="5565688" y="246940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8" name="Google Shape;868;p31"/>
          <p:cNvSpPr txBox="1">
            <a:spLocks noGrp="1"/>
          </p:cNvSpPr>
          <p:nvPr>
            <p:ph type="subTitle" idx="7"/>
          </p:nvPr>
        </p:nvSpPr>
        <p:spPr>
          <a:xfrm>
            <a:off x="906900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9" name="Google Shape;869;p31"/>
          <p:cNvSpPr txBox="1">
            <a:spLocks noGrp="1"/>
          </p:cNvSpPr>
          <p:nvPr>
            <p:ph type="subTitle" idx="8"/>
          </p:nvPr>
        </p:nvSpPr>
        <p:spPr>
          <a:xfrm>
            <a:off x="5565688" y="3991211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0" name="Google Shape;870;p3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3330000" cy="99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 2">
  <p:cSld name="CUSTOM_17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3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873" name="Google Shape;873;p3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2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2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2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5" name="Google Shape;895;p32"/>
          <p:cNvSpPr txBox="1">
            <a:spLocks noGrp="1"/>
          </p:cNvSpPr>
          <p:nvPr>
            <p:ph type="ctrTitle"/>
          </p:nvPr>
        </p:nvSpPr>
        <p:spPr>
          <a:xfrm>
            <a:off x="5295149" y="1449725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896" name="Google Shape;896;p32"/>
          <p:cNvSpPr txBox="1">
            <a:spLocks noGrp="1"/>
          </p:cNvSpPr>
          <p:nvPr>
            <p:ph type="subTitle" idx="1"/>
          </p:nvPr>
        </p:nvSpPr>
        <p:spPr>
          <a:xfrm>
            <a:off x="5295149" y="1731948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7" name="Google Shape;897;p32"/>
          <p:cNvSpPr txBox="1">
            <a:spLocks noGrp="1"/>
          </p:cNvSpPr>
          <p:nvPr>
            <p:ph type="subTitle" idx="2"/>
          </p:nvPr>
        </p:nvSpPr>
        <p:spPr>
          <a:xfrm>
            <a:off x="5295149" y="3281876"/>
            <a:ext cx="3097500" cy="8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8" name="Google Shape;898;p32"/>
          <p:cNvSpPr txBox="1">
            <a:spLocks noGrp="1"/>
          </p:cNvSpPr>
          <p:nvPr>
            <p:ph type="ctrTitle" idx="3"/>
          </p:nvPr>
        </p:nvSpPr>
        <p:spPr>
          <a:xfrm>
            <a:off x="5295153" y="2989856"/>
            <a:ext cx="30975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899" name="Google Shape;899;p32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4">
  <p:cSld name="CUSTOM_18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" name="Google Shape;901;p3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902" name="Google Shape;902;p3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3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4" name="Google Shape;924;p3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510700" cy="54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5">
  <p:cSld name="CUSTOM_24"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6" name="Google Shape;926;p3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927" name="Google Shape;927;p3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9" name="Google Shape;949;p3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99100" cy="87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six columns">
  <p:cSld name="CUSTOM_19"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1" name="Google Shape;951;p35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952" name="Google Shape;952;p3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4" name="Google Shape;974;p35"/>
          <p:cNvSpPr txBox="1">
            <a:spLocks noGrp="1"/>
          </p:cNvSpPr>
          <p:nvPr>
            <p:ph type="subTitle" idx="1"/>
          </p:nvPr>
        </p:nvSpPr>
        <p:spPr>
          <a:xfrm>
            <a:off x="8041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975" name="Google Shape;975;p35"/>
          <p:cNvSpPr txBox="1">
            <a:spLocks noGrp="1"/>
          </p:cNvSpPr>
          <p:nvPr>
            <p:ph type="subTitle" idx="2"/>
          </p:nvPr>
        </p:nvSpPr>
        <p:spPr>
          <a:xfrm>
            <a:off x="583365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976" name="Google Shape;976;p35"/>
          <p:cNvSpPr txBox="1">
            <a:spLocks noGrp="1"/>
          </p:cNvSpPr>
          <p:nvPr>
            <p:ph type="subTitle" idx="3"/>
          </p:nvPr>
        </p:nvSpPr>
        <p:spPr>
          <a:xfrm>
            <a:off x="8041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977" name="Google Shape;977;p35"/>
          <p:cNvSpPr txBox="1">
            <a:spLocks noGrp="1"/>
          </p:cNvSpPr>
          <p:nvPr>
            <p:ph type="subTitle" idx="4"/>
          </p:nvPr>
        </p:nvSpPr>
        <p:spPr>
          <a:xfrm>
            <a:off x="583365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978" name="Google Shape;978;p35"/>
          <p:cNvSpPr txBox="1">
            <a:spLocks noGrp="1"/>
          </p:cNvSpPr>
          <p:nvPr>
            <p:ph type="subTitle" idx="5"/>
          </p:nvPr>
        </p:nvSpPr>
        <p:spPr>
          <a:xfrm>
            <a:off x="3318900" y="30698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979" name="Google Shape;979;p35"/>
          <p:cNvSpPr txBox="1">
            <a:spLocks noGrp="1"/>
          </p:cNvSpPr>
          <p:nvPr>
            <p:ph type="subTitle" idx="6"/>
          </p:nvPr>
        </p:nvSpPr>
        <p:spPr>
          <a:xfrm>
            <a:off x="3318900" y="1530415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980" name="Google Shape;980;p3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81" name="Google Shape;981;p35"/>
          <p:cNvSpPr txBox="1">
            <a:spLocks noGrp="1"/>
          </p:cNvSpPr>
          <p:nvPr>
            <p:ph type="subTitle" idx="7"/>
          </p:nvPr>
        </p:nvSpPr>
        <p:spPr>
          <a:xfrm>
            <a:off x="8041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2" name="Google Shape;982;p35"/>
          <p:cNvSpPr txBox="1">
            <a:spLocks noGrp="1"/>
          </p:cNvSpPr>
          <p:nvPr>
            <p:ph type="subTitle" idx="8"/>
          </p:nvPr>
        </p:nvSpPr>
        <p:spPr>
          <a:xfrm>
            <a:off x="583365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3" name="Google Shape;983;p35"/>
          <p:cNvSpPr txBox="1">
            <a:spLocks noGrp="1"/>
          </p:cNvSpPr>
          <p:nvPr>
            <p:ph type="subTitle" idx="9"/>
          </p:nvPr>
        </p:nvSpPr>
        <p:spPr>
          <a:xfrm>
            <a:off x="8041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4" name="Google Shape;984;p35"/>
          <p:cNvSpPr txBox="1">
            <a:spLocks noGrp="1"/>
          </p:cNvSpPr>
          <p:nvPr>
            <p:ph type="subTitle" idx="13"/>
          </p:nvPr>
        </p:nvSpPr>
        <p:spPr>
          <a:xfrm>
            <a:off x="583365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5" name="Google Shape;985;p35"/>
          <p:cNvSpPr txBox="1">
            <a:spLocks noGrp="1"/>
          </p:cNvSpPr>
          <p:nvPr>
            <p:ph type="subTitle" idx="14"/>
          </p:nvPr>
        </p:nvSpPr>
        <p:spPr>
          <a:xfrm>
            <a:off x="3318900" y="1904448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86" name="Google Shape;986;p35"/>
          <p:cNvSpPr txBox="1">
            <a:spLocks noGrp="1"/>
          </p:cNvSpPr>
          <p:nvPr>
            <p:ph type="subTitle" idx="15"/>
          </p:nvPr>
        </p:nvSpPr>
        <p:spPr>
          <a:xfrm>
            <a:off x="3318900" y="3456740"/>
            <a:ext cx="250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hree columns 2">
  <p:cSld name="CUSTOM_27"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oogle Shape;988;p3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989" name="Google Shape;989;p3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1" name="Google Shape;1011;p36"/>
          <p:cNvSpPr txBox="1">
            <a:spLocks noGrp="1"/>
          </p:cNvSpPr>
          <p:nvPr>
            <p:ph type="subTitle" idx="1"/>
          </p:nvPr>
        </p:nvSpPr>
        <p:spPr>
          <a:xfrm>
            <a:off x="8041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1012" name="Google Shape;1012;p36"/>
          <p:cNvSpPr txBox="1">
            <a:spLocks noGrp="1"/>
          </p:cNvSpPr>
          <p:nvPr>
            <p:ph type="subTitle" idx="2"/>
          </p:nvPr>
        </p:nvSpPr>
        <p:spPr>
          <a:xfrm>
            <a:off x="5833650" y="2853903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1013" name="Google Shape;1013;p36"/>
          <p:cNvSpPr txBox="1">
            <a:spLocks noGrp="1"/>
          </p:cNvSpPr>
          <p:nvPr>
            <p:ph type="subTitle" idx="3"/>
          </p:nvPr>
        </p:nvSpPr>
        <p:spPr>
          <a:xfrm>
            <a:off x="3318900" y="2003065"/>
            <a:ext cx="2506200" cy="34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5917800" y="540000"/>
            <a:ext cx="25062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5" name="Google Shape;1015;p36"/>
          <p:cNvSpPr txBox="1">
            <a:spLocks noGrp="1"/>
          </p:cNvSpPr>
          <p:nvPr>
            <p:ph type="subTitle" idx="4"/>
          </p:nvPr>
        </p:nvSpPr>
        <p:spPr>
          <a:xfrm>
            <a:off x="8041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16" name="Google Shape;1016;p36"/>
          <p:cNvSpPr txBox="1">
            <a:spLocks noGrp="1"/>
          </p:cNvSpPr>
          <p:nvPr>
            <p:ph type="subTitle" idx="5"/>
          </p:nvPr>
        </p:nvSpPr>
        <p:spPr>
          <a:xfrm>
            <a:off x="5833650" y="3240773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17" name="Google Shape;1017;p36"/>
          <p:cNvSpPr txBox="1">
            <a:spLocks noGrp="1"/>
          </p:cNvSpPr>
          <p:nvPr>
            <p:ph type="subTitle" idx="6"/>
          </p:nvPr>
        </p:nvSpPr>
        <p:spPr>
          <a:xfrm>
            <a:off x="3318900" y="2389956"/>
            <a:ext cx="2506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 3">
  <p:cSld name="CUSTOM_28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9" name="Google Shape;1019;p37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20" name="Google Shape;1020;p37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7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7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7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7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7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7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7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7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7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7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7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7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7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7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7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7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7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7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7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2" name="Google Shape;1042;p37"/>
          <p:cNvSpPr txBox="1">
            <a:spLocks noGrp="1"/>
          </p:cNvSpPr>
          <p:nvPr>
            <p:ph type="subTitle" idx="1"/>
          </p:nvPr>
        </p:nvSpPr>
        <p:spPr>
          <a:xfrm>
            <a:off x="1342450" y="3241403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1043" name="Google Shape;1043;p37"/>
          <p:cNvSpPr txBox="1">
            <a:spLocks noGrp="1"/>
          </p:cNvSpPr>
          <p:nvPr>
            <p:ph type="subTitle" idx="2"/>
          </p:nvPr>
        </p:nvSpPr>
        <p:spPr>
          <a:xfrm>
            <a:off x="5295350" y="3232090"/>
            <a:ext cx="25062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tim" panose="00000500000000000000"/>
              <a:buNone/>
              <a:defRPr sz="2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tim" panose="00000500000000000000"/>
              <a:buNone/>
              <a:defRPr sz="1600" b="1">
                <a:solidFill>
                  <a:schemeClr val="dk2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1044" name="Google Shape;1044;p3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49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5" name="Google Shape;1045;p37"/>
          <p:cNvSpPr txBox="1">
            <a:spLocks noGrp="1"/>
          </p:cNvSpPr>
          <p:nvPr>
            <p:ph type="subTitle" idx="3"/>
          </p:nvPr>
        </p:nvSpPr>
        <p:spPr>
          <a:xfrm>
            <a:off x="1342450" y="3615440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46" name="Google Shape;1046;p37"/>
          <p:cNvSpPr txBox="1">
            <a:spLocks noGrp="1"/>
          </p:cNvSpPr>
          <p:nvPr>
            <p:ph type="subTitle" idx="4"/>
          </p:nvPr>
        </p:nvSpPr>
        <p:spPr>
          <a:xfrm>
            <a:off x="5295350" y="3606127"/>
            <a:ext cx="25062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five columns 1">
  <p:cSld name="CUSTOM_20"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8" name="Google Shape;1048;p38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49" name="Google Shape;1049;p3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3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8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8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8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1" name="Google Shape;1071;p38"/>
          <p:cNvSpPr txBox="1">
            <a:spLocks noGrp="1"/>
          </p:cNvSpPr>
          <p:nvPr>
            <p:ph type="ctrTitle"/>
          </p:nvPr>
        </p:nvSpPr>
        <p:spPr>
          <a:xfrm>
            <a:off x="3443847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1072" name="Google Shape;1072;p38"/>
          <p:cNvSpPr txBox="1">
            <a:spLocks noGrp="1"/>
          </p:cNvSpPr>
          <p:nvPr>
            <p:ph type="subTitle" idx="1"/>
          </p:nvPr>
        </p:nvSpPr>
        <p:spPr>
          <a:xfrm>
            <a:off x="3443847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3" name="Google Shape;1073;p38"/>
          <p:cNvSpPr txBox="1">
            <a:spLocks noGrp="1"/>
          </p:cNvSpPr>
          <p:nvPr>
            <p:ph type="subTitle" idx="2"/>
          </p:nvPr>
        </p:nvSpPr>
        <p:spPr>
          <a:xfrm>
            <a:off x="475992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4" name="Google Shape;1074;p38"/>
          <p:cNvSpPr txBox="1">
            <a:spLocks noGrp="1"/>
          </p:cNvSpPr>
          <p:nvPr>
            <p:ph type="ctrTitle" idx="3"/>
          </p:nvPr>
        </p:nvSpPr>
        <p:spPr>
          <a:xfrm>
            <a:off x="475992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1075" name="Google Shape;1075;p38"/>
          <p:cNvSpPr txBox="1">
            <a:spLocks noGrp="1"/>
          </p:cNvSpPr>
          <p:nvPr>
            <p:ph type="ctrTitle" idx="4"/>
          </p:nvPr>
        </p:nvSpPr>
        <p:spPr>
          <a:xfrm>
            <a:off x="81170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1076" name="Google Shape;1076;p38"/>
          <p:cNvSpPr txBox="1">
            <a:spLocks noGrp="1"/>
          </p:cNvSpPr>
          <p:nvPr>
            <p:ph type="subTitle" idx="5"/>
          </p:nvPr>
        </p:nvSpPr>
        <p:spPr>
          <a:xfrm>
            <a:off x="81170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7" name="Google Shape;1077;p38"/>
          <p:cNvSpPr txBox="1">
            <a:spLocks noGrp="1"/>
          </p:cNvSpPr>
          <p:nvPr>
            <p:ph type="subTitle" idx="6"/>
          </p:nvPr>
        </p:nvSpPr>
        <p:spPr>
          <a:xfrm>
            <a:off x="2127780" y="1879683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78" name="Google Shape;1078;p38"/>
          <p:cNvSpPr txBox="1">
            <a:spLocks noGrp="1"/>
          </p:cNvSpPr>
          <p:nvPr>
            <p:ph type="ctrTitle" idx="7"/>
          </p:nvPr>
        </p:nvSpPr>
        <p:spPr>
          <a:xfrm>
            <a:off x="2127780" y="1580703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1079" name="Google Shape;1079;p38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80" name="Google Shape;1080;p38"/>
          <p:cNvSpPr txBox="1">
            <a:spLocks noGrp="1"/>
          </p:cNvSpPr>
          <p:nvPr>
            <p:ph type="ctrTitle" idx="9"/>
          </p:nvPr>
        </p:nvSpPr>
        <p:spPr>
          <a:xfrm>
            <a:off x="6075995" y="3081575"/>
            <a:ext cx="2256300" cy="3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Font typeface="Permanent Marker" panose="02000000000000000000"/>
              <a:buNone/>
              <a:defRPr sz="2000">
                <a:latin typeface="Permanent Marker" panose="02000000000000000000"/>
                <a:ea typeface="Permanent Marker" panose="02000000000000000000"/>
                <a:cs typeface="Permanent Marker" panose="02000000000000000000"/>
                <a:sym typeface="Permanent Marker" panose="02000000000000000000"/>
              </a:defRPr>
            </a:lvl9pPr>
          </a:lstStyle>
          <a:p>
            <a:endParaRPr/>
          </a:p>
        </p:txBody>
      </p:sp>
      <p:sp>
        <p:nvSpPr>
          <p:cNvPr id="1081" name="Google Shape;1081;p38"/>
          <p:cNvSpPr txBox="1">
            <a:spLocks noGrp="1"/>
          </p:cNvSpPr>
          <p:nvPr>
            <p:ph type="subTitle" idx="13"/>
          </p:nvPr>
        </p:nvSpPr>
        <p:spPr>
          <a:xfrm>
            <a:off x="6075995" y="3367235"/>
            <a:ext cx="2256300" cy="5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CUSTOM_21"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3" name="Google Shape;1083;p3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084" name="Google Shape;1084;p3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3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39"/>
          <p:cNvSpPr txBox="1">
            <a:spLocks noGrp="1"/>
          </p:cNvSpPr>
          <p:nvPr>
            <p:ph type="title" hasCustomPrompt="1"/>
          </p:nvPr>
        </p:nvSpPr>
        <p:spPr>
          <a:xfrm>
            <a:off x="715349" y="1829975"/>
            <a:ext cx="52644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04" name="Google Shape;1104;p39"/>
          <p:cNvSpPr txBox="1">
            <a:spLocks noGrp="1"/>
          </p:cNvSpPr>
          <p:nvPr>
            <p:ph type="body" idx="1"/>
          </p:nvPr>
        </p:nvSpPr>
        <p:spPr>
          <a:xfrm>
            <a:off x="715350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 1">
  <p:cSld name="CUSTOM_33"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6" name="Google Shape;1106;p4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07" name="Google Shape;1107;p4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4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6" name="Google Shape;1126;p40"/>
          <p:cNvSpPr txBox="1">
            <a:spLocks noGrp="1"/>
          </p:cNvSpPr>
          <p:nvPr>
            <p:ph type="title" hasCustomPrompt="1"/>
          </p:nvPr>
        </p:nvSpPr>
        <p:spPr>
          <a:xfrm>
            <a:off x="3772625" y="1829975"/>
            <a:ext cx="4569300" cy="89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27" name="Google Shape;1127;p40"/>
          <p:cNvSpPr txBox="1">
            <a:spLocks noGrp="1"/>
          </p:cNvSpPr>
          <p:nvPr>
            <p:ph type="body" idx="1"/>
          </p:nvPr>
        </p:nvSpPr>
        <p:spPr>
          <a:xfrm>
            <a:off x="3772649" y="2823072"/>
            <a:ext cx="4569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r" rtl="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r" rtl="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s and text">
  <p:cSld name="CUSTOM_22"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9" name="Google Shape;1129;p41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130" name="Google Shape;1130;p41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31" name="Google Shape;1131;p4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32" name="Google Shape;1132;p41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133" name="Google Shape;1133;p4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4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4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4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4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4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4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4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4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4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4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4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4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4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4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41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149" name="Google Shape;1149;p41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41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41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41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41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41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41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41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41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41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41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41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41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41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41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164" name="Google Shape;1164;p41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5" name="Google Shape;1165;p41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6" name="Google Shape;1166;p41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7" name="Google Shape;1167;p41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8" name="Google Shape;1168;p41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9" name="Google Shape;1169;p41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70" name="Google Shape;1170;p41"/>
          <p:cNvSpPr txBox="1">
            <a:spLocks noGrp="1"/>
          </p:cNvSpPr>
          <p:nvPr>
            <p:ph type="title" hasCustomPrompt="1"/>
          </p:nvPr>
        </p:nvSpPr>
        <p:spPr>
          <a:xfrm>
            <a:off x="720000" y="1143700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71" name="Google Shape;1171;p41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72" name="Google Shape;1172;p41"/>
          <p:cNvSpPr txBox="1">
            <a:spLocks noGrp="1"/>
          </p:cNvSpPr>
          <p:nvPr>
            <p:ph type="title" idx="3" hasCustomPrompt="1"/>
          </p:nvPr>
        </p:nvSpPr>
        <p:spPr>
          <a:xfrm>
            <a:off x="5094000" y="2946225"/>
            <a:ext cx="33300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73" name="Google Shape;1173;p41"/>
          <p:cNvSpPr txBox="1">
            <a:spLocks noGrp="1"/>
          </p:cNvSpPr>
          <p:nvPr>
            <p:ph type="subTitle" idx="1"/>
          </p:nvPr>
        </p:nvSpPr>
        <p:spPr>
          <a:xfrm>
            <a:off x="915300" y="1964863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74" name="Google Shape;1174;p41"/>
          <p:cNvSpPr txBox="1">
            <a:spLocks noGrp="1"/>
          </p:cNvSpPr>
          <p:nvPr>
            <p:ph type="subTitle" idx="4"/>
          </p:nvPr>
        </p:nvSpPr>
        <p:spPr>
          <a:xfrm>
            <a:off x="915300" y="3754738"/>
            <a:ext cx="2939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75" name="Google Shape;1175;p41"/>
          <p:cNvSpPr txBox="1">
            <a:spLocks noGrp="1"/>
          </p:cNvSpPr>
          <p:nvPr>
            <p:ph type="subTitle" idx="5"/>
          </p:nvPr>
        </p:nvSpPr>
        <p:spPr>
          <a:xfrm>
            <a:off x="5192850" y="3754772"/>
            <a:ext cx="31323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umbers and text 1">
  <p:cSld name="CUSTOM_23"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7" name="Google Shape;1177;p42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178" name="Google Shape;1178;p42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2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2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2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2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2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2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2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2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2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2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2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2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2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2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2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2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42"/>
          <p:cNvSpPr txBox="1">
            <a:spLocks noGrp="1"/>
          </p:cNvSpPr>
          <p:nvPr>
            <p:ph type="title" hasCustomPrompt="1"/>
          </p:nvPr>
        </p:nvSpPr>
        <p:spPr>
          <a:xfrm>
            <a:off x="3285938" y="11437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98" name="Google Shape;1198;p42"/>
          <p:cNvSpPr txBox="1">
            <a:spLocks noGrp="1"/>
          </p:cNvSpPr>
          <p:nvPr>
            <p:ph type="subTitle" idx="1"/>
          </p:nvPr>
        </p:nvSpPr>
        <p:spPr>
          <a:xfrm>
            <a:off x="3285938" y="1964876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99" name="Google Shape;1199;p42"/>
          <p:cNvSpPr txBox="1">
            <a:spLocks noGrp="1"/>
          </p:cNvSpPr>
          <p:nvPr>
            <p:ph type="title" idx="2" hasCustomPrompt="1"/>
          </p:nvPr>
        </p:nvSpPr>
        <p:spPr>
          <a:xfrm>
            <a:off x="3285938" y="2970100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00" name="Google Shape;1200;p42"/>
          <p:cNvSpPr txBox="1">
            <a:spLocks noGrp="1"/>
          </p:cNvSpPr>
          <p:nvPr>
            <p:ph type="subTitle" idx="3"/>
          </p:nvPr>
        </p:nvSpPr>
        <p:spPr>
          <a:xfrm>
            <a:off x="3285938" y="3791277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01" name="Google Shape;1201;p42"/>
          <p:cNvSpPr txBox="1">
            <a:spLocks noGrp="1"/>
          </p:cNvSpPr>
          <p:nvPr>
            <p:ph type="title" idx="4" hasCustomPrompt="1"/>
          </p:nvPr>
        </p:nvSpPr>
        <p:spPr>
          <a:xfrm>
            <a:off x="6030113" y="11563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02" name="Google Shape;1202;p42"/>
          <p:cNvSpPr txBox="1">
            <a:spLocks noGrp="1"/>
          </p:cNvSpPr>
          <p:nvPr>
            <p:ph type="subTitle" idx="5"/>
          </p:nvPr>
        </p:nvSpPr>
        <p:spPr>
          <a:xfrm>
            <a:off x="6030113" y="19775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03" name="Google Shape;1203;p42"/>
          <p:cNvSpPr txBox="1">
            <a:spLocks noGrp="1"/>
          </p:cNvSpPr>
          <p:nvPr>
            <p:ph type="title" idx="6" hasCustomPrompt="1"/>
          </p:nvPr>
        </p:nvSpPr>
        <p:spPr>
          <a:xfrm>
            <a:off x="6030113" y="2982738"/>
            <a:ext cx="2388900" cy="79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4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04" name="Google Shape;1204;p42"/>
          <p:cNvSpPr txBox="1">
            <a:spLocks noGrp="1"/>
          </p:cNvSpPr>
          <p:nvPr>
            <p:ph type="subTitle" idx="7"/>
          </p:nvPr>
        </p:nvSpPr>
        <p:spPr>
          <a:xfrm>
            <a:off x="6030113" y="3803915"/>
            <a:ext cx="23889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3">
  <p:cSld name="CUSTOM_25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6" name="Google Shape;1206;p43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207" name="Google Shape;1207;p43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08" name="Google Shape;1208;p43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09" name="Google Shape;1209;p43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210" name="Google Shape;1210;p43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43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43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43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43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43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43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43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43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43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43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43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43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43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43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5" name="Google Shape;1225;p43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226" name="Google Shape;1226;p43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43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43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43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43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43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43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43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43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43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43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43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43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43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43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41" name="Google Shape;1241;p43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2" name="Google Shape;1242;p43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3" name="Google Shape;1243;p43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4" name="Google Shape;1244;p43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5" name="Google Shape;1245;p43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6" name="Google Shape;1246;p43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47" name="Google Shape;1247;p43"/>
          <p:cNvSpPr txBox="1">
            <a:spLocks noGrp="1"/>
          </p:cNvSpPr>
          <p:nvPr>
            <p:ph type="subTitle" idx="1"/>
          </p:nvPr>
        </p:nvSpPr>
        <p:spPr>
          <a:xfrm>
            <a:off x="720000" y="2532242"/>
            <a:ext cx="23004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48" name="Google Shape;1248;p43"/>
          <p:cNvSpPr txBox="1">
            <a:spLocks noGrp="1"/>
          </p:cNvSpPr>
          <p:nvPr>
            <p:ph type="title"/>
          </p:nvPr>
        </p:nvSpPr>
        <p:spPr>
          <a:xfrm>
            <a:off x="720000" y="1452200"/>
            <a:ext cx="15549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4">
  <p:cSld name="CUSTOM_26"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0" name="Google Shape;1250;p44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251" name="Google Shape;1251;p44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52" name="Google Shape;1252;p4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53" name="Google Shape;1253;p44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254" name="Google Shape;1254;p4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4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4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4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4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4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4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4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4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4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4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4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4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4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4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9" name="Google Shape;1269;p44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270" name="Google Shape;1270;p44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44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44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44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44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44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44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44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44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44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44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44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44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44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44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285" name="Google Shape;1285;p44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6" name="Google Shape;1286;p44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7" name="Google Shape;1287;p44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8" name="Google Shape;1288;p44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9" name="Google Shape;1289;p44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0" name="Google Shape;1290;p44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91" name="Google Shape;1291;p44"/>
          <p:cNvSpPr txBox="1">
            <a:spLocks noGrp="1"/>
          </p:cNvSpPr>
          <p:nvPr>
            <p:ph type="subTitle" idx="1"/>
          </p:nvPr>
        </p:nvSpPr>
        <p:spPr>
          <a:xfrm>
            <a:off x="6302975" y="2571750"/>
            <a:ext cx="2121300" cy="15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92" name="Google Shape;1292;p44"/>
          <p:cNvSpPr txBox="1">
            <a:spLocks noGrp="1"/>
          </p:cNvSpPr>
          <p:nvPr>
            <p:ph type="title"/>
          </p:nvPr>
        </p:nvSpPr>
        <p:spPr>
          <a:xfrm>
            <a:off x="6682500" y="1452213"/>
            <a:ext cx="1741500" cy="9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ext 5">
  <p:cSld name="CUSTOM_30"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4" name="Google Shape;1294;p45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295" name="Google Shape;1295;p45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45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5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5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5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5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5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5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5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5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5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5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5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5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5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5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5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5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5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5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5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5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7" name="Google Shape;1317;p4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8" name="Google Shape;1318;p45"/>
          <p:cNvSpPr txBox="1">
            <a:spLocks noGrp="1"/>
          </p:cNvSpPr>
          <p:nvPr>
            <p:ph type="body" idx="1"/>
          </p:nvPr>
        </p:nvSpPr>
        <p:spPr>
          <a:xfrm>
            <a:off x="720000" y="1246924"/>
            <a:ext cx="7704000" cy="344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marL="914400" lvl="1" indent="-304800" rtl="0">
              <a:spcBef>
                <a:spcPts val="5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s">
  <p:cSld name="CUSTOM_29"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oogle Shape;1320;p46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321" name="Google Shape;1321;p46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6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6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6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6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6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6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6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6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6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6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6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6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6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6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6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6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6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6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40" name="Google Shape;1340;p46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1" name="Google Shape;1341;p46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46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43" name="Google Shape;1343;p46"/>
          <p:cNvSpPr txBox="1"/>
          <p:nvPr/>
        </p:nvSpPr>
        <p:spPr>
          <a:xfrm>
            <a:off x="2422213" y="3592175"/>
            <a:ext cx="42996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None/>
            </a:pPr>
            <a:r>
              <a:rPr lang="en-GB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CREDITS: This presentation template was created by </a:t>
            </a:r>
            <a:r>
              <a:rPr lang="en-GB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2"/>
              </a:rPr>
              <a:t>Slidesgo</a:t>
            </a:r>
            <a:r>
              <a:rPr lang="en-GB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, including icons by </a:t>
            </a:r>
            <a:r>
              <a:rPr lang="en-GB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3"/>
              </a:rPr>
              <a:t>Flaticon</a:t>
            </a:r>
            <a:r>
              <a:rPr lang="en-GB" sz="12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rPr>
              <a:t> and infographics &amp; images by </a:t>
            </a:r>
            <a:r>
              <a:rPr lang="en-GB" sz="1200">
                <a:solidFill>
                  <a:srgbClr val="434343"/>
                </a:solidFill>
                <a:uFill>
                  <a:noFill/>
                </a:uFill>
                <a:latin typeface="Muli"/>
                <a:ea typeface="Muli"/>
                <a:cs typeface="Muli"/>
                <a:sym typeface="Muli"/>
                <a:hlinkClick r:id="rId4"/>
              </a:rPr>
              <a:t>Freepik</a:t>
            </a:r>
            <a:endParaRPr sz="1200">
              <a:solidFill>
                <a:srgbClr val="434343"/>
              </a:solidFill>
              <a:latin typeface="Muli"/>
              <a:ea typeface="Muli"/>
              <a:cs typeface="Muli"/>
              <a:sym typeface="Mul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344" name="Google Shape;1344;p46"/>
          <p:cNvSpPr txBox="1">
            <a:spLocks noGrp="1"/>
          </p:cNvSpPr>
          <p:nvPr>
            <p:ph type="subTitle" idx="1"/>
          </p:nvPr>
        </p:nvSpPr>
        <p:spPr>
          <a:xfrm>
            <a:off x="2955600" y="2255325"/>
            <a:ext cx="3232800" cy="13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1345" name="Google Shape;1345;p46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1346" name="Google Shape;1346;p46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6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6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6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6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6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6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6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6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6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6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CUSTOM_35">
    <p:spTree>
      <p:nvGrpSpPr>
        <p:cNvPr id="1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8" name="Google Shape;1358;p47"/>
          <p:cNvGrpSpPr/>
          <p:nvPr/>
        </p:nvGrpSpPr>
        <p:grpSpPr>
          <a:xfrm>
            <a:off x="-174525" y="-22399"/>
            <a:ext cx="9487164" cy="5193049"/>
            <a:chOff x="-174525" y="-22399"/>
            <a:chExt cx="9487164" cy="5193049"/>
          </a:xfrm>
        </p:grpSpPr>
        <p:sp>
          <p:nvSpPr>
            <p:cNvPr id="1359" name="Google Shape;1359;p47"/>
            <p:cNvSpPr/>
            <p:nvPr/>
          </p:nvSpPr>
          <p:spPr>
            <a:xfrm>
              <a:off x="-174525" y="-22399"/>
              <a:ext cx="9487164" cy="5188298"/>
            </a:xfrm>
            <a:custGeom>
              <a:avLst/>
              <a:gdLst/>
              <a:ahLst/>
              <a:cxnLst/>
              <a:rect l="l" t="t" r="r" b="b"/>
              <a:pathLst>
                <a:path w="264469" h="144360" extrusionOk="0">
                  <a:moveTo>
                    <a:pt x="125024" y="0"/>
                  </a:moveTo>
                  <a:cubicBezTo>
                    <a:pt x="124865" y="0"/>
                    <a:pt x="124702" y="4"/>
                    <a:pt x="124536" y="11"/>
                  </a:cubicBezTo>
                  <a:lnTo>
                    <a:pt x="4940" y="11"/>
                  </a:lnTo>
                  <a:cubicBezTo>
                    <a:pt x="1569" y="65"/>
                    <a:pt x="0" y="1705"/>
                    <a:pt x="226" y="4914"/>
                  </a:cubicBezTo>
                  <a:lnTo>
                    <a:pt x="226" y="138500"/>
                  </a:lnTo>
                  <a:cubicBezTo>
                    <a:pt x="208" y="142159"/>
                    <a:pt x="1811" y="143993"/>
                    <a:pt x="5034" y="143993"/>
                  </a:cubicBezTo>
                  <a:cubicBezTo>
                    <a:pt x="5185" y="143993"/>
                    <a:pt x="5340" y="143989"/>
                    <a:pt x="5499" y="143981"/>
                  </a:cubicBezTo>
                  <a:cubicBezTo>
                    <a:pt x="23166" y="144233"/>
                    <a:pt x="61538" y="144359"/>
                    <a:pt x="76177" y="144359"/>
                  </a:cubicBezTo>
                  <a:cubicBezTo>
                    <a:pt x="90824" y="144359"/>
                    <a:pt x="107103" y="144233"/>
                    <a:pt x="125041" y="143981"/>
                  </a:cubicBezTo>
                  <a:cubicBezTo>
                    <a:pt x="129025" y="143963"/>
                    <a:pt x="130900" y="142007"/>
                    <a:pt x="130675" y="138122"/>
                  </a:cubicBezTo>
                  <a:lnTo>
                    <a:pt x="130675" y="6393"/>
                  </a:lnTo>
                  <a:cubicBezTo>
                    <a:pt x="130839" y="2139"/>
                    <a:pt x="128956" y="0"/>
                    <a:pt x="125024" y="0"/>
                  </a:cubicBezTo>
                  <a:close/>
                  <a:moveTo>
                    <a:pt x="139427" y="0"/>
                  </a:moveTo>
                  <a:cubicBezTo>
                    <a:pt x="135503" y="0"/>
                    <a:pt x="133611" y="2139"/>
                    <a:pt x="133776" y="6393"/>
                  </a:cubicBezTo>
                  <a:lnTo>
                    <a:pt x="133776" y="138122"/>
                  </a:lnTo>
                  <a:cubicBezTo>
                    <a:pt x="133550" y="142007"/>
                    <a:pt x="135434" y="143963"/>
                    <a:pt x="139409" y="143981"/>
                  </a:cubicBezTo>
                  <a:cubicBezTo>
                    <a:pt x="157347" y="144233"/>
                    <a:pt x="173635" y="144359"/>
                    <a:pt x="188274" y="144359"/>
                  </a:cubicBezTo>
                  <a:cubicBezTo>
                    <a:pt x="202912" y="144359"/>
                    <a:pt x="241294" y="144233"/>
                    <a:pt x="258970" y="143981"/>
                  </a:cubicBezTo>
                  <a:cubicBezTo>
                    <a:pt x="259129" y="143989"/>
                    <a:pt x="259285" y="143993"/>
                    <a:pt x="259437" y="143993"/>
                  </a:cubicBezTo>
                  <a:cubicBezTo>
                    <a:pt x="262675" y="143993"/>
                    <a:pt x="264277" y="142159"/>
                    <a:pt x="264243" y="138500"/>
                  </a:cubicBezTo>
                  <a:lnTo>
                    <a:pt x="264243" y="4914"/>
                  </a:lnTo>
                  <a:cubicBezTo>
                    <a:pt x="264468" y="1705"/>
                    <a:pt x="262900" y="65"/>
                    <a:pt x="259529" y="11"/>
                  </a:cubicBezTo>
                  <a:lnTo>
                    <a:pt x="139914" y="11"/>
                  </a:lnTo>
                  <a:cubicBezTo>
                    <a:pt x="139749" y="4"/>
                    <a:pt x="139586" y="0"/>
                    <a:pt x="139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0" name="Google Shape;1360;p4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1" name="Google Shape;1361;p47"/>
            <p:cNvGrpSpPr/>
            <p:nvPr/>
          </p:nvGrpSpPr>
          <p:grpSpPr>
            <a:xfrm>
              <a:off x="263005" y="845117"/>
              <a:ext cx="3790149" cy="3960313"/>
              <a:chOff x="263005" y="845117"/>
              <a:chExt cx="3790149" cy="3960313"/>
            </a:xfrm>
          </p:grpSpPr>
          <p:sp>
            <p:nvSpPr>
              <p:cNvPr id="1362" name="Google Shape;1362;p4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4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4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4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4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Google Shape;1367;p4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4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4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4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4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4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4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4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4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4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7" name="Google Shape;1377;p47"/>
            <p:cNvGrpSpPr/>
            <p:nvPr/>
          </p:nvGrpSpPr>
          <p:grpSpPr>
            <a:xfrm>
              <a:off x="5055305" y="845117"/>
              <a:ext cx="3790149" cy="3960313"/>
              <a:chOff x="263005" y="845117"/>
              <a:chExt cx="3790149" cy="3960313"/>
            </a:xfrm>
          </p:grpSpPr>
          <p:sp>
            <p:nvSpPr>
              <p:cNvPr id="1378" name="Google Shape;1378;p47"/>
              <p:cNvSpPr/>
              <p:nvPr/>
            </p:nvSpPr>
            <p:spPr>
              <a:xfrm>
                <a:off x="263005" y="3941386"/>
                <a:ext cx="3790149" cy="1956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1" extrusionOk="0">
                    <a:moveTo>
                      <a:pt x="271" y="0"/>
                    </a:moveTo>
                    <a:cubicBezTo>
                      <a:pt x="118" y="9"/>
                      <a:pt x="1" y="127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51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1"/>
                    </a:cubicBezTo>
                    <a:cubicBezTo>
                      <a:pt x="109619" y="127"/>
                      <a:pt x="109502" y="0"/>
                      <a:pt x="109349" y="0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9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47"/>
              <p:cNvSpPr/>
              <p:nvPr/>
            </p:nvSpPr>
            <p:spPr>
              <a:xfrm>
                <a:off x="263005" y="422309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47"/>
              <p:cNvSpPr/>
              <p:nvPr/>
            </p:nvSpPr>
            <p:spPr>
              <a:xfrm>
                <a:off x="263005" y="4504476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5"/>
                      <a:pt x="118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47"/>
              <p:cNvSpPr/>
              <p:nvPr/>
            </p:nvSpPr>
            <p:spPr>
              <a:xfrm>
                <a:off x="263005" y="3378615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17"/>
                      <a:pt x="1" y="270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0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63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47"/>
              <p:cNvSpPr/>
              <p:nvPr/>
            </p:nvSpPr>
            <p:spPr>
              <a:xfrm>
                <a:off x="263005" y="3660001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47"/>
              <p:cNvSpPr/>
              <p:nvPr/>
            </p:nvSpPr>
            <p:spPr>
              <a:xfrm>
                <a:off x="263005" y="309719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0"/>
                    </a:moveTo>
                    <a:cubicBezTo>
                      <a:pt x="109359" y="0"/>
                      <a:pt x="109354" y="0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2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5"/>
                      <a:pt x="109619" y="262"/>
                    </a:cubicBezTo>
                    <a:cubicBezTo>
                      <a:pt x="109619" y="123"/>
                      <a:pt x="109510" y="0"/>
                      <a:pt x="109364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47"/>
              <p:cNvSpPr/>
              <p:nvPr/>
            </p:nvSpPr>
            <p:spPr>
              <a:xfrm>
                <a:off x="263005" y="225268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109364" y="1"/>
                    </a:moveTo>
                    <a:cubicBezTo>
                      <a:pt x="109359" y="1"/>
                      <a:pt x="109354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ubicBezTo>
                      <a:pt x="118" y="1"/>
                      <a:pt x="1" y="118"/>
                      <a:pt x="1" y="272"/>
                    </a:cubicBezTo>
                    <a:cubicBezTo>
                      <a:pt x="1" y="416"/>
                      <a:pt x="118" y="542"/>
                      <a:pt x="271" y="542"/>
                    </a:cubicBezTo>
                    <a:lnTo>
                      <a:pt x="13909" y="488"/>
                    </a:lnTo>
                    <a:lnTo>
                      <a:pt x="27538" y="470"/>
                    </a:lnTo>
                    <a:lnTo>
                      <a:pt x="54814" y="443"/>
                    </a:lnTo>
                    <a:lnTo>
                      <a:pt x="82082" y="470"/>
                    </a:lnTo>
                    <a:lnTo>
                      <a:pt x="95720" y="488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16"/>
                      <a:pt x="109619" y="272"/>
                    </a:cubicBezTo>
                    <a:cubicBezTo>
                      <a:pt x="109619" y="124"/>
                      <a:pt x="109510" y="1"/>
                      <a:pt x="109364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47"/>
              <p:cNvSpPr/>
              <p:nvPr/>
            </p:nvSpPr>
            <p:spPr>
              <a:xfrm>
                <a:off x="263005" y="2534104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18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100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47"/>
              <p:cNvSpPr/>
              <p:nvPr/>
            </p:nvSpPr>
            <p:spPr>
              <a:xfrm>
                <a:off x="263005" y="1970978"/>
                <a:ext cx="3790149" cy="19285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3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2"/>
                      <a:pt x="271" y="542"/>
                    </a:cubicBezTo>
                    <a:lnTo>
                      <a:pt x="13909" y="497"/>
                    </a:lnTo>
                    <a:lnTo>
                      <a:pt x="27538" y="479"/>
                    </a:lnTo>
                    <a:lnTo>
                      <a:pt x="54814" y="443"/>
                    </a:lnTo>
                    <a:lnTo>
                      <a:pt x="82082" y="479"/>
                    </a:lnTo>
                    <a:lnTo>
                      <a:pt x="95720" y="497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5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47"/>
              <p:cNvSpPr/>
              <p:nvPr/>
            </p:nvSpPr>
            <p:spPr>
              <a:xfrm>
                <a:off x="263005" y="1408208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18"/>
                      <a:pt x="1" y="271"/>
                    </a:cubicBezTo>
                    <a:cubicBezTo>
                      <a:pt x="1" y="415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69"/>
                    </a:lnTo>
                    <a:lnTo>
                      <a:pt x="95720" y="487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15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64"/>
                    </a:lnTo>
                    <a:lnTo>
                      <a:pt x="13909" y="46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47"/>
              <p:cNvSpPr/>
              <p:nvPr/>
            </p:nvSpPr>
            <p:spPr>
              <a:xfrm>
                <a:off x="263005" y="845117"/>
                <a:ext cx="3790149" cy="19214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1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17"/>
                      <a:pt x="109502" y="0"/>
                      <a:pt x="109349" y="0"/>
                    </a:cubicBezTo>
                    <a:lnTo>
                      <a:pt x="95720" y="45"/>
                    </a:lnTo>
                    <a:lnTo>
                      <a:pt x="82082" y="63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47"/>
              <p:cNvSpPr/>
              <p:nvPr/>
            </p:nvSpPr>
            <p:spPr>
              <a:xfrm>
                <a:off x="263005" y="112650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71"/>
                    </a:cubicBezTo>
                    <a:cubicBezTo>
                      <a:pt x="1" y="419"/>
                      <a:pt x="110" y="542"/>
                      <a:pt x="256" y="542"/>
                    </a:cubicBezTo>
                    <a:cubicBezTo>
                      <a:pt x="261" y="542"/>
                      <a:pt x="266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99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47"/>
              <p:cNvSpPr/>
              <p:nvPr/>
            </p:nvSpPr>
            <p:spPr>
              <a:xfrm>
                <a:off x="263005" y="1689593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2"/>
                      <a:pt x="271" y="542"/>
                    </a:cubicBezTo>
                    <a:lnTo>
                      <a:pt x="13909" y="487"/>
                    </a:lnTo>
                    <a:lnTo>
                      <a:pt x="27538" y="469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2"/>
                    </a:lnTo>
                    <a:lnTo>
                      <a:pt x="109358" y="542"/>
                    </a:lnTo>
                    <a:cubicBezTo>
                      <a:pt x="109502" y="542"/>
                      <a:pt x="109628" y="424"/>
                      <a:pt x="109619" y="271"/>
                    </a:cubicBezTo>
                    <a:cubicBezTo>
                      <a:pt x="109619" y="118"/>
                      <a:pt x="109502" y="1"/>
                      <a:pt x="109349" y="1"/>
                    </a:cubicBezTo>
                    <a:lnTo>
                      <a:pt x="95720" y="46"/>
                    </a:lnTo>
                    <a:lnTo>
                      <a:pt x="82082" y="64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47"/>
              <p:cNvSpPr/>
              <p:nvPr/>
            </p:nvSpPr>
            <p:spPr>
              <a:xfrm>
                <a:off x="263005" y="2815489"/>
                <a:ext cx="3790149" cy="19249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42" extrusionOk="0">
                    <a:moveTo>
                      <a:pt x="271" y="1"/>
                    </a:moveTo>
                    <a:cubicBezTo>
                      <a:pt x="118" y="1"/>
                      <a:pt x="1" y="127"/>
                      <a:pt x="1" y="271"/>
                    </a:cubicBezTo>
                    <a:cubicBezTo>
                      <a:pt x="1" y="424"/>
                      <a:pt x="118" y="541"/>
                      <a:pt x="271" y="541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41"/>
                    </a:lnTo>
                    <a:lnTo>
                      <a:pt x="109358" y="541"/>
                    </a:lnTo>
                    <a:cubicBezTo>
                      <a:pt x="109502" y="541"/>
                      <a:pt x="109628" y="424"/>
                      <a:pt x="109619" y="271"/>
                    </a:cubicBezTo>
                    <a:cubicBezTo>
                      <a:pt x="109619" y="127"/>
                      <a:pt x="109502" y="1"/>
                      <a:pt x="109349" y="1"/>
                    </a:cubicBezTo>
                    <a:lnTo>
                      <a:pt x="95720" y="55"/>
                    </a:lnTo>
                    <a:lnTo>
                      <a:pt x="82082" y="73"/>
                    </a:lnTo>
                    <a:lnTo>
                      <a:pt x="54814" y="100"/>
                    </a:lnTo>
                    <a:lnTo>
                      <a:pt x="27538" y="73"/>
                    </a:lnTo>
                    <a:lnTo>
                      <a:pt x="13909" y="55"/>
                    </a:lnTo>
                    <a:lnTo>
                      <a:pt x="271" y="1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47"/>
              <p:cNvSpPr/>
              <p:nvPr/>
            </p:nvSpPr>
            <p:spPr>
              <a:xfrm>
                <a:off x="263005" y="4785897"/>
                <a:ext cx="3790149" cy="19533"/>
              </a:xfrm>
              <a:custGeom>
                <a:avLst/>
                <a:gdLst/>
                <a:ahLst/>
                <a:cxnLst/>
                <a:rect l="l" t="t" r="r" b="b"/>
                <a:pathLst>
                  <a:path w="109629" h="550" extrusionOk="0">
                    <a:moveTo>
                      <a:pt x="271" y="0"/>
                    </a:moveTo>
                    <a:cubicBezTo>
                      <a:pt x="118" y="0"/>
                      <a:pt x="1" y="126"/>
                      <a:pt x="1" y="280"/>
                    </a:cubicBezTo>
                    <a:cubicBezTo>
                      <a:pt x="1" y="424"/>
                      <a:pt x="118" y="550"/>
                      <a:pt x="271" y="550"/>
                    </a:cubicBezTo>
                    <a:lnTo>
                      <a:pt x="13909" y="496"/>
                    </a:lnTo>
                    <a:lnTo>
                      <a:pt x="27538" y="478"/>
                    </a:lnTo>
                    <a:lnTo>
                      <a:pt x="54814" y="442"/>
                    </a:lnTo>
                    <a:lnTo>
                      <a:pt x="82082" y="478"/>
                    </a:lnTo>
                    <a:lnTo>
                      <a:pt x="95720" y="496"/>
                    </a:lnTo>
                    <a:lnTo>
                      <a:pt x="109349" y="550"/>
                    </a:lnTo>
                    <a:lnTo>
                      <a:pt x="109358" y="550"/>
                    </a:lnTo>
                    <a:cubicBezTo>
                      <a:pt x="109502" y="550"/>
                      <a:pt x="109628" y="424"/>
                      <a:pt x="109619" y="270"/>
                    </a:cubicBezTo>
                    <a:cubicBezTo>
                      <a:pt x="109619" y="126"/>
                      <a:pt x="109502" y="0"/>
                      <a:pt x="109349" y="0"/>
                    </a:cubicBezTo>
                    <a:lnTo>
                      <a:pt x="95720" y="54"/>
                    </a:lnTo>
                    <a:lnTo>
                      <a:pt x="82082" y="72"/>
                    </a:lnTo>
                    <a:lnTo>
                      <a:pt x="54814" y="108"/>
                    </a:lnTo>
                    <a:lnTo>
                      <a:pt x="27538" y="72"/>
                    </a:lnTo>
                    <a:lnTo>
                      <a:pt x="13909" y="54"/>
                    </a:lnTo>
                    <a:lnTo>
                      <a:pt x="271" y="0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93" name="Google Shape;1393;p47"/>
            <p:cNvCxnSpPr/>
            <p:nvPr/>
          </p:nvCxnSpPr>
          <p:spPr>
            <a:xfrm>
              <a:off x="4625700" y="540000"/>
              <a:ext cx="46791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4" name="Google Shape;1394;p47"/>
            <p:cNvCxnSpPr/>
            <p:nvPr/>
          </p:nvCxnSpPr>
          <p:spPr>
            <a:xfrm>
              <a:off x="40493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5" name="Google Shape;1395;p47"/>
            <p:cNvCxnSpPr/>
            <p:nvPr/>
          </p:nvCxnSpPr>
          <p:spPr>
            <a:xfrm>
              <a:off x="4112975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6" name="Google Shape;1396;p47"/>
            <p:cNvCxnSpPr/>
            <p:nvPr/>
          </p:nvCxnSpPr>
          <p:spPr>
            <a:xfrm>
              <a:off x="49917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7" name="Google Shape;1397;p47"/>
            <p:cNvCxnSpPr/>
            <p:nvPr/>
          </p:nvCxnSpPr>
          <p:spPr>
            <a:xfrm>
              <a:off x="5055300" y="545250"/>
              <a:ext cx="0" cy="462540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8" name="Google Shape;1398;p47"/>
            <p:cNvCxnSpPr/>
            <p:nvPr/>
          </p:nvCxnSpPr>
          <p:spPr>
            <a:xfrm>
              <a:off x="-166800" y="540000"/>
              <a:ext cx="4681500" cy="0"/>
            </a:xfrm>
            <a:prstGeom prst="straightConnector1">
              <a:avLst/>
            </a:prstGeom>
            <a:noFill/>
            <a:ln w="9525" cap="flat" cmpd="sng">
              <a:solidFill>
                <a:srgbClr val="6D9EEB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CUSTOM_36"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0" name="Google Shape;1400;p4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01" name="Google Shape;1401;p4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420" name="Google Shape;1420;p48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1" name="Google Shape;1421;p48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2" name="Google Shape;1422;p48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1423" name="Google Shape;1423;p48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8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8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8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8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8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8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8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8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8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8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37"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5" name="Google Shape;1435;p49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36" name="Google Shape;1436;p4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3">
  <p:cSld name="CUSTOM_38"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9" name="Google Shape;1459;p5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60" name="Google Shape;1460;p5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5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5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5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5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5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5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5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5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50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50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5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5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5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5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50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5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5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5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5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5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5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2" name="Google Shape;1482;p50"/>
          <p:cNvGrpSpPr/>
          <p:nvPr/>
        </p:nvGrpSpPr>
        <p:grpSpPr>
          <a:xfrm>
            <a:off x="2995920" y="1056023"/>
            <a:ext cx="3152176" cy="3031462"/>
            <a:chOff x="1857000" y="3245400"/>
            <a:chExt cx="1233825" cy="1186575"/>
          </a:xfrm>
        </p:grpSpPr>
        <p:sp>
          <p:nvSpPr>
            <p:cNvPr id="1483" name="Google Shape;1483;p50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50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50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50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50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50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4">
  <p:cSld name="CUSTOM_39"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0" name="Google Shape;1490;p51"/>
          <p:cNvGrpSpPr/>
          <p:nvPr/>
        </p:nvGrpSpPr>
        <p:grpSpPr>
          <a:xfrm flipH="1"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1491" name="Google Shape;1491;p51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51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51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51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51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51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51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51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51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51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51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51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51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51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51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51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51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51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51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51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51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51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3" name="Google Shape;1513;p51"/>
          <p:cNvGrpSpPr/>
          <p:nvPr/>
        </p:nvGrpSpPr>
        <p:grpSpPr>
          <a:xfrm>
            <a:off x="262" y="2729663"/>
            <a:ext cx="2995174" cy="2414033"/>
            <a:chOff x="6562292" y="3785209"/>
            <a:chExt cx="1875030" cy="1511226"/>
          </a:xfrm>
        </p:grpSpPr>
        <p:grpSp>
          <p:nvGrpSpPr>
            <p:cNvPr id="1514" name="Google Shape;1514;p51"/>
            <p:cNvGrpSpPr/>
            <p:nvPr/>
          </p:nvGrpSpPr>
          <p:grpSpPr>
            <a:xfrm>
              <a:off x="7717466" y="3785209"/>
              <a:ext cx="719856" cy="680112"/>
              <a:chOff x="7717200" y="3905550"/>
              <a:chExt cx="592377" cy="559671"/>
            </a:xfrm>
          </p:grpSpPr>
          <p:sp>
            <p:nvSpPr>
              <p:cNvPr id="1515" name="Google Shape;1515;p51"/>
              <p:cNvSpPr/>
              <p:nvPr/>
            </p:nvSpPr>
            <p:spPr>
              <a:xfrm>
                <a:off x="7724869" y="3917054"/>
                <a:ext cx="581268" cy="532152"/>
              </a:xfrm>
              <a:custGeom>
                <a:avLst/>
                <a:gdLst/>
                <a:ahLst/>
                <a:cxnLst/>
                <a:rect l="l" t="t" r="r" b="b"/>
                <a:pathLst>
                  <a:path w="10308" h="9437" extrusionOk="0">
                    <a:moveTo>
                      <a:pt x="10129" y="1"/>
                    </a:moveTo>
                    <a:cubicBezTo>
                      <a:pt x="9518" y="1"/>
                      <a:pt x="4203" y="2425"/>
                      <a:pt x="3814" y="2672"/>
                    </a:cubicBezTo>
                    <a:cubicBezTo>
                      <a:pt x="3407" y="2932"/>
                      <a:pt x="0" y="4549"/>
                      <a:pt x="0" y="4684"/>
                    </a:cubicBezTo>
                    <a:cubicBezTo>
                      <a:pt x="0" y="4808"/>
                      <a:pt x="2382" y="5425"/>
                      <a:pt x="2382" y="5425"/>
                    </a:cubicBezTo>
                    <a:cubicBezTo>
                      <a:pt x="2382" y="5425"/>
                      <a:pt x="2456" y="6129"/>
                      <a:pt x="2580" y="6771"/>
                    </a:cubicBezTo>
                    <a:cubicBezTo>
                      <a:pt x="2703" y="7400"/>
                      <a:pt x="2963" y="8511"/>
                      <a:pt x="2963" y="8511"/>
                    </a:cubicBezTo>
                    <a:cubicBezTo>
                      <a:pt x="3308" y="8474"/>
                      <a:pt x="4901" y="7104"/>
                      <a:pt x="4901" y="7104"/>
                    </a:cubicBezTo>
                    <a:cubicBezTo>
                      <a:pt x="4901" y="7104"/>
                      <a:pt x="6308" y="9424"/>
                      <a:pt x="6542" y="9437"/>
                    </a:cubicBezTo>
                    <a:cubicBezTo>
                      <a:pt x="6543" y="9437"/>
                      <a:pt x="6543" y="9437"/>
                      <a:pt x="6543" y="9437"/>
                    </a:cubicBezTo>
                    <a:cubicBezTo>
                      <a:pt x="6786" y="9437"/>
                      <a:pt x="10307" y="265"/>
                      <a:pt x="10184" y="18"/>
                    </a:cubicBezTo>
                    <a:cubicBezTo>
                      <a:pt x="10177" y="6"/>
                      <a:pt x="10159" y="1"/>
                      <a:pt x="101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51"/>
              <p:cNvSpPr/>
              <p:nvPr/>
            </p:nvSpPr>
            <p:spPr>
              <a:xfrm>
                <a:off x="7717200" y="3905550"/>
                <a:ext cx="592377" cy="559671"/>
              </a:xfrm>
              <a:custGeom>
                <a:avLst/>
                <a:gdLst/>
                <a:ahLst/>
                <a:cxnLst/>
                <a:rect l="l" t="t" r="r" b="b"/>
                <a:pathLst>
                  <a:path w="10505" h="9925" extrusionOk="0">
                    <a:moveTo>
                      <a:pt x="9764" y="420"/>
                    </a:moveTo>
                    <a:cubicBezTo>
                      <a:pt x="9147" y="827"/>
                      <a:pt x="8518" y="1247"/>
                      <a:pt x="7913" y="1654"/>
                    </a:cubicBezTo>
                    <a:cubicBezTo>
                      <a:pt x="7715" y="1802"/>
                      <a:pt x="7505" y="1938"/>
                      <a:pt x="7283" y="2086"/>
                    </a:cubicBezTo>
                    <a:cubicBezTo>
                      <a:pt x="6111" y="2889"/>
                      <a:pt x="4728" y="3839"/>
                      <a:pt x="3382" y="4851"/>
                    </a:cubicBezTo>
                    <a:cubicBezTo>
                      <a:pt x="3148" y="5037"/>
                      <a:pt x="2926" y="5209"/>
                      <a:pt x="2728" y="5382"/>
                    </a:cubicBezTo>
                    <a:lnTo>
                      <a:pt x="2679" y="5419"/>
                    </a:lnTo>
                    <a:lnTo>
                      <a:pt x="2605" y="5493"/>
                    </a:lnTo>
                    <a:cubicBezTo>
                      <a:pt x="2506" y="5432"/>
                      <a:pt x="2407" y="5382"/>
                      <a:pt x="2296" y="5370"/>
                    </a:cubicBezTo>
                    <a:lnTo>
                      <a:pt x="2197" y="5345"/>
                    </a:lnTo>
                    <a:cubicBezTo>
                      <a:pt x="1963" y="5259"/>
                      <a:pt x="1728" y="5197"/>
                      <a:pt x="1482" y="5123"/>
                    </a:cubicBezTo>
                    <a:cubicBezTo>
                      <a:pt x="1087" y="5000"/>
                      <a:pt x="716" y="4913"/>
                      <a:pt x="358" y="4839"/>
                    </a:cubicBezTo>
                    <a:lnTo>
                      <a:pt x="371" y="4839"/>
                    </a:lnTo>
                    <a:lnTo>
                      <a:pt x="420" y="4802"/>
                    </a:lnTo>
                    <a:cubicBezTo>
                      <a:pt x="506" y="4740"/>
                      <a:pt x="605" y="4679"/>
                      <a:pt x="704" y="4629"/>
                    </a:cubicBezTo>
                    <a:cubicBezTo>
                      <a:pt x="815" y="4568"/>
                      <a:pt x="938" y="4518"/>
                      <a:pt x="1062" y="4456"/>
                    </a:cubicBezTo>
                    <a:lnTo>
                      <a:pt x="1210" y="4382"/>
                    </a:lnTo>
                    <a:cubicBezTo>
                      <a:pt x="1802" y="4098"/>
                      <a:pt x="2407" y="3790"/>
                      <a:pt x="3062" y="3457"/>
                    </a:cubicBezTo>
                    <a:cubicBezTo>
                      <a:pt x="3432" y="3259"/>
                      <a:pt x="3827" y="3062"/>
                      <a:pt x="4296" y="2827"/>
                    </a:cubicBezTo>
                    <a:cubicBezTo>
                      <a:pt x="5975" y="1988"/>
                      <a:pt x="7382" y="1309"/>
                      <a:pt x="8876" y="729"/>
                    </a:cubicBezTo>
                    <a:cubicBezTo>
                      <a:pt x="9159" y="605"/>
                      <a:pt x="9468" y="506"/>
                      <a:pt x="9764" y="420"/>
                    </a:cubicBezTo>
                    <a:close/>
                    <a:moveTo>
                      <a:pt x="9949" y="494"/>
                    </a:moveTo>
                    <a:lnTo>
                      <a:pt x="9949" y="494"/>
                    </a:lnTo>
                    <a:cubicBezTo>
                      <a:pt x="9814" y="630"/>
                      <a:pt x="9678" y="790"/>
                      <a:pt x="9542" y="938"/>
                    </a:cubicBezTo>
                    <a:cubicBezTo>
                      <a:pt x="9468" y="1037"/>
                      <a:pt x="9394" y="1124"/>
                      <a:pt x="9320" y="1198"/>
                    </a:cubicBezTo>
                    <a:cubicBezTo>
                      <a:pt x="8900" y="1654"/>
                      <a:pt x="8468" y="2111"/>
                      <a:pt x="8049" y="2568"/>
                    </a:cubicBezTo>
                    <a:cubicBezTo>
                      <a:pt x="7296" y="3358"/>
                      <a:pt x="6543" y="4148"/>
                      <a:pt x="5790" y="4938"/>
                    </a:cubicBezTo>
                    <a:lnTo>
                      <a:pt x="5283" y="5469"/>
                    </a:lnTo>
                    <a:lnTo>
                      <a:pt x="4913" y="5864"/>
                    </a:lnTo>
                    <a:cubicBezTo>
                      <a:pt x="4777" y="6012"/>
                      <a:pt x="4642" y="6160"/>
                      <a:pt x="4493" y="6308"/>
                    </a:cubicBezTo>
                    <a:lnTo>
                      <a:pt x="4469" y="6308"/>
                    </a:lnTo>
                    <a:cubicBezTo>
                      <a:pt x="4358" y="6370"/>
                      <a:pt x="4259" y="6456"/>
                      <a:pt x="4197" y="6567"/>
                    </a:cubicBezTo>
                    <a:cubicBezTo>
                      <a:pt x="4173" y="6580"/>
                      <a:pt x="4160" y="6604"/>
                      <a:pt x="4148" y="6617"/>
                    </a:cubicBezTo>
                    <a:cubicBezTo>
                      <a:pt x="4061" y="6740"/>
                      <a:pt x="3987" y="6863"/>
                      <a:pt x="3913" y="6987"/>
                    </a:cubicBezTo>
                    <a:lnTo>
                      <a:pt x="3864" y="7086"/>
                    </a:lnTo>
                    <a:cubicBezTo>
                      <a:pt x="3790" y="7209"/>
                      <a:pt x="3716" y="7320"/>
                      <a:pt x="3642" y="7431"/>
                    </a:cubicBezTo>
                    <a:cubicBezTo>
                      <a:pt x="3580" y="7555"/>
                      <a:pt x="3518" y="7641"/>
                      <a:pt x="3444" y="7752"/>
                    </a:cubicBezTo>
                    <a:lnTo>
                      <a:pt x="3173" y="8221"/>
                    </a:lnTo>
                    <a:lnTo>
                      <a:pt x="3123" y="8295"/>
                    </a:lnTo>
                    <a:cubicBezTo>
                      <a:pt x="3025" y="7876"/>
                      <a:pt x="2950" y="7444"/>
                      <a:pt x="2889" y="7024"/>
                    </a:cubicBezTo>
                    <a:cubicBezTo>
                      <a:pt x="2827" y="6592"/>
                      <a:pt x="2765" y="6148"/>
                      <a:pt x="2654" y="5728"/>
                    </a:cubicBezTo>
                    <a:cubicBezTo>
                      <a:pt x="2679" y="5678"/>
                      <a:pt x="2691" y="5629"/>
                      <a:pt x="2679" y="5580"/>
                    </a:cubicBezTo>
                    <a:cubicBezTo>
                      <a:pt x="2827" y="5456"/>
                      <a:pt x="2975" y="5333"/>
                      <a:pt x="3136" y="5222"/>
                    </a:cubicBezTo>
                    <a:cubicBezTo>
                      <a:pt x="3210" y="5172"/>
                      <a:pt x="3284" y="5123"/>
                      <a:pt x="3358" y="5074"/>
                    </a:cubicBezTo>
                    <a:cubicBezTo>
                      <a:pt x="3950" y="4629"/>
                      <a:pt x="4568" y="4197"/>
                      <a:pt x="5098" y="3815"/>
                    </a:cubicBezTo>
                    <a:cubicBezTo>
                      <a:pt x="6333" y="2950"/>
                      <a:pt x="7666" y="2025"/>
                      <a:pt x="9024" y="1111"/>
                    </a:cubicBezTo>
                    <a:lnTo>
                      <a:pt x="9196" y="988"/>
                    </a:lnTo>
                    <a:cubicBezTo>
                      <a:pt x="9443" y="827"/>
                      <a:pt x="9703" y="654"/>
                      <a:pt x="9949" y="494"/>
                    </a:cubicBezTo>
                    <a:close/>
                    <a:moveTo>
                      <a:pt x="4530" y="6530"/>
                    </a:moveTo>
                    <a:cubicBezTo>
                      <a:pt x="4555" y="6555"/>
                      <a:pt x="4580" y="6580"/>
                      <a:pt x="4592" y="6617"/>
                    </a:cubicBezTo>
                    <a:lnTo>
                      <a:pt x="4617" y="6641"/>
                    </a:lnTo>
                    <a:cubicBezTo>
                      <a:pt x="4679" y="6777"/>
                      <a:pt x="4753" y="6901"/>
                      <a:pt x="4802" y="7036"/>
                    </a:cubicBezTo>
                    <a:lnTo>
                      <a:pt x="4839" y="7110"/>
                    </a:lnTo>
                    <a:cubicBezTo>
                      <a:pt x="4864" y="7160"/>
                      <a:pt x="4888" y="7221"/>
                      <a:pt x="4925" y="7283"/>
                    </a:cubicBezTo>
                    <a:cubicBezTo>
                      <a:pt x="4802" y="7345"/>
                      <a:pt x="4691" y="7419"/>
                      <a:pt x="4580" y="7505"/>
                    </a:cubicBezTo>
                    <a:cubicBezTo>
                      <a:pt x="4555" y="7530"/>
                      <a:pt x="4530" y="7542"/>
                      <a:pt x="4493" y="7567"/>
                    </a:cubicBezTo>
                    <a:cubicBezTo>
                      <a:pt x="4333" y="7691"/>
                      <a:pt x="4160" y="7826"/>
                      <a:pt x="4000" y="7950"/>
                    </a:cubicBezTo>
                    <a:cubicBezTo>
                      <a:pt x="3901" y="8024"/>
                      <a:pt x="3815" y="8098"/>
                      <a:pt x="3728" y="8172"/>
                    </a:cubicBezTo>
                    <a:lnTo>
                      <a:pt x="3580" y="8308"/>
                    </a:lnTo>
                    <a:lnTo>
                      <a:pt x="3518" y="8357"/>
                    </a:lnTo>
                    <a:cubicBezTo>
                      <a:pt x="3457" y="8406"/>
                      <a:pt x="3395" y="8456"/>
                      <a:pt x="3321" y="8505"/>
                    </a:cubicBezTo>
                    <a:cubicBezTo>
                      <a:pt x="3407" y="8382"/>
                      <a:pt x="3481" y="8258"/>
                      <a:pt x="3555" y="8135"/>
                    </a:cubicBezTo>
                    <a:cubicBezTo>
                      <a:pt x="3703" y="7876"/>
                      <a:pt x="3864" y="7629"/>
                      <a:pt x="4000" y="7370"/>
                    </a:cubicBezTo>
                    <a:cubicBezTo>
                      <a:pt x="4049" y="7296"/>
                      <a:pt x="4086" y="7209"/>
                      <a:pt x="4135" y="7123"/>
                    </a:cubicBezTo>
                    <a:cubicBezTo>
                      <a:pt x="4222" y="6925"/>
                      <a:pt x="4333" y="6752"/>
                      <a:pt x="4469" y="6592"/>
                    </a:cubicBezTo>
                    <a:cubicBezTo>
                      <a:pt x="4493" y="6567"/>
                      <a:pt x="4506" y="6543"/>
                      <a:pt x="4530" y="6530"/>
                    </a:cubicBezTo>
                    <a:close/>
                    <a:moveTo>
                      <a:pt x="9912" y="877"/>
                    </a:moveTo>
                    <a:lnTo>
                      <a:pt x="9912" y="877"/>
                    </a:lnTo>
                    <a:cubicBezTo>
                      <a:pt x="9826" y="1087"/>
                      <a:pt x="9752" y="1296"/>
                      <a:pt x="9690" y="1469"/>
                    </a:cubicBezTo>
                    <a:cubicBezTo>
                      <a:pt x="9431" y="2222"/>
                      <a:pt x="9147" y="2963"/>
                      <a:pt x="8876" y="3654"/>
                    </a:cubicBezTo>
                    <a:cubicBezTo>
                      <a:pt x="8567" y="4444"/>
                      <a:pt x="8258" y="5246"/>
                      <a:pt x="7950" y="6049"/>
                    </a:cubicBezTo>
                    <a:cubicBezTo>
                      <a:pt x="7654" y="6802"/>
                      <a:pt x="7357" y="7567"/>
                      <a:pt x="7073" y="8320"/>
                    </a:cubicBezTo>
                    <a:cubicBezTo>
                      <a:pt x="7012" y="8456"/>
                      <a:pt x="6962" y="8604"/>
                      <a:pt x="6913" y="8740"/>
                    </a:cubicBezTo>
                    <a:cubicBezTo>
                      <a:pt x="6839" y="8962"/>
                      <a:pt x="6752" y="9196"/>
                      <a:pt x="6666" y="9406"/>
                    </a:cubicBezTo>
                    <a:cubicBezTo>
                      <a:pt x="6580" y="9258"/>
                      <a:pt x="6506" y="9110"/>
                      <a:pt x="6407" y="8974"/>
                    </a:cubicBezTo>
                    <a:lnTo>
                      <a:pt x="6333" y="8863"/>
                    </a:lnTo>
                    <a:lnTo>
                      <a:pt x="6197" y="8666"/>
                    </a:lnTo>
                    <a:cubicBezTo>
                      <a:pt x="6073" y="8468"/>
                      <a:pt x="5938" y="8258"/>
                      <a:pt x="5814" y="8061"/>
                    </a:cubicBezTo>
                    <a:cubicBezTo>
                      <a:pt x="5580" y="7715"/>
                      <a:pt x="5345" y="7345"/>
                      <a:pt x="5086" y="6851"/>
                    </a:cubicBezTo>
                    <a:lnTo>
                      <a:pt x="5061" y="6814"/>
                    </a:lnTo>
                    <a:cubicBezTo>
                      <a:pt x="4975" y="6666"/>
                      <a:pt x="4839" y="6407"/>
                      <a:pt x="4654" y="6333"/>
                    </a:cubicBezTo>
                    <a:cubicBezTo>
                      <a:pt x="5197" y="5839"/>
                      <a:pt x="5703" y="5308"/>
                      <a:pt x="6197" y="4790"/>
                    </a:cubicBezTo>
                    <a:cubicBezTo>
                      <a:pt x="6320" y="4654"/>
                      <a:pt x="6444" y="4530"/>
                      <a:pt x="6567" y="4395"/>
                    </a:cubicBezTo>
                    <a:cubicBezTo>
                      <a:pt x="7394" y="3531"/>
                      <a:pt x="8382" y="2494"/>
                      <a:pt x="9345" y="1469"/>
                    </a:cubicBezTo>
                    <a:cubicBezTo>
                      <a:pt x="9419" y="1383"/>
                      <a:pt x="9493" y="1309"/>
                      <a:pt x="9579" y="1222"/>
                    </a:cubicBezTo>
                    <a:cubicBezTo>
                      <a:pt x="9690" y="1111"/>
                      <a:pt x="9801" y="1000"/>
                      <a:pt x="9912" y="877"/>
                    </a:cubicBezTo>
                    <a:close/>
                    <a:moveTo>
                      <a:pt x="10172" y="0"/>
                    </a:moveTo>
                    <a:cubicBezTo>
                      <a:pt x="10085" y="0"/>
                      <a:pt x="10011" y="13"/>
                      <a:pt x="9937" y="25"/>
                    </a:cubicBezTo>
                    <a:cubicBezTo>
                      <a:pt x="9653" y="99"/>
                      <a:pt x="9369" y="185"/>
                      <a:pt x="9098" y="297"/>
                    </a:cubicBezTo>
                    <a:cubicBezTo>
                      <a:pt x="8258" y="605"/>
                      <a:pt x="7444" y="988"/>
                      <a:pt x="6691" y="1346"/>
                    </a:cubicBezTo>
                    <a:cubicBezTo>
                      <a:pt x="5506" y="1914"/>
                      <a:pt x="4271" y="2543"/>
                      <a:pt x="2913" y="3247"/>
                    </a:cubicBezTo>
                    <a:cubicBezTo>
                      <a:pt x="2407" y="3518"/>
                      <a:pt x="1889" y="3777"/>
                      <a:pt x="1370" y="4024"/>
                    </a:cubicBezTo>
                    <a:lnTo>
                      <a:pt x="667" y="4382"/>
                    </a:lnTo>
                    <a:cubicBezTo>
                      <a:pt x="482" y="4469"/>
                      <a:pt x="309" y="4568"/>
                      <a:pt x="161" y="4703"/>
                    </a:cubicBezTo>
                    <a:cubicBezTo>
                      <a:pt x="136" y="4728"/>
                      <a:pt x="111" y="4765"/>
                      <a:pt x="99" y="4802"/>
                    </a:cubicBezTo>
                    <a:cubicBezTo>
                      <a:pt x="50" y="4814"/>
                      <a:pt x="25" y="4851"/>
                      <a:pt x="13" y="4888"/>
                    </a:cubicBezTo>
                    <a:cubicBezTo>
                      <a:pt x="0" y="4938"/>
                      <a:pt x="25" y="4975"/>
                      <a:pt x="62" y="5000"/>
                    </a:cubicBezTo>
                    <a:cubicBezTo>
                      <a:pt x="482" y="5172"/>
                      <a:pt x="914" y="5333"/>
                      <a:pt x="1346" y="5456"/>
                    </a:cubicBezTo>
                    <a:cubicBezTo>
                      <a:pt x="1593" y="5530"/>
                      <a:pt x="1827" y="5617"/>
                      <a:pt x="2074" y="5691"/>
                    </a:cubicBezTo>
                    <a:cubicBezTo>
                      <a:pt x="2160" y="5715"/>
                      <a:pt x="2235" y="5740"/>
                      <a:pt x="2321" y="5765"/>
                    </a:cubicBezTo>
                    <a:lnTo>
                      <a:pt x="2395" y="5790"/>
                    </a:lnTo>
                    <a:lnTo>
                      <a:pt x="2407" y="5802"/>
                    </a:lnTo>
                    <a:cubicBezTo>
                      <a:pt x="2432" y="5814"/>
                      <a:pt x="2444" y="5827"/>
                      <a:pt x="2469" y="5827"/>
                    </a:cubicBezTo>
                    <a:cubicBezTo>
                      <a:pt x="2494" y="6061"/>
                      <a:pt x="2518" y="6283"/>
                      <a:pt x="2543" y="6518"/>
                    </a:cubicBezTo>
                    <a:cubicBezTo>
                      <a:pt x="2617" y="7246"/>
                      <a:pt x="2691" y="7999"/>
                      <a:pt x="2950" y="8690"/>
                    </a:cubicBezTo>
                    <a:lnTo>
                      <a:pt x="2950" y="8703"/>
                    </a:lnTo>
                    <a:cubicBezTo>
                      <a:pt x="2950" y="8740"/>
                      <a:pt x="2963" y="8764"/>
                      <a:pt x="2987" y="8789"/>
                    </a:cubicBezTo>
                    <a:cubicBezTo>
                      <a:pt x="3012" y="8838"/>
                      <a:pt x="3062" y="8876"/>
                      <a:pt x="3111" y="8876"/>
                    </a:cubicBezTo>
                    <a:lnTo>
                      <a:pt x="3148" y="8876"/>
                    </a:lnTo>
                    <a:cubicBezTo>
                      <a:pt x="3457" y="8764"/>
                      <a:pt x="3728" y="8604"/>
                      <a:pt x="3975" y="8382"/>
                    </a:cubicBezTo>
                    <a:cubicBezTo>
                      <a:pt x="4012" y="8345"/>
                      <a:pt x="4061" y="8308"/>
                      <a:pt x="4111" y="8271"/>
                    </a:cubicBezTo>
                    <a:cubicBezTo>
                      <a:pt x="4222" y="8184"/>
                      <a:pt x="4333" y="8098"/>
                      <a:pt x="4444" y="8024"/>
                    </a:cubicBezTo>
                    <a:lnTo>
                      <a:pt x="4617" y="7900"/>
                    </a:lnTo>
                    <a:lnTo>
                      <a:pt x="4765" y="7789"/>
                    </a:lnTo>
                    <a:cubicBezTo>
                      <a:pt x="4864" y="7728"/>
                      <a:pt x="4963" y="7653"/>
                      <a:pt x="5049" y="7579"/>
                    </a:cubicBezTo>
                    <a:cubicBezTo>
                      <a:pt x="5160" y="7777"/>
                      <a:pt x="5296" y="7999"/>
                      <a:pt x="5444" y="8258"/>
                    </a:cubicBezTo>
                    <a:cubicBezTo>
                      <a:pt x="5617" y="8530"/>
                      <a:pt x="5790" y="8814"/>
                      <a:pt x="5950" y="9061"/>
                    </a:cubicBezTo>
                    <a:cubicBezTo>
                      <a:pt x="6012" y="9147"/>
                      <a:pt x="6061" y="9246"/>
                      <a:pt x="6123" y="9345"/>
                    </a:cubicBezTo>
                    <a:cubicBezTo>
                      <a:pt x="6222" y="9530"/>
                      <a:pt x="6345" y="9703"/>
                      <a:pt x="6468" y="9875"/>
                    </a:cubicBezTo>
                    <a:cubicBezTo>
                      <a:pt x="6493" y="9900"/>
                      <a:pt x="6543" y="9925"/>
                      <a:pt x="6580" y="9925"/>
                    </a:cubicBezTo>
                    <a:cubicBezTo>
                      <a:pt x="6629" y="9925"/>
                      <a:pt x="6666" y="9900"/>
                      <a:pt x="6703" y="9875"/>
                    </a:cubicBezTo>
                    <a:cubicBezTo>
                      <a:pt x="6728" y="9838"/>
                      <a:pt x="6752" y="9789"/>
                      <a:pt x="6752" y="9740"/>
                    </a:cubicBezTo>
                    <a:cubicBezTo>
                      <a:pt x="6925" y="9431"/>
                      <a:pt x="7073" y="9110"/>
                      <a:pt x="7209" y="8801"/>
                    </a:cubicBezTo>
                    <a:lnTo>
                      <a:pt x="7258" y="8703"/>
                    </a:lnTo>
                    <a:cubicBezTo>
                      <a:pt x="7555" y="8024"/>
                      <a:pt x="7851" y="7333"/>
                      <a:pt x="8123" y="6666"/>
                    </a:cubicBezTo>
                    <a:lnTo>
                      <a:pt x="8147" y="6592"/>
                    </a:lnTo>
                    <a:cubicBezTo>
                      <a:pt x="8740" y="5185"/>
                      <a:pt x="9406" y="3518"/>
                      <a:pt x="10024" y="1827"/>
                    </a:cubicBezTo>
                    <a:cubicBezTo>
                      <a:pt x="10135" y="1519"/>
                      <a:pt x="10258" y="1210"/>
                      <a:pt x="10357" y="877"/>
                    </a:cubicBezTo>
                    <a:lnTo>
                      <a:pt x="10369" y="827"/>
                    </a:lnTo>
                    <a:cubicBezTo>
                      <a:pt x="10443" y="654"/>
                      <a:pt x="10480" y="469"/>
                      <a:pt x="10468" y="284"/>
                    </a:cubicBezTo>
                    <a:cubicBezTo>
                      <a:pt x="10505" y="222"/>
                      <a:pt x="10493" y="148"/>
                      <a:pt x="10443" y="111"/>
                    </a:cubicBezTo>
                    <a:cubicBezTo>
                      <a:pt x="10369" y="37"/>
                      <a:pt x="10270" y="0"/>
                      <a:pt x="101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7" name="Google Shape;1517;p51"/>
            <p:cNvSpPr/>
            <p:nvPr/>
          </p:nvSpPr>
          <p:spPr>
            <a:xfrm>
              <a:off x="6562292" y="4354432"/>
              <a:ext cx="1368335" cy="942004"/>
            </a:xfrm>
            <a:custGeom>
              <a:avLst/>
              <a:gdLst/>
              <a:ahLst/>
              <a:cxnLst/>
              <a:rect l="l" t="t" r="r" b="b"/>
              <a:pathLst>
                <a:path w="16999" h="11703" extrusionOk="0">
                  <a:moveTo>
                    <a:pt x="16961" y="211"/>
                  </a:moveTo>
                  <a:cubicBezTo>
                    <a:pt x="16998" y="87"/>
                    <a:pt x="16850" y="1"/>
                    <a:pt x="16764" y="100"/>
                  </a:cubicBezTo>
                  <a:cubicBezTo>
                    <a:pt x="16752" y="112"/>
                    <a:pt x="16752" y="124"/>
                    <a:pt x="16739" y="137"/>
                  </a:cubicBezTo>
                  <a:lnTo>
                    <a:pt x="16727" y="186"/>
                  </a:lnTo>
                  <a:lnTo>
                    <a:pt x="16715" y="235"/>
                  </a:lnTo>
                  <a:lnTo>
                    <a:pt x="16690" y="285"/>
                  </a:lnTo>
                  <a:lnTo>
                    <a:pt x="16665" y="346"/>
                  </a:lnTo>
                  <a:cubicBezTo>
                    <a:pt x="16616" y="495"/>
                    <a:pt x="16826" y="569"/>
                    <a:pt x="16887" y="433"/>
                  </a:cubicBezTo>
                  <a:lnTo>
                    <a:pt x="16912" y="359"/>
                  </a:lnTo>
                  <a:lnTo>
                    <a:pt x="16924" y="309"/>
                  </a:lnTo>
                  <a:lnTo>
                    <a:pt x="16949" y="260"/>
                  </a:lnTo>
                  <a:close/>
                  <a:moveTo>
                    <a:pt x="260" y="10197"/>
                  </a:moveTo>
                  <a:cubicBezTo>
                    <a:pt x="137" y="10110"/>
                    <a:pt x="1" y="10283"/>
                    <a:pt x="112" y="10382"/>
                  </a:cubicBezTo>
                  <a:lnTo>
                    <a:pt x="186" y="10444"/>
                  </a:lnTo>
                  <a:lnTo>
                    <a:pt x="248" y="10481"/>
                  </a:lnTo>
                  <a:lnTo>
                    <a:pt x="309" y="10530"/>
                  </a:lnTo>
                  <a:cubicBezTo>
                    <a:pt x="433" y="10617"/>
                    <a:pt x="569" y="10431"/>
                    <a:pt x="445" y="10345"/>
                  </a:cubicBezTo>
                  <a:lnTo>
                    <a:pt x="384" y="10296"/>
                  </a:lnTo>
                  <a:lnTo>
                    <a:pt x="334" y="10259"/>
                  </a:lnTo>
                  <a:close/>
                  <a:moveTo>
                    <a:pt x="1013" y="10728"/>
                  </a:moveTo>
                  <a:cubicBezTo>
                    <a:pt x="890" y="10617"/>
                    <a:pt x="741" y="10789"/>
                    <a:pt x="853" y="10900"/>
                  </a:cubicBezTo>
                  <a:cubicBezTo>
                    <a:pt x="865" y="10900"/>
                    <a:pt x="877" y="10913"/>
                    <a:pt x="890" y="10925"/>
                  </a:cubicBezTo>
                  <a:lnTo>
                    <a:pt x="951" y="10962"/>
                  </a:lnTo>
                  <a:lnTo>
                    <a:pt x="1013" y="10999"/>
                  </a:lnTo>
                  <a:lnTo>
                    <a:pt x="1087" y="11036"/>
                  </a:lnTo>
                  <a:cubicBezTo>
                    <a:pt x="1211" y="11135"/>
                    <a:pt x="1359" y="10962"/>
                    <a:pt x="1248" y="10863"/>
                  </a:cubicBezTo>
                  <a:cubicBezTo>
                    <a:pt x="1235" y="10851"/>
                    <a:pt x="1223" y="10839"/>
                    <a:pt x="1211" y="10839"/>
                  </a:cubicBezTo>
                  <a:lnTo>
                    <a:pt x="1136" y="10802"/>
                  </a:lnTo>
                  <a:lnTo>
                    <a:pt x="1075" y="10765"/>
                  </a:lnTo>
                  <a:close/>
                  <a:moveTo>
                    <a:pt x="1828" y="11123"/>
                  </a:moveTo>
                  <a:cubicBezTo>
                    <a:pt x="1680" y="11073"/>
                    <a:pt x="1593" y="11283"/>
                    <a:pt x="1741" y="11345"/>
                  </a:cubicBezTo>
                  <a:lnTo>
                    <a:pt x="1791" y="11370"/>
                  </a:lnTo>
                  <a:lnTo>
                    <a:pt x="1852" y="11382"/>
                  </a:lnTo>
                  <a:lnTo>
                    <a:pt x="1914" y="11407"/>
                  </a:lnTo>
                  <a:lnTo>
                    <a:pt x="1964" y="11431"/>
                  </a:lnTo>
                  <a:cubicBezTo>
                    <a:pt x="2001" y="11444"/>
                    <a:pt x="2050" y="11431"/>
                    <a:pt x="2075" y="11394"/>
                  </a:cubicBezTo>
                  <a:cubicBezTo>
                    <a:pt x="2136" y="11345"/>
                    <a:pt x="2124" y="11234"/>
                    <a:pt x="2038" y="11209"/>
                  </a:cubicBezTo>
                  <a:lnTo>
                    <a:pt x="1988" y="11184"/>
                  </a:lnTo>
                  <a:lnTo>
                    <a:pt x="1927" y="11172"/>
                  </a:lnTo>
                  <a:lnTo>
                    <a:pt x="1877" y="11147"/>
                  </a:lnTo>
                  <a:close/>
                  <a:moveTo>
                    <a:pt x="2692" y="11382"/>
                  </a:moveTo>
                  <a:cubicBezTo>
                    <a:pt x="2568" y="11370"/>
                    <a:pt x="2507" y="11518"/>
                    <a:pt x="2605" y="11592"/>
                  </a:cubicBezTo>
                  <a:cubicBezTo>
                    <a:pt x="2618" y="11604"/>
                    <a:pt x="2630" y="11616"/>
                    <a:pt x="2642" y="11616"/>
                  </a:cubicBezTo>
                  <a:lnTo>
                    <a:pt x="2717" y="11629"/>
                  </a:lnTo>
                  <a:lnTo>
                    <a:pt x="2778" y="11641"/>
                  </a:lnTo>
                  <a:lnTo>
                    <a:pt x="2840" y="11653"/>
                  </a:lnTo>
                  <a:lnTo>
                    <a:pt x="2877" y="11653"/>
                  </a:lnTo>
                  <a:cubicBezTo>
                    <a:pt x="3013" y="11666"/>
                    <a:pt x="3062" y="11481"/>
                    <a:pt x="2939" y="11431"/>
                  </a:cubicBezTo>
                  <a:lnTo>
                    <a:pt x="2914" y="11431"/>
                  </a:lnTo>
                  <a:lnTo>
                    <a:pt x="2865" y="11431"/>
                  </a:lnTo>
                  <a:lnTo>
                    <a:pt x="2815" y="11419"/>
                  </a:lnTo>
                  <a:lnTo>
                    <a:pt x="2766" y="11407"/>
                  </a:lnTo>
                  <a:lnTo>
                    <a:pt x="2692" y="11394"/>
                  </a:lnTo>
                  <a:close/>
                  <a:moveTo>
                    <a:pt x="3593" y="11468"/>
                  </a:moveTo>
                  <a:cubicBezTo>
                    <a:pt x="3457" y="11481"/>
                    <a:pt x="3432" y="11653"/>
                    <a:pt x="3556" y="11690"/>
                  </a:cubicBezTo>
                  <a:cubicBezTo>
                    <a:pt x="3568" y="11703"/>
                    <a:pt x="3581" y="11703"/>
                    <a:pt x="3593" y="11690"/>
                  </a:cubicBezTo>
                  <a:lnTo>
                    <a:pt x="3679" y="11690"/>
                  </a:lnTo>
                  <a:lnTo>
                    <a:pt x="3741" y="11690"/>
                  </a:lnTo>
                  <a:lnTo>
                    <a:pt x="3790" y="11690"/>
                  </a:lnTo>
                  <a:lnTo>
                    <a:pt x="3827" y="11690"/>
                  </a:lnTo>
                  <a:cubicBezTo>
                    <a:pt x="3963" y="11690"/>
                    <a:pt x="3988" y="11518"/>
                    <a:pt x="3865" y="11468"/>
                  </a:cubicBezTo>
                  <a:cubicBezTo>
                    <a:pt x="3852" y="11468"/>
                    <a:pt x="3840" y="11468"/>
                    <a:pt x="3815" y="11468"/>
                  </a:cubicBezTo>
                  <a:lnTo>
                    <a:pt x="3778" y="11468"/>
                  </a:lnTo>
                  <a:lnTo>
                    <a:pt x="3729" y="11468"/>
                  </a:lnTo>
                  <a:lnTo>
                    <a:pt x="3593" y="11468"/>
                  </a:lnTo>
                  <a:close/>
                  <a:moveTo>
                    <a:pt x="4482" y="11357"/>
                  </a:moveTo>
                  <a:cubicBezTo>
                    <a:pt x="4371" y="11394"/>
                    <a:pt x="4371" y="11567"/>
                    <a:pt x="4482" y="11592"/>
                  </a:cubicBezTo>
                  <a:cubicBezTo>
                    <a:pt x="4506" y="11592"/>
                    <a:pt x="4519" y="11592"/>
                    <a:pt x="4531" y="11592"/>
                  </a:cubicBezTo>
                  <a:lnTo>
                    <a:pt x="4593" y="11579"/>
                  </a:lnTo>
                  <a:lnTo>
                    <a:pt x="4642" y="11567"/>
                  </a:lnTo>
                  <a:lnTo>
                    <a:pt x="4704" y="11555"/>
                  </a:lnTo>
                  <a:lnTo>
                    <a:pt x="4766" y="11530"/>
                  </a:lnTo>
                  <a:cubicBezTo>
                    <a:pt x="4864" y="11505"/>
                    <a:pt x="4877" y="11370"/>
                    <a:pt x="4790" y="11320"/>
                  </a:cubicBezTo>
                  <a:cubicBezTo>
                    <a:pt x="4766" y="11308"/>
                    <a:pt x="4729" y="11295"/>
                    <a:pt x="4704" y="11308"/>
                  </a:cubicBezTo>
                  <a:lnTo>
                    <a:pt x="4642" y="11320"/>
                  </a:lnTo>
                  <a:lnTo>
                    <a:pt x="4593" y="11333"/>
                  </a:lnTo>
                  <a:lnTo>
                    <a:pt x="4543" y="11345"/>
                  </a:lnTo>
                  <a:lnTo>
                    <a:pt x="4482" y="11370"/>
                  </a:lnTo>
                  <a:close/>
                  <a:moveTo>
                    <a:pt x="5346" y="11073"/>
                  </a:moveTo>
                  <a:cubicBezTo>
                    <a:pt x="5222" y="11123"/>
                    <a:pt x="5272" y="11308"/>
                    <a:pt x="5395" y="11295"/>
                  </a:cubicBezTo>
                  <a:cubicBezTo>
                    <a:pt x="5408" y="11295"/>
                    <a:pt x="5432" y="11295"/>
                    <a:pt x="5445" y="11283"/>
                  </a:cubicBezTo>
                  <a:lnTo>
                    <a:pt x="5469" y="11271"/>
                  </a:lnTo>
                  <a:lnTo>
                    <a:pt x="5519" y="11258"/>
                  </a:lnTo>
                  <a:lnTo>
                    <a:pt x="5568" y="11234"/>
                  </a:lnTo>
                  <a:lnTo>
                    <a:pt x="5617" y="11209"/>
                  </a:lnTo>
                  <a:lnTo>
                    <a:pt x="5654" y="11184"/>
                  </a:lnTo>
                  <a:cubicBezTo>
                    <a:pt x="5741" y="11147"/>
                    <a:pt x="5741" y="11012"/>
                    <a:pt x="5642" y="10975"/>
                  </a:cubicBezTo>
                  <a:cubicBezTo>
                    <a:pt x="5617" y="10962"/>
                    <a:pt x="5580" y="10962"/>
                    <a:pt x="5556" y="10975"/>
                  </a:cubicBezTo>
                  <a:lnTo>
                    <a:pt x="5469" y="11012"/>
                  </a:lnTo>
                  <a:lnTo>
                    <a:pt x="5420" y="11036"/>
                  </a:lnTo>
                  <a:lnTo>
                    <a:pt x="5346" y="11073"/>
                  </a:lnTo>
                  <a:close/>
                  <a:moveTo>
                    <a:pt x="6136" y="10641"/>
                  </a:moveTo>
                  <a:cubicBezTo>
                    <a:pt x="6099" y="10666"/>
                    <a:pt x="6086" y="10703"/>
                    <a:pt x="6086" y="10752"/>
                  </a:cubicBezTo>
                  <a:cubicBezTo>
                    <a:pt x="6111" y="10839"/>
                    <a:pt x="6198" y="10876"/>
                    <a:pt x="6272" y="10839"/>
                  </a:cubicBezTo>
                  <a:lnTo>
                    <a:pt x="6333" y="10789"/>
                  </a:lnTo>
                  <a:lnTo>
                    <a:pt x="6370" y="10765"/>
                  </a:lnTo>
                  <a:lnTo>
                    <a:pt x="6420" y="10728"/>
                  </a:lnTo>
                  <a:lnTo>
                    <a:pt x="6469" y="10703"/>
                  </a:lnTo>
                  <a:cubicBezTo>
                    <a:pt x="6580" y="10617"/>
                    <a:pt x="6481" y="10444"/>
                    <a:pt x="6358" y="10493"/>
                  </a:cubicBezTo>
                  <a:lnTo>
                    <a:pt x="6333" y="10505"/>
                  </a:lnTo>
                  <a:lnTo>
                    <a:pt x="6247" y="10567"/>
                  </a:lnTo>
                  <a:cubicBezTo>
                    <a:pt x="6210" y="10592"/>
                    <a:pt x="6173" y="10617"/>
                    <a:pt x="6136" y="10641"/>
                  </a:cubicBezTo>
                  <a:close/>
                  <a:moveTo>
                    <a:pt x="6864" y="10086"/>
                  </a:moveTo>
                  <a:cubicBezTo>
                    <a:pt x="6753" y="10160"/>
                    <a:pt x="6864" y="10333"/>
                    <a:pt x="6988" y="10271"/>
                  </a:cubicBezTo>
                  <a:cubicBezTo>
                    <a:pt x="7000" y="10271"/>
                    <a:pt x="7000" y="10259"/>
                    <a:pt x="7012" y="10259"/>
                  </a:cubicBezTo>
                  <a:lnTo>
                    <a:pt x="7185" y="10098"/>
                  </a:lnTo>
                  <a:cubicBezTo>
                    <a:pt x="7222" y="10061"/>
                    <a:pt x="7234" y="10012"/>
                    <a:pt x="7210" y="9962"/>
                  </a:cubicBezTo>
                  <a:cubicBezTo>
                    <a:pt x="7173" y="9888"/>
                    <a:pt x="7086" y="9876"/>
                    <a:pt x="7025" y="9925"/>
                  </a:cubicBezTo>
                  <a:cubicBezTo>
                    <a:pt x="6975" y="9987"/>
                    <a:pt x="6913" y="10036"/>
                    <a:pt x="6864" y="10086"/>
                  </a:cubicBezTo>
                  <a:close/>
                  <a:moveTo>
                    <a:pt x="7494" y="9432"/>
                  </a:moveTo>
                  <a:cubicBezTo>
                    <a:pt x="7395" y="9543"/>
                    <a:pt x="7568" y="9703"/>
                    <a:pt x="7679" y="9580"/>
                  </a:cubicBezTo>
                  <a:lnTo>
                    <a:pt x="7827" y="9407"/>
                  </a:lnTo>
                  <a:cubicBezTo>
                    <a:pt x="7926" y="9296"/>
                    <a:pt x="7790" y="9148"/>
                    <a:pt x="7679" y="9222"/>
                  </a:cubicBezTo>
                  <a:cubicBezTo>
                    <a:pt x="7666" y="9234"/>
                    <a:pt x="7654" y="9246"/>
                    <a:pt x="7642" y="9259"/>
                  </a:cubicBezTo>
                  <a:cubicBezTo>
                    <a:pt x="7592" y="9320"/>
                    <a:pt x="7543" y="9370"/>
                    <a:pt x="7494" y="9432"/>
                  </a:cubicBezTo>
                  <a:close/>
                  <a:moveTo>
                    <a:pt x="8049" y="8703"/>
                  </a:moveTo>
                  <a:cubicBezTo>
                    <a:pt x="7963" y="8827"/>
                    <a:pt x="8160" y="8975"/>
                    <a:pt x="8247" y="8827"/>
                  </a:cubicBezTo>
                  <a:cubicBezTo>
                    <a:pt x="8296" y="8765"/>
                    <a:pt x="8333" y="8703"/>
                    <a:pt x="8382" y="8629"/>
                  </a:cubicBezTo>
                  <a:cubicBezTo>
                    <a:pt x="8456" y="8518"/>
                    <a:pt x="8308" y="8382"/>
                    <a:pt x="8210" y="8481"/>
                  </a:cubicBezTo>
                  <a:cubicBezTo>
                    <a:pt x="8197" y="8493"/>
                    <a:pt x="8185" y="8493"/>
                    <a:pt x="8185" y="8506"/>
                  </a:cubicBezTo>
                  <a:cubicBezTo>
                    <a:pt x="8136" y="8567"/>
                    <a:pt x="8098" y="8642"/>
                    <a:pt x="8061" y="8703"/>
                  </a:cubicBezTo>
                  <a:close/>
                  <a:moveTo>
                    <a:pt x="8518" y="7913"/>
                  </a:moveTo>
                  <a:cubicBezTo>
                    <a:pt x="8493" y="7963"/>
                    <a:pt x="8506" y="8024"/>
                    <a:pt x="8543" y="8061"/>
                  </a:cubicBezTo>
                  <a:cubicBezTo>
                    <a:pt x="8605" y="8111"/>
                    <a:pt x="8691" y="8086"/>
                    <a:pt x="8728" y="8024"/>
                  </a:cubicBezTo>
                  <a:cubicBezTo>
                    <a:pt x="8765" y="7950"/>
                    <a:pt x="8802" y="7889"/>
                    <a:pt x="8827" y="7814"/>
                  </a:cubicBezTo>
                  <a:cubicBezTo>
                    <a:pt x="8888" y="7703"/>
                    <a:pt x="8740" y="7592"/>
                    <a:pt x="8654" y="7679"/>
                  </a:cubicBezTo>
                  <a:cubicBezTo>
                    <a:pt x="8642" y="7691"/>
                    <a:pt x="8629" y="7703"/>
                    <a:pt x="8629" y="7716"/>
                  </a:cubicBezTo>
                  <a:cubicBezTo>
                    <a:pt x="8592" y="7777"/>
                    <a:pt x="8555" y="7852"/>
                    <a:pt x="8518" y="7913"/>
                  </a:cubicBezTo>
                  <a:close/>
                  <a:moveTo>
                    <a:pt x="8901" y="7086"/>
                  </a:moveTo>
                  <a:cubicBezTo>
                    <a:pt x="8851" y="7197"/>
                    <a:pt x="9000" y="7296"/>
                    <a:pt x="9098" y="7210"/>
                  </a:cubicBezTo>
                  <a:cubicBezTo>
                    <a:pt x="9111" y="7197"/>
                    <a:pt x="9111" y="7185"/>
                    <a:pt x="9123" y="7173"/>
                  </a:cubicBezTo>
                  <a:cubicBezTo>
                    <a:pt x="9148" y="7099"/>
                    <a:pt x="9172" y="7024"/>
                    <a:pt x="9197" y="6950"/>
                  </a:cubicBezTo>
                  <a:cubicBezTo>
                    <a:pt x="9246" y="6827"/>
                    <a:pt x="9086" y="6728"/>
                    <a:pt x="9012" y="6839"/>
                  </a:cubicBezTo>
                  <a:cubicBezTo>
                    <a:pt x="9000" y="6839"/>
                    <a:pt x="8987" y="6852"/>
                    <a:pt x="8987" y="6876"/>
                  </a:cubicBezTo>
                  <a:cubicBezTo>
                    <a:pt x="8963" y="6938"/>
                    <a:pt x="8926" y="7012"/>
                    <a:pt x="8901" y="7086"/>
                  </a:cubicBezTo>
                  <a:close/>
                  <a:moveTo>
                    <a:pt x="9197" y="6222"/>
                  </a:moveTo>
                  <a:cubicBezTo>
                    <a:pt x="9160" y="6370"/>
                    <a:pt x="9382" y="6432"/>
                    <a:pt x="9419" y="6284"/>
                  </a:cubicBezTo>
                  <a:cubicBezTo>
                    <a:pt x="9444" y="6197"/>
                    <a:pt x="9456" y="6123"/>
                    <a:pt x="9481" y="6049"/>
                  </a:cubicBezTo>
                  <a:cubicBezTo>
                    <a:pt x="9506" y="5951"/>
                    <a:pt x="9395" y="5864"/>
                    <a:pt x="9308" y="5926"/>
                  </a:cubicBezTo>
                  <a:cubicBezTo>
                    <a:pt x="9284" y="5938"/>
                    <a:pt x="9259" y="5963"/>
                    <a:pt x="9246" y="6000"/>
                  </a:cubicBezTo>
                  <a:cubicBezTo>
                    <a:pt x="9234" y="6074"/>
                    <a:pt x="9209" y="6148"/>
                    <a:pt x="9197" y="6222"/>
                  </a:cubicBezTo>
                  <a:close/>
                  <a:moveTo>
                    <a:pt x="9382" y="5321"/>
                  </a:moveTo>
                  <a:cubicBezTo>
                    <a:pt x="9358" y="5444"/>
                    <a:pt x="9530" y="5506"/>
                    <a:pt x="9592" y="5407"/>
                  </a:cubicBezTo>
                  <a:cubicBezTo>
                    <a:pt x="9604" y="5395"/>
                    <a:pt x="9617" y="5370"/>
                    <a:pt x="9617" y="5358"/>
                  </a:cubicBezTo>
                  <a:cubicBezTo>
                    <a:pt x="9629" y="5284"/>
                    <a:pt x="9629" y="5198"/>
                    <a:pt x="9641" y="5124"/>
                  </a:cubicBezTo>
                  <a:cubicBezTo>
                    <a:pt x="9641" y="5099"/>
                    <a:pt x="9641" y="5087"/>
                    <a:pt x="9641" y="5062"/>
                  </a:cubicBezTo>
                  <a:cubicBezTo>
                    <a:pt x="9666" y="5000"/>
                    <a:pt x="9629" y="4938"/>
                    <a:pt x="9567" y="4926"/>
                  </a:cubicBezTo>
                  <a:cubicBezTo>
                    <a:pt x="9555" y="4914"/>
                    <a:pt x="9543" y="4914"/>
                    <a:pt x="9530" y="4926"/>
                  </a:cubicBezTo>
                  <a:cubicBezTo>
                    <a:pt x="9456" y="4926"/>
                    <a:pt x="9370" y="4926"/>
                    <a:pt x="9296" y="4926"/>
                  </a:cubicBezTo>
                  <a:cubicBezTo>
                    <a:pt x="9172" y="4926"/>
                    <a:pt x="9135" y="5111"/>
                    <a:pt x="9259" y="5148"/>
                  </a:cubicBezTo>
                  <a:cubicBezTo>
                    <a:pt x="9271" y="5161"/>
                    <a:pt x="9284" y="5161"/>
                    <a:pt x="9308" y="5161"/>
                  </a:cubicBezTo>
                  <a:lnTo>
                    <a:pt x="9419" y="5161"/>
                  </a:lnTo>
                  <a:cubicBezTo>
                    <a:pt x="9419" y="5222"/>
                    <a:pt x="9395" y="5272"/>
                    <a:pt x="9395" y="5333"/>
                  </a:cubicBezTo>
                  <a:close/>
                  <a:moveTo>
                    <a:pt x="9456" y="4420"/>
                  </a:moveTo>
                  <a:cubicBezTo>
                    <a:pt x="9469" y="4556"/>
                    <a:pt x="9666" y="4556"/>
                    <a:pt x="9679" y="4420"/>
                  </a:cubicBezTo>
                  <a:lnTo>
                    <a:pt x="9679" y="4358"/>
                  </a:lnTo>
                  <a:lnTo>
                    <a:pt x="9679" y="4173"/>
                  </a:lnTo>
                  <a:cubicBezTo>
                    <a:pt x="9679" y="4050"/>
                    <a:pt x="9506" y="4025"/>
                    <a:pt x="9456" y="4136"/>
                  </a:cubicBezTo>
                  <a:cubicBezTo>
                    <a:pt x="9456" y="4161"/>
                    <a:pt x="9456" y="4173"/>
                    <a:pt x="9456" y="4185"/>
                  </a:cubicBezTo>
                  <a:lnTo>
                    <a:pt x="9456" y="4420"/>
                  </a:lnTo>
                  <a:close/>
                  <a:moveTo>
                    <a:pt x="9395" y="3506"/>
                  </a:moveTo>
                  <a:cubicBezTo>
                    <a:pt x="9407" y="3642"/>
                    <a:pt x="9604" y="3642"/>
                    <a:pt x="9617" y="3506"/>
                  </a:cubicBezTo>
                  <a:lnTo>
                    <a:pt x="9617" y="3482"/>
                  </a:lnTo>
                  <a:cubicBezTo>
                    <a:pt x="9604" y="3395"/>
                    <a:pt x="9592" y="3321"/>
                    <a:pt x="9580" y="3235"/>
                  </a:cubicBezTo>
                  <a:cubicBezTo>
                    <a:pt x="9555" y="3111"/>
                    <a:pt x="9370" y="3111"/>
                    <a:pt x="9358" y="3235"/>
                  </a:cubicBezTo>
                  <a:cubicBezTo>
                    <a:pt x="9345" y="3260"/>
                    <a:pt x="9345" y="3272"/>
                    <a:pt x="9358" y="3284"/>
                  </a:cubicBezTo>
                  <a:cubicBezTo>
                    <a:pt x="9370" y="3358"/>
                    <a:pt x="9382" y="3432"/>
                    <a:pt x="9395" y="3506"/>
                  </a:cubicBezTo>
                  <a:close/>
                  <a:moveTo>
                    <a:pt x="9111" y="2692"/>
                  </a:moveTo>
                  <a:cubicBezTo>
                    <a:pt x="9197" y="2791"/>
                    <a:pt x="9358" y="2716"/>
                    <a:pt x="9321" y="2593"/>
                  </a:cubicBezTo>
                  <a:cubicBezTo>
                    <a:pt x="9308" y="2568"/>
                    <a:pt x="9308" y="2556"/>
                    <a:pt x="9296" y="2544"/>
                  </a:cubicBezTo>
                  <a:cubicBezTo>
                    <a:pt x="9234" y="2482"/>
                    <a:pt x="9172" y="2420"/>
                    <a:pt x="9098" y="2371"/>
                  </a:cubicBezTo>
                  <a:cubicBezTo>
                    <a:pt x="8987" y="2297"/>
                    <a:pt x="8851" y="2433"/>
                    <a:pt x="8938" y="2544"/>
                  </a:cubicBezTo>
                  <a:cubicBezTo>
                    <a:pt x="8950" y="2544"/>
                    <a:pt x="8963" y="2556"/>
                    <a:pt x="8975" y="2568"/>
                  </a:cubicBezTo>
                  <a:cubicBezTo>
                    <a:pt x="9024" y="2593"/>
                    <a:pt x="9074" y="2642"/>
                    <a:pt x="9111" y="2692"/>
                  </a:cubicBezTo>
                  <a:close/>
                  <a:moveTo>
                    <a:pt x="8395" y="2544"/>
                  </a:moveTo>
                  <a:cubicBezTo>
                    <a:pt x="8531" y="2507"/>
                    <a:pt x="8493" y="2309"/>
                    <a:pt x="8358" y="2321"/>
                  </a:cubicBezTo>
                  <a:cubicBezTo>
                    <a:pt x="8345" y="2321"/>
                    <a:pt x="8333" y="2321"/>
                    <a:pt x="8321" y="2321"/>
                  </a:cubicBezTo>
                  <a:cubicBezTo>
                    <a:pt x="8247" y="2346"/>
                    <a:pt x="8173" y="2383"/>
                    <a:pt x="8098" y="2420"/>
                  </a:cubicBezTo>
                  <a:cubicBezTo>
                    <a:pt x="8074" y="2433"/>
                    <a:pt x="8049" y="2445"/>
                    <a:pt x="8037" y="2470"/>
                  </a:cubicBezTo>
                  <a:cubicBezTo>
                    <a:pt x="8000" y="2568"/>
                    <a:pt x="8098" y="2679"/>
                    <a:pt x="8197" y="2630"/>
                  </a:cubicBezTo>
                  <a:cubicBezTo>
                    <a:pt x="8259" y="2593"/>
                    <a:pt x="8333" y="2568"/>
                    <a:pt x="8395" y="2544"/>
                  </a:cubicBezTo>
                  <a:close/>
                  <a:moveTo>
                    <a:pt x="7642" y="3000"/>
                  </a:moveTo>
                  <a:cubicBezTo>
                    <a:pt x="7666" y="2976"/>
                    <a:pt x="7679" y="2951"/>
                    <a:pt x="7679" y="2926"/>
                  </a:cubicBezTo>
                  <a:cubicBezTo>
                    <a:pt x="7691" y="2815"/>
                    <a:pt x="7568" y="2754"/>
                    <a:pt x="7494" y="2815"/>
                  </a:cubicBezTo>
                  <a:cubicBezTo>
                    <a:pt x="7420" y="2877"/>
                    <a:pt x="7370" y="2926"/>
                    <a:pt x="7308" y="3000"/>
                  </a:cubicBezTo>
                  <a:cubicBezTo>
                    <a:pt x="7284" y="3037"/>
                    <a:pt x="7271" y="3087"/>
                    <a:pt x="7296" y="3136"/>
                  </a:cubicBezTo>
                  <a:cubicBezTo>
                    <a:pt x="7346" y="3198"/>
                    <a:pt x="7432" y="3210"/>
                    <a:pt x="7481" y="3149"/>
                  </a:cubicBezTo>
                  <a:cubicBezTo>
                    <a:pt x="7531" y="3087"/>
                    <a:pt x="7580" y="3037"/>
                    <a:pt x="7642" y="2988"/>
                  </a:cubicBezTo>
                  <a:close/>
                  <a:moveTo>
                    <a:pt x="7259" y="3692"/>
                  </a:moveTo>
                  <a:cubicBezTo>
                    <a:pt x="7259" y="3655"/>
                    <a:pt x="7234" y="3605"/>
                    <a:pt x="7185" y="3593"/>
                  </a:cubicBezTo>
                  <a:cubicBezTo>
                    <a:pt x="7111" y="3568"/>
                    <a:pt x="7025" y="3630"/>
                    <a:pt x="7037" y="3704"/>
                  </a:cubicBezTo>
                  <a:cubicBezTo>
                    <a:pt x="7037" y="3790"/>
                    <a:pt x="7049" y="3877"/>
                    <a:pt x="7086" y="3963"/>
                  </a:cubicBezTo>
                  <a:cubicBezTo>
                    <a:pt x="7123" y="4099"/>
                    <a:pt x="7321" y="4050"/>
                    <a:pt x="7308" y="3914"/>
                  </a:cubicBezTo>
                  <a:cubicBezTo>
                    <a:pt x="7308" y="3914"/>
                    <a:pt x="7308" y="3901"/>
                    <a:pt x="7308" y="3889"/>
                  </a:cubicBezTo>
                  <a:cubicBezTo>
                    <a:pt x="7284" y="3827"/>
                    <a:pt x="7271" y="3766"/>
                    <a:pt x="7271" y="3692"/>
                  </a:cubicBezTo>
                  <a:close/>
                  <a:moveTo>
                    <a:pt x="7666" y="4408"/>
                  </a:moveTo>
                  <a:cubicBezTo>
                    <a:pt x="7568" y="4321"/>
                    <a:pt x="7420" y="4432"/>
                    <a:pt x="7481" y="4556"/>
                  </a:cubicBezTo>
                  <a:cubicBezTo>
                    <a:pt x="7481" y="4556"/>
                    <a:pt x="7494" y="4568"/>
                    <a:pt x="7506" y="4580"/>
                  </a:cubicBezTo>
                  <a:cubicBezTo>
                    <a:pt x="7555" y="4642"/>
                    <a:pt x="7617" y="4691"/>
                    <a:pt x="7679" y="4741"/>
                  </a:cubicBezTo>
                  <a:cubicBezTo>
                    <a:pt x="7802" y="4840"/>
                    <a:pt x="7950" y="4667"/>
                    <a:pt x="7839" y="4568"/>
                  </a:cubicBezTo>
                  <a:cubicBezTo>
                    <a:pt x="7778" y="4519"/>
                    <a:pt x="7728" y="4469"/>
                    <a:pt x="7666" y="4408"/>
                  </a:cubicBezTo>
                  <a:close/>
                  <a:moveTo>
                    <a:pt x="8395" y="4852"/>
                  </a:moveTo>
                  <a:cubicBezTo>
                    <a:pt x="8271" y="4815"/>
                    <a:pt x="8197" y="4988"/>
                    <a:pt x="8308" y="5062"/>
                  </a:cubicBezTo>
                  <a:cubicBezTo>
                    <a:pt x="8321" y="5062"/>
                    <a:pt x="8333" y="5074"/>
                    <a:pt x="8345" y="5074"/>
                  </a:cubicBezTo>
                  <a:cubicBezTo>
                    <a:pt x="8419" y="5099"/>
                    <a:pt x="8493" y="5111"/>
                    <a:pt x="8580" y="5124"/>
                  </a:cubicBezTo>
                  <a:cubicBezTo>
                    <a:pt x="8703" y="5136"/>
                    <a:pt x="8765" y="4963"/>
                    <a:pt x="8654" y="4901"/>
                  </a:cubicBezTo>
                  <a:cubicBezTo>
                    <a:pt x="8642" y="4901"/>
                    <a:pt x="8629" y="4889"/>
                    <a:pt x="8617" y="4889"/>
                  </a:cubicBezTo>
                  <a:cubicBezTo>
                    <a:pt x="8543" y="4877"/>
                    <a:pt x="8469" y="4864"/>
                    <a:pt x="8395" y="4852"/>
                  </a:cubicBezTo>
                  <a:close/>
                  <a:moveTo>
                    <a:pt x="10197" y="4852"/>
                  </a:moveTo>
                  <a:cubicBezTo>
                    <a:pt x="10074" y="4864"/>
                    <a:pt x="10074" y="5049"/>
                    <a:pt x="10197" y="5074"/>
                  </a:cubicBezTo>
                  <a:cubicBezTo>
                    <a:pt x="10209" y="5074"/>
                    <a:pt x="10222" y="5074"/>
                    <a:pt x="10234" y="5074"/>
                  </a:cubicBezTo>
                  <a:lnTo>
                    <a:pt x="10469" y="5037"/>
                  </a:lnTo>
                  <a:cubicBezTo>
                    <a:pt x="10592" y="5012"/>
                    <a:pt x="10592" y="4827"/>
                    <a:pt x="10469" y="4815"/>
                  </a:cubicBezTo>
                  <a:cubicBezTo>
                    <a:pt x="10456" y="4803"/>
                    <a:pt x="10431" y="4803"/>
                    <a:pt x="10419" y="4815"/>
                  </a:cubicBezTo>
                  <a:cubicBezTo>
                    <a:pt x="10345" y="4827"/>
                    <a:pt x="10271" y="4840"/>
                    <a:pt x="10197" y="4852"/>
                  </a:cubicBezTo>
                  <a:close/>
                  <a:moveTo>
                    <a:pt x="11098" y="4667"/>
                  </a:moveTo>
                  <a:cubicBezTo>
                    <a:pt x="11012" y="4691"/>
                    <a:pt x="10975" y="4803"/>
                    <a:pt x="11049" y="4864"/>
                  </a:cubicBezTo>
                  <a:cubicBezTo>
                    <a:pt x="11073" y="4889"/>
                    <a:pt x="11123" y="4901"/>
                    <a:pt x="11160" y="4901"/>
                  </a:cubicBezTo>
                  <a:lnTo>
                    <a:pt x="11382" y="4840"/>
                  </a:lnTo>
                  <a:cubicBezTo>
                    <a:pt x="11518" y="4803"/>
                    <a:pt x="11493" y="4593"/>
                    <a:pt x="11345" y="4605"/>
                  </a:cubicBezTo>
                  <a:lnTo>
                    <a:pt x="11320" y="4605"/>
                  </a:lnTo>
                  <a:lnTo>
                    <a:pt x="11098" y="4667"/>
                  </a:lnTo>
                  <a:close/>
                  <a:moveTo>
                    <a:pt x="11987" y="4408"/>
                  </a:moveTo>
                  <a:cubicBezTo>
                    <a:pt x="11851" y="4457"/>
                    <a:pt x="11888" y="4642"/>
                    <a:pt x="12024" y="4642"/>
                  </a:cubicBezTo>
                  <a:cubicBezTo>
                    <a:pt x="12036" y="4642"/>
                    <a:pt x="12049" y="4642"/>
                    <a:pt x="12061" y="4642"/>
                  </a:cubicBezTo>
                  <a:lnTo>
                    <a:pt x="12283" y="4556"/>
                  </a:lnTo>
                  <a:cubicBezTo>
                    <a:pt x="12394" y="4519"/>
                    <a:pt x="12369" y="4334"/>
                    <a:pt x="12246" y="4334"/>
                  </a:cubicBezTo>
                  <a:cubicBezTo>
                    <a:pt x="12221" y="4334"/>
                    <a:pt x="12209" y="4334"/>
                    <a:pt x="12197" y="4346"/>
                  </a:cubicBezTo>
                  <a:lnTo>
                    <a:pt x="11987" y="4420"/>
                  </a:lnTo>
                  <a:close/>
                  <a:moveTo>
                    <a:pt x="12839" y="4074"/>
                  </a:moveTo>
                  <a:cubicBezTo>
                    <a:pt x="12727" y="4124"/>
                    <a:pt x="12764" y="4296"/>
                    <a:pt x="12888" y="4296"/>
                  </a:cubicBezTo>
                  <a:cubicBezTo>
                    <a:pt x="12900" y="4296"/>
                    <a:pt x="12913" y="4296"/>
                    <a:pt x="12925" y="4284"/>
                  </a:cubicBezTo>
                  <a:lnTo>
                    <a:pt x="13147" y="4185"/>
                  </a:lnTo>
                  <a:cubicBezTo>
                    <a:pt x="13258" y="4136"/>
                    <a:pt x="13209" y="3951"/>
                    <a:pt x="13085" y="3963"/>
                  </a:cubicBezTo>
                  <a:cubicBezTo>
                    <a:pt x="13073" y="3963"/>
                    <a:pt x="13061" y="3976"/>
                    <a:pt x="13048" y="3976"/>
                  </a:cubicBezTo>
                  <a:close/>
                  <a:moveTo>
                    <a:pt x="13653" y="3655"/>
                  </a:moveTo>
                  <a:cubicBezTo>
                    <a:pt x="13542" y="3729"/>
                    <a:pt x="13604" y="3889"/>
                    <a:pt x="13727" y="3877"/>
                  </a:cubicBezTo>
                  <a:cubicBezTo>
                    <a:pt x="13740" y="3877"/>
                    <a:pt x="13752" y="3864"/>
                    <a:pt x="13764" y="3864"/>
                  </a:cubicBezTo>
                  <a:cubicBezTo>
                    <a:pt x="13838" y="3827"/>
                    <a:pt x="13900" y="3778"/>
                    <a:pt x="13974" y="3741"/>
                  </a:cubicBezTo>
                  <a:cubicBezTo>
                    <a:pt x="14098" y="3655"/>
                    <a:pt x="13987" y="3457"/>
                    <a:pt x="13851" y="3544"/>
                  </a:cubicBezTo>
                  <a:close/>
                  <a:moveTo>
                    <a:pt x="14419" y="3161"/>
                  </a:moveTo>
                  <a:cubicBezTo>
                    <a:pt x="14320" y="3235"/>
                    <a:pt x="14394" y="3395"/>
                    <a:pt x="14517" y="3371"/>
                  </a:cubicBezTo>
                  <a:cubicBezTo>
                    <a:pt x="14530" y="3371"/>
                    <a:pt x="14554" y="3358"/>
                    <a:pt x="14567" y="3358"/>
                  </a:cubicBezTo>
                  <a:cubicBezTo>
                    <a:pt x="14628" y="3309"/>
                    <a:pt x="14690" y="3260"/>
                    <a:pt x="14752" y="3210"/>
                  </a:cubicBezTo>
                  <a:cubicBezTo>
                    <a:pt x="14826" y="3149"/>
                    <a:pt x="14801" y="3013"/>
                    <a:pt x="14690" y="3000"/>
                  </a:cubicBezTo>
                  <a:cubicBezTo>
                    <a:pt x="14665" y="3000"/>
                    <a:pt x="14628" y="3013"/>
                    <a:pt x="14604" y="3025"/>
                  </a:cubicBezTo>
                  <a:close/>
                  <a:moveTo>
                    <a:pt x="15135" y="2581"/>
                  </a:moveTo>
                  <a:cubicBezTo>
                    <a:pt x="15097" y="2605"/>
                    <a:pt x="15085" y="2655"/>
                    <a:pt x="15097" y="2692"/>
                  </a:cubicBezTo>
                  <a:cubicBezTo>
                    <a:pt x="15110" y="2778"/>
                    <a:pt x="15221" y="2815"/>
                    <a:pt x="15295" y="2754"/>
                  </a:cubicBezTo>
                  <a:cubicBezTo>
                    <a:pt x="15344" y="2704"/>
                    <a:pt x="15406" y="2642"/>
                    <a:pt x="15455" y="2593"/>
                  </a:cubicBezTo>
                  <a:cubicBezTo>
                    <a:pt x="15579" y="2482"/>
                    <a:pt x="15418" y="2309"/>
                    <a:pt x="15307" y="2420"/>
                  </a:cubicBezTo>
                  <a:cubicBezTo>
                    <a:pt x="15246" y="2470"/>
                    <a:pt x="15196" y="2531"/>
                    <a:pt x="15135" y="2581"/>
                  </a:cubicBezTo>
                  <a:close/>
                  <a:moveTo>
                    <a:pt x="15752" y="1926"/>
                  </a:moveTo>
                  <a:cubicBezTo>
                    <a:pt x="15715" y="1951"/>
                    <a:pt x="15715" y="2001"/>
                    <a:pt x="15739" y="2050"/>
                  </a:cubicBezTo>
                  <a:cubicBezTo>
                    <a:pt x="15776" y="2124"/>
                    <a:pt x="15875" y="2124"/>
                    <a:pt x="15925" y="2062"/>
                  </a:cubicBezTo>
                  <a:cubicBezTo>
                    <a:pt x="15974" y="2001"/>
                    <a:pt x="16023" y="1939"/>
                    <a:pt x="16073" y="1877"/>
                  </a:cubicBezTo>
                  <a:cubicBezTo>
                    <a:pt x="16134" y="1778"/>
                    <a:pt x="16023" y="1655"/>
                    <a:pt x="15925" y="1717"/>
                  </a:cubicBezTo>
                  <a:cubicBezTo>
                    <a:pt x="15912" y="1717"/>
                    <a:pt x="15900" y="1729"/>
                    <a:pt x="15900" y="1741"/>
                  </a:cubicBezTo>
                  <a:cubicBezTo>
                    <a:pt x="15850" y="1803"/>
                    <a:pt x="15801" y="1865"/>
                    <a:pt x="15752" y="1926"/>
                  </a:cubicBezTo>
                  <a:close/>
                  <a:moveTo>
                    <a:pt x="16270" y="1173"/>
                  </a:moveTo>
                  <a:cubicBezTo>
                    <a:pt x="16159" y="1285"/>
                    <a:pt x="16332" y="1445"/>
                    <a:pt x="16443" y="1322"/>
                  </a:cubicBezTo>
                  <a:cubicBezTo>
                    <a:pt x="16455" y="1322"/>
                    <a:pt x="16455" y="1309"/>
                    <a:pt x="16468" y="1297"/>
                  </a:cubicBezTo>
                  <a:lnTo>
                    <a:pt x="16492" y="1248"/>
                  </a:lnTo>
                  <a:lnTo>
                    <a:pt x="16542" y="1149"/>
                  </a:lnTo>
                  <a:lnTo>
                    <a:pt x="16579" y="1087"/>
                  </a:lnTo>
                  <a:cubicBezTo>
                    <a:pt x="16653" y="964"/>
                    <a:pt x="16480" y="853"/>
                    <a:pt x="16394" y="951"/>
                  </a:cubicBezTo>
                  <a:cubicBezTo>
                    <a:pt x="16381" y="964"/>
                    <a:pt x="16381" y="976"/>
                    <a:pt x="16381" y="976"/>
                  </a:cubicBezTo>
                  <a:lnTo>
                    <a:pt x="16344" y="1038"/>
                  </a:lnTo>
                  <a:lnTo>
                    <a:pt x="16295" y="11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03850" y="4531022"/>
            <a:ext cx="683954" cy="273844"/>
          </a:xfrm>
        </p:spPr>
        <p:txBody>
          <a:bodyPr/>
          <a:lstStyle/>
          <a:p>
            <a:fld id="{8BEEBAAA-29B5-4AF5-BC5F-7E580C29002D}" type="datetimeFigureOut">
              <a:rPr lang="en-US" smtClean="0"/>
              <a:t>11-Aug-23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8001" y="4531022"/>
            <a:ext cx="472320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92024" y="198882"/>
            <a:ext cx="8762287" cy="47493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35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3326" y="897294"/>
            <a:ext cx="8237349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366">
            <a:off x="720001" y="3760391"/>
            <a:ext cx="5633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ellota Text"/>
                <a:ea typeface="Bellota Text"/>
                <a:cs typeface="Bellota Text"/>
                <a:sym typeface="Bellota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100" y="956513"/>
            <a:ext cx="6265800" cy="28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69899" y="-126250"/>
            <a:ext cx="9602243" cy="5322906"/>
            <a:chOff x="-169900" y="-126250"/>
            <a:chExt cx="9602243" cy="5322906"/>
          </a:xfrm>
        </p:grpSpPr>
        <p:sp>
          <p:nvSpPr>
            <p:cNvPr id="12" name="Google Shape;12;p2"/>
            <p:cNvSpPr/>
            <p:nvPr/>
          </p:nvSpPr>
          <p:spPr>
            <a:xfrm>
              <a:off x="984203" y="-126250"/>
              <a:ext cx="1689025" cy="693625"/>
            </a:xfrm>
            <a:custGeom>
              <a:avLst/>
              <a:gdLst/>
              <a:ahLst/>
              <a:cxnLst/>
              <a:rect l="l" t="t" r="r" b="b"/>
              <a:pathLst>
                <a:path w="67561" h="27745" extrusionOk="0">
                  <a:moveTo>
                    <a:pt x="334" y="0"/>
                  </a:moveTo>
                  <a:cubicBezTo>
                    <a:pt x="-1055" y="7285"/>
                    <a:pt x="2215" y="18039"/>
                    <a:pt x="9251" y="20383"/>
                  </a:cubicBezTo>
                  <a:cubicBezTo>
                    <a:pt x="15072" y="22322"/>
                    <a:pt x="20955" y="13461"/>
                    <a:pt x="26874" y="15075"/>
                  </a:cubicBezTo>
                  <a:cubicBezTo>
                    <a:pt x="30259" y="15998"/>
                    <a:pt x="31126" y="20757"/>
                    <a:pt x="33880" y="22931"/>
                  </a:cubicBezTo>
                  <a:cubicBezTo>
                    <a:pt x="40000" y="27763"/>
                    <a:pt x="49712" y="29036"/>
                    <a:pt x="57024" y="26328"/>
                  </a:cubicBezTo>
                  <a:cubicBezTo>
                    <a:pt x="64029" y="23734"/>
                    <a:pt x="68895" y="13648"/>
                    <a:pt x="67215" y="6370"/>
                  </a:cubicBezTo>
                  <a:cubicBezTo>
                    <a:pt x="66702" y="4149"/>
                    <a:pt x="63733" y="3060"/>
                    <a:pt x="63181" y="849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" name="Google Shape;13;p2"/>
            <p:cNvSpPr/>
            <p:nvPr/>
          </p:nvSpPr>
          <p:spPr>
            <a:xfrm>
              <a:off x="7310218" y="-42400"/>
              <a:ext cx="2122125" cy="2907300"/>
            </a:xfrm>
            <a:custGeom>
              <a:avLst/>
              <a:gdLst/>
              <a:ahLst/>
              <a:cxnLst/>
              <a:rect l="l" t="t" r="r" b="b"/>
              <a:pathLst>
                <a:path w="84885" h="116292" extrusionOk="0">
                  <a:moveTo>
                    <a:pt x="8873" y="0"/>
                  </a:moveTo>
                  <a:cubicBezTo>
                    <a:pt x="-2378" y="12058"/>
                    <a:pt x="-3204" y="37592"/>
                    <a:pt x="8236" y="49471"/>
                  </a:cubicBezTo>
                  <a:cubicBezTo>
                    <a:pt x="11927" y="53304"/>
                    <a:pt x="16982" y="56362"/>
                    <a:pt x="22250" y="57115"/>
                  </a:cubicBezTo>
                  <a:cubicBezTo>
                    <a:pt x="30458" y="58288"/>
                    <a:pt x="42904" y="55354"/>
                    <a:pt x="46454" y="62847"/>
                  </a:cubicBezTo>
                  <a:cubicBezTo>
                    <a:pt x="52405" y="75408"/>
                    <a:pt x="50993" y="91330"/>
                    <a:pt x="59194" y="102552"/>
                  </a:cubicBezTo>
                  <a:cubicBezTo>
                    <a:pt x="64710" y="110100"/>
                    <a:pt x="79274" y="121283"/>
                    <a:pt x="84885" y="113805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" name="Google Shape;14;p2"/>
            <p:cNvSpPr/>
            <p:nvPr/>
          </p:nvSpPr>
          <p:spPr>
            <a:xfrm>
              <a:off x="1491500" y="4297331"/>
              <a:ext cx="6225075" cy="899325"/>
            </a:xfrm>
            <a:custGeom>
              <a:avLst/>
              <a:gdLst/>
              <a:ahLst/>
              <a:cxnLst/>
              <a:rect l="l" t="t" r="r" b="b"/>
              <a:pathLst>
                <a:path w="249003" h="35973" extrusionOk="0">
                  <a:moveTo>
                    <a:pt x="0" y="35973"/>
                  </a:moveTo>
                  <a:cubicBezTo>
                    <a:pt x="2895" y="27274"/>
                    <a:pt x="6198" y="15829"/>
                    <a:pt x="14862" y="12830"/>
                  </a:cubicBezTo>
                  <a:cubicBezTo>
                    <a:pt x="26748" y="8716"/>
                    <a:pt x="40002" y="14373"/>
                    <a:pt x="52443" y="16227"/>
                  </a:cubicBezTo>
                  <a:cubicBezTo>
                    <a:pt x="71299" y="19037"/>
                    <a:pt x="90753" y="22331"/>
                    <a:pt x="109558" y="19199"/>
                  </a:cubicBezTo>
                  <a:cubicBezTo>
                    <a:pt x="125060" y="16617"/>
                    <a:pt x="137004" y="1471"/>
                    <a:pt x="152659" y="90"/>
                  </a:cubicBezTo>
                  <a:cubicBezTo>
                    <a:pt x="160798" y="-628"/>
                    <a:pt x="167161" y="7821"/>
                    <a:pt x="174953" y="10282"/>
                  </a:cubicBezTo>
                  <a:cubicBezTo>
                    <a:pt x="181441" y="12331"/>
                    <a:pt x="188532" y="11344"/>
                    <a:pt x="195336" y="11344"/>
                  </a:cubicBezTo>
                  <a:cubicBezTo>
                    <a:pt x="211931" y="11344"/>
                    <a:pt x="230950" y="9116"/>
                    <a:pt x="244595" y="18562"/>
                  </a:cubicBezTo>
                  <a:cubicBezTo>
                    <a:pt x="249354" y="21857"/>
                    <a:pt x="249613" y="29934"/>
                    <a:pt x="248204" y="35548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Google Shape;15;p2"/>
            <p:cNvSpPr/>
            <p:nvPr/>
          </p:nvSpPr>
          <p:spPr>
            <a:xfrm>
              <a:off x="-169900" y="1250050"/>
              <a:ext cx="723600" cy="2707100"/>
            </a:xfrm>
            <a:custGeom>
              <a:avLst/>
              <a:gdLst/>
              <a:ahLst/>
              <a:cxnLst/>
              <a:rect l="l" t="t" r="r" b="b"/>
              <a:pathLst>
                <a:path w="28944" h="108284" extrusionOk="0">
                  <a:moveTo>
                    <a:pt x="213" y="0"/>
                  </a:moveTo>
                  <a:cubicBezTo>
                    <a:pt x="4173" y="5278"/>
                    <a:pt x="14169" y="5237"/>
                    <a:pt x="16349" y="11465"/>
                  </a:cubicBezTo>
                  <a:cubicBezTo>
                    <a:pt x="20768" y="24091"/>
                    <a:pt x="12570" y="38827"/>
                    <a:pt x="16561" y="51594"/>
                  </a:cubicBezTo>
                  <a:cubicBezTo>
                    <a:pt x="18984" y="59345"/>
                    <a:pt x="29417" y="64511"/>
                    <a:pt x="28876" y="72614"/>
                  </a:cubicBezTo>
                  <a:cubicBezTo>
                    <a:pt x="28186" y="82952"/>
                    <a:pt x="11900" y="84554"/>
                    <a:pt x="4034" y="91298"/>
                  </a:cubicBezTo>
                  <a:cubicBezTo>
                    <a:pt x="-384" y="95086"/>
                    <a:pt x="3230" y="103443"/>
                    <a:pt x="0" y="108284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5244300" y="-81825"/>
              <a:ext cx="830000" cy="604775"/>
            </a:xfrm>
            <a:custGeom>
              <a:avLst/>
              <a:gdLst/>
              <a:ahLst/>
              <a:cxnLst/>
              <a:rect l="l" t="t" r="r" b="b"/>
              <a:pathLst>
                <a:path w="33200" h="24191" extrusionOk="0">
                  <a:moveTo>
                    <a:pt x="0" y="0"/>
                  </a:moveTo>
                  <a:cubicBezTo>
                    <a:pt x="2718" y="5439"/>
                    <a:pt x="-185" y="13261"/>
                    <a:pt x="3821" y="17835"/>
                  </a:cubicBezTo>
                  <a:cubicBezTo>
                    <a:pt x="6098" y="20435"/>
                    <a:pt x="10776" y="18533"/>
                    <a:pt x="14013" y="19746"/>
                  </a:cubicBezTo>
                  <a:cubicBezTo>
                    <a:pt x="18774" y="21531"/>
                    <a:pt x="23692" y="25058"/>
                    <a:pt x="28663" y="23992"/>
                  </a:cubicBezTo>
                  <a:cubicBezTo>
                    <a:pt x="36604" y="22290"/>
                    <a:pt x="31319" y="7964"/>
                    <a:pt x="32909" y="0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" name="Google Shape;17;p2"/>
            <p:cNvSpPr/>
            <p:nvPr/>
          </p:nvSpPr>
          <p:spPr>
            <a:xfrm>
              <a:off x="254725" y="976750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" name="Google Shape;18;p2"/>
            <p:cNvSpPr/>
            <p:nvPr/>
          </p:nvSpPr>
          <p:spPr>
            <a:xfrm>
              <a:off x="8138100" y="449407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" name="Google Shape;19;p2"/>
            <p:cNvSpPr/>
            <p:nvPr/>
          </p:nvSpPr>
          <p:spPr>
            <a:xfrm rot="-5400000">
              <a:off x="2130700" y="476362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" name="Google Shape;20;p2"/>
            <p:cNvSpPr/>
            <p:nvPr/>
          </p:nvSpPr>
          <p:spPr>
            <a:xfrm rot="8733401">
              <a:off x="8068869" y="881926"/>
              <a:ext cx="186328" cy="302555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" name="Google Shape;21;p2"/>
            <p:cNvSpPr/>
            <p:nvPr/>
          </p:nvSpPr>
          <p:spPr>
            <a:xfrm rot="-3429132">
              <a:off x="4898561" y="220405"/>
              <a:ext cx="186322" cy="302545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1987577286"/>
      </p:ext>
    </p:extLst>
  </p:cSld>
  <p:clrMapOvr>
    <a:masterClrMapping/>
  </p:clrMapOvr>
  <p:transition spd="slow">
    <p:push dir="u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 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 hasCustomPrompt="1"/>
          </p:nvPr>
        </p:nvSpPr>
        <p:spPr>
          <a:xfrm>
            <a:off x="3796850" y="1115354"/>
            <a:ext cx="1550100" cy="13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 rot="181">
            <a:off x="1723744" y="3569896"/>
            <a:ext cx="56967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/>
          </p:nvPr>
        </p:nvSpPr>
        <p:spPr>
          <a:xfrm>
            <a:off x="1723450" y="2471050"/>
            <a:ext cx="5696700" cy="10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-350399" y="-75035"/>
            <a:ext cx="9107269" cy="5234523"/>
            <a:chOff x="-350400" y="-75035"/>
            <a:chExt cx="9107269" cy="5234523"/>
          </a:xfrm>
        </p:grpSpPr>
        <p:sp>
          <p:nvSpPr>
            <p:cNvPr id="27" name="Google Shape;27;p3"/>
            <p:cNvSpPr/>
            <p:nvPr/>
          </p:nvSpPr>
          <p:spPr>
            <a:xfrm>
              <a:off x="212200" y="3004450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Google Shape;28;p3"/>
            <p:cNvSpPr/>
            <p:nvPr/>
          </p:nvSpPr>
          <p:spPr>
            <a:xfrm rot="8100000">
              <a:off x="2471703" y="529702"/>
              <a:ext cx="186323" cy="302547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Google Shape;29;p3"/>
            <p:cNvSpPr/>
            <p:nvPr/>
          </p:nvSpPr>
          <p:spPr>
            <a:xfrm rot="-6069090">
              <a:off x="8497275" y="3912777"/>
              <a:ext cx="186321" cy="302544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" name="Google Shape;30;p3"/>
            <p:cNvSpPr/>
            <p:nvPr/>
          </p:nvSpPr>
          <p:spPr>
            <a:xfrm>
              <a:off x="8193950" y="20557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" name="Google Shape;31;p3"/>
            <p:cNvSpPr/>
            <p:nvPr/>
          </p:nvSpPr>
          <p:spPr>
            <a:xfrm rot="8100000">
              <a:off x="4621628" y="78427"/>
              <a:ext cx="186323" cy="302547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" name="Google Shape;32;p3"/>
            <p:cNvSpPr/>
            <p:nvPr/>
          </p:nvSpPr>
          <p:spPr>
            <a:xfrm rot="-6069090">
              <a:off x="793275" y="4022327"/>
              <a:ext cx="186321" cy="302544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" name="Google Shape;33;p3"/>
            <p:cNvSpPr/>
            <p:nvPr/>
          </p:nvSpPr>
          <p:spPr>
            <a:xfrm>
              <a:off x="5047900" y="-75035"/>
              <a:ext cx="2930025" cy="907225"/>
            </a:xfrm>
            <a:custGeom>
              <a:avLst/>
              <a:gdLst/>
              <a:ahLst/>
              <a:cxnLst/>
              <a:rect l="l" t="t" r="r" b="b"/>
              <a:pathLst>
                <a:path w="117201" h="36289" extrusionOk="0">
                  <a:moveTo>
                    <a:pt x="0" y="0"/>
                  </a:moveTo>
                  <a:cubicBezTo>
                    <a:pt x="4153" y="2307"/>
                    <a:pt x="4670" y="8278"/>
                    <a:pt x="6794" y="12527"/>
                  </a:cubicBezTo>
                  <a:cubicBezTo>
                    <a:pt x="11674" y="22287"/>
                    <a:pt x="18740" y="34357"/>
                    <a:pt x="29512" y="36095"/>
                  </a:cubicBezTo>
                  <a:cubicBezTo>
                    <a:pt x="35351" y="37037"/>
                    <a:pt x="42378" y="34343"/>
                    <a:pt x="46073" y="29725"/>
                  </a:cubicBezTo>
                  <a:cubicBezTo>
                    <a:pt x="51015" y="23548"/>
                    <a:pt x="52008" y="13191"/>
                    <a:pt x="59237" y="9979"/>
                  </a:cubicBezTo>
                  <a:cubicBezTo>
                    <a:pt x="66491" y="6756"/>
                    <a:pt x="75225" y="11023"/>
                    <a:pt x="82805" y="13376"/>
                  </a:cubicBezTo>
                  <a:cubicBezTo>
                    <a:pt x="89996" y="15608"/>
                    <a:pt x="97848" y="16282"/>
                    <a:pt x="105311" y="15287"/>
                  </a:cubicBezTo>
                  <a:cubicBezTo>
                    <a:pt x="109297" y="14756"/>
                    <a:pt x="114128" y="13151"/>
                    <a:pt x="115927" y="9554"/>
                  </a:cubicBezTo>
                  <a:cubicBezTo>
                    <a:pt x="117364" y="6680"/>
                    <a:pt x="116186" y="3048"/>
                    <a:pt x="117201" y="0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" name="Google Shape;34;p3"/>
            <p:cNvSpPr/>
            <p:nvPr/>
          </p:nvSpPr>
          <p:spPr>
            <a:xfrm>
              <a:off x="-350400" y="3636288"/>
              <a:ext cx="5343800" cy="1523200"/>
            </a:xfrm>
            <a:custGeom>
              <a:avLst/>
              <a:gdLst/>
              <a:ahLst/>
              <a:cxnLst/>
              <a:rect l="l" t="t" r="r" b="b"/>
              <a:pathLst>
                <a:path w="213752" h="60928" extrusionOk="0">
                  <a:moveTo>
                    <a:pt x="0" y="10183"/>
                  </a:moveTo>
                  <a:cubicBezTo>
                    <a:pt x="5697" y="10183"/>
                    <a:pt x="9793" y="4047"/>
                    <a:pt x="15287" y="2539"/>
                  </a:cubicBezTo>
                  <a:cubicBezTo>
                    <a:pt x="26550" y="-552"/>
                    <a:pt x="38954" y="-784"/>
                    <a:pt x="50320" y="1902"/>
                  </a:cubicBezTo>
                  <a:cubicBezTo>
                    <a:pt x="64143" y="5169"/>
                    <a:pt x="73660" y="19053"/>
                    <a:pt x="87264" y="23134"/>
                  </a:cubicBezTo>
                  <a:cubicBezTo>
                    <a:pt x="97241" y="26127"/>
                    <a:pt x="108239" y="19729"/>
                    <a:pt x="118476" y="21648"/>
                  </a:cubicBezTo>
                  <a:cubicBezTo>
                    <a:pt x="127590" y="23357"/>
                    <a:pt x="133413" y="33293"/>
                    <a:pt x="142256" y="36086"/>
                  </a:cubicBezTo>
                  <a:cubicBezTo>
                    <a:pt x="159421" y="41507"/>
                    <a:pt x="178503" y="35479"/>
                    <a:pt x="196186" y="38846"/>
                  </a:cubicBezTo>
                  <a:cubicBezTo>
                    <a:pt x="205351" y="40591"/>
                    <a:pt x="215642" y="51876"/>
                    <a:pt x="213384" y="60928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  <p:extLst>
      <p:ext uri="{BB962C8B-B14F-4D97-AF65-F5344CB8AC3E}">
        <p14:creationId xmlns:p14="http://schemas.microsoft.com/office/powerpoint/2010/main" val="2652584880"/>
      </p:ext>
    </p:extLst>
  </p:cSld>
  <p:clrMapOvr>
    <a:masterClrMapping/>
  </p:clrMapOvr>
  <p:transition spd="slow">
    <p:push dir="u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Background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421131"/>
      </p:ext>
    </p:extLst>
  </p:cSld>
  <p:clrMapOvr>
    <a:masterClrMapping/>
  </p:clrMapOvr>
  <p:transition spd="slow">
    <p:push dir="u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C1DBBE-D689-5447-A8B4-D9AC91512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F331F-BBEA-A740-83AB-C8429EA79CA2}" type="datetime1">
              <a:rPr lang="en-US"/>
              <a:pPr>
                <a:defRPr/>
              </a:pPr>
              <a:t>11-Aug-23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EC54A8-264E-0E4F-8EBD-F1BADB4E6A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F06E76-C50B-CF4E-83C0-BCC4FF655D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B161E-5674-8742-A449-7A6C2F4E3F8C}" type="slidenum">
              <a:rPr lang="en-US" altLang="en-VN"/>
              <a:pPr>
                <a:defRPr/>
              </a:pPr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3005072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 panose="00000500000000000000"/>
              <a:buNone/>
              <a:defRPr sz="30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 panose="00000500000000000000"/>
              <a:buNone/>
              <a:defRPr sz="28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 panose="00000500000000000000"/>
              <a:buNone/>
              <a:defRPr sz="28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 panose="00000500000000000000"/>
              <a:buNone/>
              <a:defRPr sz="28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 panose="00000500000000000000"/>
              <a:buNone/>
              <a:defRPr sz="28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 panose="00000500000000000000"/>
              <a:buNone/>
              <a:defRPr sz="28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 panose="00000500000000000000"/>
              <a:buNone/>
              <a:defRPr sz="28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 panose="00000500000000000000"/>
              <a:buNone/>
              <a:defRPr sz="28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 panose="00000500000000000000"/>
              <a:buNone/>
              <a:defRPr sz="2800" b="1">
                <a:solidFill>
                  <a:schemeClr val="dk1"/>
                </a:solidFill>
                <a:latin typeface="Itim" panose="00000500000000000000"/>
                <a:ea typeface="Itim" panose="00000500000000000000"/>
                <a:cs typeface="Itim" panose="00000500000000000000"/>
                <a:sym typeface="Itim" panose="000005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8" r:id="rId7"/>
    <p:sldLayoutId id="2147483662" r:id="rId8"/>
    <p:sldLayoutId id="2147483664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0" r:id="rId34"/>
    <p:sldLayoutId id="2147483691" r:id="rId35"/>
    <p:sldLayoutId id="2147483692" r:id="rId36"/>
    <p:sldLayoutId id="2147483693" r:id="rId37"/>
    <p:sldLayoutId id="2147483694" r:id="rId38"/>
    <p:sldLayoutId id="2147483695" r:id="rId39"/>
    <p:sldLayoutId id="2147483696" r:id="rId40"/>
    <p:sldLayoutId id="2147483697" r:id="rId41"/>
    <p:sldLayoutId id="2147483698" r:id="rId42"/>
    <p:sldLayoutId id="2147483699" r:id="rId4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29004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6" r:id="rId4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7"/>
          <p:cNvSpPr txBox="1">
            <a:spLocks noGrp="1"/>
          </p:cNvSpPr>
          <p:nvPr>
            <p:ph type="ctrTitle"/>
          </p:nvPr>
        </p:nvSpPr>
        <p:spPr>
          <a:xfrm>
            <a:off x="1332185" y="2018386"/>
            <a:ext cx="7168636" cy="42971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SzPts val="1100"/>
            </a:pP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13: TOEIC WRITING</a:t>
            </a:r>
            <a:b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Question 8 	   An Opinion Essay</a:t>
            </a:r>
            <a:br>
              <a:rPr lang="en-US" sz="4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6" descr="HN] Trường Đại Học Công Nghệ Đông Á Tuyển Dụng Quản Lý Phòng Tập Gym 2018 -  YBOX">
            <a:extLst>
              <a:ext uri="{FF2B5EF4-FFF2-40B4-BE49-F238E27FC236}">
                <a16:creationId xmlns:a16="http://schemas.microsoft.com/office/drawing/2014/main" id="{5E716318-917B-479A-9BE3-43CC57F522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3" t="25697" r="11786" b="34178"/>
          <a:stretch/>
        </p:blipFill>
        <p:spPr bwMode="auto">
          <a:xfrm>
            <a:off x="1394846" y="88501"/>
            <a:ext cx="6483338" cy="204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79600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0" y="108674"/>
            <a:ext cx="8990150" cy="44207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0085457"/>
              </p:ext>
            </p:extLst>
          </p:nvPr>
        </p:nvGraphicFramePr>
        <p:xfrm>
          <a:off x="489585" y="295910"/>
          <a:ext cx="8428990" cy="46710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C42EA7-F9BB-42D0-B6E3-C6E894BE31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2BC42EA7-F9BB-42D0-B6E3-C6E894BE31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F20F84-680C-4AD9-A9B6-D578B893CA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DF20F84-680C-4AD9-A9B6-D578B893CA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4893EB-8157-4B31-9DD6-4FD83F5A91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CD4893EB-8157-4B31-9DD6-4FD83F5A91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7CF69D-D3DB-4F79-AD2C-1D010BFDB2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CC7CF69D-D3DB-4F79-AD2C-1D010BFDB2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CD21C0-A9AE-4D9B-B6C2-EE87DFABD8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17CD21C0-A9AE-4D9B-B6C2-EE87DFABD8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281F7E-49CB-4E47-8536-310166FDB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2281F7E-49CB-4E47-8536-310166FDBE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C7558C1-1536-49BA-85D6-C1609A47B2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7C7558C1-1536-49BA-85D6-C1609A47B2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0BA985F-CAF0-4167-9F2D-8CD8A8ADC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10BA985F-CAF0-4167-9F2D-8CD8A8ADC4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DC43007-928B-439A-9748-FF5B75FB2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2DC43007-928B-439A-9748-FF5B75FB26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D568C2-81CC-4073-B9AB-A5C214959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54D568C2-81CC-4073-B9AB-A5C2149596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C35435E-E407-4D78-AD58-9F39081F5C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DC35435E-E407-4D78-AD58-9F39081F5C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0" y="87630"/>
            <a:ext cx="7911465" cy="4954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257"/>
          <a:stretch>
            <a:fillRect/>
          </a:stretch>
        </p:blipFill>
        <p:spPr>
          <a:xfrm>
            <a:off x="1201420" y="100330"/>
            <a:ext cx="7709535" cy="4720590"/>
          </a:xfrm>
          <a:prstGeom prst="rect">
            <a:avLst/>
          </a:prstGeom>
        </p:spPr>
      </p:pic>
      <p:sp>
        <p:nvSpPr>
          <p:cNvPr id="7" name="7-Point Star 6"/>
          <p:cNvSpPr/>
          <p:nvPr/>
        </p:nvSpPr>
        <p:spPr>
          <a:xfrm>
            <a:off x="-5715" y="742315"/>
            <a:ext cx="2002790" cy="1603375"/>
          </a:xfrm>
          <a:prstGeom prst="star7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Work </a:t>
            </a:r>
            <a:r>
              <a:rPr lang="en-US" sz="1200"/>
              <a:t>in groups: underline </a:t>
            </a:r>
            <a:r>
              <a:rPr lang="en-US" sz="1200" dirty="0"/>
              <a:t>the key words for each type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43890" y="280670"/>
            <a:ext cx="466090" cy="34480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3923204" y="1932420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760769" y="1955280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73089" y="2837295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951269" y="2837295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518199" y="3028430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03594" y="3477375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924474" y="3622790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761404" y="4224135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761404" y="4391140"/>
            <a:ext cx="3492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177165"/>
            <a:ext cx="8267700" cy="334010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67310" y="340995"/>
            <a:ext cx="836930" cy="45402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18030" y="212725"/>
            <a:ext cx="6405880" cy="1188720"/>
          </a:xfrm>
        </p:spPr>
        <p:txBody>
          <a:bodyPr/>
          <a:lstStyle/>
          <a:p>
            <a:r>
              <a:rPr lang="en-US" sz="4000"/>
              <a:t>Structuring Your Response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008755" y="988060"/>
            <a:ext cx="436054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vi-VN" sz="20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Tip 1: Brainstorm ideas for your essay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55806"/>
              </p:ext>
            </p:extLst>
          </p:nvPr>
        </p:nvGraphicFramePr>
        <p:xfrm>
          <a:off x="642620" y="1400810"/>
          <a:ext cx="7933690" cy="3595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C42EA7-F9BB-42D0-B6E3-C6E894BE31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2BC42EA7-F9BB-42D0-B6E3-C6E894BE31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F20F84-680C-4AD9-A9B6-D578B893CA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8DF20F84-680C-4AD9-A9B6-D578B893CAE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4893EB-8157-4B31-9DD6-4FD83F5A91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CD4893EB-8157-4B31-9DD6-4FD83F5A91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7CF69D-D3DB-4F79-AD2C-1D010BFDB2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CC7CF69D-D3DB-4F79-AD2C-1D010BFDB2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CD21C0-A9AE-4D9B-B6C2-EE87DFABD8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17CD21C0-A9AE-4D9B-B6C2-EE87DFABD8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2281F7E-49CB-4E47-8536-310166FDB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E2281F7E-49CB-4E47-8536-310166FDBE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C7558C1-1536-49BA-85D6-C1609A47B2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7C7558C1-1536-49BA-85D6-C1609A47B2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0BA985F-CAF0-4167-9F2D-8CD8A8ADC4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graphicEl>
                                              <a:dgm id="{10BA985F-CAF0-4167-9F2D-8CD8A8ADC4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DC43007-928B-439A-9748-FF5B75FB26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graphicEl>
                                              <a:dgm id="{2DC43007-928B-439A-9748-FF5B75FB26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D568C2-81CC-4073-B9AB-A5C2149596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">
                                            <p:graphicEl>
                                              <a:dgm id="{54D568C2-81CC-4073-B9AB-A5C2149596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C35435E-E407-4D78-AD58-9F39081F5C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DC35435E-E407-4D78-AD58-9F39081F5C6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083439" y="964238"/>
            <a:ext cx="7340471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vi-V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Tip 2: Create a basic outline of what you want to write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2080"/>
            <a:ext cx="9144000" cy="332957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18030" y="212725"/>
            <a:ext cx="6405880" cy="775335"/>
          </a:xfrm>
        </p:spPr>
        <p:txBody>
          <a:bodyPr/>
          <a:lstStyle/>
          <a:p>
            <a:r>
              <a:rPr lang="en-US" sz="4000"/>
              <a:t>Structuring Your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953135" y="807085"/>
            <a:ext cx="7340471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vi-V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Tip 2: Create a basic outline of what you want to write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 b="91900"/>
          <a:stretch>
            <a:fillRect/>
          </a:stretch>
        </p:blipFill>
        <p:spPr>
          <a:xfrm>
            <a:off x="671195" y="1348422"/>
            <a:ext cx="7467600" cy="28829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52" y="1636712"/>
            <a:ext cx="8626295" cy="3420752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18030" y="212725"/>
            <a:ext cx="6405880" cy="1188720"/>
          </a:xfrm>
        </p:spPr>
        <p:txBody>
          <a:bodyPr/>
          <a:lstStyle/>
          <a:p>
            <a:r>
              <a:rPr lang="en-US" sz="4000"/>
              <a:t>Structuring Your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872932" y="937079"/>
            <a:ext cx="539813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vi-V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Tip 3: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Write a rough draft of your essay</a:t>
            </a:r>
            <a:endParaRPr lang="en-US" altLang="vi-VN" sz="24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453"/>
            <a:ext cx="9196390" cy="3533322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018030" y="212725"/>
            <a:ext cx="6405880" cy="1188720"/>
          </a:xfrm>
        </p:spPr>
        <p:txBody>
          <a:bodyPr/>
          <a:lstStyle/>
          <a:p>
            <a:r>
              <a:rPr lang="en-US" sz="4000"/>
              <a:t>Structuring Your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018030" y="835841"/>
            <a:ext cx="539813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vi-V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Tip 3: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Write a rough draft of your essay</a:t>
            </a:r>
            <a:endParaRPr lang="en-US" altLang="vi-VN" sz="24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6216"/>
            <a:ext cx="8839201" cy="3345634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18030" y="212725"/>
            <a:ext cx="6405880" cy="1188720"/>
          </a:xfrm>
        </p:spPr>
        <p:txBody>
          <a:bodyPr/>
          <a:lstStyle/>
          <a:p>
            <a:r>
              <a:rPr lang="en-US" sz="4000"/>
              <a:t>Structuring Your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872932" y="807085"/>
            <a:ext cx="539813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vi-V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Tip 3: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Write a rough draft of your essay</a:t>
            </a:r>
            <a:endParaRPr lang="en-US" altLang="vi-VN" sz="2400" b="1" dirty="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0" y="1358536"/>
            <a:ext cx="8970934" cy="3784963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18030" y="212725"/>
            <a:ext cx="6405880" cy="1188720"/>
          </a:xfrm>
        </p:spPr>
        <p:txBody>
          <a:bodyPr/>
          <a:lstStyle/>
          <a:p>
            <a:r>
              <a:rPr lang="en-US" sz="4000"/>
              <a:t>Structuring Your Response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83677" y="939780"/>
            <a:ext cx="7640233" cy="4616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vi-VN" sz="24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Tip 4: </a:t>
            </a:r>
            <a:r>
              <a:rPr lang="en-US" altLang="vi-VN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Times New Roman" panose="02020603050405020304" charset="0"/>
                <a:sym typeface="+mn-ea"/>
              </a:rPr>
              <a:t>Learn useful language to use in writing your essay</a:t>
            </a:r>
            <a:endParaRPr lang="en-US" altLang="vi-VN" sz="24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018030" y="212725"/>
            <a:ext cx="6405880" cy="1188720"/>
          </a:xfrm>
        </p:spPr>
        <p:txBody>
          <a:bodyPr/>
          <a:lstStyle/>
          <a:p>
            <a:r>
              <a:rPr lang="en-US" sz="4000"/>
              <a:t>Structuring Your 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79" y="156210"/>
            <a:ext cx="8370848" cy="4831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8492"/>
          <a:stretch/>
        </p:blipFill>
        <p:spPr>
          <a:xfrm>
            <a:off x="223024" y="335244"/>
            <a:ext cx="8766081" cy="39839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580459" y="895985"/>
            <a:ext cx="33324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l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vi-VN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+mn-ea"/>
              </a:rPr>
              <a:t>Tip 5: </a:t>
            </a:r>
            <a:r>
              <a:rPr lang="en-US" altLang="vi-VN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Times New Roman" panose="02020603050405020304" charset="0"/>
                <a:sym typeface="+mn-ea"/>
              </a:rPr>
              <a:t>Revise your essay</a:t>
            </a:r>
            <a:endParaRPr lang="en-US" altLang="vi-VN" sz="24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90" y="1597932"/>
            <a:ext cx="8645912" cy="2706439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018030" y="212725"/>
            <a:ext cx="6405880" cy="1188720"/>
          </a:xfrm>
        </p:spPr>
        <p:txBody>
          <a:bodyPr/>
          <a:lstStyle/>
          <a:p>
            <a:r>
              <a:rPr lang="en-US" sz="4000"/>
              <a:t>Structuring Your Response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821305" y="725310"/>
            <a:ext cx="35348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eaLnBrk="0" hangingPunct="0"/>
            <a:r>
              <a:rPr lang="en-US" altLang="vi-VN" sz="24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Times New Roman" panose="02020603050405020304" charset="0"/>
                <a:sym typeface="+mn-ea"/>
              </a:rPr>
              <a:t>Tip 6: Correct your essay</a:t>
            </a:r>
            <a:endParaRPr lang="en-US" altLang="vi-VN" sz="24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401444"/>
            <a:ext cx="8656594" cy="1824975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497640" y="78740"/>
            <a:ext cx="6405880" cy="1188720"/>
          </a:xfrm>
        </p:spPr>
        <p:txBody>
          <a:bodyPr/>
          <a:lstStyle/>
          <a:p>
            <a:r>
              <a:rPr lang="en-US" sz="4000" dirty="0"/>
              <a:t>Structuring Your Response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"/>
          <p:cNvSpPr txBox="1"/>
          <p:nvPr/>
        </p:nvSpPr>
        <p:spPr>
          <a:xfrm>
            <a:off x="582295" y="395605"/>
            <a:ext cx="141287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en-US" altLang="vi-VN" sz="2000" b="1" dirty="0">
                <a:latin typeface="Times New Roman" panose="02020603050405020304" charset="0"/>
              </a:rPr>
              <a:t>TIP 1: </a:t>
            </a:r>
            <a:endParaRPr lang="en-US" altLang="vi-VN" sz="2000" b="1" dirty="0">
              <a:latin typeface="Times New Roman" panose="02020603050405020304" charset="0"/>
              <a:ea typeface="Times New Roman" panose="02020603050405020304" charset="0"/>
            </a:endParaRPr>
          </a:p>
        </p:txBody>
      </p:sp>
      <p:sp>
        <p:nvSpPr>
          <p:cNvPr id="15364" name="TextBox 3"/>
          <p:cNvSpPr txBox="1"/>
          <p:nvPr/>
        </p:nvSpPr>
        <p:spPr>
          <a:xfrm>
            <a:off x="582295" y="1779270"/>
            <a:ext cx="180530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en-US" altLang="vi-VN" sz="2000" b="1" dirty="0">
                <a:latin typeface="Times New Roman" panose="02020603050405020304" charset="0"/>
              </a:rPr>
              <a:t>TIP 3: </a:t>
            </a:r>
            <a:endParaRPr lang="en-US" altLang="vi-VN" sz="2000" b="1" dirty="0">
              <a:latin typeface="Times New Roman" panose="02020603050405020304" charset="0"/>
              <a:ea typeface="Times New Roman" panose="02020603050405020304" charset="0"/>
            </a:endParaRPr>
          </a:p>
        </p:txBody>
      </p:sp>
      <p:sp>
        <p:nvSpPr>
          <p:cNvPr id="15365" name="TextBox 3"/>
          <p:cNvSpPr txBox="1"/>
          <p:nvPr/>
        </p:nvSpPr>
        <p:spPr>
          <a:xfrm>
            <a:off x="582295" y="1034415"/>
            <a:ext cx="180530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en-US" altLang="vi-VN" sz="2000" b="1" dirty="0">
                <a:latin typeface="Times New Roman" panose="02020603050405020304" charset="0"/>
              </a:rPr>
              <a:t>TIP 2: </a:t>
            </a:r>
            <a:endParaRPr lang="en-US" altLang="vi-VN" sz="2000" b="1" dirty="0">
              <a:latin typeface="Times New Roman" panose="02020603050405020304" charset="0"/>
              <a:ea typeface="Times New Roman" panose="02020603050405020304" charset="0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1711960" y="321310"/>
          <a:ext cx="6647815" cy="1998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63545" y="2674620"/>
            <a:ext cx="4136390" cy="586105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r>
              <a:rPr lang="en-US" altLang="vi-VN" sz="18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Times New Roman" panose="02020603050405020304" charset="0"/>
              </a:rPr>
              <a:t>Learn useful language to use in writing your essay</a:t>
            </a:r>
          </a:p>
        </p:txBody>
      </p:sp>
      <p:sp>
        <p:nvSpPr>
          <p:cNvPr id="8" name="Down Arrow 7"/>
          <p:cNvSpPr/>
          <p:nvPr/>
        </p:nvSpPr>
        <p:spPr>
          <a:xfrm>
            <a:off x="4902200" y="2404110"/>
            <a:ext cx="245110" cy="216535"/>
          </a:xfrm>
          <a:prstGeom prst="down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582295" y="2566035"/>
            <a:ext cx="180530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en-US" altLang="vi-VN" sz="2000" b="1" dirty="0">
                <a:latin typeface="Times New Roman" panose="02020603050405020304" charset="0"/>
              </a:rPr>
              <a:t>TIP 4: </a:t>
            </a:r>
            <a:endParaRPr lang="en-US" altLang="vi-VN" sz="2000" b="1" dirty="0">
              <a:latin typeface="Times New Roman" panose="02020603050405020304" charset="0"/>
              <a:ea typeface="Times New Roman" panose="02020603050405020304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963545" y="3597275"/>
            <a:ext cx="4190365" cy="516890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n-US" altLang="vi-V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Times New Roman" panose="02020603050405020304" charset="0"/>
              </a:rPr>
              <a:t>Revise your essay</a:t>
            </a:r>
          </a:p>
        </p:txBody>
      </p:sp>
      <p:sp>
        <p:nvSpPr>
          <p:cNvPr id="3" name="Down Arrow 2"/>
          <p:cNvSpPr/>
          <p:nvPr/>
        </p:nvSpPr>
        <p:spPr>
          <a:xfrm>
            <a:off x="4958080" y="3314700"/>
            <a:ext cx="189230" cy="228600"/>
          </a:xfrm>
          <a:prstGeom prst="down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963545" y="4450715"/>
            <a:ext cx="4246880" cy="516890"/>
          </a:xfrm>
          <a:prstGeom prst="roundRect">
            <a:avLst/>
          </a:prstGeom>
          <a:solidFill>
            <a:schemeClr val="accent3">
              <a:lumMod val="9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hangingPunct="0"/>
            <a:r>
              <a:rPr lang="en-US" altLang="vi-VN" sz="20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charset="0"/>
                <a:ea typeface="Times New Roman" panose="02020603050405020304" charset="0"/>
              </a:rPr>
              <a:t>Correct your essay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902200" y="4168140"/>
            <a:ext cx="320675" cy="205740"/>
          </a:xfrm>
          <a:prstGeom prst="down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582295" y="3597275"/>
            <a:ext cx="180530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en-US" altLang="vi-VN" sz="2000" b="1" dirty="0">
                <a:latin typeface="Times New Roman" panose="02020603050405020304" charset="0"/>
              </a:rPr>
              <a:t>TIP 5: </a:t>
            </a:r>
            <a:endParaRPr lang="en-US" altLang="vi-VN" sz="2000" b="1" dirty="0">
              <a:latin typeface="Times New Roman" panose="02020603050405020304" charset="0"/>
              <a:ea typeface="Times New Roman" panose="02020603050405020304" charset="0"/>
            </a:endParaRPr>
          </a:p>
        </p:txBody>
      </p:sp>
      <p:sp>
        <p:nvSpPr>
          <p:cNvPr id="12" name="TextBox 3"/>
          <p:cNvSpPr txBox="1"/>
          <p:nvPr/>
        </p:nvSpPr>
        <p:spPr>
          <a:xfrm>
            <a:off x="582295" y="4450715"/>
            <a:ext cx="1805305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eaLnBrk="0" hangingPunct="0"/>
            <a:r>
              <a:rPr lang="en-US" altLang="vi-VN" sz="2000" b="1" dirty="0">
                <a:latin typeface="Times New Roman" panose="02020603050405020304" charset="0"/>
              </a:rPr>
              <a:t>TIP 6: </a:t>
            </a:r>
            <a:endParaRPr lang="en-US" altLang="vi-VN" sz="2000" b="1" dirty="0">
              <a:latin typeface="Times New Roman" panose="02020603050405020304" charset="0"/>
              <a:ea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5300" y="229235"/>
            <a:ext cx="4232910" cy="800100"/>
          </a:xfrm>
        </p:spPr>
        <p:txBody>
          <a:bodyPr/>
          <a:lstStyle/>
          <a:p>
            <a:r>
              <a:rPr lang="en-US" dirty="0"/>
              <a:t>PROGRESS PRACTICE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" y="1128395"/>
            <a:ext cx="8380095" cy="3466465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791075" y="3016885"/>
            <a:ext cx="437515" cy="27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779780" y="3986530"/>
            <a:ext cx="437515" cy="2711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74845" y="433705"/>
            <a:ext cx="3949065" cy="481330"/>
          </a:xfrm>
        </p:spPr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31189" y="892423"/>
            <a:ext cx="8430895" cy="548005"/>
          </a:xfrm>
        </p:spPr>
        <p:txBody>
          <a:bodyPr/>
          <a:lstStyle/>
          <a:p>
            <a:pPr marL="0" indent="0">
              <a:buNone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one of the discussed topics and complete your essay.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4825" t="7448" r="6011" b="70513"/>
          <a:stretch>
            <a:fillRect/>
          </a:stretch>
        </p:blipFill>
        <p:spPr>
          <a:xfrm>
            <a:off x="631190" y="3316605"/>
            <a:ext cx="8370570" cy="10871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0" y="1774825"/>
            <a:ext cx="8430895" cy="10756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nline Notebook XL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F6B0F7"/>
      </a:lt2>
      <a:accent1>
        <a:srgbClr val="CAFFCA"/>
      </a:accent1>
      <a:accent2>
        <a:srgbClr val="FFE599"/>
      </a:accent2>
      <a:accent3>
        <a:srgbClr val="FFF8D3"/>
      </a:accent3>
      <a:accent4>
        <a:srgbClr val="FFBBAA"/>
      </a:accent4>
      <a:accent5>
        <a:srgbClr val="FFFFFF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ational Read a Book Day Activities by Slidesgo">
  <a:themeElements>
    <a:clrScheme name="Simple Light">
      <a:dk1>
        <a:srgbClr val="3C4140"/>
      </a:dk1>
      <a:lt1>
        <a:srgbClr val="44AB8A"/>
      </a:lt1>
      <a:dk2>
        <a:srgbClr val="E0F8F2"/>
      </a:dk2>
      <a:lt2>
        <a:srgbClr val="FFFFFF"/>
      </a:lt2>
      <a:accent1>
        <a:srgbClr val="95DEC8"/>
      </a:accent1>
      <a:accent2>
        <a:srgbClr val="B9D957"/>
      </a:accent2>
      <a:accent3>
        <a:srgbClr val="F3C95C"/>
      </a:accent3>
      <a:accent4>
        <a:srgbClr val="F17651"/>
      </a:accent4>
      <a:accent5>
        <a:srgbClr val="FFB7D2"/>
      </a:accent5>
      <a:accent6>
        <a:srgbClr val="E23E7C"/>
      </a:accent6>
      <a:hlink>
        <a:srgbClr val="3C41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264</Words>
  <Application>Microsoft Office PowerPoint</Application>
  <PresentationFormat>On-screen Show (16:9)</PresentationFormat>
  <Paragraphs>45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Bellota Text</vt:lpstr>
      <vt:lpstr>Permanent Marker</vt:lpstr>
      <vt:lpstr>Times New Roman</vt:lpstr>
      <vt:lpstr>Itim</vt:lpstr>
      <vt:lpstr>Autour One</vt:lpstr>
      <vt:lpstr>Muli</vt:lpstr>
      <vt:lpstr>Online Notebook XL by Slidesgo</vt:lpstr>
      <vt:lpstr>National Read a Book Day Activities by Slidesgo</vt:lpstr>
      <vt:lpstr>                 LECTURE 13: TOEIC WRITING Introduction to Question 8     An Opinion Essay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Structuring Your Response</vt:lpstr>
      <vt:lpstr>Structuring Your Response</vt:lpstr>
      <vt:lpstr>Structuring Your Response</vt:lpstr>
      <vt:lpstr>Structuring Your Response</vt:lpstr>
      <vt:lpstr>Structuring Your Response</vt:lpstr>
      <vt:lpstr>Structuring Your Response</vt:lpstr>
      <vt:lpstr>Structuring Your Response</vt:lpstr>
      <vt:lpstr>PowerPoint Presentation</vt:lpstr>
      <vt:lpstr>PowerPoint Presentation</vt:lpstr>
      <vt:lpstr>Structuring Your Response</vt:lpstr>
      <vt:lpstr>Structuring Your Response</vt:lpstr>
      <vt:lpstr>PowerPoint Presentation</vt:lpstr>
      <vt:lpstr>PROGRESS PRACTICE 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ENGLISH 3</dc:title>
  <dc:creator/>
  <cp:lastModifiedBy>ADMIN</cp:lastModifiedBy>
  <cp:revision>23</cp:revision>
  <dcterms:created xsi:type="dcterms:W3CDTF">2023-07-07T04:37:00Z</dcterms:created>
  <dcterms:modified xsi:type="dcterms:W3CDTF">2023-08-11T12:20:15Z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D212F32517114CC7A882C4ED85A86986</vt:lpwstr>
  </property>
  <property fmtid="{D5CDD505-2E9C-101B-9397-08002B2CF9AE}" pid="3" name="KSOProductBuildVer">
    <vt:lpwstr>1033-11.2.0.11537</vt:lpwstr>
  </property>
</Properties>
</file>