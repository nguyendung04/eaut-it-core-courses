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2" r:id="rId2"/>
    <p:sldMasterId id="2147483706" r:id="rId3"/>
  </p:sldMasterIdLst>
  <p:notesMasterIdLst>
    <p:notesMasterId r:id="rId19"/>
  </p:notesMasterIdLst>
  <p:sldIdLst>
    <p:sldId id="256" r:id="rId4"/>
    <p:sldId id="311" r:id="rId5"/>
    <p:sldId id="312" r:id="rId6"/>
    <p:sldId id="313" r:id="rId7"/>
    <p:sldId id="314" r:id="rId8"/>
    <p:sldId id="315" r:id="rId9"/>
    <p:sldId id="259" r:id="rId10"/>
    <p:sldId id="317" r:id="rId11"/>
    <p:sldId id="320" r:id="rId12"/>
    <p:sldId id="318" r:id="rId13"/>
    <p:sldId id="319" r:id="rId14"/>
    <p:sldId id="260" r:id="rId15"/>
    <p:sldId id="284" r:id="rId16"/>
    <p:sldId id="322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6DB62-7E16-47D2-8813-F3A330CC56D4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D34EA-5F9C-4C11-B4E7-3B6349633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C8CD72-A7C5-1B46-B84F-C342F3D16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AB57E-2A69-1242-B520-2D77576A7EC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59E419-E2B8-5842-BEC1-0B542B0A26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EC9118-8D31-2D4A-B5E1-A0B13756AA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B324B-01DA-354E-8821-941B70ACE244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47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1DBBE-D689-5447-A8B4-D9AC91512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FF331F-BBEA-A740-83AB-C8429EA79CA2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C54A8-264E-0E4F-8EBD-F1BADB4E6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06E76-C50B-CF4E-83C0-BCC4FF655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B161E-5674-8742-A449-7A6C2F4E3F8C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86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8A26D7-3C2C-914A-B2BA-47BA8BAC0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6DAED-3B05-734C-B44E-00E40D9C2C2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DE8794-9DF4-9540-A0BA-8729E5E47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57777D-80C6-8B49-ADBA-E08C963F5B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A06063-D7A0-7845-952D-BF7AFD4F0036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47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9B085-9664-8C45-ADC6-D36695667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F5E565-793C-4348-8EA2-36EEDA63CD09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CBF3E-7EA6-D04B-8BF0-CD3D717DE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BB7DA-3BFA-6B41-8745-F868DE495D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A3743-0F09-5644-80B2-26D1A5B0DC2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06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A8BBD8-67DC-484E-A11F-20854F6B23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6B3E73-738A-EC4B-A45B-C0BD6E0AE4AB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9D24C29-F221-7C4C-AFF7-4F62A59DBB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04121A8-D820-F447-B319-E0912BD51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04945-CFCB-524C-9E51-9668D6D4B473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0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A2CEB1-61F6-CA4E-BC3E-5BBA5AD57B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3342A3-42DA-F84A-9EA1-AD67438592CA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E05FFD3-CD81-C04C-BEC7-27A63E360A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5333A6-8A97-2140-B033-2E21088F11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4C961-39F6-9C41-AC51-425BD7378FAF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08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46446D-0E35-AE42-AF6E-47FB9B2AD5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3975F-3284-6147-890A-502EFE118AB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4BB509-ED15-3045-9341-0196031D9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63E03E-C285-5741-86A9-B5787CB9B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5F2955-12A7-C345-A0C3-8667CB79301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05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AAF2F-7724-6C4D-805D-D7DB5302F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AF71BD-AC80-7A46-A700-4669516F2DB9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CFFB0-1652-B248-A08E-6EF7DAD119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CB470-280F-794F-8340-A84F150895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86D25F-374C-DC4F-B158-698F393B5B52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2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UY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289E2-B57C-B546-AEAA-150E7D2F3B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F06F6-1601-EA4D-A7D7-62E6A4C623B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5ABB8-005A-BD4F-98CF-C8D691A3D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B13AEC-55ED-2742-94B8-CDB48A283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9B737-CD2A-B54F-9FFC-2138912E8CF4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08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68EF78-F8B7-584A-AE00-4E371076C4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DE28B-08C5-324A-81A4-A771AD27E7E1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7153D3-E0C0-0549-B417-A5CE59333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032B6-F02F-5A44-92E3-DBACBC64B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3616-6DDC-8347-8696-FD065CD4D57D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05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0708C-EC1C-FA48-A3FC-AB5E381B9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266DA4-19D8-CE4B-80AC-F4E41A5534B7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1CB360-BDC1-F148-836B-7B50246E2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67081B-6D61-E140-AD7E-E9C698372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3B02DD-7CAD-5949-94F6-1F39B962CE53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434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2514600"/>
            <a:ext cx="10363200" cy="3581400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88CC-5819-DE40-8DC5-B62D4406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5FE305-B286-F44E-850E-4D9D574A416F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BD3AD-2D07-6048-BC43-D1CE0405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9040-9BE9-7B4E-B3FF-1FC9479A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AB56D1-C7C9-DF43-BC17-F62111237C39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891986"/>
      </p:ext>
    </p:extLst>
  </p:cSld>
  <p:clrMapOvr>
    <a:masterClrMapping/>
  </p:clrMapOvr>
  <p:transition>
    <p:wheel spokes="8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72E24-314E-4540-8891-7A9F7A7F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F40F9-C8F5-B045-9821-B5763E9345F9}" type="datetime1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DCD04-E2FB-9044-837D-D0D23972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CB543-2382-434E-BE30-9FCA2C09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100982-94A7-D445-84F5-85F7FB74FFC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614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C8CD72-A7C5-1B46-B84F-C342F3D16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AB57E-2A69-1242-B520-2D77576A7EC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59E419-E2B8-5842-BEC1-0B542B0A26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EC9118-8D31-2D4A-B5E1-A0B13756AA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B324B-01DA-354E-8821-941B70ACE244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188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1DBBE-D689-5447-A8B4-D9AC91512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FF331F-BBEA-A740-83AB-C8429EA79CA2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C54A8-264E-0E4F-8EBD-F1BADB4E6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06E76-C50B-CF4E-83C0-BCC4FF655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B161E-5674-8742-A449-7A6C2F4E3F8C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118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8A26D7-3C2C-914A-B2BA-47BA8BAC0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6DAED-3B05-734C-B44E-00E40D9C2C2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DE8794-9DF4-9540-A0BA-8729E5E47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57777D-80C6-8B49-ADBA-E08C963F5B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A06063-D7A0-7845-952D-BF7AFD4F0036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75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9B085-9664-8C45-ADC6-D36695667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F5E565-793C-4348-8EA2-36EEDA63CD09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CBF3E-7EA6-D04B-8BF0-CD3D717DE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BB7DA-3BFA-6B41-8745-F868DE495D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A3743-0F09-5644-80B2-26D1A5B0DC2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051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A8BBD8-67DC-484E-A11F-20854F6B23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6B3E73-738A-EC4B-A45B-C0BD6E0AE4AB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9D24C29-F221-7C4C-AFF7-4F62A59DBB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04121A8-D820-F447-B319-E0912BD51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04945-CFCB-524C-9E51-9668D6D4B473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608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A2CEB1-61F6-CA4E-BC3E-5BBA5AD57B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3342A3-42DA-F84A-9EA1-AD67438592CA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E05FFD3-CD81-C04C-BEC7-27A63E360A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5333A6-8A97-2140-B033-2E21088F11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54C961-39F6-9C41-AC51-425BD7378FAF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20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46446D-0E35-AE42-AF6E-47FB9B2AD5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3975F-3284-6147-890A-502EFE118AB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4BB509-ED15-3045-9341-0196031D9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63E03E-C285-5741-86A9-B5787CB9B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5F2955-12A7-C345-A0C3-8667CB79301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3416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AAF2F-7724-6C4D-805D-D7DB5302F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AF71BD-AC80-7A46-A700-4669516F2DB9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CFFB0-1652-B248-A08E-6EF7DAD119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CB470-280F-794F-8340-A84F150895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86D25F-374C-DC4F-B158-698F393B5B52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340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UY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289E2-B57C-B546-AEAA-150E7D2F3B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F06F6-1601-EA4D-A7D7-62E6A4C623B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5ABB8-005A-BD4F-98CF-C8D691A3D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B13AEC-55ED-2742-94B8-CDB48A283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9B737-CD2A-B54F-9FFC-2138912E8CF4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477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68EF78-F8B7-584A-AE00-4E371076C4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9DE28B-08C5-324A-81A4-A771AD27E7E1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7153D3-E0C0-0549-B417-A5CE59333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032B6-F02F-5A44-92E3-DBACBC64B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3616-6DDC-8347-8696-FD065CD4D57D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929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0708C-EC1C-FA48-A3FC-AB5E381B9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266DA4-19D8-CE4B-80AC-F4E41A5534B7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1CB360-BDC1-F148-836B-7B50246E2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67081B-6D61-E140-AD7E-E9C698372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3B02DD-7CAD-5949-94F6-1F39B962CE53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2341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2514600"/>
            <a:ext cx="10363200" cy="3581400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88CC-5819-DE40-8DC5-B62D4406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5FE305-B286-F44E-850E-4D9D574A416F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BD3AD-2D07-6048-BC43-D1CE0405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9040-9BE9-7B4E-B3FF-1FC9479A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AB56D1-C7C9-DF43-BC17-F62111237C39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95339"/>
      </p:ext>
    </p:extLst>
  </p:cSld>
  <p:clrMapOvr>
    <a:masterClrMapping/>
  </p:clrMapOvr>
  <p:transition>
    <p:wheel spokes="8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518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78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2383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348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8268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589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628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826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6559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81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46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9B2913-9026-AD4D-B37A-5BA121194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V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4B28E0-FE95-EC4F-95F5-9C0E4224E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VN"/>
              <a:t>Haga clic para modificar el estilo de texto del patrón</a:t>
            </a:r>
          </a:p>
          <a:p>
            <a:pPr lvl="1"/>
            <a:r>
              <a:rPr lang="es-ES" altLang="en-VN"/>
              <a:t>Segundo nivel</a:t>
            </a:r>
          </a:p>
          <a:p>
            <a:pPr lvl="2"/>
            <a:r>
              <a:rPr lang="es-ES" altLang="en-VN"/>
              <a:t>Tercer nivel</a:t>
            </a:r>
          </a:p>
          <a:p>
            <a:pPr lvl="3"/>
            <a:r>
              <a:rPr lang="es-ES" altLang="en-VN"/>
              <a:t>Cuarto nivel</a:t>
            </a:r>
          </a:p>
          <a:p>
            <a:pPr lvl="4"/>
            <a:r>
              <a:rPr lang="es-ES" altLang="en-V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1EF2829-C4DE-EB43-BAD4-6D5E63A4CB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658B2A-D993-DF41-9D38-BC4FA3E82DDF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1BBAFD-6B43-A940-B85E-2DCEBD2E7E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A00056-013B-F242-A6B8-294662148D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D0C7B-A66C-9141-B197-1DA53133F10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691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9" presetClass="exit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6" grpId="1"/>
      <p:bldP spid="1027" grpId="0" build="p">
        <p:tmplLst>
          <p:tmpl lvl="1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7" grpId="1" build="allAtOnce">
        <p:tmplLst>
          <p:tmpl lvl="1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9B2913-9026-AD4D-B37A-5BA121194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V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4B28E0-FE95-EC4F-95F5-9C0E4224E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VN"/>
              <a:t>Haga clic para modificar el estilo de texto del patrón</a:t>
            </a:r>
          </a:p>
          <a:p>
            <a:pPr lvl="1"/>
            <a:r>
              <a:rPr lang="es-ES" altLang="en-VN"/>
              <a:t>Segundo nivel</a:t>
            </a:r>
          </a:p>
          <a:p>
            <a:pPr lvl="2"/>
            <a:r>
              <a:rPr lang="es-ES" altLang="en-VN"/>
              <a:t>Tercer nivel</a:t>
            </a:r>
          </a:p>
          <a:p>
            <a:pPr lvl="3"/>
            <a:r>
              <a:rPr lang="es-ES" altLang="en-VN"/>
              <a:t>Cuarto nivel</a:t>
            </a:r>
          </a:p>
          <a:p>
            <a:pPr lvl="4"/>
            <a:r>
              <a:rPr lang="es-ES" altLang="en-V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1EF2829-C4DE-EB43-BAD4-6D5E63A4CB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658B2A-D993-DF41-9D38-BC4FA3E82DDF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11-Aug-23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1BBAFD-6B43-A940-B85E-2DCEBD2E7E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A00056-013B-F242-A6B8-294662148D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D0C7B-A66C-9141-B197-1DA53133F105}" type="slidenum">
              <a:rPr kumimoji="0" lang="en-US" altLang="en-V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V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85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9" presetClass="exit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9" presetClass="exit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6" grpId="1"/>
      <p:bldP spid="1027" grpId="0" build="p">
        <p:tmplLst>
          <p:tmpl lvl="1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9" presetClass="entr" presetSubtype="0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7" grpId="1" build="allAtOnce">
        <p:tmplLst>
          <p:tmpl lvl="1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39" presetClass="exit" presetSubtype="0" decel="100000" fill="hold" nodeType="withEffect">
                  <p:stCondLst>
                    <p:cond delay="0"/>
                  </p:stCondLst>
                  <p:childTnLs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50000">
                          <p:val>
                            <p:strVal val="ppt_h/20"/>
                          </p:val>
                        </p:tav>
                        <p:tav tm="100000">
                          <p:val>
                            <p:strVal val="ppt_h/20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50000">
                          <p:val>
                            <p:strVal val="ppt_w+.3"/>
                          </p:val>
                        </p:tav>
                        <p:tav tm="100000">
                          <p:val>
                            <p:strVal val="ppt_w+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ppt_x"/>
                          </p:val>
                        </p:tav>
                        <p:tav tm="50000">
                          <p:val>
                            <p:strVal val="ppt_x"/>
                          </p:val>
                        </p:tav>
                        <p:tav tm="100000">
                          <p:val>
                            <p:strVal val="ppt_x-.3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ppt_y"/>
                          </p:val>
                        </p:tav>
                        <p:tav tm="100000">
                          <p:val>
                            <p:strVal val="ppt_y"/>
                          </p:val>
                        </p:tav>
                      </p:tavLst>
                    </p:anim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80F4B-CF52-4E1D-B165-F5E4DA671F16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9628B-C160-4216-9688-A256DA2D1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54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0D69-0F27-155F-9E04-C667EF2D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8" y="2600803"/>
            <a:ext cx="10515600" cy="264866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LECTURE 9:</a:t>
            </a:r>
            <a:br>
              <a:rPr lang="en-US" sz="54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5400" b="1" dirty="0">
                <a:latin typeface="Times" panose="02020603050405020304" pitchFamily="18" charset="0"/>
                <a:cs typeface="Times" panose="02020603050405020304" pitchFamily="18" charset="0"/>
              </a:rPr>
              <a:t>TOEIC TEST WRITING 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Questions 6-7: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Respond to a Written Request</a:t>
            </a:r>
            <a:endParaRPr lang="en-GB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Picture 2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B23D45C2-7ABC-EC04-C94C-E8FCE9497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2722957" y="87875"/>
            <a:ext cx="6746086" cy="200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9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82203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Structuring response</a:t>
            </a:r>
            <a:r>
              <a:rPr lang="en-US" sz="4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a written request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455" y="988292"/>
            <a:ext cx="5172363" cy="5698835"/>
          </a:xfrm>
        </p:spPr>
        <p:txBody>
          <a:bodyPr>
            <a:normAutofit fontScale="925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Greeting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 Greet the person the e-mail is directed to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Opening Statement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 First sentence of your response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 Explain the purpose of your email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 Introduce yourself if necessary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Supporting information 1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 Address the first task as specified by the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4255" y="1062183"/>
            <a:ext cx="6105236" cy="56249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b="1" dirty="0"/>
              <a:t>*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Supporting information 2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Address the second task as specified by the directions.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* Supporting information 3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Address the third task as specified by the directions.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* Concluding Statement and Request for Action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Conclude the email.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Explain any further action that may be needed.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* Closing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Sign the e-mail as the role indicates</a:t>
            </a:r>
          </a:p>
        </p:txBody>
      </p:sp>
    </p:spTree>
    <p:extLst>
      <p:ext uri="{BB962C8B-B14F-4D97-AF65-F5344CB8AC3E}">
        <p14:creationId xmlns:p14="http://schemas.microsoft.com/office/powerpoint/2010/main" val="203193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74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Suggested common language used to respond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45" y="1071418"/>
            <a:ext cx="11286837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4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4" y="110836"/>
            <a:ext cx="11129817" cy="48577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2582" y="692866"/>
            <a:ext cx="11499273" cy="593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6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819" y="281241"/>
            <a:ext cx="11163781" cy="4877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9" y="768963"/>
            <a:ext cx="11163781" cy="585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1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419" y="224806"/>
            <a:ext cx="11102108" cy="459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19" y="684253"/>
            <a:ext cx="11102107" cy="594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8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E90E-CEB5-8702-AE43-92AAEFDE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19" y="2552700"/>
            <a:ext cx="10909126" cy="132657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TASK SAMPLE 1</a:t>
            </a:r>
            <a:endParaRPr lang="en-GB" sz="54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15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8" y="365125"/>
            <a:ext cx="11083637" cy="626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2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5818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analysis of the sample question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895928"/>
            <a:ext cx="5828145" cy="5851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5928"/>
            <a:ext cx="5943600" cy="7666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51418" y="1662546"/>
            <a:ext cx="5888182" cy="3325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Steven Appleby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36" y="1990437"/>
            <a:ext cx="5888182" cy="7296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Martha Simon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418" y="2761673"/>
            <a:ext cx="5888182" cy="6834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Small business Magazine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1418" y="3445164"/>
            <a:ext cx="5888182" cy="3879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June 11, 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1418" y="3833091"/>
            <a:ext cx="5888182" cy="360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 work for Small Business Magazine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1418" y="4193309"/>
            <a:ext cx="5888182" cy="10898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 request for an Interview (I would like to interview you for the article)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1418" y="5283200"/>
            <a:ext cx="5888182" cy="6927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Respond to the email as if you are Martha Simon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1418" y="6012873"/>
            <a:ext cx="5888182" cy="734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Say ONE time you are available and ask TWO questions</a:t>
            </a:r>
          </a:p>
        </p:txBody>
      </p:sp>
    </p:spTree>
    <p:extLst>
      <p:ext uri="{BB962C8B-B14F-4D97-AF65-F5344CB8AC3E}">
        <p14:creationId xmlns:p14="http://schemas.microsoft.com/office/powerpoint/2010/main" val="314639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891"/>
            <a:ext cx="10515600" cy="73890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Answer 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183" y="1016000"/>
            <a:ext cx="4211782" cy="5486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1. Greeting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2. Opening statement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3. Supporting information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4. Supporting information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5. Concluding statement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6. Closing</a:t>
            </a: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22982" y="1016002"/>
            <a:ext cx="6982691" cy="54863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(1) Dear Mr. Appleby,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(2) I will be very happy to let you interview me for your article. (3) I will be free next Tuesday afternoon at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2:00. I hope that is a good time for you. (4) I have 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couple of questions. How long do you think the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interview will last? Also, could you tell me exactly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what the subject of your article is? (5) I’m looking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forward to meeting you.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(6) Yours sincerely,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Martha Simon</a:t>
            </a:r>
          </a:p>
        </p:txBody>
      </p:sp>
    </p:spTree>
    <p:extLst>
      <p:ext uri="{BB962C8B-B14F-4D97-AF65-F5344CB8AC3E}">
        <p14:creationId xmlns:p14="http://schemas.microsoft.com/office/powerpoint/2010/main" val="205598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E90E-CEB5-8702-AE43-92AAEFDE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19" y="2552700"/>
            <a:ext cx="10909126" cy="132657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TASK SAMPLE 2</a:t>
            </a:r>
            <a:endParaRPr lang="en-GB" sz="54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738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9CEAD-4664-3BBA-F05F-219A6ACAB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6" y="221673"/>
            <a:ext cx="11342254" cy="64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689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2FCB-E142-5DE5-4A99-2E3829C5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39409"/>
            <a:ext cx="10515600" cy="116277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PROGRESSIVE PRACTICE</a:t>
            </a:r>
            <a:endParaRPr lang="en-GB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1797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432FF"/>
                </a:solidFill>
                <a:latin typeface="Arial"/>
              </a:rPr>
              <a:t>CONSOLIDATION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77793"/>
          </a:xfrm>
        </p:spPr>
        <p:txBody>
          <a:bodyPr/>
          <a:lstStyle/>
          <a:p>
            <a:r>
              <a:rPr lang="en-US" dirty="0"/>
              <a:t>https://www.baamboozle.com/game/176999</a:t>
            </a:r>
          </a:p>
        </p:txBody>
      </p:sp>
    </p:spTree>
    <p:extLst>
      <p:ext uri="{BB962C8B-B14F-4D97-AF65-F5344CB8AC3E}">
        <p14:creationId xmlns:p14="http://schemas.microsoft.com/office/powerpoint/2010/main" val="245822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421B-6B08-3CDD-A005-B0A7248E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2C0EA-EF1C-8050-BBA2-83F64AE7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4505"/>
            <a:ext cx="10515600" cy="7850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/>
                <a:latin typeface="Times" panose="02020603050405020304" pitchFamily="18" charset="0"/>
                <a:ea typeface="Arial" panose="020B0604020202020204" pitchFamily="34" charset="0"/>
                <a:cs typeface="Times" panose="02020603050405020304" pitchFamily="18" charset="0"/>
              </a:rPr>
              <a:t>Progressive practice (p. 125, 126)</a:t>
            </a:r>
            <a:endParaRPr lang="en-GB" sz="4000" b="1" dirty="0">
              <a:effectLst/>
              <a:latin typeface="Times" panose="02020603050405020304" pitchFamily="18" charset="0"/>
              <a:ea typeface="Arial" panose="020B0604020202020204" pitchFamily="34" charset="0"/>
              <a:cs typeface="Times" panose="02020603050405020304" pitchFamily="18" charset="0"/>
            </a:endParaRPr>
          </a:p>
          <a:p>
            <a:pPr algn="ctr"/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47630829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heme1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heme1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572</TotalTime>
  <Words>350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Times</vt:lpstr>
      <vt:lpstr>Theme1</vt:lpstr>
      <vt:lpstr>1_Theme1</vt:lpstr>
      <vt:lpstr>Office Theme</vt:lpstr>
      <vt:lpstr>LECTURE 9: TOEIC TEST WRITING  Questions 6-7: Respond to a Written Request</vt:lpstr>
      <vt:lpstr>Structuring response to a written request</vt:lpstr>
      <vt:lpstr>Suggested common language used to respond</vt:lpstr>
      <vt:lpstr>PowerPoint Presentation</vt:lpstr>
      <vt:lpstr>PowerPoint Presentation</vt:lpstr>
      <vt:lpstr>PowerPoint Presentation</vt:lpstr>
      <vt:lpstr>TASK SAMPLE 1</vt:lpstr>
      <vt:lpstr>PowerPoint Presentation</vt:lpstr>
      <vt:lpstr>Sample analysis of the sample question</vt:lpstr>
      <vt:lpstr>Sample Answer </vt:lpstr>
      <vt:lpstr>TASK SAMPLE 2</vt:lpstr>
      <vt:lpstr>PowerPoint Presentation</vt:lpstr>
      <vt:lpstr>PROGRESSIVE PRACTICE</vt:lpstr>
      <vt:lpstr>CONSOLIDATION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TOEIC TEST WRITING  Questions 6-7: Respond to a Written Request</dc:title>
  <dc:creator>Nguyen Huu Hoang</dc:creator>
  <cp:lastModifiedBy>ADMIN</cp:lastModifiedBy>
  <cp:revision>47</cp:revision>
  <dcterms:created xsi:type="dcterms:W3CDTF">2022-08-10T02:22:45Z</dcterms:created>
  <dcterms:modified xsi:type="dcterms:W3CDTF">2023-08-11T04:05:20Z</dcterms:modified>
</cp:coreProperties>
</file>