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7"/>
  </p:notesMasterIdLst>
  <p:sldIdLst>
    <p:sldId id="1763" r:id="rId2"/>
    <p:sldId id="384" r:id="rId3"/>
    <p:sldId id="344" r:id="rId4"/>
    <p:sldId id="345" r:id="rId5"/>
    <p:sldId id="346" r:id="rId6"/>
    <p:sldId id="347" r:id="rId7"/>
    <p:sldId id="348" r:id="rId8"/>
    <p:sldId id="373" r:id="rId9"/>
    <p:sldId id="383" r:id="rId10"/>
    <p:sldId id="387" r:id="rId11"/>
    <p:sldId id="388" r:id="rId12"/>
    <p:sldId id="389" r:id="rId13"/>
    <p:sldId id="390" r:id="rId14"/>
    <p:sldId id="391" r:id="rId15"/>
    <p:sldId id="1764" r:id="rId16"/>
    <p:sldId id="349" r:id="rId17"/>
    <p:sldId id="358" r:id="rId18"/>
    <p:sldId id="1765" r:id="rId19"/>
    <p:sldId id="1766" r:id="rId20"/>
    <p:sldId id="1768" r:id="rId21"/>
    <p:sldId id="1771" r:id="rId22"/>
    <p:sldId id="372" r:id="rId23"/>
    <p:sldId id="342" r:id="rId24"/>
    <p:sldId id="378" r:id="rId25"/>
    <p:sldId id="1183" r:id="rId26"/>
  </p:sldIdLst>
  <p:sldSz cx="9144000" cy="5143500" type="screen16x9"/>
  <p:notesSz cx="6858000" cy="9144000"/>
  <p:embeddedFontLst>
    <p:embeddedFont>
      <p:font typeface="Autour One" panose="020B0604020202020204" charset="0"/>
      <p:regular r:id="rId28"/>
    </p:embeddedFont>
    <p:embeddedFont>
      <p:font typeface="Bellota Text" panose="020B0604020202020204" charset="0"/>
      <p:regular r:id="rId29"/>
      <p:bold r:id="rId30"/>
      <p:italic r:id="rId31"/>
      <p:boldItalic r:id="rId32"/>
    </p:embeddedFont>
    <p:embeddedFont>
      <p:font typeface="Palatino Linotype" panose="02040502050505030304" pitchFamily="18" charset="0"/>
      <p:regular r:id="rId33"/>
      <p:bold r:id="rId34"/>
      <p:italic r:id="rId35"/>
      <p:boldItalic r:id="rId36"/>
    </p:embeddedFont>
    <p:embeddedFont>
      <p:font typeface="Times" panose="02020603050405020304" pitchFamily="18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2ACB1A-B55A-4020-B776-5D92E6D4D813}" v="567" dt="2023-06-22T07:49:48.490"/>
  </p1510:revLst>
</p1510:revInfo>
</file>

<file path=ppt/tableStyles.xml><?xml version="1.0" encoding="utf-8"?>
<a:tblStyleLst xmlns:a="http://schemas.openxmlformats.org/drawingml/2006/main" def="{93D43364-CE0E-4501-80EB-A8CE6C3EEF7C}">
  <a:tblStyle styleId="{93D43364-CE0E-4501-80EB-A8CE6C3EEF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16" autoAdjust="0"/>
    <p:restoredTop sz="94660"/>
  </p:normalViewPr>
  <p:slideViewPr>
    <p:cSldViewPr snapToGrid="0">
      <p:cViewPr varScale="1">
        <p:scale>
          <a:sx n="88" d="100"/>
          <a:sy n="88" d="100"/>
        </p:scale>
        <p:origin x="6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ảo Đinh" userId="086b62977afe5603" providerId="LiveId" clId="{EF7B8885-1FA1-4346-A879-6F1F211AF309}"/>
    <pc:docChg chg="modSld">
      <pc:chgData name="Thảo Đinh" userId="086b62977afe5603" providerId="LiveId" clId="{EF7B8885-1FA1-4346-A879-6F1F211AF309}" dt="2023-06-20T04:57:21.233" v="2" actId="6549"/>
      <pc:docMkLst>
        <pc:docMk/>
      </pc:docMkLst>
      <pc:sldChg chg="modSp mod">
        <pc:chgData name="Thảo Đinh" userId="086b62977afe5603" providerId="LiveId" clId="{EF7B8885-1FA1-4346-A879-6F1F211AF309}" dt="2023-06-20T04:57:21.233" v="2" actId="6549"/>
        <pc:sldMkLst>
          <pc:docMk/>
          <pc:sldMk cId="238088240" sldId="342"/>
        </pc:sldMkLst>
        <pc:spChg chg="mod">
          <ac:chgData name="Thảo Đinh" userId="086b62977afe5603" providerId="LiveId" clId="{EF7B8885-1FA1-4346-A879-6F1F211AF309}" dt="2023-06-20T04:57:21.233" v="2" actId="6549"/>
          <ac:spMkLst>
            <pc:docMk/>
            <pc:sldMk cId="238088240" sldId="342"/>
            <ac:spMk id="3" creationId="{00000000-0000-0000-0000-000000000000}"/>
          </ac:spMkLst>
        </pc:spChg>
      </pc:sldChg>
      <pc:sldChg chg="modSp mod">
        <pc:chgData name="Thảo Đinh" userId="086b62977afe5603" providerId="LiveId" clId="{EF7B8885-1FA1-4346-A879-6F1F211AF309}" dt="2023-06-20T04:57:06.750" v="1" actId="20577"/>
        <pc:sldMkLst>
          <pc:docMk/>
          <pc:sldMk cId="700989575" sldId="393"/>
        </pc:sldMkLst>
        <pc:spChg chg="mod">
          <ac:chgData name="Thảo Đinh" userId="086b62977afe5603" providerId="LiveId" clId="{EF7B8885-1FA1-4346-A879-6F1F211AF309}" dt="2023-06-20T04:57:06.750" v="1" actId="20577"/>
          <ac:spMkLst>
            <pc:docMk/>
            <pc:sldMk cId="700989575" sldId="393"/>
            <ac:spMk id="3" creationId="{83308621-0CA5-2426-A05F-A8A090595A4C}"/>
          </ac:spMkLst>
        </pc:spChg>
      </pc:sldChg>
    </pc:docChg>
  </pc:docChgLst>
  <pc:docChgLst>
    <pc:chgData name="Thảo Đinh" userId="086b62977afe5603" providerId="LiveId" clId="{602ACB1A-B55A-4020-B776-5D92E6D4D813}"/>
    <pc:docChg chg="undo custSel addSld delSld modSld sldOrd modMainMaster">
      <pc:chgData name="Thảo Đinh" userId="086b62977afe5603" providerId="LiveId" clId="{602ACB1A-B55A-4020-B776-5D92E6D4D813}" dt="2023-06-22T07:49:48.490" v="2360" actId="123"/>
      <pc:docMkLst>
        <pc:docMk/>
      </pc:docMkLst>
      <pc:sldChg chg="addSp delSp modSp mod ord modTransition modAnim">
        <pc:chgData name="Thảo Đinh" userId="086b62977afe5603" providerId="LiveId" clId="{602ACB1A-B55A-4020-B776-5D92E6D4D813}" dt="2023-06-22T04:29:49.557" v="1275" actId="1076"/>
        <pc:sldMkLst>
          <pc:docMk/>
          <pc:sldMk cId="0" sldId="256"/>
        </pc:sldMkLst>
        <pc:spChg chg="add del mod">
          <ac:chgData name="Thảo Đinh" userId="086b62977afe5603" providerId="LiveId" clId="{602ACB1A-B55A-4020-B776-5D92E6D4D813}" dt="2023-06-22T02:21:25.990" v="21" actId="478"/>
          <ac:spMkLst>
            <pc:docMk/>
            <pc:sldMk cId="0" sldId="256"/>
            <ac:spMk id="3" creationId="{61602556-0755-407B-0869-70D1D618C875}"/>
          </ac:spMkLst>
        </pc:spChg>
        <pc:spChg chg="add del mod">
          <ac:chgData name="Thảo Đinh" userId="086b62977afe5603" providerId="LiveId" clId="{602ACB1A-B55A-4020-B776-5D92E6D4D813}" dt="2023-06-22T02:21:13.634" v="19" actId="478"/>
          <ac:spMkLst>
            <pc:docMk/>
            <pc:sldMk cId="0" sldId="256"/>
            <ac:spMk id="5" creationId="{0D4DF394-8DE6-E70D-41F9-7FDF1E424144}"/>
          </ac:spMkLst>
        </pc:spChg>
        <pc:spChg chg="add del mod">
          <ac:chgData name="Thảo Đinh" userId="086b62977afe5603" providerId="LiveId" clId="{602ACB1A-B55A-4020-B776-5D92E6D4D813}" dt="2023-06-22T02:21:20.393" v="20" actId="478"/>
          <ac:spMkLst>
            <pc:docMk/>
            <pc:sldMk cId="0" sldId="256"/>
            <ac:spMk id="6" creationId="{8BA34635-38A2-515B-B7E9-C8AC5426C65F}"/>
          </ac:spMkLst>
        </pc:spChg>
        <pc:spChg chg="add mod">
          <ac:chgData name="Thảo Đinh" userId="086b62977afe5603" providerId="LiveId" clId="{602ACB1A-B55A-4020-B776-5D92E6D4D813}" dt="2023-06-22T02:22:24.725" v="28" actId="404"/>
          <ac:spMkLst>
            <pc:docMk/>
            <pc:sldMk cId="0" sldId="256"/>
            <ac:spMk id="7" creationId="{AC93F0A4-AE4C-7B03-2419-DA61D4664DEE}"/>
          </ac:spMkLst>
        </pc:spChg>
        <pc:spChg chg="add mod">
          <ac:chgData name="Thảo Đinh" userId="086b62977afe5603" providerId="LiveId" clId="{602ACB1A-B55A-4020-B776-5D92E6D4D813}" dt="2023-06-22T04:29:49.557" v="1275" actId="1076"/>
          <ac:spMkLst>
            <pc:docMk/>
            <pc:sldMk cId="0" sldId="256"/>
            <ac:spMk id="8" creationId="{067B2BC1-FA18-D763-3C38-733D0DC5D3D8}"/>
          </ac:spMkLst>
        </pc:spChg>
        <pc:spChg chg="del">
          <ac:chgData name="Thảo Đinh" userId="086b62977afe5603" providerId="LiveId" clId="{602ACB1A-B55A-4020-B776-5D92E6D4D813}" dt="2023-06-22T02:20:13.402" v="9" actId="478"/>
          <ac:spMkLst>
            <pc:docMk/>
            <pc:sldMk cId="0" sldId="256"/>
            <ac:spMk id="977" creationId="{00000000-0000-0000-0000-000000000000}"/>
          </ac:spMkLst>
        </pc:spChg>
        <pc:spChg chg="del mod">
          <ac:chgData name="Thảo Đinh" userId="086b62977afe5603" providerId="LiveId" clId="{602ACB1A-B55A-4020-B776-5D92E6D4D813}" dt="2023-06-22T02:21:04.110" v="16"/>
          <ac:spMkLst>
            <pc:docMk/>
            <pc:sldMk cId="0" sldId="256"/>
            <ac:spMk id="978" creationId="{00000000-0000-0000-0000-000000000000}"/>
          </ac:spMkLst>
        </pc:spChg>
        <pc:grpChg chg="del">
          <ac:chgData name="Thảo Đinh" userId="086b62977afe5603" providerId="LiveId" clId="{602ACB1A-B55A-4020-B776-5D92E6D4D813}" dt="2023-06-22T02:20:15.986" v="10" actId="478"/>
          <ac:grpSpMkLst>
            <pc:docMk/>
            <pc:sldMk cId="0" sldId="256"/>
            <ac:grpSpMk id="979" creationId="{00000000-0000-0000-0000-000000000000}"/>
          </ac:grpSpMkLst>
        </pc:grpChg>
        <pc:picChg chg="add mod">
          <ac:chgData name="Thảo Đinh" userId="086b62977afe5603" providerId="LiveId" clId="{602ACB1A-B55A-4020-B776-5D92E6D4D813}" dt="2023-06-22T02:20:57.332" v="15" actId="1076"/>
          <ac:picMkLst>
            <pc:docMk/>
            <pc:sldMk cId="0" sldId="256"/>
            <ac:picMk id="4" creationId="{18D28D58-9C0F-F532-9D77-EA03A102B1D3}"/>
          </ac:picMkLst>
        </pc:picChg>
        <pc:picChg chg="add mod">
          <ac:chgData name="Thảo Đinh" userId="086b62977afe5603" providerId="LiveId" clId="{602ACB1A-B55A-4020-B776-5D92E6D4D813}" dt="2023-06-22T02:23:25.601" v="33" actId="1076"/>
          <ac:picMkLst>
            <pc:docMk/>
            <pc:sldMk cId="0" sldId="256"/>
            <ac:picMk id="9" creationId="{58145FE4-DFD8-DCCC-6C72-A6E85DA8AC11}"/>
          </ac:picMkLst>
        </pc:picChg>
        <pc:picChg chg="add mod">
          <ac:chgData name="Thảo Đinh" userId="086b62977afe5603" providerId="LiveId" clId="{602ACB1A-B55A-4020-B776-5D92E6D4D813}" dt="2023-06-22T02:23:38.217" v="36" actId="1076"/>
          <ac:picMkLst>
            <pc:docMk/>
            <pc:sldMk cId="0" sldId="256"/>
            <ac:picMk id="10" creationId="{88111D75-9A8D-2236-D5A2-1672F0401919}"/>
          </ac:picMkLst>
        </pc:picChg>
      </pc:sldChg>
      <pc:sldChg chg="addSp delSp modSp mod modTransition modAnim">
        <pc:chgData name="Thảo Đinh" userId="086b62977afe5603" providerId="LiveId" clId="{602ACB1A-B55A-4020-B776-5D92E6D4D813}" dt="2023-06-22T07:47:33.352" v="2359" actId="20577"/>
        <pc:sldMkLst>
          <pc:docMk/>
          <pc:sldMk cId="2275405984" sldId="315"/>
        </pc:sldMkLst>
        <pc:spChg chg="mod">
          <ac:chgData name="Thảo Đinh" userId="086b62977afe5603" providerId="LiveId" clId="{602ACB1A-B55A-4020-B776-5D92E6D4D813}" dt="2023-06-22T07:47:33.352" v="2359" actId="20577"/>
          <ac:spMkLst>
            <pc:docMk/>
            <pc:sldMk cId="2275405984" sldId="315"/>
            <ac:spMk id="4" creationId="{00000000-0000-0000-0000-000000000000}"/>
          </ac:spMkLst>
        </pc:spChg>
        <pc:spChg chg="mod">
          <ac:chgData name="Thảo Đinh" userId="086b62977afe5603" providerId="LiveId" clId="{602ACB1A-B55A-4020-B776-5D92E6D4D813}" dt="2023-06-22T02:48:07.123" v="160" actId="20577"/>
          <ac:spMkLst>
            <pc:docMk/>
            <pc:sldMk cId="2275405984" sldId="315"/>
            <ac:spMk id="6" creationId="{42AB8578-8955-774D-C3C4-BD590AAF3C3B}"/>
          </ac:spMkLst>
        </pc:spChg>
        <pc:picChg chg="add mod">
          <ac:chgData name="Thảo Đinh" userId="086b62977afe5603" providerId="LiveId" clId="{602ACB1A-B55A-4020-B776-5D92E6D4D813}" dt="2023-06-22T04:19:52.380" v="1239" actId="1076"/>
          <ac:picMkLst>
            <pc:docMk/>
            <pc:sldMk cId="2275405984" sldId="315"/>
            <ac:picMk id="2" creationId="{7CBBBC5F-6D01-68C2-78B3-667B1AA7CAED}"/>
          </ac:picMkLst>
        </pc:picChg>
        <pc:picChg chg="del">
          <ac:chgData name="Thảo Đinh" userId="086b62977afe5603" providerId="LiveId" clId="{602ACB1A-B55A-4020-B776-5D92E6D4D813}" dt="2023-06-22T04:18:59.019" v="1231" actId="21"/>
          <ac:picMkLst>
            <pc:docMk/>
            <pc:sldMk cId="2275405984" sldId="315"/>
            <ac:picMk id="2050" creationId="{B7448595-601A-E1A8-05DB-195C7C8C436F}"/>
          </ac:picMkLst>
        </pc:picChg>
      </pc:sldChg>
      <pc:sldChg chg="modSp mod modTransition modAnim">
        <pc:chgData name="Thảo Đinh" userId="086b62977afe5603" providerId="LiveId" clId="{602ACB1A-B55A-4020-B776-5D92E6D4D813}" dt="2023-06-22T05:02:23.273" v="1649"/>
        <pc:sldMkLst>
          <pc:docMk/>
          <pc:sldMk cId="238088240" sldId="342"/>
        </pc:sldMkLst>
        <pc:spChg chg="mod">
          <ac:chgData name="Thảo Đinh" userId="086b62977afe5603" providerId="LiveId" clId="{602ACB1A-B55A-4020-B776-5D92E6D4D813}" dt="2023-06-22T05:01:59.578" v="1644" actId="404"/>
          <ac:spMkLst>
            <pc:docMk/>
            <pc:sldMk cId="238088240" sldId="342"/>
            <ac:spMk id="3" creationId="{00000000-0000-0000-0000-000000000000}"/>
          </ac:spMkLst>
        </pc:spChg>
        <pc:picChg chg="mod">
          <ac:chgData name="Thảo Đinh" userId="086b62977afe5603" providerId="LiveId" clId="{602ACB1A-B55A-4020-B776-5D92E6D4D813}" dt="2023-06-22T05:02:19.127" v="1648" actId="1076"/>
          <ac:picMkLst>
            <pc:docMk/>
            <pc:sldMk cId="238088240" sldId="342"/>
            <ac:picMk id="9" creationId="{7A6DE0E4-D3EB-9DC2-28B8-8F4C23B4723D}"/>
          </ac:picMkLst>
        </pc:picChg>
      </pc:sldChg>
      <pc:sldChg chg="del ord modTransition">
        <pc:chgData name="Thảo Đinh" userId="086b62977afe5603" providerId="LiveId" clId="{602ACB1A-B55A-4020-B776-5D92E6D4D813}" dt="2023-06-22T04:30:06.686" v="1276" actId="47"/>
        <pc:sldMkLst>
          <pc:docMk/>
          <pc:sldMk cId="518448599" sldId="343"/>
        </pc:sldMkLst>
      </pc:sldChg>
      <pc:sldChg chg="modSp mod modTransition modAnim">
        <pc:chgData name="Thảo Đinh" userId="086b62977afe5603" providerId="LiveId" clId="{602ACB1A-B55A-4020-B776-5D92E6D4D813}" dt="2023-06-22T04:31:33.090" v="1281"/>
        <pc:sldMkLst>
          <pc:docMk/>
          <pc:sldMk cId="1569550302" sldId="344"/>
        </pc:sldMkLst>
        <pc:picChg chg="mod">
          <ac:chgData name="Thảo Đinh" userId="086b62977afe5603" providerId="LiveId" clId="{602ACB1A-B55A-4020-B776-5D92E6D4D813}" dt="2023-06-22T03:11:37.342" v="486" actId="1036"/>
          <ac:picMkLst>
            <pc:docMk/>
            <pc:sldMk cId="1569550302" sldId="344"/>
            <ac:picMk id="5" creationId="{735A89FE-EFEF-4D45-25C6-B4B6C4D86E59}"/>
          </ac:picMkLst>
        </pc:picChg>
      </pc:sldChg>
      <pc:sldChg chg="modSp mod modTransition modAnim">
        <pc:chgData name="Thảo Đinh" userId="086b62977afe5603" providerId="LiveId" clId="{602ACB1A-B55A-4020-B776-5D92E6D4D813}" dt="2023-06-22T04:31:37.249" v="1282"/>
        <pc:sldMkLst>
          <pc:docMk/>
          <pc:sldMk cId="3209346791" sldId="345"/>
        </pc:sldMkLst>
        <pc:picChg chg="mod">
          <ac:chgData name="Thảo Đinh" userId="086b62977afe5603" providerId="LiveId" clId="{602ACB1A-B55A-4020-B776-5D92E6D4D813}" dt="2023-06-22T03:10:03.192" v="481" actId="14100"/>
          <ac:picMkLst>
            <pc:docMk/>
            <pc:sldMk cId="3209346791" sldId="345"/>
            <ac:picMk id="11" creationId="{22B18B2E-3099-93E9-995E-10EE0987E07F}"/>
          </ac:picMkLst>
        </pc:picChg>
      </pc:sldChg>
      <pc:sldChg chg="modSp mod modTransition modAnim">
        <pc:chgData name="Thảo Đinh" userId="086b62977afe5603" providerId="LiveId" clId="{602ACB1A-B55A-4020-B776-5D92E6D4D813}" dt="2023-06-22T04:31:42.312" v="1283"/>
        <pc:sldMkLst>
          <pc:docMk/>
          <pc:sldMk cId="2149407839" sldId="346"/>
        </pc:sldMkLst>
        <pc:picChg chg="mod">
          <ac:chgData name="Thảo Đinh" userId="086b62977afe5603" providerId="LiveId" clId="{602ACB1A-B55A-4020-B776-5D92E6D4D813}" dt="2023-06-22T03:11:50.147" v="488" actId="1076"/>
          <ac:picMkLst>
            <pc:docMk/>
            <pc:sldMk cId="2149407839" sldId="346"/>
            <ac:picMk id="6" creationId="{DAC77AF1-268E-96C9-88CA-53E9797A9547}"/>
          </ac:picMkLst>
        </pc:picChg>
      </pc:sldChg>
      <pc:sldChg chg="modSp mod modTransition modAnim">
        <pc:chgData name="Thảo Đinh" userId="086b62977afe5603" providerId="LiveId" clId="{602ACB1A-B55A-4020-B776-5D92E6D4D813}" dt="2023-06-22T07:35:23.169" v="2309"/>
        <pc:sldMkLst>
          <pc:docMk/>
          <pc:sldMk cId="2677375973" sldId="347"/>
        </pc:sldMkLst>
        <pc:spChg chg="mod">
          <ac:chgData name="Thảo Đinh" userId="086b62977afe5603" providerId="LiveId" clId="{602ACB1A-B55A-4020-B776-5D92E6D4D813}" dt="2023-06-22T03:13:00.030" v="497" actId="403"/>
          <ac:spMkLst>
            <pc:docMk/>
            <pc:sldMk cId="2677375973" sldId="347"/>
            <ac:spMk id="3" creationId="{1FBE4C7E-3118-6503-D559-210E2AF3B3A1}"/>
          </ac:spMkLst>
        </pc:spChg>
        <pc:picChg chg="mod">
          <ac:chgData name="Thảo Đinh" userId="086b62977afe5603" providerId="LiveId" clId="{602ACB1A-B55A-4020-B776-5D92E6D4D813}" dt="2023-06-22T03:12:19.987" v="490" actId="1076"/>
          <ac:picMkLst>
            <pc:docMk/>
            <pc:sldMk cId="2677375973" sldId="347"/>
            <ac:picMk id="6" creationId="{6211B4A6-6017-C330-3185-2A24AB07C4E7}"/>
          </ac:picMkLst>
        </pc:picChg>
      </pc:sldChg>
      <pc:sldChg chg="modSp modTransition modAnim">
        <pc:chgData name="Thảo Đinh" userId="086b62977afe5603" providerId="LiveId" clId="{602ACB1A-B55A-4020-B776-5D92E6D4D813}" dt="2023-06-22T07:35:58.285" v="2320" actId="20577"/>
        <pc:sldMkLst>
          <pc:docMk/>
          <pc:sldMk cId="1798087826" sldId="348"/>
        </pc:sldMkLst>
        <pc:spChg chg="mod">
          <ac:chgData name="Thảo Đinh" userId="086b62977afe5603" providerId="LiveId" clId="{602ACB1A-B55A-4020-B776-5D92E6D4D813}" dt="2023-06-22T07:35:58.285" v="2320" actId="20577"/>
          <ac:spMkLst>
            <pc:docMk/>
            <pc:sldMk cId="1798087826" sldId="348"/>
            <ac:spMk id="6" creationId="{57AEC16C-972B-391B-95D9-E1ED1844E6C3}"/>
          </ac:spMkLst>
        </pc:spChg>
      </pc:sldChg>
      <pc:sldChg chg="addSp delSp modSp mod modTransition">
        <pc:chgData name="Thảo Đinh" userId="086b62977afe5603" providerId="LiveId" clId="{602ACB1A-B55A-4020-B776-5D92E6D4D813}" dt="2023-06-22T04:38:04.400" v="1415" actId="20577"/>
        <pc:sldMkLst>
          <pc:docMk/>
          <pc:sldMk cId="2322646506" sldId="349"/>
        </pc:sldMkLst>
        <pc:spChg chg="mod">
          <ac:chgData name="Thảo Đinh" userId="086b62977afe5603" providerId="LiveId" clId="{602ACB1A-B55A-4020-B776-5D92E6D4D813}" dt="2023-06-22T04:38:04.400" v="1415" actId="20577"/>
          <ac:spMkLst>
            <pc:docMk/>
            <pc:sldMk cId="2322646506" sldId="349"/>
            <ac:spMk id="3" creationId="{76507743-10BE-B2A2-2023-5BE4E75C5289}"/>
          </ac:spMkLst>
        </pc:spChg>
        <pc:spChg chg="add del mod">
          <ac:chgData name="Thảo Đinh" userId="086b62977afe5603" providerId="LiveId" clId="{602ACB1A-B55A-4020-B776-5D92E6D4D813}" dt="2023-06-22T03:51:29.933" v="997" actId="478"/>
          <ac:spMkLst>
            <pc:docMk/>
            <pc:sldMk cId="2322646506" sldId="349"/>
            <ac:spMk id="4" creationId="{B376D127-F792-CDEE-FC10-E56D4316C0E9}"/>
          </ac:spMkLst>
        </pc:spChg>
      </pc:sldChg>
      <pc:sldChg chg="addSp delSp modSp del mod modTransition">
        <pc:chgData name="Thảo Đinh" userId="086b62977afe5603" providerId="LiveId" clId="{602ACB1A-B55A-4020-B776-5D92E6D4D813}" dt="2023-06-22T04:06:16.370" v="1141" actId="47"/>
        <pc:sldMkLst>
          <pc:docMk/>
          <pc:sldMk cId="1797413170" sldId="353"/>
        </pc:sldMkLst>
        <pc:spChg chg="add del mod">
          <ac:chgData name="Thảo Đinh" userId="086b62977afe5603" providerId="LiveId" clId="{602ACB1A-B55A-4020-B776-5D92E6D4D813}" dt="2023-06-22T04:05:38.523" v="1125" actId="21"/>
          <ac:spMkLst>
            <pc:docMk/>
            <pc:sldMk cId="1797413170" sldId="353"/>
            <ac:spMk id="2" creationId="{CDCD35C1-15EF-30C8-726C-AAE6E3C49937}"/>
          </ac:spMkLst>
        </pc:spChg>
        <pc:spChg chg="mod">
          <ac:chgData name="Thảo Đinh" userId="086b62977afe5603" providerId="LiveId" clId="{602ACB1A-B55A-4020-B776-5D92E6D4D813}" dt="2023-06-22T04:04:52.691" v="1115" actId="21"/>
          <ac:spMkLst>
            <pc:docMk/>
            <pc:sldMk cId="1797413170" sldId="353"/>
            <ac:spMk id="3" creationId="{76507743-10BE-B2A2-2023-5BE4E75C5289}"/>
          </ac:spMkLst>
        </pc:spChg>
      </pc:sldChg>
      <pc:sldChg chg="addSp modSp mod modTransition modAnim">
        <pc:chgData name="Thảo Đinh" userId="086b62977afe5603" providerId="LiveId" clId="{602ACB1A-B55A-4020-B776-5D92E6D4D813}" dt="2023-06-22T05:10:55.730" v="1707"/>
        <pc:sldMkLst>
          <pc:docMk/>
          <pc:sldMk cId="384708064" sldId="357"/>
        </pc:sldMkLst>
        <pc:spChg chg="add mod">
          <ac:chgData name="Thảo Đinh" userId="086b62977afe5603" providerId="LiveId" clId="{602ACB1A-B55A-4020-B776-5D92E6D4D813}" dt="2023-06-22T03:57:06.455" v="1073" actId="20577"/>
          <ac:spMkLst>
            <pc:docMk/>
            <pc:sldMk cId="384708064" sldId="357"/>
            <ac:spMk id="2" creationId="{DDAF43F2-A151-EEC2-F8E9-AEE782B8B110}"/>
          </ac:spMkLst>
        </pc:spChg>
        <pc:spChg chg="mod">
          <ac:chgData name="Thảo Đinh" userId="086b62977afe5603" providerId="LiveId" clId="{602ACB1A-B55A-4020-B776-5D92E6D4D813}" dt="2023-06-22T03:54:46.148" v="1035" actId="21"/>
          <ac:spMkLst>
            <pc:docMk/>
            <pc:sldMk cId="384708064" sldId="357"/>
            <ac:spMk id="3" creationId="{6FA1A289-8EBC-D89A-1757-D5B9AD829B83}"/>
          </ac:spMkLst>
        </pc:spChg>
        <pc:picChg chg="mod">
          <ac:chgData name="Thảo Đinh" userId="086b62977afe5603" providerId="LiveId" clId="{602ACB1A-B55A-4020-B776-5D92E6D4D813}" dt="2023-06-22T03:56:44.096" v="1053" actId="1076"/>
          <ac:picMkLst>
            <pc:docMk/>
            <pc:sldMk cId="384708064" sldId="357"/>
            <ac:picMk id="8" creationId="{AB8C5BA0-BA48-F553-1CA9-68BA81F58CA8}"/>
          </ac:picMkLst>
        </pc:picChg>
      </pc:sldChg>
      <pc:sldChg chg="addSp modSp mod modTransition modAnim">
        <pc:chgData name="Thảo Đinh" userId="086b62977afe5603" providerId="LiveId" clId="{602ACB1A-B55A-4020-B776-5D92E6D4D813}" dt="2023-06-22T03:55:52.499" v="1046"/>
        <pc:sldMkLst>
          <pc:docMk/>
          <pc:sldMk cId="916998868" sldId="358"/>
        </pc:sldMkLst>
        <pc:spChg chg="add mod">
          <ac:chgData name="Thảo Đinh" userId="086b62977afe5603" providerId="LiveId" clId="{602ACB1A-B55A-4020-B776-5D92E6D4D813}" dt="2023-06-22T03:52:35.012" v="1006" actId="207"/>
          <ac:spMkLst>
            <pc:docMk/>
            <pc:sldMk cId="916998868" sldId="358"/>
            <ac:spMk id="2" creationId="{668D3343-4041-E47B-11C1-C33863874517}"/>
          </ac:spMkLst>
        </pc:spChg>
        <pc:spChg chg="mod">
          <ac:chgData name="Thảo Đinh" userId="086b62977afe5603" providerId="LiveId" clId="{602ACB1A-B55A-4020-B776-5D92E6D4D813}" dt="2023-06-22T03:53:59.409" v="1029" actId="20577"/>
          <ac:spMkLst>
            <pc:docMk/>
            <pc:sldMk cId="916998868" sldId="358"/>
            <ac:spMk id="3" creationId="{C0737B68-5A9E-9E00-B743-96ACE95D6983}"/>
          </ac:spMkLst>
        </pc:spChg>
      </pc:sldChg>
      <pc:sldChg chg="addSp delSp modSp mod modTransition delAnim modAnim">
        <pc:chgData name="Thảo Đinh" userId="086b62977afe5603" providerId="LiveId" clId="{602ACB1A-B55A-4020-B776-5D92E6D4D813}" dt="2023-06-22T05:13:34.539" v="1722"/>
        <pc:sldMkLst>
          <pc:docMk/>
          <pc:sldMk cId="440294404" sldId="359"/>
        </pc:sldMkLst>
        <pc:spChg chg="del">
          <ac:chgData name="Thảo Đinh" userId="086b62977afe5603" providerId="LiveId" clId="{602ACB1A-B55A-4020-B776-5D92E6D4D813}" dt="2023-06-22T05:11:55.034" v="1712" actId="478"/>
          <ac:spMkLst>
            <pc:docMk/>
            <pc:sldMk cId="440294404" sldId="359"/>
            <ac:spMk id="2" creationId="{38B58217-6C3E-3C3B-15D1-3F1623CA1527}"/>
          </ac:spMkLst>
        </pc:spChg>
        <pc:spChg chg="del">
          <ac:chgData name="Thảo Đinh" userId="086b62977afe5603" providerId="LiveId" clId="{602ACB1A-B55A-4020-B776-5D92E6D4D813}" dt="2023-06-22T05:13:11.050" v="1716" actId="478"/>
          <ac:spMkLst>
            <pc:docMk/>
            <pc:sldMk cId="440294404" sldId="359"/>
            <ac:spMk id="3" creationId="{42E7902C-3E9E-9C87-6E69-049C4C67F3CA}"/>
          </ac:spMkLst>
        </pc:spChg>
        <pc:spChg chg="del">
          <ac:chgData name="Thảo Đinh" userId="086b62977afe5603" providerId="LiveId" clId="{602ACB1A-B55A-4020-B776-5D92E6D4D813}" dt="2023-06-22T05:12:04.003" v="1713" actId="478"/>
          <ac:spMkLst>
            <pc:docMk/>
            <pc:sldMk cId="440294404" sldId="359"/>
            <ac:spMk id="4" creationId="{6DDD3A38-C228-5584-B964-31D720881EF8}"/>
          </ac:spMkLst>
        </pc:spChg>
        <pc:spChg chg="add mod">
          <ac:chgData name="Thảo Đinh" userId="086b62977afe5603" providerId="LiveId" clId="{602ACB1A-B55A-4020-B776-5D92E6D4D813}" dt="2023-06-22T05:12:05.938" v="1714"/>
          <ac:spMkLst>
            <pc:docMk/>
            <pc:sldMk cId="440294404" sldId="359"/>
            <ac:spMk id="6" creationId="{C945BE7C-D111-2228-497F-6A866D1761DC}"/>
          </ac:spMkLst>
        </pc:spChg>
        <pc:picChg chg="del mod">
          <ac:chgData name="Thảo Đinh" userId="086b62977afe5603" providerId="LiveId" clId="{602ACB1A-B55A-4020-B776-5D92E6D4D813}" dt="2023-06-22T05:13:06.954" v="1715" actId="478"/>
          <ac:picMkLst>
            <pc:docMk/>
            <pc:sldMk cId="440294404" sldId="359"/>
            <ac:picMk id="5" creationId="{D47C9B7A-FFCC-CA21-7E72-3F0E12072869}"/>
          </ac:picMkLst>
        </pc:picChg>
        <pc:picChg chg="del mod">
          <ac:chgData name="Thảo Đinh" userId="086b62977afe5603" providerId="LiveId" clId="{602ACB1A-B55A-4020-B776-5D92E6D4D813}" dt="2023-06-22T05:11:19.186" v="1709" actId="478"/>
          <ac:picMkLst>
            <pc:docMk/>
            <pc:sldMk cId="440294404" sldId="359"/>
            <ac:picMk id="7" creationId="{C6FFC72C-DD94-5D92-B409-210A88C18B6E}"/>
          </ac:picMkLst>
        </pc:picChg>
        <pc:picChg chg="add mod">
          <ac:chgData name="Thảo Đinh" userId="086b62977afe5603" providerId="LiveId" clId="{602ACB1A-B55A-4020-B776-5D92E6D4D813}" dt="2023-06-22T05:13:30.760" v="1721" actId="1076"/>
          <ac:picMkLst>
            <pc:docMk/>
            <pc:sldMk cId="440294404" sldId="359"/>
            <ac:picMk id="9" creationId="{B093567C-8FFE-3F97-6194-B16BEDA70B0E}"/>
          </ac:picMkLst>
        </pc:picChg>
      </pc:sldChg>
      <pc:sldChg chg="modSp del mod modTransition">
        <pc:chgData name="Thảo Đinh" userId="086b62977afe5603" providerId="LiveId" clId="{602ACB1A-B55A-4020-B776-5D92E6D4D813}" dt="2023-06-22T04:15:53.592" v="1192" actId="47"/>
        <pc:sldMkLst>
          <pc:docMk/>
          <pc:sldMk cId="1676413534" sldId="363"/>
        </pc:sldMkLst>
        <pc:spChg chg="mod">
          <ac:chgData name="Thảo Đinh" userId="086b62977afe5603" providerId="LiveId" clId="{602ACB1A-B55A-4020-B776-5D92E6D4D813}" dt="2023-06-22T04:15:12.770" v="1186" actId="21"/>
          <ac:spMkLst>
            <pc:docMk/>
            <pc:sldMk cId="1676413534" sldId="363"/>
            <ac:spMk id="3" creationId="{D68CAD1E-5527-CB48-B296-1F4AC0009B00}"/>
          </ac:spMkLst>
        </pc:spChg>
      </pc:sldChg>
      <pc:sldChg chg="delSp modSp del mod modTransition">
        <pc:chgData name="Thảo Đinh" userId="086b62977afe5603" providerId="LiveId" clId="{602ACB1A-B55A-4020-B776-5D92E6D4D813}" dt="2023-06-22T04:17:47.862" v="1224" actId="47"/>
        <pc:sldMkLst>
          <pc:docMk/>
          <pc:sldMk cId="3534487878" sldId="364"/>
        </pc:sldMkLst>
        <pc:spChg chg="mod">
          <ac:chgData name="Thảo Đinh" userId="086b62977afe5603" providerId="LiveId" clId="{602ACB1A-B55A-4020-B776-5D92E6D4D813}" dt="2023-06-22T04:16:45.425" v="1206" actId="21"/>
          <ac:spMkLst>
            <pc:docMk/>
            <pc:sldMk cId="3534487878" sldId="364"/>
            <ac:spMk id="3" creationId="{4F253694-BB95-3E4E-E759-E6FC1D6DB99E}"/>
          </ac:spMkLst>
        </pc:spChg>
        <pc:picChg chg="del">
          <ac:chgData name="Thảo Đinh" userId="086b62977afe5603" providerId="LiveId" clId="{602ACB1A-B55A-4020-B776-5D92E6D4D813}" dt="2023-06-22T04:17:15.504" v="1214" actId="21"/>
          <ac:picMkLst>
            <pc:docMk/>
            <pc:sldMk cId="3534487878" sldId="364"/>
            <ac:picMk id="8" creationId="{6EFB4874-D6A1-2035-8D9C-276C3EFEE016}"/>
          </ac:picMkLst>
        </pc:picChg>
      </pc:sldChg>
      <pc:sldChg chg="del modTransition">
        <pc:chgData name="Thảo Đinh" userId="086b62977afe5603" providerId="LiveId" clId="{602ACB1A-B55A-4020-B776-5D92E6D4D813}" dt="2023-06-22T04:06:21.422" v="1142" actId="47"/>
        <pc:sldMkLst>
          <pc:docMk/>
          <pc:sldMk cId="4020245022" sldId="365"/>
        </pc:sldMkLst>
      </pc:sldChg>
      <pc:sldChg chg="modSp mod modTransition modAnim">
        <pc:chgData name="Thảo Đinh" userId="086b62977afe5603" providerId="LiveId" clId="{602ACB1A-B55A-4020-B776-5D92E6D4D813}" dt="2023-06-22T05:14:09.732" v="1726"/>
        <pc:sldMkLst>
          <pc:docMk/>
          <pc:sldMk cId="2264492725" sldId="367"/>
        </pc:sldMkLst>
        <pc:spChg chg="mod">
          <ac:chgData name="Thảo Đinh" userId="086b62977afe5603" providerId="LiveId" clId="{602ACB1A-B55A-4020-B776-5D92E6D4D813}" dt="2023-06-22T05:03:22.633" v="1676" actId="20577"/>
          <ac:spMkLst>
            <pc:docMk/>
            <pc:sldMk cId="2264492725" sldId="367"/>
            <ac:spMk id="3" creationId="{70E87CE4-EAA9-BC3D-3C02-15FFA4A1F196}"/>
          </ac:spMkLst>
        </pc:spChg>
      </pc:sldChg>
      <pc:sldChg chg="modSp del mod modTransition">
        <pc:chgData name="Thảo Đinh" userId="086b62977afe5603" providerId="LiveId" clId="{602ACB1A-B55A-4020-B776-5D92E6D4D813}" dt="2023-06-22T04:16:18.163" v="1200" actId="47"/>
        <pc:sldMkLst>
          <pc:docMk/>
          <pc:sldMk cId="800188573" sldId="369"/>
        </pc:sldMkLst>
        <pc:spChg chg="mod">
          <ac:chgData name="Thảo Đinh" userId="086b62977afe5603" providerId="LiveId" clId="{602ACB1A-B55A-4020-B776-5D92E6D4D813}" dt="2023-06-22T04:16:05.338" v="1196" actId="21"/>
          <ac:spMkLst>
            <pc:docMk/>
            <pc:sldMk cId="800188573" sldId="369"/>
            <ac:spMk id="3" creationId="{70E87CE4-EAA9-BC3D-3C02-15FFA4A1F196}"/>
          </ac:spMkLst>
        </pc:spChg>
      </pc:sldChg>
      <pc:sldChg chg="modSp del mod modTransition">
        <pc:chgData name="Thảo Đinh" userId="086b62977afe5603" providerId="LiveId" clId="{602ACB1A-B55A-4020-B776-5D92E6D4D813}" dt="2023-06-22T04:18:11.587" v="1230" actId="47"/>
        <pc:sldMkLst>
          <pc:docMk/>
          <pc:sldMk cId="1245340357" sldId="371"/>
        </pc:sldMkLst>
        <pc:spChg chg="mod">
          <ac:chgData name="Thảo Đinh" userId="086b62977afe5603" providerId="LiveId" clId="{602ACB1A-B55A-4020-B776-5D92E6D4D813}" dt="2023-06-22T04:17:57.693" v="1228" actId="21"/>
          <ac:spMkLst>
            <pc:docMk/>
            <pc:sldMk cId="1245340357" sldId="371"/>
            <ac:spMk id="3" creationId="{70E87CE4-EAA9-BC3D-3C02-15FFA4A1F196}"/>
          </ac:spMkLst>
        </pc:spChg>
      </pc:sldChg>
      <pc:sldChg chg="addSp delSp modSp mod modTransition modAnim">
        <pc:chgData name="Thảo Đinh" userId="086b62977afe5603" providerId="LiveId" clId="{602ACB1A-B55A-4020-B776-5D92E6D4D813}" dt="2023-06-22T04:48:39.579" v="1464"/>
        <pc:sldMkLst>
          <pc:docMk/>
          <pc:sldMk cId="1235239901" sldId="372"/>
        </pc:sldMkLst>
        <pc:spChg chg="del mod">
          <ac:chgData name="Thảo Đinh" userId="086b62977afe5603" providerId="LiveId" clId="{602ACB1A-B55A-4020-B776-5D92E6D4D813}" dt="2023-06-22T04:46:51.498" v="1418" actId="478"/>
          <ac:spMkLst>
            <pc:docMk/>
            <pc:sldMk cId="1235239901" sldId="372"/>
            <ac:spMk id="2" creationId="{789EC063-F17E-4903-4F27-6E8A692B1A8D}"/>
          </ac:spMkLst>
        </pc:spChg>
        <pc:spChg chg="del mod">
          <ac:chgData name="Thảo Đinh" userId="086b62977afe5603" providerId="LiveId" clId="{602ACB1A-B55A-4020-B776-5D92E6D4D813}" dt="2023-06-22T04:47:31.517" v="1424" actId="478"/>
          <ac:spMkLst>
            <pc:docMk/>
            <pc:sldMk cId="1235239901" sldId="372"/>
            <ac:spMk id="3" creationId="{D9D20B62-C745-7746-2F04-B6DEBDDA323B}"/>
          </ac:spMkLst>
        </pc:spChg>
        <pc:spChg chg="del">
          <ac:chgData name="Thảo Đinh" userId="086b62977afe5603" providerId="LiveId" clId="{602ACB1A-B55A-4020-B776-5D92E6D4D813}" dt="2023-06-22T04:47:15.197" v="1422" actId="478"/>
          <ac:spMkLst>
            <pc:docMk/>
            <pc:sldMk cId="1235239901" sldId="372"/>
            <ac:spMk id="4" creationId="{F88E898A-B4C6-69E5-B56B-C284E262B8DA}"/>
          </ac:spMkLst>
        </pc:spChg>
        <pc:spChg chg="add mod">
          <ac:chgData name="Thảo Đinh" userId="086b62977afe5603" providerId="LiveId" clId="{602ACB1A-B55A-4020-B776-5D92E6D4D813}" dt="2023-06-22T04:48:33.584" v="1463" actId="20577"/>
          <ac:spMkLst>
            <pc:docMk/>
            <pc:sldMk cId="1235239901" sldId="372"/>
            <ac:spMk id="7" creationId="{64561EB7-9A7D-4ABC-BE46-831091ECF1F3}"/>
          </ac:spMkLst>
        </pc:spChg>
        <pc:picChg chg="add mod">
          <ac:chgData name="Thảo Đinh" userId="086b62977afe5603" providerId="LiveId" clId="{602ACB1A-B55A-4020-B776-5D92E6D4D813}" dt="2023-06-22T04:47:41.989" v="1426" actId="1076"/>
          <ac:picMkLst>
            <pc:docMk/>
            <pc:sldMk cId="1235239901" sldId="372"/>
            <ac:picMk id="5" creationId="{C1686931-47BB-82E5-8712-7798D23FBA07}"/>
          </ac:picMkLst>
        </pc:picChg>
        <pc:picChg chg="add del mod">
          <ac:chgData name="Thảo Đinh" userId="086b62977afe5603" providerId="LiveId" clId="{602ACB1A-B55A-4020-B776-5D92E6D4D813}" dt="2023-06-22T04:47:11.760" v="1421" actId="21"/>
          <ac:picMkLst>
            <pc:docMk/>
            <pc:sldMk cId="1235239901" sldId="372"/>
            <ac:picMk id="6" creationId="{0A3F21AD-8F0B-6A81-40E6-6860EB07D738}"/>
          </ac:picMkLst>
        </pc:picChg>
      </pc:sldChg>
      <pc:sldChg chg="addSp delSp modSp mod modTransition modAnim">
        <pc:chgData name="Thảo Đinh" userId="086b62977afe5603" providerId="LiveId" clId="{602ACB1A-B55A-4020-B776-5D92E6D4D813}" dt="2023-06-22T04:34:41.119" v="1350" actId="404"/>
        <pc:sldMkLst>
          <pc:docMk/>
          <pc:sldMk cId="1561555084" sldId="373"/>
        </pc:sldMkLst>
        <pc:spChg chg="del">
          <ac:chgData name="Thảo Đinh" userId="086b62977afe5603" providerId="LiveId" clId="{602ACB1A-B55A-4020-B776-5D92E6D4D813}" dt="2023-06-22T04:33:52.690" v="1341" actId="478"/>
          <ac:spMkLst>
            <pc:docMk/>
            <pc:sldMk cId="1561555084" sldId="373"/>
            <ac:spMk id="2" creationId="{FF9088C7-4E8B-27BC-BD39-C1A7D76594FF}"/>
          </ac:spMkLst>
        </pc:spChg>
        <pc:spChg chg="del">
          <ac:chgData name="Thảo Đinh" userId="086b62977afe5603" providerId="LiveId" clId="{602ACB1A-B55A-4020-B776-5D92E6D4D813}" dt="2023-06-22T04:34:05.632" v="1342" actId="478"/>
          <ac:spMkLst>
            <pc:docMk/>
            <pc:sldMk cId="1561555084" sldId="373"/>
            <ac:spMk id="4" creationId="{90B4BC9D-C7A6-947D-99AE-C2134C0E0356}"/>
          </ac:spMkLst>
        </pc:spChg>
        <pc:spChg chg="add mod">
          <ac:chgData name="Thảo Đinh" userId="086b62977afe5603" providerId="LiveId" clId="{602ACB1A-B55A-4020-B776-5D92E6D4D813}" dt="2023-06-22T04:34:41.119" v="1350" actId="404"/>
          <ac:spMkLst>
            <pc:docMk/>
            <pc:sldMk cId="1561555084" sldId="373"/>
            <ac:spMk id="5" creationId="{80C63567-00E7-A8BF-23F0-CF5FC0E60E85}"/>
          </ac:spMkLst>
        </pc:spChg>
        <pc:picChg chg="mod">
          <ac:chgData name="Thảo Đinh" userId="086b62977afe5603" providerId="LiveId" clId="{602ACB1A-B55A-4020-B776-5D92E6D4D813}" dt="2023-06-22T04:34:10.180" v="1343" actId="1076"/>
          <ac:picMkLst>
            <pc:docMk/>
            <pc:sldMk cId="1561555084" sldId="373"/>
            <ac:picMk id="6" creationId="{E78067FB-735E-98EA-E022-B8F1FED4B8BF}"/>
          </ac:picMkLst>
        </pc:picChg>
      </pc:sldChg>
      <pc:sldChg chg="addSp delSp modSp mod modTransition modAnim">
        <pc:chgData name="Thảo Đinh" userId="086b62977afe5603" providerId="LiveId" clId="{602ACB1A-B55A-4020-B776-5D92E6D4D813}" dt="2023-06-22T05:00:52.799" v="1598"/>
        <pc:sldMkLst>
          <pc:docMk/>
          <pc:sldMk cId="1984468251" sldId="378"/>
        </pc:sldMkLst>
        <pc:spChg chg="add del mod">
          <ac:chgData name="Thảo Đinh" userId="086b62977afe5603" providerId="LiveId" clId="{602ACB1A-B55A-4020-B776-5D92E6D4D813}" dt="2023-06-22T04:59:53.048" v="1569"/>
          <ac:spMkLst>
            <pc:docMk/>
            <pc:sldMk cId="1984468251" sldId="378"/>
            <ac:spMk id="2" creationId="{65839370-C5CB-33C6-F21D-DBF90169E713}"/>
          </ac:spMkLst>
        </pc:spChg>
        <pc:spChg chg="add del mod">
          <ac:chgData name="Thảo Đinh" userId="086b62977afe5603" providerId="LiveId" clId="{602ACB1A-B55A-4020-B776-5D92E6D4D813}" dt="2023-06-22T04:59:59.820" v="1571" actId="478"/>
          <ac:spMkLst>
            <pc:docMk/>
            <pc:sldMk cId="1984468251" sldId="378"/>
            <ac:spMk id="5" creationId="{00000000-0000-0000-0000-000000000000}"/>
          </ac:spMkLst>
        </pc:spChg>
        <pc:spChg chg="add del mod">
          <ac:chgData name="Thảo Đinh" userId="086b62977afe5603" providerId="LiveId" clId="{602ACB1A-B55A-4020-B776-5D92E6D4D813}" dt="2023-06-22T05:00:45.468" v="1596" actId="478"/>
          <ac:spMkLst>
            <pc:docMk/>
            <pc:sldMk cId="1984468251" sldId="378"/>
            <ac:spMk id="7" creationId="{9B26B738-B3FD-ACDC-17E4-FAA9FB99FEEE}"/>
          </ac:spMkLst>
        </pc:spChg>
        <pc:spChg chg="add mod">
          <ac:chgData name="Thảo Đinh" userId="086b62977afe5603" providerId="LiveId" clId="{602ACB1A-B55A-4020-B776-5D92E6D4D813}" dt="2023-06-22T05:00:19.997" v="1592" actId="20577"/>
          <ac:spMkLst>
            <pc:docMk/>
            <pc:sldMk cId="1984468251" sldId="378"/>
            <ac:spMk id="8" creationId="{742A7B79-6A31-A620-4EA8-39F63F0E991B}"/>
          </ac:spMkLst>
        </pc:spChg>
        <pc:picChg chg="mod">
          <ac:chgData name="Thảo Đinh" userId="086b62977afe5603" providerId="LiveId" clId="{602ACB1A-B55A-4020-B776-5D92E6D4D813}" dt="2023-06-22T05:00:50.714" v="1597" actId="1076"/>
          <ac:picMkLst>
            <pc:docMk/>
            <pc:sldMk cId="1984468251" sldId="378"/>
            <ac:picMk id="6" creationId="{F0E0854B-797E-0BC8-65E9-2F6E76516F81}"/>
          </ac:picMkLst>
        </pc:picChg>
      </pc:sldChg>
      <pc:sldChg chg="addSp delSp modSp del mod modTransition">
        <pc:chgData name="Thảo Đinh" userId="086b62977afe5603" providerId="LiveId" clId="{602ACB1A-B55A-4020-B776-5D92E6D4D813}" dt="2023-06-22T04:58:19.334" v="1560" actId="47"/>
        <pc:sldMkLst>
          <pc:docMk/>
          <pc:sldMk cId="3792327440" sldId="380"/>
        </pc:sldMkLst>
        <pc:spChg chg="add mod">
          <ac:chgData name="Thảo Đinh" userId="086b62977afe5603" providerId="LiveId" clId="{602ACB1A-B55A-4020-B776-5D92E6D4D813}" dt="2023-06-22T04:49:20.773" v="1479" actId="20577"/>
          <ac:spMkLst>
            <pc:docMk/>
            <pc:sldMk cId="3792327440" sldId="380"/>
            <ac:spMk id="3" creationId="{48CC98CB-AAEF-EE23-FD6F-D060F7E1334E}"/>
          </ac:spMkLst>
        </pc:spChg>
        <pc:picChg chg="add del mod">
          <ac:chgData name="Thảo Đinh" userId="086b62977afe5603" providerId="LiveId" clId="{602ACB1A-B55A-4020-B776-5D92E6D4D813}" dt="2023-06-22T04:51:46.573" v="1508" actId="21"/>
          <ac:picMkLst>
            <pc:docMk/>
            <pc:sldMk cId="3792327440" sldId="380"/>
            <ac:picMk id="2" creationId="{00000000-0000-0000-0000-000000000000}"/>
          </ac:picMkLst>
        </pc:picChg>
      </pc:sldChg>
      <pc:sldChg chg="addSp delSp modSp del mod modTransition delAnim">
        <pc:chgData name="Thảo Đinh" userId="086b62977afe5603" providerId="LiveId" clId="{602ACB1A-B55A-4020-B776-5D92E6D4D813}" dt="2023-06-22T04:58:23.018" v="1561" actId="47"/>
        <pc:sldMkLst>
          <pc:docMk/>
          <pc:sldMk cId="2788062989" sldId="381"/>
        </pc:sldMkLst>
        <pc:spChg chg="add mod">
          <ac:chgData name="Thảo Đinh" userId="086b62977afe5603" providerId="LiveId" clId="{602ACB1A-B55A-4020-B776-5D92E6D4D813}" dt="2023-06-22T04:49:41.851" v="1483"/>
          <ac:spMkLst>
            <pc:docMk/>
            <pc:sldMk cId="2788062989" sldId="381"/>
            <ac:spMk id="8" creationId="{8EE9F6D6-B46A-2868-D9F6-73E486027812}"/>
          </ac:spMkLst>
        </pc:spChg>
        <pc:picChg chg="del mod">
          <ac:chgData name="Thảo Đinh" userId="086b62977afe5603" providerId="LiveId" clId="{602ACB1A-B55A-4020-B776-5D92E6D4D813}" dt="2023-06-22T04:56:41.592" v="1543" actId="21"/>
          <ac:picMkLst>
            <pc:docMk/>
            <pc:sldMk cId="2788062989" sldId="381"/>
            <ac:picMk id="2" creationId="{00000000-0000-0000-0000-000000000000}"/>
          </ac:picMkLst>
        </pc:picChg>
        <pc:picChg chg="del">
          <ac:chgData name="Thảo Đinh" userId="086b62977afe5603" providerId="LiveId" clId="{602ACB1A-B55A-4020-B776-5D92E6D4D813}" dt="2023-06-22T04:49:47.645" v="1485" actId="478"/>
          <ac:picMkLst>
            <pc:docMk/>
            <pc:sldMk cId="2788062989" sldId="381"/>
            <ac:picMk id="3" creationId="{00000000-0000-0000-0000-000000000000}"/>
          </ac:picMkLst>
        </pc:picChg>
        <pc:picChg chg="del">
          <ac:chgData name="Thảo Đinh" userId="086b62977afe5603" providerId="LiveId" clId="{602ACB1A-B55A-4020-B776-5D92E6D4D813}" dt="2023-06-22T04:49:45.730" v="1484" actId="478"/>
          <ac:picMkLst>
            <pc:docMk/>
            <pc:sldMk cId="2788062989" sldId="381"/>
            <ac:picMk id="4" creationId="{00000000-0000-0000-0000-000000000000}"/>
          </ac:picMkLst>
        </pc:picChg>
        <pc:picChg chg="del">
          <ac:chgData name="Thảo Đinh" userId="086b62977afe5603" providerId="LiveId" clId="{602ACB1A-B55A-4020-B776-5D92E6D4D813}" dt="2023-06-22T04:49:50.713" v="1486" actId="478"/>
          <ac:picMkLst>
            <pc:docMk/>
            <pc:sldMk cId="2788062989" sldId="381"/>
            <ac:picMk id="5" creationId="{00000000-0000-0000-0000-000000000000}"/>
          </ac:picMkLst>
        </pc:picChg>
        <pc:picChg chg="del">
          <ac:chgData name="Thảo Đinh" userId="086b62977afe5603" providerId="LiveId" clId="{602ACB1A-B55A-4020-B776-5D92E6D4D813}" dt="2023-06-22T04:49:52.248" v="1487" actId="478"/>
          <ac:picMkLst>
            <pc:docMk/>
            <pc:sldMk cId="2788062989" sldId="381"/>
            <ac:picMk id="6" creationId="{00000000-0000-0000-0000-000000000000}"/>
          </ac:picMkLst>
        </pc:picChg>
        <pc:picChg chg="del">
          <ac:chgData name="Thảo Đinh" userId="086b62977afe5603" providerId="LiveId" clId="{602ACB1A-B55A-4020-B776-5D92E6D4D813}" dt="2023-06-22T04:49:54.164" v="1488" actId="478"/>
          <ac:picMkLst>
            <pc:docMk/>
            <pc:sldMk cId="2788062989" sldId="381"/>
            <ac:picMk id="7" creationId="{00000000-0000-0000-0000-000000000000}"/>
          </ac:picMkLst>
        </pc:picChg>
      </pc:sldChg>
      <pc:sldChg chg="delSp del mod modTransition">
        <pc:chgData name="Thảo Đinh" userId="086b62977afe5603" providerId="LiveId" clId="{602ACB1A-B55A-4020-B776-5D92E6D4D813}" dt="2023-06-22T04:58:24.373" v="1562" actId="47"/>
        <pc:sldMkLst>
          <pc:docMk/>
          <pc:sldMk cId="2563660084" sldId="382"/>
        </pc:sldMkLst>
        <pc:picChg chg="del">
          <ac:chgData name="Thảo Đinh" userId="086b62977afe5603" providerId="LiveId" clId="{602ACB1A-B55A-4020-B776-5D92E6D4D813}" dt="2023-06-22T04:56:53.461" v="1546" actId="21"/>
          <ac:picMkLst>
            <pc:docMk/>
            <pc:sldMk cId="2563660084" sldId="382"/>
            <ac:picMk id="2" creationId="{00000000-0000-0000-0000-000000000000}"/>
          </ac:picMkLst>
        </pc:picChg>
      </pc:sldChg>
      <pc:sldChg chg="addSp delSp modSp mod modTransition modAnim">
        <pc:chgData name="Thảo Đinh" userId="086b62977afe5603" providerId="LiveId" clId="{602ACB1A-B55A-4020-B776-5D92E6D4D813}" dt="2023-06-22T03:16:26.496" v="658"/>
        <pc:sldMkLst>
          <pc:docMk/>
          <pc:sldMk cId="3888441083" sldId="383"/>
        </pc:sldMkLst>
        <pc:spChg chg="add mod">
          <ac:chgData name="Thảo Đinh" userId="086b62977afe5603" providerId="LiveId" clId="{602ACB1A-B55A-4020-B776-5D92E6D4D813}" dt="2023-06-22T03:16:15.592" v="656" actId="1076"/>
          <ac:spMkLst>
            <pc:docMk/>
            <pc:sldMk cId="3888441083" sldId="383"/>
            <ac:spMk id="2" creationId="{C8C23DC2-7385-3A8F-9CE6-375069F60E6B}"/>
          </ac:spMkLst>
        </pc:spChg>
        <pc:spChg chg="mod">
          <ac:chgData name="Thảo Đinh" userId="086b62977afe5603" providerId="LiveId" clId="{602ACB1A-B55A-4020-B776-5D92E6D4D813}" dt="2023-06-22T03:14:24.053" v="510" actId="255"/>
          <ac:spMkLst>
            <pc:docMk/>
            <pc:sldMk cId="3888441083" sldId="383"/>
            <ac:spMk id="3" creationId="{B4111C2C-95FC-467C-6A98-1A08A9D8AEE5}"/>
          </ac:spMkLst>
        </pc:spChg>
        <pc:picChg chg="del mod">
          <ac:chgData name="Thảo Đinh" userId="086b62977afe5603" providerId="LiveId" clId="{602ACB1A-B55A-4020-B776-5D92E6D4D813}" dt="2023-06-22T03:15:55.464" v="648" actId="478"/>
          <ac:picMkLst>
            <pc:docMk/>
            <pc:sldMk cId="3888441083" sldId="383"/>
            <ac:picMk id="7" creationId="{41AA3877-FC55-A35D-7869-7296432BC48C}"/>
          </ac:picMkLst>
        </pc:picChg>
      </pc:sldChg>
      <pc:sldChg chg="addSp modSp mod modTransition">
        <pc:chgData name="Thảo Đinh" userId="086b62977afe5603" providerId="LiveId" clId="{602ACB1A-B55A-4020-B776-5D92E6D4D813}" dt="2023-06-22T03:17:46.618" v="684" actId="20577"/>
        <pc:sldMkLst>
          <pc:docMk/>
          <pc:sldMk cId="53932035" sldId="384"/>
        </pc:sldMkLst>
        <pc:spChg chg="add mod">
          <ac:chgData name="Thảo Đinh" userId="086b62977afe5603" providerId="LiveId" clId="{602ACB1A-B55A-4020-B776-5D92E6D4D813}" dt="2023-06-22T03:07:25.733" v="474" actId="20577"/>
          <ac:spMkLst>
            <pc:docMk/>
            <pc:sldMk cId="53932035" sldId="384"/>
            <ac:spMk id="2" creationId="{0FDCB221-7731-9002-B82E-EAB1DC1D53F2}"/>
          </ac:spMkLst>
        </pc:spChg>
        <pc:spChg chg="mod">
          <ac:chgData name="Thảo Đinh" userId="086b62977afe5603" providerId="LiveId" clId="{602ACB1A-B55A-4020-B776-5D92E6D4D813}" dt="2023-06-22T03:17:46.618" v="684" actId="20577"/>
          <ac:spMkLst>
            <pc:docMk/>
            <pc:sldMk cId="53932035" sldId="384"/>
            <ac:spMk id="1293" creationId="{00000000-0000-0000-0000-000000000000}"/>
          </ac:spMkLst>
        </pc:spChg>
        <pc:spChg chg="mod">
          <ac:chgData name="Thảo Đinh" userId="086b62977afe5603" providerId="LiveId" clId="{602ACB1A-B55A-4020-B776-5D92E6D4D813}" dt="2023-06-22T03:09:45.335" v="479" actId="404"/>
          <ac:spMkLst>
            <pc:docMk/>
            <pc:sldMk cId="53932035" sldId="384"/>
            <ac:spMk id="1294" creationId="{00000000-0000-0000-0000-000000000000}"/>
          </ac:spMkLst>
        </pc:spChg>
      </pc:sldChg>
      <pc:sldChg chg="modSp mod modTransition modAnim">
        <pc:chgData name="Thảo Đinh" userId="086b62977afe5603" providerId="LiveId" clId="{602ACB1A-B55A-4020-B776-5D92E6D4D813}" dt="2023-06-22T07:37:26.337" v="2328"/>
        <pc:sldMkLst>
          <pc:docMk/>
          <pc:sldMk cId="614049767" sldId="386"/>
        </pc:sldMkLst>
        <pc:spChg chg="mod">
          <ac:chgData name="Thảo Đinh" userId="086b62977afe5603" providerId="LiveId" clId="{602ACB1A-B55A-4020-B776-5D92E6D4D813}" dt="2023-06-22T04:35:21.699" v="1362" actId="404"/>
          <ac:spMkLst>
            <pc:docMk/>
            <pc:sldMk cId="614049767" sldId="386"/>
            <ac:spMk id="2" creationId="{57AEC16C-972B-391B-95D9-E1ED1844E6C3}"/>
          </ac:spMkLst>
        </pc:spChg>
      </pc:sldChg>
      <pc:sldChg chg="modSp mod modTransition modAnim">
        <pc:chgData name="Thảo Đinh" userId="086b62977afe5603" providerId="LiveId" clId="{602ACB1A-B55A-4020-B776-5D92E6D4D813}" dt="2023-06-22T07:38:12.993" v="2338" actId="20577"/>
        <pc:sldMkLst>
          <pc:docMk/>
          <pc:sldMk cId="2168159066" sldId="387"/>
        </pc:sldMkLst>
        <pc:spChg chg="mod">
          <ac:chgData name="Thảo Đinh" userId="086b62977afe5603" providerId="LiveId" clId="{602ACB1A-B55A-4020-B776-5D92E6D4D813}" dt="2023-06-22T07:38:12.993" v="2338" actId="20577"/>
          <ac:spMkLst>
            <pc:docMk/>
            <pc:sldMk cId="2168159066" sldId="387"/>
            <ac:spMk id="2" creationId="{57AEC16C-972B-391B-95D9-E1ED1844E6C3}"/>
          </ac:spMkLst>
        </pc:spChg>
      </pc:sldChg>
      <pc:sldChg chg="addSp modSp mod modTransition">
        <pc:chgData name="Thảo Đinh" userId="086b62977afe5603" providerId="LiveId" clId="{602ACB1A-B55A-4020-B776-5D92E6D4D813}" dt="2023-06-22T03:17:30.346" v="664" actId="404"/>
        <pc:sldMkLst>
          <pc:docMk/>
          <pc:sldMk cId="1549806674" sldId="388"/>
        </pc:sldMkLst>
        <pc:spChg chg="add mod">
          <ac:chgData name="Thảo Đinh" userId="086b62977afe5603" providerId="LiveId" clId="{602ACB1A-B55A-4020-B776-5D92E6D4D813}" dt="2023-06-22T03:17:24.459" v="659"/>
          <ac:spMkLst>
            <pc:docMk/>
            <pc:sldMk cId="1549806674" sldId="388"/>
            <ac:spMk id="2" creationId="{533C4CA6-5160-CE75-48C2-1CC2344CE29F}"/>
          </ac:spMkLst>
        </pc:spChg>
        <pc:spChg chg="mod">
          <ac:chgData name="Thảo Đinh" userId="086b62977afe5603" providerId="LiveId" clId="{602ACB1A-B55A-4020-B776-5D92E6D4D813}" dt="2023-06-22T03:17:30.346" v="664" actId="404"/>
          <ac:spMkLst>
            <pc:docMk/>
            <pc:sldMk cId="1549806674" sldId="388"/>
            <ac:spMk id="1293" creationId="{00000000-0000-0000-0000-000000000000}"/>
          </ac:spMkLst>
        </pc:spChg>
        <pc:spChg chg="mod">
          <ac:chgData name="Thảo Đinh" userId="086b62977afe5603" providerId="LiveId" clId="{602ACB1A-B55A-4020-B776-5D92E6D4D813}" dt="2023-06-22T03:17:27.671" v="662" actId="404"/>
          <ac:spMkLst>
            <pc:docMk/>
            <pc:sldMk cId="1549806674" sldId="388"/>
            <ac:spMk id="1294" creationId="{00000000-0000-0000-0000-000000000000}"/>
          </ac:spMkLst>
        </pc:spChg>
      </pc:sldChg>
      <pc:sldChg chg="modSp mod modTransition modAnim">
        <pc:chgData name="Thảo Đinh" userId="086b62977afe5603" providerId="LiveId" clId="{602ACB1A-B55A-4020-B776-5D92E6D4D813}" dt="2023-06-22T04:36:14.101" v="1371"/>
        <pc:sldMkLst>
          <pc:docMk/>
          <pc:sldMk cId="3228040797" sldId="389"/>
        </pc:sldMkLst>
        <pc:spChg chg="mod">
          <ac:chgData name="Thảo Đinh" userId="086b62977afe5603" providerId="LiveId" clId="{602ACB1A-B55A-4020-B776-5D92E6D4D813}" dt="2023-06-22T03:43:30.670" v="942" actId="20577"/>
          <ac:spMkLst>
            <pc:docMk/>
            <pc:sldMk cId="3228040797" sldId="389"/>
            <ac:spMk id="3" creationId="{F16C3EAB-A0D3-2124-5844-A914ECD5AAB3}"/>
          </ac:spMkLst>
        </pc:spChg>
      </pc:sldChg>
      <pc:sldChg chg="modSp mod modTransition modAnim">
        <pc:chgData name="Thảo Đinh" userId="086b62977afe5603" providerId="LiveId" clId="{602ACB1A-B55A-4020-B776-5D92E6D4D813}" dt="2023-06-22T05:03:04.888" v="1664" actId="20577"/>
        <pc:sldMkLst>
          <pc:docMk/>
          <pc:sldMk cId="3413317051" sldId="390"/>
        </pc:sldMkLst>
        <pc:spChg chg="mod">
          <ac:chgData name="Thảo Đinh" userId="086b62977afe5603" providerId="LiveId" clId="{602ACB1A-B55A-4020-B776-5D92E6D4D813}" dt="2023-06-22T05:03:04.888" v="1664" actId="20577"/>
          <ac:spMkLst>
            <pc:docMk/>
            <pc:sldMk cId="3413317051" sldId="390"/>
            <ac:spMk id="3" creationId="{57CAFB9D-9A7A-4FA1-767D-895629D4AB33}"/>
          </ac:spMkLst>
        </pc:spChg>
      </pc:sldChg>
      <pc:sldChg chg="modSp mod modTransition modAnim">
        <pc:chgData name="Thảo Đinh" userId="086b62977afe5603" providerId="LiveId" clId="{602ACB1A-B55A-4020-B776-5D92E6D4D813}" dt="2023-06-22T03:44:22.798" v="961" actId="20577"/>
        <pc:sldMkLst>
          <pc:docMk/>
          <pc:sldMk cId="918663083" sldId="391"/>
        </pc:sldMkLst>
        <pc:spChg chg="mod">
          <ac:chgData name="Thảo Đinh" userId="086b62977afe5603" providerId="LiveId" clId="{602ACB1A-B55A-4020-B776-5D92E6D4D813}" dt="2023-06-22T03:42:11.796" v="931" actId="114"/>
          <ac:spMkLst>
            <pc:docMk/>
            <pc:sldMk cId="918663083" sldId="391"/>
            <ac:spMk id="3" creationId="{57CAFB9D-9A7A-4FA1-767D-895629D4AB33}"/>
          </ac:spMkLst>
        </pc:spChg>
        <pc:spChg chg="mod">
          <ac:chgData name="Thảo Đinh" userId="086b62977afe5603" providerId="LiveId" clId="{602ACB1A-B55A-4020-B776-5D92E6D4D813}" dt="2023-06-22T03:44:22.798" v="961" actId="20577"/>
          <ac:spMkLst>
            <pc:docMk/>
            <pc:sldMk cId="918663083" sldId="391"/>
            <ac:spMk id="4" creationId="{00000000-0000-0000-0000-000000000000}"/>
          </ac:spMkLst>
        </pc:spChg>
      </pc:sldChg>
      <pc:sldChg chg="del modTransition">
        <pc:chgData name="Thảo Đinh" userId="086b62977afe5603" providerId="LiveId" clId="{602ACB1A-B55A-4020-B776-5D92E6D4D813}" dt="2023-06-22T03:50:44.109" v="987" actId="47"/>
        <pc:sldMkLst>
          <pc:docMk/>
          <pc:sldMk cId="3996303373" sldId="392"/>
        </pc:sldMkLst>
      </pc:sldChg>
      <pc:sldChg chg="addSp delSp modSp mod ord modTransition modAnim">
        <pc:chgData name="Thảo Đinh" userId="086b62977afe5603" providerId="LiveId" clId="{602ACB1A-B55A-4020-B776-5D92E6D4D813}" dt="2023-06-22T07:49:48.490" v="2360" actId="123"/>
        <pc:sldMkLst>
          <pc:docMk/>
          <pc:sldMk cId="700989575" sldId="393"/>
        </pc:sldMkLst>
        <pc:spChg chg="add mod">
          <ac:chgData name="Thảo Đinh" userId="086b62977afe5603" providerId="LiveId" clId="{602ACB1A-B55A-4020-B776-5D92E6D4D813}" dt="2023-06-22T05:01:30.474" v="1627" actId="20577"/>
          <ac:spMkLst>
            <pc:docMk/>
            <pc:sldMk cId="700989575" sldId="393"/>
            <ac:spMk id="2" creationId="{E18DE417-8C66-0230-8709-8491BED75B7A}"/>
          </ac:spMkLst>
        </pc:spChg>
        <pc:spChg chg="del mod">
          <ac:chgData name="Thảo Đinh" userId="086b62977afe5603" providerId="LiveId" clId="{602ACB1A-B55A-4020-B776-5D92E6D4D813}" dt="2023-06-22T05:01:15.801" v="1602" actId="478"/>
          <ac:spMkLst>
            <pc:docMk/>
            <pc:sldMk cId="700989575" sldId="393"/>
            <ac:spMk id="3" creationId="{83308621-0CA5-2426-A05F-A8A090595A4C}"/>
          </ac:spMkLst>
        </pc:spChg>
        <pc:spChg chg="add mod">
          <ac:chgData name="Thảo Đinh" userId="086b62977afe5603" providerId="LiveId" clId="{602ACB1A-B55A-4020-B776-5D92E6D4D813}" dt="2023-06-22T07:49:48.490" v="2360" actId="123"/>
          <ac:spMkLst>
            <pc:docMk/>
            <pc:sldMk cId="700989575" sldId="393"/>
            <ac:spMk id="4" creationId="{E33D1941-3D19-E73B-B2AB-771DDC574D51}"/>
          </ac:spMkLst>
        </pc:spChg>
        <pc:picChg chg="del">
          <ac:chgData name="Thảo Đinh" userId="086b62977afe5603" providerId="LiveId" clId="{602ACB1A-B55A-4020-B776-5D92E6D4D813}" dt="2023-06-22T04:58:29.822" v="1563" actId="21"/>
          <ac:picMkLst>
            <pc:docMk/>
            <pc:sldMk cId="700989575" sldId="393"/>
            <ac:picMk id="6" creationId="{6F9BB8C7-36BB-F339-8AC6-8B9F63D2844B}"/>
          </ac:picMkLst>
        </pc:picChg>
      </pc:sldChg>
      <pc:sldChg chg="modSp mod modTransition">
        <pc:chgData name="Thảo Đinh" userId="086b62977afe5603" providerId="LiveId" clId="{602ACB1A-B55A-4020-B776-5D92E6D4D813}" dt="2023-06-22T07:36:47.880" v="2326" actId="14100"/>
        <pc:sldMkLst>
          <pc:docMk/>
          <pc:sldMk cId="3575828828" sldId="395"/>
        </pc:sldMkLst>
        <pc:spChg chg="mod">
          <ac:chgData name="Thảo Đinh" userId="086b62977afe5603" providerId="LiveId" clId="{602ACB1A-B55A-4020-B776-5D92E6D4D813}" dt="2023-06-22T04:34:53.321" v="1353" actId="404"/>
          <ac:spMkLst>
            <pc:docMk/>
            <pc:sldMk cId="3575828828" sldId="395"/>
            <ac:spMk id="3" creationId="{44DEC22E-DBC5-46E4-9F83-6976107DD02F}"/>
          </ac:spMkLst>
        </pc:spChg>
        <pc:picChg chg="mod">
          <ac:chgData name="Thảo Đinh" userId="086b62977afe5603" providerId="LiveId" clId="{602ACB1A-B55A-4020-B776-5D92E6D4D813}" dt="2023-06-22T07:36:47.880" v="2326" actId="14100"/>
          <ac:picMkLst>
            <pc:docMk/>
            <pc:sldMk cId="3575828828" sldId="395"/>
            <ac:picMk id="2" creationId="{00000000-0000-0000-0000-000000000000}"/>
          </ac:picMkLst>
        </pc:picChg>
      </pc:sldChg>
      <pc:sldChg chg="addSp delSp new del">
        <pc:chgData name="Thảo Đinh" userId="086b62977afe5603" providerId="LiveId" clId="{602ACB1A-B55A-4020-B776-5D92E6D4D813}" dt="2023-06-21T03:36:39.329" v="6" actId="47"/>
        <pc:sldMkLst>
          <pc:docMk/>
          <pc:sldMk cId="1024246281" sldId="396"/>
        </pc:sldMkLst>
        <pc:picChg chg="add del">
          <ac:chgData name="Thảo Đinh" userId="086b62977afe5603" providerId="LiveId" clId="{602ACB1A-B55A-4020-B776-5D92E6D4D813}" dt="2023-06-21T03:36:25.372" v="4"/>
          <ac:picMkLst>
            <pc:docMk/>
            <pc:sldMk cId="1024246281" sldId="396"/>
            <ac:picMk id="5" creationId="{4D0783E1-D23A-9FCF-089C-9191CC4CDA7B}"/>
          </ac:picMkLst>
        </pc:picChg>
      </pc:sldChg>
      <pc:sldChg chg="modSp mod modAnim">
        <pc:chgData name="Thảo Đinh" userId="086b62977afe5603" providerId="LiveId" clId="{602ACB1A-B55A-4020-B776-5D92E6D4D813}" dt="2023-06-22T07:32:50.908" v="2308" actId="20577"/>
        <pc:sldMkLst>
          <pc:docMk/>
          <pc:sldMk cId="3303491547" sldId="1183"/>
        </pc:sldMkLst>
        <pc:spChg chg="mod">
          <ac:chgData name="Thảo Đinh" userId="086b62977afe5603" providerId="LiveId" clId="{602ACB1A-B55A-4020-B776-5D92E6D4D813}" dt="2023-06-22T07:32:50.908" v="2308" actId="20577"/>
          <ac:spMkLst>
            <pc:docMk/>
            <pc:sldMk cId="3303491547" sldId="1183"/>
            <ac:spMk id="187395" creationId="{F4A36780-1E32-9744-9BEE-9B4381489CAD}"/>
          </ac:spMkLst>
        </pc:spChg>
      </pc:sldChg>
      <pc:sldChg chg="modSp modTransition">
        <pc:chgData name="Thảo Đinh" userId="086b62977afe5603" providerId="LiveId" clId="{602ACB1A-B55A-4020-B776-5D92E6D4D813}" dt="2023-06-22T07:46:35.638" v="2349" actId="122"/>
        <pc:sldMkLst>
          <pc:docMk/>
          <pc:sldMk cId="145948803" sldId="1207"/>
        </pc:sldMkLst>
        <pc:spChg chg="mod">
          <ac:chgData name="Thảo Đinh" userId="086b62977afe5603" providerId="LiveId" clId="{602ACB1A-B55A-4020-B776-5D92E6D4D813}" dt="2023-06-22T07:46:35.638" v="2349" actId="122"/>
          <ac:spMkLst>
            <pc:docMk/>
            <pc:sldMk cId="145948803" sldId="1207"/>
            <ac:spMk id="9" creationId="{DE8DF44C-2E6F-6B46-963E-57ED7E9DF020}"/>
          </ac:spMkLst>
        </pc:spChg>
      </pc:sldChg>
      <pc:sldChg chg="modSp mod modTransition modAnim">
        <pc:chgData name="Thảo Đinh" userId="086b62977afe5603" providerId="LiveId" clId="{602ACB1A-B55A-4020-B776-5D92E6D4D813}" dt="2023-06-22T07:46:56.474" v="2357" actId="14100"/>
        <pc:sldMkLst>
          <pc:docMk/>
          <pc:sldMk cId="3577471485" sldId="1526"/>
        </pc:sldMkLst>
        <pc:spChg chg="mod">
          <ac:chgData name="Thảo Đinh" userId="086b62977afe5603" providerId="LiveId" clId="{602ACB1A-B55A-4020-B776-5D92E6D4D813}" dt="2023-06-22T07:46:56.474" v="2357" actId="14100"/>
          <ac:spMkLst>
            <pc:docMk/>
            <pc:sldMk cId="3577471485" sldId="1526"/>
            <ac:spMk id="5" creationId="{5ECA1824-17BB-4C27-BC42-BA75ED525743}"/>
          </ac:spMkLst>
        </pc:spChg>
        <pc:spChg chg="mod">
          <ac:chgData name="Thảo Đinh" userId="086b62977afe5603" providerId="LiveId" clId="{602ACB1A-B55A-4020-B776-5D92E6D4D813}" dt="2023-06-22T04:58:06.683" v="1559" actId="20577"/>
          <ac:spMkLst>
            <pc:docMk/>
            <pc:sldMk cId="3577471485" sldId="1526"/>
            <ac:spMk id="19459" creationId="{4B40B04A-F7D3-C54E-A778-7CD9837CFA88}"/>
          </ac:spMkLst>
        </pc:spChg>
      </pc:sldChg>
      <pc:sldChg chg="delSp modSp add del mod delAnim modAnim modNotes">
        <pc:chgData name="Thảo Đinh" userId="086b62977afe5603" providerId="LiveId" clId="{602ACB1A-B55A-4020-B776-5D92E6D4D813}" dt="2023-06-22T02:23:53.705" v="37" actId="47"/>
        <pc:sldMkLst>
          <pc:docMk/>
          <pc:sldMk cId="2473485357" sldId="1762"/>
        </pc:sldMkLst>
        <pc:spChg chg="mod">
          <ac:chgData name="Thảo Đinh" userId="086b62977afe5603" providerId="LiveId" clId="{602ACB1A-B55A-4020-B776-5D92E6D4D813}" dt="2023-06-21T03:36:28.918" v="5"/>
          <ac:spMkLst>
            <pc:docMk/>
            <pc:sldMk cId="2473485357" sldId="1762"/>
            <ac:spMk id="2" creationId="{528952F0-6807-6EFE-9703-A40C48465F15}"/>
          </ac:spMkLst>
        </pc:spChg>
        <pc:spChg chg="mod">
          <ac:chgData name="Thảo Đinh" userId="086b62977afe5603" providerId="LiveId" clId="{602ACB1A-B55A-4020-B776-5D92E6D4D813}" dt="2023-06-21T03:36:28.918" v="5"/>
          <ac:spMkLst>
            <pc:docMk/>
            <pc:sldMk cId="2473485357" sldId="1762"/>
            <ac:spMk id="82953" creationId="{9DBE2163-659F-2EDC-24F2-CFD53E06E106}"/>
          </ac:spMkLst>
        </pc:spChg>
        <pc:spChg chg="del">
          <ac:chgData name="Thảo Đinh" userId="086b62977afe5603" providerId="LiveId" clId="{602ACB1A-B55A-4020-B776-5D92E6D4D813}" dt="2023-06-22T02:22:37.560" v="29" actId="21"/>
          <ac:spMkLst>
            <pc:docMk/>
            <pc:sldMk cId="2473485357" sldId="1762"/>
            <ac:spMk id="137220" creationId="{64FAE29E-3560-DFF8-462E-AAA8D4A1416A}"/>
          </ac:spMkLst>
        </pc:spChg>
        <pc:spChg chg="del">
          <ac:chgData name="Thảo Đinh" userId="086b62977afe5603" providerId="LiveId" clId="{602ACB1A-B55A-4020-B776-5D92E6D4D813}" dt="2023-06-22T02:22:15.040" v="22" actId="21"/>
          <ac:spMkLst>
            <pc:docMk/>
            <pc:sldMk cId="2473485357" sldId="1762"/>
            <ac:spMk id="137222" creationId="{6A71CAA1-D0E3-E8AF-A8E5-A8503ECD04DB}"/>
          </ac:spMkLst>
        </pc:spChg>
        <pc:picChg chg="del mod">
          <ac:chgData name="Thảo Đinh" userId="086b62977afe5603" providerId="LiveId" clId="{602ACB1A-B55A-4020-B776-5D92E6D4D813}" dt="2023-06-22T02:23:19.637" v="31" actId="21"/>
          <ac:picMkLst>
            <pc:docMk/>
            <pc:sldMk cId="2473485357" sldId="1762"/>
            <ac:picMk id="82949" creationId="{7F6D498D-C570-92DE-7588-411398E84030}"/>
          </ac:picMkLst>
        </pc:picChg>
        <pc:picChg chg="del">
          <ac:chgData name="Thảo Đinh" userId="086b62977afe5603" providerId="LiveId" clId="{602ACB1A-B55A-4020-B776-5D92E6D4D813}" dt="2023-06-22T02:23:29.251" v="34" actId="21"/>
          <ac:picMkLst>
            <pc:docMk/>
            <pc:sldMk cId="2473485357" sldId="1762"/>
            <ac:picMk id="82950" creationId="{96F3A8C8-0B21-7C19-9318-C0CF3E48DC76}"/>
          </ac:picMkLst>
        </pc:picChg>
      </pc:sldChg>
      <pc:sldChg chg="addSp delSp modSp add mod modTransition setBg chgLayout">
        <pc:chgData name="Thảo Đinh" userId="086b62977afe5603" providerId="LiveId" clId="{602ACB1A-B55A-4020-B776-5D92E6D4D813}" dt="2023-06-22T04:29:20.287" v="1274" actId="1076"/>
        <pc:sldMkLst>
          <pc:docMk/>
          <pc:sldMk cId="3541796002" sldId="1763"/>
        </pc:sldMkLst>
        <pc:spChg chg="add del mod">
          <ac:chgData name="Thảo Đinh" userId="086b62977afe5603" providerId="LiveId" clId="{602ACB1A-B55A-4020-B776-5D92E6D4D813}" dt="2023-06-22T02:28:43.180" v="80" actId="478"/>
          <ac:spMkLst>
            <pc:docMk/>
            <pc:sldMk cId="3541796002" sldId="1763"/>
            <ac:spMk id="3" creationId="{6D9B2F14-28E6-AC3A-CA6E-5EC0B1C13863}"/>
          </ac:spMkLst>
        </pc:spChg>
        <pc:spChg chg="add del mod">
          <ac:chgData name="Thảo Đinh" userId="086b62977afe5603" providerId="LiveId" clId="{602ACB1A-B55A-4020-B776-5D92E6D4D813}" dt="2023-06-22T04:28:57.937" v="1271" actId="6264"/>
          <ac:spMkLst>
            <pc:docMk/>
            <pc:sldMk cId="3541796002" sldId="1763"/>
            <ac:spMk id="4" creationId="{4034E9B9-E159-52EC-0C7B-74C9D3CE0764}"/>
          </ac:spMkLst>
        </pc:spChg>
        <pc:spChg chg="add del mod ord">
          <ac:chgData name="Thảo Đinh" userId="086b62977afe5603" providerId="LiveId" clId="{602ACB1A-B55A-4020-B776-5D92E6D4D813}" dt="2023-06-22T04:28:57.937" v="1271" actId="6264"/>
          <ac:spMkLst>
            <pc:docMk/>
            <pc:sldMk cId="3541796002" sldId="1763"/>
            <ac:spMk id="5" creationId="{31B23D5F-106D-134E-12C8-15ED5B8FB23D}"/>
          </ac:spMkLst>
        </pc:spChg>
        <pc:spChg chg="del mod">
          <ac:chgData name="Thảo Đinh" userId="086b62977afe5603" providerId="LiveId" clId="{602ACB1A-B55A-4020-B776-5D92E6D4D813}" dt="2023-06-22T02:24:13.482" v="40" actId="478"/>
          <ac:spMkLst>
            <pc:docMk/>
            <pc:sldMk cId="3541796002" sldId="1763"/>
            <ac:spMk id="977" creationId="{00000000-0000-0000-0000-000000000000}"/>
          </ac:spMkLst>
        </pc:spChg>
        <pc:spChg chg="mod ord">
          <ac:chgData name="Thảo Đinh" userId="086b62977afe5603" providerId="LiveId" clId="{602ACB1A-B55A-4020-B776-5D92E6D4D813}" dt="2023-06-22T04:29:20.287" v="1274" actId="1076"/>
          <ac:spMkLst>
            <pc:docMk/>
            <pc:sldMk cId="3541796002" sldId="1763"/>
            <ac:spMk id="978" creationId="{00000000-0000-0000-0000-000000000000}"/>
          </ac:spMkLst>
        </pc:spChg>
        <pc:grpChg chg="del mod">
          <ac:chgData name="Thảo Đinh" userId="086b62977afe5603" providerId="LiveId" clId="{602ACB1A-B55A-4020-B776-5D92E6D4D813}" dt="2023-06-22T02:26:54.905" v="62" actId="478"/>
          <ac:grpSpMkLst>
            <pc:docMk/>
            <pc:sldMk cId="3541796002" sldId="1763"/>
            <ac:grpSpMk id="979" creationId="{00000000-0000-0000-0000-000000000000}"/>
          </ac:grpSpMkLst>
        </pc:grpChg>
        <pc:picChg chg="add del mod">
          <ac:chgData name="Thảo Đinh" userId="086b62977afe5603" providerId="LiveId" clId="{602ACB1A-B55A-4020-B776-5D92E6D4D813}" dt="2023-06-22T04:25:59.035" v="1259" actId="478"/>
          <ac:picMkLst>
            <pc:docMk/>
            <pc:sldMk cId="3541796002" sldId="1763"/>
            <ac:picMk id="2" creationId="{EB7B0FA4-ECF5-29EC-C5F5-690384C584F8}"/>
          </ac:picMkLst>
        </pc:picChg>
      </pc:sldChg>
      <pc:sldChg chg="modSp add mod ord">
        <pc:chgData name="Thảo Đinh" userId="086b62977afe5603" providerId="LiveId" clId="{602ACB1A-B55A-4020-B776-5D92E6D4D813}" dt="2023-06-22T03:50:36.620" v="986" actId="20577"/>
        <pc:sldMkLst>
          <pc:docMk/>
          <pc:sldMk cId="1490738446" sldId="1764"/>
        </pc:sldMkLst>
        <pc:spChg chg="mod">
          <ac:chgData name="Thảo Đinh" userId="086b62977afe5603" providerId="LiveId" clId="{602ACB1A-B55A-4020-B776-5D92E6D4D813}" dt="2023-06-22T03:50:36.620" v="986" actId="20577"/>
          <ac:spMkLst>
            <pc:docMk/>
            <pc:sldMk cId="1490738446" sldId="1764"/>
            <ac:spMk id="1293" creationId="{00000000-0000-0000-0000-000000000000}"/>
          </ac:spMkLst>
        </pc:spChg>
        <pc:spChg chg="mod">
          <ac:chgData name="Thảo Đinh" userId="086b62977afe5603" providerId="LiveId" clId="{602ACB1A-B55A-4020-B776-5D92E6D4D813}" dt="2023-06-22T03:49:05.178" v="966" actId="20577"/>
          <ac:spMkLst>
            <pc:docMk/>
            <pc:sldMk cId="1490738446" sldId="1764"/>
            <ac:spMk id="1294" creationId="{00000000-0000-0000-0000-000000000000}"/>
          </ac:spMkLst>
        </pc:spChg>
        <pc:grpChg chg="mod">
          <ac:chgData name="Thảo Đinh" userId="086b62977afe5603" providerId="LiveId" clId="{602ACB1A-B55A-4020-B776-5D92E6D4D813}" dt="2023-06-22T03:50:17.283" v="985" actId="1076"/>
          <ac:grpSpMkLst>
            <pc:docMk/>
            <pc:sldMk cId="1490738446" sldId="1764"/>
            <ac:grpSpMk id="1296" creationId="{00000000-0000-0000-0000-000000000000}"/>
          </ac:grpSpMkLst>
        </pc:grpChg>
        <pc:grpChg chg="mod">
          <ac:chgData name="Thảo Đinh" userId="086b62977afe5603" providerId="LiveId" clId="{602ACB1A-B55A-4020-B776-5D92E6D4D813}" dt="2023-06-22T03:49:45.638" v="979" actId="1076"/>
          <ac:grpSpMkLst>
            <pc:docMk/>
            <pc:sldMk cId="1490738446" sldId="1764"/>
            <ac:grpSpMk id="1383" creationId="{00000000-0000-0000-0000-000000000000}"/>
          </ac:grpSpMkLst>
        </pc:grpChg>
      </pc:sldChg>
      <pc:sldChg chg="modSp add mod ord modAnim">
        <pc:chgData name="Thảo Đinh" userId="086b62977afe5603" providerId="LiveId" clId="{602ACB1A-B55A-4020-B776-5D92E6D4D813}" dt="2023-06-22T03:56:08.235" v="1048"/>
        <pc:sldMkLst>
          <pc:docMk/>
          <pc:sldMk cId="2607842211" sldId="1765"/>
        </pc:sldMkLst>
        <pc:spChg chg="mod">
          <ac:chgData name="Thảo Đinh" userId="086b62977afe5603" providerId="LiveId" clId="{602ACB1A-B55A-4020-B776-5D92E6D4D813}" dt="2023-06-22T03:54:34.327" v="1034"/>
          <ac:spMkLst>
            <pc:docMk/>
            <pc:sldMk cId="2607842211" sldId="1765"/>
            <ac:spMk id="2" creationId="{668D3343-4041-E47B-11C1-C33863874517}"/>
          </ac:spMkLst>
        </pc:spChg>
        <pc:spChg chg="mod">
          <ac:chgData name="Thảo Đinh" userId="086b62977afe5603" providerId="LiveId" clId="{602ACB1A-B55A-4020-B776-5D92E6D4D813}" dt="2023-06-22T03:55:38.909" v="1045" actId="20577"/>
          <ac:spMkLst>
            <pc:docMk/>
            <pc:sldMk cId="2607842211" sldId="1765"/>
            <ac:spMk id="3" creationId="{C0737B68-5A9E-9E00-B743-96ACE95D6983}"/>
          </ac:spMkLst>
        </pc:spChg>
      </pc:sldChg>
      <pc:sldChg chg="modSp add mod ord modAnim">
        <pc:chgData name="Thảo Đinh" userId="086b62977afe5603" providerId="LiveId" clId="{602ACB1A-B55A-4020-B776-5D92E6D4D813}" dt="2023-06-22T03:57:56.600" v="1084" actId="20577"/>
        <pc:sldMkLst>
          <pc:docMk/>
          <pc:sldMk cId="1168119750" sldId="1766"/>
        </pc:sldMkLst>
        <pc:spChg chg="mod">
          <ac:chgData name="Thảo Đinh" userId="086b62977afe5603" providerId="LiveId" clId="{602ACB1A-B55A-4020-B776-5D92E6D4D813}" dt="2023-06-22T03:57:27.384" v="1078"/>
          <ac:spMkLst>
            <pc:docMk/>
            <pc:sldMk cId="1168119750" sldId="1766"/>
            <ac:spMk id="2" creationId="{668D3343-4041-E47B-11C1-C33863874517}"/>
          </ac:spMkLst>
        </pc:spChg>
        <pc:spChg chg="mod">
          <ac:chgData name="Thảo Đinh" userId="086b62977afe5603" providerId="LiveId" clId="{602ACB1A-B55A-4020-B776-5D92E6D4D813}" dt="2023-06-22T03:57:56.600" v="1084" actId="20577"/>
          <ac:spMkLst>
            <pc:docMk/>
            <pc:sldMk cId="1168119750" sldId="1766"/>
            <ac:spMk id="3" creationId="{C0737B68-5A9E-9E00-B743-96ACE95D6983}"/>
          </ac:spMkLst>
        </pc:spChg>
      </pc:sldChg>
      <pc:sldChg chg="addSp delSp modSp add mod ord modAnim">
        <pc:chgData name="Thảo Đinh" userId="086b62977afe5603" providerId="LiveId" clId="{602ACB1A-B55A-4020-B776-5D92E6D4D813}" dt="2023-06-22T05:13:58.789" v="1725"/>
        <pc:sldMkLst>
          <pc:docMk/>
          <pc:sldMk cId="520923963" sldId="1767"/>
        </pc:sldMkLst>
        <pc:spChg chg="add del mod">
          <ac:chgData name="Thảo Đinh" userId="086b62977afe5603" providerId="LiveId" clId="{602ACB1A-B55A-4020-B776-5D92E6D4D813}" dt="2023-06-22T04:04:37.184" v="1091"/>
          <ac:spMkLst>
            <pc:docMk/>
            <pc:sldMk cId="520923963" sldId="1767"/>
            <ac:spMk id="4" creationId="{F76EB5E3-0260-D9B5-EA08-724D6132C9BB}"/>
          </ac:spMkLst>
        </pc:spChg>
        <pc:spChg chg="add mod">
          <ac:chgData name="Thảo Đinh" userId="086b62977afe5603" providerId="LiveId" clId="{602ACB1A-B55A-4020-B776-5D92E6D4D813}" dt="2023-06-22T04:06:07.711" v="1140" actId="123"/>
          <ac:spMkLst>
            <pc:docMk/>
            <pc:sldMk cId="520923963" sldId="1767"/>
            <ac:spMk id="5" creationId="{5412F429-DC4E-1813-2A13-F99484D85CDF}"/>
          </ac:spMkLst>
        </pc:spChg>
        <pc:picChg chg="del">
          <ac:chgData name="Thảo Đinh" userId="086b62977afe5603" providerId="LiveId" clId="{602ACB1A-B55A-4020-B776-5D92E6D4D813}" dt="2023-06-22T04:04:30.555" v="1088" actId="478"/>
          <ac:picMkLst>
            <pc:docMk/>
            <pc:sldMk cId="520923963" sldId="1767"/>
            <ac:picMk id="8" creationId="{AB8C5BA0-BA48-F553-1CA9-68BA81F58CA8}"/>
          </ac:picMkLst>
        </pc:picChg>
      </pc:sldChg>
      <pc:sldChg chg="modSp add mod ord modAnim">
        <pc:chgData name="Thảo Đinh" userId="086b62977afe5603" providerId="LiveId" clId="{602ACB1A-B55A-4020-B776-5D92E6D4D813}" dt="2023-06-22T05:14:29.933" v="1727"/>
        <pc:sldMkLst>
          <pc:docMk/>
          <pc:sldMk cId="3270482248" sldId="1768"/>
        </pc:sldMkLst>
        <pc:spChg chg="mod">
          <ac:chgData name="Thảo Đinh" userId="086b62977afe5603" providerId="LiveId" clId="{602ACB1A-B55A-4020-B776-5D92E6D4D813}" dt="2023-06-22T04:13:54.060" v="1147"/>
          <ac:spMkLst>
            <pc:docMk/>
            <pc:sldMk cId="3270482248" sldId="1768"/>
            <ac:spMk id="2" creationId="{668D3343-4041-E47B-11C1-C33863874517}"/>
          </ac:spMkLst>
        </pc:spChg>
        <pc:spChg chg="mod">
          <ac:chgData name="Thảo Đinh" userId="086b62977afe5603" providerId="LiveId" clId="{602ACB1A-B55A-4020-B776-5D92E6D4D813}" dt="2023-06-22T04:14:40.672" v="1179"/>
          <ac:spMkLst>
            <pc:docMk/>
            <pc:sldMk cId="3270482248" sldId="1768"/>
            <ac:spMk id="3" creationId="{C0737B68-5A9E-9E00-B743-96ACE95D6983}"/>
          </ac:spMkLst>
        </pc:spChg>
      </pc:sldChg>
      <pc:sldChg chg="modSp add mod ord modAnim">
        <pc:chgData name="Thảo Đinh" userId="086b62977afe5603" providerId="LiveId" clId="{602ACB1A-B55A-4020-B776-5D92E6D4D813}" dt="2023-06-22T07:40:25.444" v="2339" actId="20577"/>
        <pc:sldMkLst>
          <pc:docMk/>
          <pc:sldMk cId="514617252" sldId="1769"/>
        </pc:sldMkLst>
        <pc:spChg chg="mod">
          <ac:chgData name="Thảo Đinh" userId="086b62977afe5603" providerId="LiveId" clId="{602ACB1A-B55A-4020-B776-5D92E6D4D813}" dt="2023-06-22T07:40:25.444" v="2339" actId="20577"/>
          <ac:spMkLst>
            <pc:docMk/>
            <pc:sldMk cId="514617252" sldId="1769"/>
            <ac:spMk id="5" creationId="{5412F429-DC4E-1813-2A13-F99484D85CDF}"/>
          </ac:spMkLst>
        </pc:spChg>
      </pc:sldChg>
      <pc:sldChg chg="modSp add mod ord modAnim">
        <pc:chgData name="Thảo Đinh" userId="086b62977afe5603" providerId="LiveId" clId="{602ACB1A-B55A-4020-B776-5D92E6D4D813}" dt="2023-06-22T05:14:46.974" v="1730"/>
        <pc:sldMkLst>
          <pc:docMk/>
          <pc:sldMk cId="2471858833" sldId="1770"/>
        </pc:sldMkLst>
        <pc:spChg chg="mod">
          <ac:chgData name="Thảo Đinh" userId="086b62977afe5603" providerId="LiveId" clId="{602ACB1A-B55A-4020-B776-5D92E6D4D813}" dt="2023-06-22T05:03:31.215" v="1688" actId="20577"/>
          <ac:spMkLst>
            <pc:docMk/>
            <pc:sldMk cId="2471858833" sldId="1770"/>
            <ac:spMk id="3" creationId="{70E87CE4-EAA9-BC3D-3C02-15FFA4A1F196}"/>
          </ac:spMkLst>
        </pc:spChg>
      </pc:sldChg>
      <pc:sldChg chg="modSp add mod ord modAnim">
        <pc:chgData name="Thảo Đinh" userId="086b62977afe5603" providerId="LiveId" clId="{602ACB1A-B55A-4020-B776-5D92E6D4D813}" dt="2023-06-22T07:41:13.839" v="2345" actId="20577"/>
        <pc:sldMkLst>
          <pc:docMk/>
          <pc:sldMk cId="2977013956" sldId="1771"/>
        </pc:sldMkLst>
        <pc:spChg chg="mod">
          <ac:chgData name="Thảo Đinh" userId="086b62977afe5603" providerId="LiveId" clId="{602ACB1A-B55A-4020-B776-5D92E6D4D813}" dt="2023-06-22T07:40:53.436" v="2344" actId="14100"/>
          <ac:spMkLst>
            <pc:docMk/>
            <pc:sldMk cId="2977013956" sldId="1771"/>
            <ac:spMk id="2" creationId="{668D3343-4041-E47B-11C1-C33863874517}"/>
          </ac:spMkLst>
        </pc:spChg>
        <pc:spChg chg="mod">
          <ac:chgData name="Thảo Đinh" userId="086b62977afe5603" providerId="LiveId" clId="{602ACB1A-B55A-4020-B776-5D92E6D4D813}" dt="2023-06-22T07:41:13.839" v="2345" actId="20577"/>
          <ac:spMkLst>
            <pc:docMk/>
            <pc:sldMk cId="2977013956" sldId="1771"/>
            <ac:spMk id="3" creationId="{C0737B68-5A9E-9E00-B743-96ACE95D6983}"/>
          </ac:spMkLst>
        </pc:spChg>
      </pc:sldChg>
      <pc:sldChg chg="addSp delSp modSp add mod ord modAnim">
        <pc:chgData name="Thảo Đinh" userId="086b62977afe5603" providerId="LiveId" clId="{602ACB1A-B55A-4020-B776-5D92E6D4D813}" dt="2023-06-22T05:15:06.823" v="1732"/>
        <pc:sldMkLst>
          <pc:docMk/>
          <pc:sldMk cId="305521189" sldId="1772"/>
        </pc:sldMkLst>
        <pc:spChg chg="del mod">
          <ac:chgData name="Thảo Đinh" userId="086b62977afe5603" providerId="LiveId" clId="{602ACB1A-B55A-4020-B776-5D92E6D4D813}" dt="2023-06-22T04:17:46.964" v="1223"/>
          <ac:spMkLst>
            <pc:docMk/>
            <pc:sldMk cId="305521189" sldId="1772"/>
            <ac:spMk id="5" creationId="{5412F429-DC4E-1813-2A13-F99484D85CDF}"/>
          </ac:spMkLst>
        </pc:spChg>
        <pc:picChg chg="add mod">
          <ac:chgData name="Thảo Đinh" userId="086b62977afe5603" providerId="LiveId" clId="{602ACB1A-B55A-4020-B776-5D92E6D4D813}" dt="2023-06-22T04:17:44.227" v="1221" actId="14100"/>
          <ac:picMkLst>
            <pc:docMk/>
            <pc:sldMk cId="305521189" sldId="1772"/>
            <ac:picMk id="4" creationId="{E7A96C54-66A9-78A6-DA7B-28CD5138790A}"/>
          </ac:picMkLst>
        </pc:picChg>
      </pc:sldChg>
      <pc:sldChg chg="modSp add mod ord modAnim">
        <pc:chgData name="Thảo Đinh" userId="086b62977afe5603" providerId="LiveId" clId="{602ACB1A-B55A-4020-B776-5D92E6D4D813}" dt="2023-06-22T05:15:11.933" v="1733"/>
        <pc:sldMkLst>
          <pc:docMk/>
          <pc:sldMk cId="3357880355" sldId="1773"/>
        </pc:sldMkLst>
        <pc:spChg chg="mod">
          <ac:chgData name="Thảo Đinh" userId="086b62977afe5603" providerId="LiveId" clId="{602ACB1A-B55A-4020-B776-5D92E6D4D813}" dt="2023-06-22T05:03:39.707" v="1700" actId="20577"/>
          <ac:spMkLst>
            <pc:docMk/>
            <pc:sldMk cId="3357880355" sldId="1773"/>
            <ac:spMk id="3" creationId="{70E87CE4-EAA9-BC3D-3C02-15FFA4A1F196}"/>
          </ac:spMkLst>
        </pc:spChg>
      </pc:sldChg>
      <pc:sldChg chg="add del ord">
        <pc:chgData name="Thảo Đinh" userId="086b62977afe5603" providerId="LiveId" clId="{602ACB1A-B55A-4020-B776-5D92E6D4D813}" dt="2023-06-22T04:50:23.977" v="1496" actId="47"/>
        <pc:sldMkLst>
          <pc:docMk/>
          <pc:sldMk cId="1808057332" sldId="1774"/>
        </pc:sldMkLst>
      </pc:sldChg>
      <pc:sldChg chg="addSp delSp modSp new mod modAnim">
        <pc:chgData name="Thảo Đinh" userId="086b62977afe5603" providerId="LiveId" clId="{602ACB1A-B55A-4020-B776-5D92E6D4D813}" dt="2023-06-22T07:17:43.511" v="1850" actId="1076"/>
        <pc:sldMkLst>
          <pc:docMk/>
          <pc:sldMk cId="2247268598" sldId="1775"/>
        </pc:sldMkLst>
        <pc:spChg chg="del">
          <ac:chgData name="Thảo Đinh" userId="086b62977afe5603" providerId="LiveId" clId="{602ACB1A-B55A-4020-B776-5D92E6D4D813}" dt="2023-06-22T04:50:38.644" v="1498" actId="478"/>
          <ac:spMkLst>
            <pc:docMk/>
            <pc:sldMk cId="2247268598" sldId="1775"/>
            <ac:spMk id="2" creationId="{F5D80B21-985C-08CE-6DDD-2BBB913A1E33}"/>
          </ac:spMkLst>
        </pc:spChg>
        <pc:spChg chg="del">
          <ac:chgData name="Thảo Đinh" userId="086b62977afe5603" providerId="LiveId" clId="{602ACB1A-B55A-4020-B776-5D92E6D4D813}" dt="2023-06-22T04:50:51.851" v="1499" actId="478"/>
          <ac:spMkLst>
            <pc:docMk/>
            <pc:sldMk cId="2247268598" sldId="1775"/>
            <ac:spMk id="3" creationId="{77A052BD-53CF-272F-7D51-8D45B65CC301}"/>
          </ac:spMkLst>
        </pc:spChg>
        <pc:spChg chg="del">
          <ac:chgData name="Thảo Đinh" userId="086b62977afe5603" providerId="LiveId" clId="{602ACB1A-B55A-4020-B776-5D92E6D4D813}" dt="2023-06-22T04:50:32.902" v="1497" actId="478"/>
          <ac:spMkLst>
            <pc:docMk/>
            <pc:sldMk cId="2247268598" sldId="1775"/>
            <ac:spMk id="4" creationId="{4D47BB01-209D-E447-4304-2F4920DB8295}"/>
          </ac:spMkLst>
        </pc:spChg>
        <pc:spChg chg="add mod">
          <ac:chgData name="Thảo Đinh" userId="086b62977afe5603" providerId="LiveId" clId="{602ACB1A-B55A-4020-B776-5D92E6D4D813}" dt="2023-06-22T04:56:14.578" v="1518" actId="20577"/>
          <ac:spMkLst>
            <pc:docMk/>
            <pc:sldMk cId="2247268598" sldId="1775"/>
            <ac:spMk id="5" creationId="{C044C4ED-F358-B03C-EF02-813B23D66CE9}"/>
          </ac:spMkLst>
        </pc:spChg>
        <pc:spChg chg="add mod">
          <ac:chgData name="Thảo Đinh" userId="086b62977afe5603" providerId="LiveId" clId="{602ACB1A-B55A-4020-B776-5D92E6D4D813}" dt="2023-06-22T07:17:43.511" v="1850" actId="1076"/>
          <ac:spMkLst>
            <pc:docMk/>
            <pc:sldMk cId="2247268598" sldId="1775"/>
            <ac:spMk id="7" creationId="{092A5F32-810E-FACA-7613-9250B1DDDDE4}"/>
          </ac:spMkLst>
        </pc:spChg>
        <pc:spChg chg="add mod">
          <ac:chgData name="Thảo Đinh" userId="086b62977afe5603" providerId="LiveId" clId="{602ACB1A-B55A-4020-B776-5D92E6D4D813}" dt="2023-06-22T07:15:49.129" v="1767" actId="14100"/>
          <ac:spMkLst>
            <pc:docMk/>
            <pc:sldMk cId="2247268598" sldId="1775"/>
            <ac:spMk id="8" creationId="{7A9D6AD2-857F-9FC5-9359-490673174BCE}"/>
          </ac:spMkLst>
        </pc:spChg>
        <pc:spChg chg="add mod">
          <ac:chgData name="Thảo Đinh" userId="086b62977afe5603" providerId="LiveId" clId="{602ACB1A-B55A-4020-B776-5D92E6D4D813}" dt="2023-06-22T07:17:15.323" v="1829" actId="14100"/>
          <ac:spMkLst>
            <pc:docMk/>
            <pc:sldMk cId="2247268598" sldId="1775"/>
            <ac:spMk id="9" creationId="{9F0F0621-459D-3D7F-36AB-B9B0E87F565C}"/>
          </ac:spMkLst>
        </pc:spChg>
        <pc:spChg chg="add mod">
          <ac:chgData name="Thảo Đinh" userId="086b62977afe5603" providerId="LiveId" clId="{602ACB1A-B55A-4020-B776-5D92E6D4D813}" dt="2023-06-22T07:16:38.093" v="1793" actId="1076"/>
          <ac:spMkLst>
            <pc:docMk/>
            <pc:sldMk cId="2247268598" sldId="1775"/>
            <ac:spMk id="10" creationId="{E0928AAA-12DF-535B-6000-3405C04B9BE3}"/>
          </ac:spMkLst>
        </pc:spChg>
        <pc:spChg chg="add mod">
          <ac:chgData name="Thảo Đinh" userId="086b62977afe5603" providerId="LiveId" clId="{602ACB1A-B55A-4020-B776-5D92E6D4D813}" dt="2023-06-22T07:17:21.988" v="1830" actId="14100"/>
          <ac:spMkLst>
            <pc:docMk/>
            <pc:sldMk cId="2247268598" sldId="1775"/>
            <ac:spMk id="11" creationId="{26FC52D7-9324-0045-E0C4-6F360EE850D3}"/>
          </ac:spMkLst>
        </pc:spChg>
        <pc:picChg chg="add mod">
          <ac:chgData name="Thảo Đinh" userId="086b62977afe5603" providerId="LiveId" clId="{602ACB1A-B55A-4020-B776-5D92E6D4D813}" dt="2023-06-22T07:14:31.729" v="1742" actId="1076"/>
          <ac:picMkLst>
            <pc:docMk/>
            <pc:sldMk cId="2247268598" sldId="1775"/>
            <ac:picMk id="6" creationId="{4633F64F-A7C0-2D83-422B-848845127690}"/>
          </ac:picMkLst>
        </pc:picChg>
      </pc:sldChg>
      <pc:sldChg chg="addSp modSp add mod modAnim">
        <pc:chgData name="Thảo Đinh" userId="086b62977afe5603" providerId="LiveId" clId="{602ACB1A-B55A-4020-B776-5D92E6D4D813}" dt="2023-06-22T07:26:39.078" v="2060" actId="20577"/>
        <pc:sldMkLst>
          <pc:docMk/>
          <pc:sldMk cId="1443376159" sldId="1776"/>
        </pc:sldMkLst>
        <pc:spChg chg="add mod">
          <ac:chgData name="Thảo Đinh" userId="086b62977afe5603" providerId="LiveId" clId="{602ACB1A-B55A-4020-B776-5D92E6D4D813}" dt="2023-06-22T07:22:44.620" v="1945" actId="20577"/>
          <ac:spMkLst>
            <pc:docMk/>
            <pc:sldMk cId="1443376159" sldId="1776"/>
            <ac:spMk id="3" creationId="{10E7417A-1136-071C-FAE0-FE4862E374F0}"/>
          </ac:spMkLst>
        </pc:spChg>
        <pc:spChg chg="add mod">
          <ac:chgData name="Thảo Đinh" userId="086b62977afe5603" providerId="LiveId" clId="{602ACB1A-B55A-4020-B776-5D92E6D4D813}" dt="2023-06-22T07:23:18.480" v="1968" actId="14100"/>
          <ac:spMkLst>
            <pc:docMk/>
            <pc:sldMk cId="1443376159" sldId="1776"/>
            <ac:spMk id="4" creationId="{BF04D8E5-0E5D-B90D-DC3B-EAC0C9A3EBC7}"/>
          </ac:spMkLst>
        </pc:spChg>
        <pc:spChg chg="mod">
          <ac:chgData name="Thảo Đinh" userId="086b62977afe5603" providerId="LiveId" clId="{602ACB1A-B55A-4020-B776-5D92E6D4D813}" dt="2023-06-22T04:56:28.638" v="1534" actId="20577"/>
          <ac:spMkLst>
            <pc:docMk/>
            <pc:sldMk cId="1443376159" sldId="1776"/>
            <ac:spMk id="5" creationId="{C044C4ED-F358-B03C-EF02-813B23D66CE9}"/>
          </ac:spMkLst>
        </pc:spChg>
        <pc:spChg chg="add mod">
          <ac:chgData name="Thảo Đinh" userId="086b62977afe5603" providerId="LiveId" clId="{602ACB1A-B55A-4020-B776-5D92E6D4D813}" dt="2023-06-22T07:23:28.994" v="1976" actId="20577"/>
          <ac:spMkLst>
            <pc:docMk/>
            <pc:sldMk cId="1443376159" sldId="1776"/>
            <ac:spMk id="6" creationId="{DBF37870-B35C-B0D7-BD12-FF9017C59070}"/>
          </ac:spMkLst>
        </pc:spChg>
        <pc:spChg chg="add mod">
          <ac:chgData name="Thảo Đinh" userId="086b62977afe5603" providerId="LiveId" clId="{602ACB1A-B55A-4020-B776-5D92E6D4D813}" dt="2023-06-22T07:26:39.078" v="2060" actId="20577"/>
          <ac:spMkLst>
            <pc:docMk/>
            <pc:sldMk cId="1443376159" sldId="1776"/>
            <ac:spMk id="7" creationId="{0E3E90E1-C29C-5D55-A153-F47869685B3E}"/>
          </ac:spMkLst>
        </pc:spChg>
        <pc:spChg chg="add mod">
          <ac:chgData name="Thảo Đinh" userId="086b62977afe5603" providerId="LiveId" clId="{602ACB1A-B55A-4020-B776-5D92E6D4D813}" dt="2023-06-22T07:26:29.526" v="2045" actId="20577"/>
          <ac:spMkLst>
            <pc:docMk/>
            <pc:sldMk cId="1443376159" sldId="1776"/>
            <ac:spMk id="8" creationId="{96E65E06-8884-5EEE-D55A-230417A203AE}"/>
          </ac:spMkLst>
        </pc:spChg>
        <pc:spChg chg="add mod">
          <ac:chgData name="Thảo Đinh" userId="086b62977afe5603" providerId="LiveId" clId="{602ACB1A-B55A-4020-B776-5D92E6D4D813}" dt="2023-06-22T07:24:24.260" v="2004" actId="14100"/>
          <ac:spMkLst>
            <pc:docMk/>
            <pc:sldMk cId="1443376159" sldId="1776"/>
            <ac:spMk id="9" creationId="{F9765E43-1871-669B-764F-89E523F49A7D}"/>
          </ac:spMkLst>
        </pc:spChg>
        <pc:picChg chg="add mod">
          <ac:chgData name="Thảo Đinh" userId="086b62977afe5603" providerId="LiveId" clId="{602ACB1A-B55A-4020-B776-5D92E6D4D813}" dt="2023-06-22T07:21:50.428" v="1925" actId="1076"/>
          <ac:picMkLst>
            <pc:docMk/>
            <pc:sldMk cId="1443376159" sldId="1776"/>
            <ac:picMk id="2" creationId="{EB0733FC-DC0D-AB90-8C1A-645544EBCFC0}"/>
          </ac:picMkLst>
        </pc:picChg>
      </pc:sldChg>
      <pc:sldChg chg="new del">
        <pc:chgData name="Thảo Đinh" userId="086b62977afe5603" providerId="LiveId" clId="{602ACB1A-B55A-4020-B776-5D92E6D4D813}" dt="2023-06-22T04:50:59.910" v="1501" actId="47"/>
        <pc:sldMkLst>
          <pc:docMk/>
          <pc:sldMk cId="3396927217" sldId="1776"/>
        </pc:sldMkLst>
      </pc:sldChg>
      <pc:sldChg chg="new del">
        <pc:chgData name="Thảo Đinh" userId="086b62977afe5603" providerId="LiveId" clId="{602ACB1A-B55A-4020-B776-5D92E6D4D813}" dt="2023-06-22T04:51:00.665" v="1502" actId="47"/>
        <pc:sldMkLst>
          <pc:docMk/>
          <pc:sldMk cId="35035326" sldId="1777"/>
        </pc:sldMkLst>
      </pc:sldChg>
      <pc:sldChg chg="addSp modSp add mod modAnim">
        <pc:chgData name="Thảo Đinh" userId="086b62977afe5603" providerId="LiveId" clId="{602ACB1A-B55A-4020-B776-5D92E6D4D813}" dt="2023-06-22T07:20:23.215" v="1908" actId="1076"/>
        <pc:sldMkLst>
          <pc:docMk/>
          <pc:sldMk cId="950702389" sldId="1777"/>
        </pc:sldMkLst>
        <pc:spChg chg="add mod">
          <ac:chgData name="Thảo Đinh" userId="086b62977afe5603" providerId="LiveId" clId="{602ACB1A-B55A-4020-B776-5D92E6D4D813}" dt="2023-06-22T07:20:23.215" v="1908" actId="1076"/>
          <ac:spMkLst>
            <pc:docMk/>
            <pc:sldMk cId="950702389" sldId="1777"/>
            <ac:spMk id="3" creationId="{A73A0B48-77FE-654A-496C-A939AAA90FF5}"/>
          </ac:spMkLst>
        </pc:spChg>
        <pc:spChg chg="add mod">
          <ac:chgData name="Thảo Đinh" userId="086b62977afe5603" providerId="LiveId" clId="{602ACB1A-B55A-4020-B776-5D92E6D4D813}" dt="2023-06-22T07:20:07.278" v="1895" actId="14100"/>
          <ac:spMkLst>
            <pc:docMk/>
            <pc:sldMk cId="950702389" sldId="1777"/>
            <ac:spMk id="4" creationId="{AAE44B7B-1C60-AEA5-1CD5-E71346DD8021}"/>
          </ac:spMkLst>
        </pc:spChg>
        <pc:spChg chg="mod">
          <ac:chgData name="Thảo Đinh" userId="086b62977afe5603" providerId="LiveId" clId="{602ACB1A-B55A-4020-B776-5D92E6D4D813}" dt="2023-06-22T04:56:20.832" v="1526" actId="20577"/>
          <ac:spMkLst>
            <pc:docMk/>
            <pc:sldMk cId="950702389" sldId="1777"/>
            <ac:spMk id="5" creationId="{C044C4ED-F358-B03C-EF02-813B23D66CE9}"/>
          </ac:spMkLst>
        </pc:spChg>
        <pc:spChg chg="add mod">
          <ac:chgData name="Thảo Đinh" userId="086b62977afe5603" providerId="LiveId" clId="{602ACB1A-B55A-4020-B776-5D92E6D4D813}" dt="2023-06-22T07:19:28.937" v="1869" actId="14100"/>
          <ac:spMkLst>
            <pc:docMk/>
            <pc:sldMk cId="950702389" sldId="1777"/>
            <ac:spMk id="6" creationId="{14000890-CFFB-7C3F-3929-69616C9E7CB0}"/>
          </ac:spMkLst>
        </pc:spChg>
        <pc:spChg chg="add mod">
          <ac:chgData name="Thảo Đinh" userId="086b62977afe5603" providerId="LiveId" clId="{602ACB1A-B55A-4020-B776-5D92E6D4D813}" dt="2023-06-22T07:19:38.519" v="1878" actId="20577"/>
          <ac:spMkLst>
            <pc:docMk/>
            <pc:sldMk cId="950702389" sldId="1777"/>
            <ac:spMk id="7" creationId="{E54B2767-CC9B-E0A8-ABA4-631D523CE395}"/>
          </ac:spMkLst>
        </pc:spChg>
        <pc:spChg chg="add mod">
          <ac:chgData name="Thảo Đinh" userId="086b62977afe5603" providerId="LiveId" clId="{602ACB1A-B55A-4020-B776-5D92E6D4D813}" dt="2023-06-22T07:19:45.767" v="1886" actId="20577"/>
          <ac:spMkLst>
            <pc:docMk/>
            <pc:sldMk cId="950702389" sldId="1777"/>
            <ac:spMk id="8" creationId="{32317E50-767E-308C-0175-33945210169C}"/>
          </ac:spMkLst>
        </pc:spChg>
        <pc:picChg chg="add mod">
          <ac:chgData name="Thảo Đinh" userId="086b62977afe5603" providerId="LiveId" clId="{602ACB1A-B55A-4020-B776-5D92E6D4D813}" dt="2023-06-22T04:57:18.730" v="1553" actId="14100"/>
          <ac:picMkLst>
            <pc:docMk/>
            <pc:sldMk cId="950702389" sldId="1777"/>
            <ac:picMk id="2" creationId="{7DCBDEA2-1B98-787A-C9E6-A79E6E328770}"/>
          </ac:picMkLst>
        </pc:picChg>
      </pc:sldChg>
      <pc:sldChg chg="new del">
        <pc:chgData name="Thảo Đinh" userId="086b62977afe5603" providerId="LiveId" clId="{602ACB1A-B55A-4020-B776-5D92E6D4D813}" dt="2023-06-22T07:27:30.757" v="2062" actId="47"/>
        <pc:sldMkLst>
          <pc:docMk/>
          <pc:sldMk cId="1074121123" sldId="1778"/>
        </pc:sldMkLst>
      </pc:sldChg>
      <pc:sldChg chg="addSp modSp add del mod">
        <pc:chgData name="Thảo Đinh" userId="086b62977afe5603" providerId="LiveId" clId="{602ACB1A-B55A-4020-B776-5D92E6D4D813}" dt="2023-06-22T05:04:47.272" v="1706" actId="47"/>
        <pc:sldMkLst>
          <pc:docMk/>
          <pc:sldMk cId="3201329390" sldId="1778"/>
        </pc:sldMkLst>
        <pc:spChg chg="mod">
          <ac:chgData name="Thảo Đinh" userId="086b62977afe5603" providerId="LiveId" clId="{602ACB1A-B55A-4020-B776-5D92E6D4D813}" dt="2023-06-22T04:56:35.921" v="1542" actId="20577"/>
          <ac:spMkLst>
            <pc:docMk/>
            <pc:sldMk cId="3201329390" sldId="1778"/>
            <ac:spMk id="5" creationId="{C044C4ED-F358-B03C-EF02-813B23D66CE9}"/>
          </ac:spMkLst>
        </pc:spChg>
        <pc:picChg chg="add mod">
          <ac:chgData name="Thảo Đinh" userId="086b62977afe5603" providerId="LiveId" clId="{602ACB1A-B55A-4020-B776-5D92E6D4D813}" dt="2023-06-22T04:59:15.583" v="1566" actId="14100"/>
          <ac:picMkLst>
            <pc:docMk/>
            <pc:sldMk cId="3201329390" sldId="1778"/>
            <ac:picMk id="2" creationId="{0624D6F4-F0EF-196A-A0D0-AE6A29999477}"/>
          </ac:picMkLst>
        </pc:picChg>
      </pc:sldChg>
      <pc:sldMasterChg chg="modTransition delSldLayout modSldLayout">
        <pc:chgData name="Thảo Đinh" userId="086b62977afe5603" providerId="LiveId" clId="{602ACB1A-B55A-4020-B776-5D92E6D4D813}" dt="2023-06-22T04:58:24.373" v="1562" actId="47"/>
        <pc:sldMasterMkLst>
          <pc:docMk/>
          <pc:sldMasterMk cId="0" sldId="2147483682"/>
        </pc:sldMasterMkLst>
        <pc:sldLayoutChg chg="modTransition">
          <pc:chgData name="Thảo Đinh" userId="086b62977afe5603" providerId="LiveId" clId="{602ACB1A-B55A-4020-B776-5D92E6D4D813}" dt="2023-06-22T03:10:17.546" v="483"/>
          <pc:sldLayoutMkLst>
            <pc:docMk/>
            <pc:sldMasterMk cId="0" sldId="2147483682"/>
            <pc:sldLayoutMk cId="0" sldId="2147483648"/>
          </pc:sldLayoutMkLst>
        </pc:sldLayoutChg>
        <pc:sldLayoutChg chg="modTransition">
          <pc:chgData name="Thảo Đinh" userId="086b62977afe5603" providerId="LiveId" clId="{602ACB1A-B55A-4020-B776-5D92E6D4D813}" dt="2023-06-22T03:10:17.546" v="483"/>
          <pc:sldLayoutMkLst>
            <pc:docMk/>
            <pc:sldMasterMk cId="0" sldId="2147483682"/>
            <pc:sldLayoutMk cId="0" sldId="2147483649"/>
          </pc:sldLayoutMkLst>
        </pc:sldLayoutChg>
        <pc:sldLayoutChg chg="del">
          <pc:chgData name="Thảo Đinh" userId="086b62977afe5603" providerId="LiveId" clId="{602ACB1A-B55A-4020-B776-5D92E6D4D813}" dt="2023-06-22T02:23:53.705" v="37" actId="47"/>
          <pc:sldLayoutMkLst>
            <pc:docMk/>
            <pc:sldMasterMk cId="0" sldId="2147483682"/>
            <pc:sldLayoutMk cId="0" sldId="2147483658"/>
          </pc:sldLayoutMkLst>
        </pc:sldLayoutChg>
        <pc:sldLayoutChg chg="modTransition">
          <pc:chgData name="Thảo Đinh" userId="086b62977afe5603" providerId="LiveId" clId="{602ACB1A-B55A-4020-B776-5D92E6D4D813}" dt="2023-06-22T03:10:17.546" v="483"/>
          <pc:sldLayoutMkLst>
            <pc:docMk/>
            <pc:sldMasterMk cId="0" sldId="2147483682"/>
            <pc:sldLayoutMk cId="0" sldId="2147483676"/>
          </pc:sldLayoutMkLst>
        </pc:sldLayoutChg>
        <pc:sldLayoutChg chg="del modTransition">
          <pc:chgData name="Thảo Đinh" userId="086b62977afe5603" providerId="LiveId" clId="{602ACB1A-B55A-4020-B776-5D92E6D4D813}" dt="2023-06-22T04:58:19.334" v="1560" actId="47"/>
          <pc:sldLayoutMkLst>
            <pc:docMk/>
            <pc:sldMasterMk cId="0" sldId="2147483682"/>
            <pc:sldLayoutMk cId="2125830655" sldId="2147483683"/>
          </pc:sldLayoutMkLst>
        </pc:sldLayoutChg>
        <pc:sldLayoutChg chg="del modTransition">
          <pc:chgData name="Thảo Đinh" userId="086b62977afe5603" providerId="LiveId" clId="{602ACB1A-B55A-4020-B776-5D92E6D4D813}" dt="2023-06-22T04:58:23.018" v="1561" actId="47"/>
          <pc:sldLayoutMkLst>
            <pc:docMk/>
            <pc:sldMasterMk cId="0" sldId="2147483682"/>
            <pc:sldLayoutMk cId="2252061784" sldId="2147483684"/>
          </pc:sldLayoutMkLst>
        </pc:sldLayoutChg>
        <pc:sldLayoutChg chg="del modTransition">
          <pc:chgData name="Thảo Đinh" userId="086b62977afe5603" providerId="LiveId" clId="{602ACB1A-B55A-4020-B776-5D92E6D4D813}" dt="2023-06-22T04:58:24.373" v="1562" actId="47"/>
          <pc:sldLayoutMkLst>
            <pc:docMk/>
            <pc:sldMasterMk cId="0" sldId="2147483682"/>
            <pc:sldLayoutMk cId="3519840184" sldId="2147483685"/>
          </pc:sldLayoutMkLst>
        </pc:sldLayoutChg>
        <pc:sldLayoutChg chg="modTransition">
          <pc:chgData name="Thảo Đinh" userId="086b62977afe5603" providerId="LiveId" clId="{602ACB1A-B55A-4020-B776-5D92E6D4D813}" dt="2023-06-22T03:10:17.546" v="483"/>
          <pc:sldLayoutMkLst>
            <pc:docMk/>
            <pc:sldMasterMk cId="0" sldId="2147483682"/>
            <pc:sldLayoutMk cId="2401244831" sldId="2147483686"/>
          </pc:sldLayoutMkLst>
        </pc:sldLayoutChg>
        <pc:sldLayoutChg chg="modTransition">
          <pc:chgData name="Thảo Đinh" userId="086b62977afe5603" providerId="LiveId" clId="{602ACB1A-B55A-4020-B776-5D92E6D4D813}" dt="2023-06-22T03:10:17.546" v="483"/>
          <pc:sldLayoutMkLst>
            <pc:docMk/>
            <pc:sldMasterMk cId="0" sldId="2147483682"/>
            <pc:sldLayoutMk cId="1337808218" sldId="214748368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727581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9524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185c551ac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1185c551ac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992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185c551ac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1185c551ac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331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185c551ac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1185c551acd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83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366">
            <a:off x="720001" y="3760391"/>
            <a:ext cx="56337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ellota Text"/>
                <a:ea typeface="Bellota Text"/>
                <a:cs typeface="Bellota Text"/>
                <a:sym typeface="Bellota Tex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0100" y="956513"/>
            <a:ext cx="6265800" cy="280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>
                <a:latin typeface="Autour One"/>
                <a:ea typeface="Autour One"/>
                <a:cs typeface="Autour One"/>
                <a:sym typeface="Autour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69900" y="-126250"/>
            <a:ext cx="9602243" cy="5322906"/>
            <a:chOff x="-169900" y="-126250"/>
            <a:chExt cx="9602243" cy="5322906"/>
          </a:xfrm>
        </p:grpSpPr>
        <p:sp>
          <p:nvSpPr>
            <p:cNvPr id="12" name="Google Shape;12;p2"/>
            <p:cNvSpPr/>
            <p:nvPr/>
          </p:nvSpPr>
          <p:spPr>
            <a:xfrm>
              <a:off x="984203" y="-126250"/>
              <a:ext cx="1689025" cy="693625"/>
            </a:xfrm>
            <a:custGeom>
              <a:avLst/>
              <a:gdLst/>
              <a:ahLst/>
              <a:cxnLst/>
              <a:rect l="l" t="t" r="r" b="b"/>
              <a:pathLst>
                <a:path w="67561" h="27745" extrusionOk="0">
                  <a:moveTo>
                    <a:pt x="334" y="0"/>
                  </a:moveTo>
                  <a:cubicBezTo>
                    <a:pt x="-1055" y="7285"/>
                    <a:pt x="2215" y="18039"/>
                    <a:pt x="9251" y="20383"/>
                  </a:cubicBezTo>
                  <a:cubicBezTo>
                    <a:pt x="15072" y="22322"/>
                    <a:pt x="20955" y="13461"/>
                    <a:pt x="26874" y="15075"/>
                  </a:cubicBezTo>
                  <a:cubicBezTo>
                    <a:pt x="30259" y="15998"/>
                    <a:pt x="31126" y="20757"/>
                    <a:pt x="33880" y="22931"/>
                  </a:cubicBezTo>
                  <a:cubicBezTo>
                    <a:pt x="40000" y="27763"/>
                    <a:pt x="49712" y="29036"/>
                    <a:pt x="57024" y="26328"/>
                  </a:cubicBezTo>
                  <a:cubicBezTo>
                    <a:pt x="64029" y="23734"/>
                    <a:pt x="68895" y="13648"/>
                    <a:pt x="67215" y="6370"/>
                  </a:cubicBezTo>
                  <a:cubicBezTo>
                    <a:pt x="66702" y="4149"/>
                    <a:pt x="63733" y="3060"/>
                    <a:pt x="63181" y="849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3" name="Google Shape;13;p2"/>
            <p:cNvSpPr/>
            <p:nvPr/>
          </p:nvSpPr>
          <p:spPr>
            <a:xfrm>
              <a:off x="7310218" y="-42400"/>
              <a:ext cx="2122125" cy="2907300"/>
            </a:xfrm>
            <a:custGeom>
              <a:avLst/>
              <a:gdLst/>
              <a:ahLst/>
              <a:cxnLst/>
              <a:rect l="l" t="t" r="r" b="b"/>
              <a:pathLst>
                <a:path w="84885" h="116292" extrusionOk="0">
                  <a:moveTo>
                    <a:pt x="8873" y="0"/>
                  </a:moveTo>
                  <a:cubicBezTo>
                    <a:pt x="-2378" y="12058"/>
                    <a:pt x="-3204" y="37592"/>
                    <a:pt x="8236" y="49471"/>
                  </a:cubicBezTo>
                  <a:cubicBezTo>
                    <a:pt x="11927" y="53304"/>
                    <a:pt x="16982" y="56362"/>
                    <a:pt x="22250" y="57115"/>
                  </a:cubicBezTo>
                  <a:cubicBezTo>
                    <a:pt x="30458" y="58288"/>
                    <a:pt x="42904" y="55354"/>
                    <a:pt x="46454" y="62847"/>
                  </a:cubicBezTo>
                  <a:cubicBezTo>
                    <a:pt x="52405" y="75408"/>
                    <a:pt x="50993" y="91330"/>
                    <a:pt x="59194" y="102552"/>
                  </a:cubicBezTo>
                  <a:cubicBezTo>
                    <a:pt x="64710" y="110100"/>
                    <a:pt x="79274" y="121283"/>
                    <a:pt x="84885" y="113805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" name="Google Shape;14;p2"/>
            <p:cNvSpPr/>
            <p:nvPr/>
          </p:nvSpPr>
          <p:spPr>
            <a:xfrm>
              <a:off x="1491500" y="4297331"/>
              <a:ext cx="6225075" cy="899325"/>
            </a:xfrm>
            <a:custGeom>
              <a:avLst/>
              <a:gdLst/>
              <a:ahLst/>
              <a:cxnLst/>
              <a:rect l="l" t="t" r="r" b="b"/>
              <a:pathLst>
                <a:path w="249003" h="35973" extrusionOk="0">
                  <a:moveTo>
                    <a:pt x="0" y="35973"/>
                  </a:moveTo>
                  <a:cubicBezTo>
                    <a:pt x="2895" y="27274"/>
                    <a:pt x="6198" y="15829"/>
                    <a:pt x="14862" y="12830"/>
                  </a:cubicBezTo>
                  <a:cubicBezTo>
                    <a:pt x="26748" y="8716"/>
                    <a:pt x="40002" y="14373"/>
                    <a:pt x="52443" y="16227"/>
                  </a:cubicBezTo>
                  <a:cubicBezTo>
                    <a:pt x="71299" y="19037"/>
                    <a:pt x="90753" y="22331"/>
                    <a:pt x="109558" y="19199"/>
                  </a:cubicBezTo>
                  <a:cubicBezTo>
                    <a:pt x="125060" y="16617"/>
                    <a:pt x="137004" y="1471"/>
                    <a:pt x="152659" y="90"/>
                  </a:cubicBezTo>
                  <a:cubicBezTo>
                    <a:pt x="160798" y="-628"/>
                    <a:pt x="167161" y="7821"/>
                    <a:pt x="174953" y="10282"/>
                  </a:cubicBezTo>
                  <a:cubicBezTo>
                    <a:pt x="181441" y="12331"/>
                    <a:pt x="188532" y="11344"/>
                    <a:pt x="195336" y="11344"/>
                  </a:cubicBezTo>
                  <a:cubicBezTo>
                    <a:pt x="211931" y="11344"/>
                    <a:pt x="230950" y="9116"/>
                    <a:pt x="244595" y="18562"/>
                  </a:cubicBezTo>
                  <a:cubicBezTo>
                    <a:pt x="249354" y="21857"/>
                    <a:pt x="249613" y="29934"/>
                    <a:pt x="248204" y="35548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" name="Google Shape;15;p2"/>
            <p:cNvSpPr/>
            <p:nvPr/>
          </p:nvSpPr>
          <p:spPr>
            <a:xfrm>
              <a:off x="-169900" y="1250050"/>
              <a:ext cx="723600" cy="2707100"/>
            </a:xfrm>
            <a:custGeom>
              <a:avLst/>
              <a:gdLst/>
              <a:ahLst/>
              <a:cxnLst/>
              <a:rect l="l" t="t" r="r" b="b"/>
              <a:pathLst>
                <a:path w="28944" h="108284" extrusionOk="0">
                  <a:moveTo>
                    <a:pt x="213" y="0"/>
                  </a:moveTo>
                  <a:cubicBezTo>
                    <a:pt x="4173" y="5278"/>
                    <a:pt x="14169" y="5237"/>
                    <a:pt x="16349" y="11465"/>
                  </a:cubicBezTo>
                  <a:cubicBezTo>
                    <a:pt x="20768" y="24091"/>
                    <a:pt x="12570" y="38827"/>
                    <a:pt x="16561" y="51594"/>
                  </a:cubicBezTo>
                  <a:cubicBezTo>
                    <a:pt x="18984" y="59345"/>
                    <a:pt x="29417" y="64511"/>
                    <a:pt x="28876" y="72614"/>
                  </a:cubicBezTo>
                  <a:cubicBezTo>
                    <a:pt x="28186" y="82952"/>
                    <a:pt x="11900" y="84554"/>
                    <a:pt x="4034" y="91298"/>
                  </a:cubicBezTo>
                  <a:cubicBezTo>
                    <a:pt x="-384" y="95086"/>
                    <a:pt x="3230" y="103443"/>
                    <a:pt x="0" y="108284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5244300" y="-81825"/>
              <a:ext cx="830000" cy="604775"/>
            </a:xfrm>
            <a:custGeom>
              <a:avLst/>
              <a:gdLst/>
              <a:ahLst/>
              <a:cxnLst/>
              <a:rect l="l" t="t" r="r" b="b"/>
              <a:pathLst>
                <a:path w="33200" h="24191" extrusionOk="0">
                  <a:moveTo>
                    <a:pt x="0" y="0"/>
                  </a:moveTo>
                  <a:cubicBezTo>
                    <a:pt x="2718" y="5439"/>
                    <a:pt x="-185" y="13261"/>
                    <a:pt x="3821" y="17835"/>
                  </a:cubicBezTo>
                  <a:cubicBezTo>
                    <a:pt x="6098" y="20435"/>
                    <a:pt x="10776" y="18533"/>
                    <a:pt x="14013" y="19746"/>
                  </a:cubicBezTo>
                  <a:cubicBezTo>
                    <a:pt x="18774" y="21531"/>
                    <a:pt x="23692" y="25058"/>
                    <a:pt x="28663" y="23992"/>
                  </a:cubicBezTo>
                  <a:cubicBezTo>
                    <a:pt x="36604" y="22290"/>
                    <a:pt x="31319" y="7964"/>
                    <a:pt x="32909" y="0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" name="Google Shape;17;p2"/>
            <p:cNvSpPr/>
            <p:nvPr/>
          </p:nvSpPr>
          <p:spPr>
            <a:xfrm>
              <a:off x="254725" y="976750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8" name="Google Shape;18;p2"/>
            <p:cNvSpPr/>
            <p:nvPr/>
          </p:nvSpPr>
          <p:spPr>
            <a:xfrm>
              <a:off x="8138100" y="449407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9" name="Google Shape;19;p2"/>
            <p:cNvSpPr/>
            <p:nvPr/>
          </p:nvSpPr>
          <p:spPr>
            <a:xfrm rot="-5400000">
              <a:off x="2130700" y="476362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0" name="Google Shape;20;p2"/>
            <p:cNvSpPr/>
            <p:nvPr/>
          </p:nvSpPr>
          <p:spPr>
            <a:xfrm rot="8733401">
              <a:off x="8068869" y="881926"/>
              <a:ext cx="186328" cy="302555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1" name="Google Shape;21;p2"/>
            <p:cNvSpPr/>
            <p:nvPr/>
          </p:nvSpPr>
          <p:spPr>
            <a:xfrm rot="-3429132">
              <a:off x="4898561" y="220405"/>
              <a:ext cx="186322" cy="302545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 hasCustomPrompt="1"/>
          </p:nvPr>
        </p:nvSpPr>
        <p:spPr>
          <a:xfrm>
            <a:off x="3796850" y="1115354"/>
            <a:ext cx="1550100" cy="13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 rot="181">
            <a:off x="1723744" y="3569896"/>
            <a:ext cx="56967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title" idx="2"/>
          </p:nvPr>
        </p:nvSpPr>
        <p:spPr>
          <a:xfrm>
            <a:off x="1723450" y="2471050"/>
            <a:ext cx="5696700" cy="10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26" name="Google Shape;26;p3"/>
          <p:cNvGrpSpPr/>
          <p:nvPr/>
        </p:nvGrpSpPr>
        <p:grpSpPr>
          <a:xfrm>
            <a:off x="-350400" y="-75035"/>
            <a:ext cx="9107269" cy="5234523"/>
            <a:chOff x="-350400" y="-75035"/>
            <a:chExt cx="9107269" cy="5234523"/>
          </a:xfrm>
        </p:grpSpPr>
        <p:sp>
          <p:nvSpPr>
            <p:cNvPr id="27" name="Google Shape;27;p3"/>
            <p:cNvSpPr/>
            <p:nvPr/>
          </p:nvSpPr>
          <p:spPr>
            <a:xfrm>
              <a:off x="212200" y="3004450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8" name="Google Shape;28;p3"/>
            <p:cNvSpPr/>
            <p:nvPr/>
          </p:nvSpPr>
          <p:spPr>
            <a:xfrm rot="8100000">
              <a:off x="2471703" y="529702"/>
              <a:ext cx="186323" cy="302547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9" name="Google Shape;29;p3"/>
            <p:cNvSpPr/>
            <p:nvPr/>
          </p:nvSpPr>
          <p:spPr>
            <a:xfrm rot="-6069090">
              <a:off x="8497275" y="3912777"/>
              <a:ext cx="186321" cy="302544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0" name="Google Shape;30;p3"/>
            <p:cNvSpPr/>
            <p:nvPr/>
          </p:nvSpPr>
          <p:spPr>
            <a:xfrm>
              <a:off x="8193950" y="205575"/>
              <a:ext cx="186325" cy="302550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1" name="Google Shape;31;p3"/>
            <p:cNvSpPr/>
            <p:nvPr/>
          </p:nvSpPr>
          <p:spPr>
            <a:xfrm rot="8100000">
              <a:off x="4621628" y="78427"/>
              <a:ext cx="186323" cy="302547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2" name="Google Shape;32;p3"/>
            <p:cNvSpPr/>
            <p:nvPr/>
          </p:nvSpPr>
          <p:spPr>
            <a:xfrm rot="-6069090">
              <a:off x="793275" y="4022327"/>
              <a:ext cx="186321" cy="302544"/>
            </a:xfrm>
            <a:custGeom>
              <a:avLst/>
              <a:gdLst/>
              <a:ahLst/>
              <a:cxnLst/>
              <a:rect l="l" t="t" r="r" b="b"/>
              <a:pathLst>
                <a:path w="7453" h="12102" extrusionOk="0">
                  <a:moveTo>
                    <a:pt x="0" y="0"/>
                  </a:moveTo>
                  <a:cubicBezTo>
                    <a:pt x="0" y="2121"/>
                    <a:pt x="690" y="5273"/>
                    <a:pt x="2760" y="5733"/>
                  </a:cubicBezTo>
                  <a:cubicBezTo>
                    <a:pt x="4526" y="6126"/>
                    <a:pt x="7232" y="4770"/>
                    <a:pt x="7431" y="2972"/>
                  </a:cubicBezTo>
                  <a:cubicBezTo>
                    <a:pt x="7611" y="1353"/>
                    <a:pt x="3222" y="1277"/>
                    <a:pt x="2548" y="2760"/>
                  </a:cubicBezTo>
                  <a:cubicBezTo>
                    <a:pt x="1166" y="5799"/>
                    <a:pt x="2819" y="12102"/>
                    <a:pt x="6157" y="12102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3" name="Google Shape;33;p3"/>
            <p:cNvSpPr/>
            <p:nvPr/>
          </p:nvSpPr>
          <p:spPr>
            <a:xfrm>
              <a:off x="5047900" y="-75035"/>
              <a:ext cx="2930025" cy="907225"/>
            </a:xfrm>
            <a:custGeom>
              <a:avLst/>
              <a:gdLst/>
              <a:ahLst/>
              <a:cxnLst/>
              <a:rect l="l" t="t" r="r" b="b"/>
              <a:pathLst>
                <a:path w="117201" h="36289" extrusionOk="0">
                  <a:moveTo>
                    <a:pt x="0" y="0"/>
                  </a:moveTo>
                  <a:cubicBezTo>
                    <a:pt x="4153" y="2307"/>
                    <a:pt x="4670" y="8278"/>
                    <a:pt x="6794" y="12527"/>
                  </a:cubicBezTo>
                  <a:cubicBezTo>
                    <a:pt x="11674" y="22287"/>
                    <a:pt x="18740" y="34357"/>
                    <a:pt x="29512" y="36095"/>
                  </a:cubicBezTo>
                  <a:cubicBezTo>
                    <a:pt x="35351" y="37037"/>
                    <a:pt x="42378" y="34343"/>
                    <a:pt x="46073" y="29725"/>
                  </a:cubicBezTo>
                  <a:cubicBezTo>
                    <a:pt x="51015" y="23548"/>
                    <a:pt x="52008" y="13191"/>
                    <a:pt x="59237" y="9979"/>
                  </a:cubicBezTo>
                  <a:cubicBezTo>
                    <a:pt x="66491" y="6756"/>
                    <a:pt x="75225" y="11023"/>
                    <a:pt x="82805" y="13376"/>
                  </a:cubicBezTo>
                  <a:cubicBezTo>
                    <a:pt x="89996" y="15608"/>
                    <a:pt x="97848" y="16282"/>
                    <a:pt x="105311" y="15287"/>
                  </a:cubicBezTo>
                  <a:cubicBezTo>
                    <a:pt x="109297" y="14756"/>
                    <a:pt x="114128" y="13151"/>
                    <a:pt x="115927" y="9554"/>
                  </a:cubicBezTo>
                  <a:cubicBezTo>
                    <a:pt x="117364" y="6680"/>
                    <a:pt x="116186" y="3048"/>
                    <a:pt x="117201" y="0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" name="Google Shape;34;p3"/>
            <p:cNvSpPr/>
            <p:nvPr/>
          </p:nvSpPr>
          <p:spPr>
            <a:xfrm>
              <a:off x="-350400" y="3636288"/>
              <a:ext cx="5343800" cy="1523200"/>
            </a:xfrm>
            <a:custGeom>
              <a:avLst/>
              <a:gdLst/>
              <a:ahLst/>
              <a:cxnLst/>
              <a:rect l="l" t="t" r="r" b="b"/>
              <a:pathLst>
                <a:path w="213752" h="60928" extrusionOk="0">
                  <a:moveTo>
                    <a:pt x="0" y="10183"/>
                  </a:moveTo>
                  <a:cubicBezTo>
                    <a:pt x="5697" y="10183"/>
                    <a:pt x="9793" y="4047"/>
                    <a:pt x="15287" y="2539"/>
                  </a:cubicBezTo>
                  <a:cubicBezTo>
                    <a:pt x="26550" y="-552"/>
                    <a:pt x="38954" y="-784"/>
                    <a:pt x="50320" y="1902"/>
                  </a:cubicBezTo>
                  <a:cubicBezTo>
                    <a:pt x="64143" y="5169"/>
                    <a:pt x="73660" y="19053"/>
                    <a:pt x="87264" y="23134"/>
                  </a:cubicBezTo>
                  <a:cubicBezTo>
                    <a:pt x="97241" y="26127"/>
                    <a:pt x="108239" y="19729"/>
                    <a:pt x="118476" y="21648"/>
                  </a:cubicBezTo>
                  <a:cubicBezTo>
                    <a:pt x="127590" y="23357"/>
                    <a:pt x="133413" y="33293"/>
                    <a:pt x="142256" y="36086"/>
                  </a:cubicBezTo>
                  <a:cubicBezTo>
                    <a:pt x="159421" y="41507"/>
                    <a:pt x="178503" y="35479"/>
                    <a:pt x="196186" y="38846"/>
                  </a:cubicBezTo>
                  <a:cubicBezTo>
                    <a:pt x="205351" y="40591"/>
                    <a:pt x="215642" y="51876"/>
                    <a:pt x="213384" y="60928"/>
                  </a:cubicBezTo>
                </a:path>
              </a:pathLst>
            </a:custGeom>
            <a:noFill/>
            <a:ln w="38100" cap="rnd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ackground">
  <p:cSld name="BLANK_1_1_1_1_1_1_1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UY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UY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C1DBBE-D689-5447-A8B4-D9AC91512D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F331F-BBEA-A740-83AB-C8429EA79CA2}" type="datetime1">
              <a:rPr lang="en-US"/>
              <a:pPr>
                <a:defRPr/>
              </a:pPr>
              <a:t>11-Aug-23</a:t>
            </a:fld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EC54A8-264E-0E4F-8EBD-F1BADB4E6A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F06E76-C50B-CF4E-83C0-BCC4FF655D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4B161E-5674-8742-A449-7A6C2F4E3F8C}" type="slidenum">
              <a:rPr lang="en-US" altLang="en-VN"/>
              <a:pPr>
                <a:defRPr/>
              </a:pPr>
              <a:t>‹#›</a:t>
            </a:fld>
            <a:endParaRPr lang="en-US" altLang="en-VN"/>
          </a:p>
        </p:txBody>
      </p:sp>
    </p:spTree>
    <p:extLst>
      <p:ext uri="{BB962C8B-B14F-4D97-AF65-F5344CB8AC3E}">
        <p14:creationId xmlns:p14="http://schemas.microsoft.com/office/powerpoint/2010/main" val="35794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utour One"/>
              <a:buNone/>
              <a:defRPr sz="3000" b="1">
                <a:solidFill>
                  <a:schemeClr val="dk1"/>
                </a:solidFill>
                <a:latin typeface="Autour One"/>
                <a:ea typeface="Autour One"/>
                <a:cs typeface="Autour One"/>
                <a:sym typeface="Autou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74500"/>
            <a:ext cx="770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●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○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Char char="■"/>
              <a:defRPr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76" r:id="rId3"/>
    <p:sldLayoutId id="2147483688" r:id="rId4"/>
  </p:sldLayoutIdLst>
  <p:transition spd="slow">
    <p:push dir="u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7"/>
          <p:cNvSpPr txBox="1">
            <a:spLocks noGrp="1"/>
          </p:cNvSpPr>
          <p:nvPr>
            <p:ph type="ctrTitle"/>
          </p:nvPr>
        </p:nvSpPr>
        <p:spPr>
          <a:xfrm>
            <a:off x="1167382" y="1305006"/>
            <a:ext cx="7023572" cy="42374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buSzPts val="1100"/>
            </a:pP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10</a:t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TOEIC SPEAKING </a:t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4-5-6</a:t>
            </a:r>
            <a:b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 descr="HN] Trường Đại Học Công Nghệ Đông Á Tuyển Dụng Quản Lý Phòng Tập Gym 2018 -  YBOX">
            <a:extLst>
              <a:ext uri="{FF2B5EF4-FFF2-40B4-BE49-F238E27FC236}">
                <a16:creationId xmlns:a16="http://schemas.microsoft.com/office/drawing/2014/main" id="{0BC97C49-7EDD-C05D-92D5-A0DC72D2C4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3" t="25697" r="11786" b="34178"/>
          <a:stretch/>
        </p:blipFill>
        <p:spPr bwMode="auto">
          <a:xfrm>
            <a:off x="2089044" y="84631"/>
            <a:ext cx="5180249" cy="163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796002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1"/>
          <p:cNvSpPr/>
          <p:nvPr/>
        </p:nvSpPr>
        <p:spPr>
          <a:xfrm>
            <a:off x="3675188" y="1305642"/>
            <a:ext cx="1793854" cy="975116"/>
          </a:xfrm>
          <a:custGeom>
            <a:avLst/>
            <a:gdLst/>
            <a:ahLst/>
            <a:cxnLst/>
            <a:rect l="l" t="t" r="r" b="b"/>
            <a:pathLst>
              <a:path w="32865" h="17865" extrusionOk="0">
                <a:moveTo>
                  <a:pt x="15172" y="909"/>
                </a:moveTo>
                <a:cubicBezTo>
                  <a:pt x="8394" y="1524"/>
                  <a:pt x="-2919" y="9604"/>
                  <a:pt x="734" y="15347"/>
                </a:cubicBezTo>
                <a:cubicBezTo>
                  <a:pt x="3482" y="19667"/>
                  <a:pt x="10908" y="14115"/>
                  <a:pt x="16021" y="13860"/>
                </a:cubicBezTo>
                <a:cubicBezTo>
                  <a:pt x="20874" y="13618"/>
                  <a:pt x="26411" y="20028"/>
                  <a:pt x="30247" y="17045"/>
                </a:cubicBezTo>
                <a:cubicBezTo>
                  <a:pt x="32296" y="15452"/>
                  <a:pt x="33986" y="10690"/>
                  <a:pt x="31733" y="9402"/>
                </a:cubicBezTo>
                <a:cubicBezTo>
                  <a:pt x="29080" y="7886"/>
                  <a:pt x="24805" y="9598"/>
                  <a:pt x="22816" y="7278"/>
                </a:cubicBezTo>
                <a:cubicBezTo>
                  <a:pt x="21664" y="5935"/>
                  <a:pt x="22494" y="3515"/>
                  <a:pt x="21329" y="2183"/>
                </a:cubicBezTo>
                <a:cubicBezTo>
                  <a:pt x="19555" y="155"/>
                  <a:pt x="16088" y="-381"/>
                  <a:pt x="13474" y="272"/>
                </a:cubicBezTo>
              </a:path>
            </a:pathLst>
          </a:custGeom>
          <a:noFill/>
          <a:ln w="3810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93" name="Google Shape;1293;p41"/>
          <p:cNvSpPr txBox="1">
            <a:spLocks noGrp="1"/>
          </p:cNvSpPr>
          <p:nvPr>
            <p:ph type="title" idx="2"/>
          </p:nvPr>
        </p:nvSpPr>
        <p:spPr>
          <a:xfrm>
            <a:off x="1723450" y="2471050"/>
            <a:ext cx="5696700" cy="10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guide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4" name="Google Shape;1294;p41"/>
          <p:cNvSpPr txBox="1">
            <a:spLocks noGrp="1"/>
          </p:cNvSpPr>
          <p:nvPr>
            <p:ph type="title"/>
          </p:nvPr>
        </p:nvSpPr>
        <p:spPr>
          <a:xfrm>
            <a:off x="3796850" y="1115354"/>
            <a:ext cx="1550100" cy="13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96" name="Google Shape;1296;p41"/>
          <p:cNvGrpSpPr/>
          <p:nvPr/>
        </p:nvGrpSpPr>
        <p:grpSpPr>
          <a:xfrm rot="-253591">
            <a:off x="7356619" y="714819"/>
            <a:ext cx="1407971" cy="3057795"/>
            <a:chOff x="2571048" y="2507724"/>
            <a:chExt cx="1132829" cy="2460249"/>
          </a:xfrm>
        </p:grpSpPr>
        <p:sp>
          <p:nvSpPr>
            <p:cNvPr id="1297" name="Google Shape;1297;p41"/>
            <p:cNvSpPr/>
            <p:nvPr/>
          </p:nvSpPr>
          <p:spPr>
            <a:xfrm>
              <a:off x="2571048" y="2507724"/>
              <a:ext cx="1132829" cy="2460249"/>
            </a:xfrm>
            <a:custGeom>
              <a:avLst/>
              <a:gdLst/>
              <a:ahLst/>
              <a:cxnLst/>
              <a:rect l="l" t="t" r="r" b="b"/>
              <a:pathLst>
                <a:path w="25679" h="55769" extrusionOk="0">
                  <a:moveTo>
                    <a:pt x="8997" y="1"/>
                  </a:moveTo>
                  <a:cubicBezTo>
                    <a:pt x="8290" y="1"/>
                    <a:pt x="7567" y="307"/>
                    <a:pt x="7137" y="878"/>
                  </a:cubicBezTo>
                  <a:cubicBezTo>
                    <a:pt x="6887" y="1208"/>
                    <a:pt x="6723" y="1611"/>
                    <a:pt x="6398" y="1866"/>
                  </a:cubicBezTo>
                  <a:cubicBezTo>
                    <a:pt x="6123" y="2080"/>
                    <a:pt x="5771" y="2161"/>
                    <a:pt x="5440" y="2268"/>
                  </a:cubicBezTo>
                  <a:cubicBezTo>
                    <a:pt x="3155" y="3001"/>
                    <a:pt x="1492" y="5343"/>
                    <a:pt x="1552" y="7743"/>
                  </a:cubicBezTo>
                  <a:cubicBezTo>
                    <a:pt x="1582" y="8977"/>
                    <a:pt x="2018" y="10150"/>
                    <a:pt x="2157" y="11368"/>
                  </a:cubicBezTo>
                  <a:cubicBezTo>
                    <a:pt x="2288" y="12509"/>
                    <a:pt x="2025" y="13663"/>
                    <a:pt x="2025" y="14807"/>
                  </a:cubicBezTo>
                  <a:cubicBezTo>
                    <a:pt x="2011" y="15018"/>
                    <a:pt x="1996" y="15241"/>
                    <a:pt x="1883" y="15421"/>
                  </a:cubicBezTo>
                  <a:cubicBezTo>
                    <a:pt x="1773" y="15597"/>
                    <a:pt x="1586" y="15706"/>
                    <a:pt x="1418" y="15828"/>
                  </a:cubicBezTo>
                  <a:cubicBezTo>
                    <a:pt x="478" y="16509"/>
                    <a:pt x="1" y="17724"/>
                    <a:pt x="74" y="18883"/>
                  </a:cubicBezTo>
                  <a:cubicBezTo>
                    <a:pt x="136" y="19850"/>
                    <a:pt x="549" y="20776"/>
                    <a:pt x="1146" y="21530"/>
                  </a:cubicBezTo>
                  <a:cubicBezTo>
                    <a:pt x="1421" y="21877"/>
                    <a:pt x="1735" y="22169"/>
                    <a:pt x="2101" y="22419"/>
                  </a:cubicBezTo>
                  <a:cubicBezTo>
                    <a:pt x="2305" y="22558"/>
                    <a:pt x="3258" y="22845"/>
                    <a:pt x="3339" y="22997"/>
                  </a:cubicBezTo>
                  <a:cubicBezTo>
                    <a:pt x="3933" y="24120"/>
                    <a:pt x="4793" y="25069"/>
                    <a:pt x="5836" y="25769"/>
                  </a:cubicBezTo>
                  <a:cubicBezTo>
                    <a:pt x="5536" y="26074"/>
                    <a:pt x="5223" y="26456"/>
                    <a:pt x="4920" y="26934"/>
                  </a:cubicBezTo>
                  <a:cubicBezTo>
                    <a:pt x="4170" y="28119"/>
                    <a:pt x="3655" y="29428"/>
                    <a:pt x="3087" y="30705"/>
                  </a:cubicBezTo>
                  <a:cubicBezTo>
                    <a:pt x="2507" y="32012"/>
                    <a:pt x="1832" y="33399"/>
                    <a:pt x="2104" y="34871"/>
                  </a:cubicBezTo>
                  <a:cubicBezTo>
                    <a:pt x="2235" y="35584"/>
                    <a:pt x="2609" y="36244"/>
                    <a:pt x="3129" y="36746"/>
                  </a:cubicBezTo>
                  <a:cubicBezTo>
                    <a:pt x="3226" y="36839"/>
                    <a:pt x="4545" y="37658"/>
                    <a:pt x="4705" y="37658"/>
                  </a:cubicBezTo>
                  <a:cubicBezTo>
                    <a:pt x="4715" y="37658"/>
                    <a:pt x="4720" y="37656"/>
                    <a:pt x="4721" y="37649"/>
                  </a:cubicBezTo>
                  <a:lnTo>
                    <a:pt x="4721" y="37649"/>
                  </a:lnTo>
                  <a:cubicBezTo>
                    <a:pt x="4611" y="38467"/>
                    <a:pt x="5016" y="39157"/>
                    <a:pt x="5178" y="39924"/>
                  </a:cubicBezTo>
                  <a:cubicBezTo>
                    <a:pt x="5345" y="40722"/>
                    <a:pt x="5273" y="41578"/>
                    <a:pt x="5228" y="42384"/>
                  </a:cubicBezTo>
                  <a:cubicBezTo>
                    <a:pt x="5092" y="44804"/>
                    <a:pt x="5124" y="47262"/>
                    <a:pt x="4895" y="49672"/>
                  </a:cubicBezTo>
                  <a:cubicBezTo>
                    <a:pt x="4885" y="49783"/>
                    <a:pt x="4872" y="49898"/>
                    <a:pt x="4809" y="49987"/>
                  </a:cubicBezTo>
                  <a:cubicBezTo>
                    <a:pt x="4737" y="50090"/>
                    <a:pt x="4613" y="50141"/>
                    <a:pt x="4499" y="50192"/>
                  </a:cubicBezTo>
                  <a:cubicBezTo>
                    <a:pt x="2418" y="51127"/>
                    <a:pt x="2299" y="53449"/>
                    <a:pt x="2380" y="55460"/>
                  </a:cubicBezTo>
                  <a:cubicBezTo>
                    <a:pt x="2384" y="55548"/>
                    <a:pt x="6278" y="55682"/>
                    <a:pt x="6543" y="55692"/>
                  </a:cubicBezTo>
                  <a:cubicBezTo>
                    <a:pt x="7345" y="55725"/>
                    <a:pt x="8148" y="55753"/>
                    <a:pt x="8951" y="55753"/>
                  </a:cubicBezTo>
                  <a:cubicBezTo>
                    <a:pt x="9153" y="55753"/>
                    <a:pt x="9354" y="55752"/>
                    <a:pt x="9556" y="55748"/>
                  </a:cubicBezTo>
                  <a:cubicBezTo>
                    <a:pt x="9571" y="55747"/>
                    <a:pt x="9586" y="55747"/>
                    <a:pt x="9602" y="55747"/>
                  </a:cubicBezTo>
                  <a:cubicBezTo>
                    <a:pt x="9790" y="55747"/>
                    <a:pt x="10022" y="55768"/>
                    <a:pt x="10254" y="55768"/>
                  </a:cubicBezTo>
                  <a:cubicBezTo>
                    <a:pt x="10581" y="55768"/>
                    <a:pt x="10909" y="55726"/>
                    <a:pt x="11113" y="55524"/>
                  </a:cubicBezTo>
                  <a:cubicBezTo>
                    <a:pt x="11482" y="55156"/>
                    <a:pt x="11312" y="54405"/>
                    <a:pt x="11326" y="53935"/>
                  </a:cubicBezTo>
                  <a:cubicBezTo>
                    <a:pt x="11348" y="53248"/>
                    <a:pt x="11394" y="52563"/>
                    <a:pt x="11468" y="51881"/>
                  </a:cubicBezTo>
                  <a:cubicBezTo>
                    <a:pt x="11609" y="50558"/>
                    <a:pt x="11851" y="49246"/>
                    <a:pt x="12189" y="47959"/>
                  </a:cubicBezTo>
                  <a:cubicBezTo>
                    <a:pt x="12543" y="50453"/>
                    <a:pt x="12896" y="52947"/>
                    <a:pt x="13252" y="55440"/>
                  </a:cubicBezTo>
                  <a:cubicBezTo>
                    <a:pt x="13838" y="55564"/>
                    <a:pt x="14446" y="55598"/>
                    <a:pt x="15056" y="55598"/>
                  </a:cubicBezTo>
                  <a:cubicBezTo>
                    <a:pt x="15729" y="55598"/>
                    <a:pt x="16405" y="55557"/>
                    <a:pt x="17061" y="55553"/>
                  </a:cubicBezTo>
                  <a:cubicBezTo>
                    <a:pt x="18452" y="55544"/>
                    <a:pt x="19843" y="55537"/>
                    <a:pt x="21233" y="55528"/>
                  </a:cubicBezTo>
                  <a:cubicBezTo>
                    <a:pt x="21414" y="55527"/>
                    <a:pt x="21600" y="55524"/>
                    <a:pt x="21762" y="55443"/>
                  </a:cubicBezTo>
                  <a:cubicBezTo>
                    <a:pt x="22202" y="55221"/>
                    <a:pt x="22057" y="54381"/>
                    <a:pt x="22051" y="53987"/>
                  </a:cubicBezTo>
                  <a:cubicBezTo>
                    <a:pt x="22039" y="53194"/>
                    <a:pt x="21849" y="52422"/>
                    <a:pt x="21514" y="51703"/>
                  </a:cubicBezTo>
                  <a:cubicBezTo>
                    <a:pt x="21216" y="51062"/>
                    <a:pt x="21273" y="50825"/>
                    <a:pt x="21898" y="50338"/>
                  </a:cubicBezTo>
                  <a:cubicBezTo>
                    <a:pt x="23374" y="49191"/>
                    <a:pt x="24473" y="47586"/>
                    <a:pt x="25070" y="45819"/>
                  </a:cubicBezTo>
                  <a:cubicBezTo>
                    <a:pt x="25433" y="44747"/>
                    <a:pt x="25679" y="43431"/>
                    <a:pt x="25676" y="42179"/>
                  </a:cubicBezTo>
                  <a:cubicBezTo>
                    <a:pt x="25675" y="41541"/>
                    <a:pt x="25609" y="40920"/>
                    <a:pt x="25460" y="40357"/>
                  </a:cubicBezTo>
                  <a:cubicBezTo>
                    <a:pt x="25259" y="39574"/>
                    <a:pt x="24914" y="38782"/>
                    <a:pt x="24587" y="38041"/>
                  </a:cubicBezTo>
                  <a:cubicBezTo>
                    <a:pt x="24206" y="37179"/>
                    <a:pt x="23506" y="36522"/>
                    <a:pt x="22520" y="36522"/>
                  </a:cubicBezTo>
                  <a:cubicBezTo>
                    <a:pt x="22268" y="36522"/>
                    <a:pt x="21049" y="36748"/>
                    <a:pt x="21015" y="37133"/>
                  </a:cubicBezTo>
                  <a:lnTo>
                    <a:pt x="21015" y="37133"/>
                  </a:lnTo>
                  <a:cubicBezTo>
                    <a:pt x="21083" y="36336"/>
                    <a:pt x="21471" y="35520"/>
                    <a:pt x="21291" y="34712"/>
                  </a:cubicBezTo>
                  <a:cubicBezTo>
                    <a:pt x="21117" y="33929"/>
                    <a:pt x="20496" y="33751"/>
                    <a:pt x="19892" y="33347"/>
                  </a:cubicBezTo>
                  <a:cubicBezTo>
                    <a:pt x="19439" y="33046"/>
                    <a:pt x="19203" y="32621"/>
                    <a:pt x="19020" y="32125"/>
                  </a:cubicBezTo>
                  <a:cubicBezTo>
                    <a:pt x="18913" y="31831"/>
                    <a:pt x="18764" y="31472"/>
                    <a:pt x="18841" y="31156"/>
                  </a:cubicBezTo>
                  <a:cubicBezTo>
                    <a:pt x="19749" y="31109"/>
                    <a:pt x="20670" y="31033"/>
                    <a:pt x="21529" y="30731"/>
                  </a:cubicBezTo>
                  <a:cubicBezTo>
                    <a:pt x="22387" y="30431"/>
                    <a:pt x="23191" y="29878"/>
                    <a:pt x="23620" y="29075"/>
                  </a:cubicBezTo>
                  <a:cubicBezTo>
                    <a:pt x="24124" y="28128"/>
                    <a:pt x="24046" y="26980"/>
                    <a:pt x="23835" y="25928"/>
                  </a:cubicBezTo>
                  <a:cubicBezTo>
                    <a:pt x="23576" y="24637"/>
                    <a:pt x="23134" y="23383"/>
                    <a:pt x="22528" y="22213"/>
                  </a:cubicBezTo>
                  <a:cubicBezTo>
                    <a:pt x="23610" y="21357"/>
                    <a:pt x="24350" y="19957"/>
                    <a:pt x="24288" y="18564"/>
                  </a:cubicBezTo>
                  <a:cubicBezTo>
                    <a:pt x="24241" y="17475"/>
                    <a:pt x="23728" y="16414"/>
                    <a:pt x="22906" y="15700"/>
                  </a:cubicBezTo>
                  <a:cubicBezTo>
                    <a:pt x="22809" y="15614"/>
                    <a:pt x="22707" y="15533"/>
                    <a:pt x="22639" y="15422"/>
                  </a:cubicBezTo>
                  <a:cubicBezTo>
                    <a:pt x="22566" y="15301"/>
                    <a:pt x="22544" y="15154"/>
                    <a:pt x="22523" y="15013"/>
                  </a:cubicBezTo>
                  <a:lnTo>
                    <a:pt x="22109" y="12192"/>
                  </a:lnTo>
                  <a:cubicBezTo>
                    <a:pt x="21916" y="10883"/>
                    <a:pt x="22617" y="9544"/>
                    <a:pt x="22753" y="8258"/>
                  </a:cubicBezTo>
                  <a:cubicBezTo>
                    <a:pt x="22885" y="7003"/>
                    <a:pt x="22612" y="5701"/>
                    <a:pt x="21952" y="4621"/>
                  </a:cubicBezTo>
                  <a:cubicBezTo>
                    <a:pt x="21379" y="3681"/>
                    <a:pt x="20544" y="2969"/>
                    <a:pt x="19576" y="2460"/>
                  </a:cubicBezTo>
                  <a:cubicBezTo>
                    <a:pt x="18998" y="2156"/>
                    <a:pt x="18397" y="2165"/>
                    <a:pt x="17772" y="2008"/>
                  </a:cubicBezTo>
                  <a:cubicBezTo>
                    <a:pt x="17138" y="1849"/>
                    <a:pt x="16528" y="1606"/>
                    <a:pt x="15919" y="1372"/>
                  </a:cubicBezTo>
                  <a:cubicBezTo>
                    <a:pt x="14923" y="991"/>
                    <a:pt x="13886" y="588"/>
                    <a:pt x="12812" y="588"/>
                  </a:cubicBezTo>
                  <a:cubicBezTo>
                    <a:pt x="12641" y="588"/>
                    <a:pt x="12470" y="598"/>
                    <a:pt x="12298" y="620"/>
                  </a:cubicBezTo>
                  <a:cubicBezTo>
                    <a:pt x="11993" y="658"/>
                    <a:pt x="11687" y="733"/>
                    <a:pt x="11383" y="733"/>
                  </a:cubicBezTo>
                  <a:cubicBezTo>
                    <a:pt x="11298" y="733"/>
                    <a:pt x="11213" y="728"/>
                    <a:pt x="11128" y="713"/>
                  </a:cubicBezTo>
                  <a:cubicBezTo>
                    <a:pt x="10357" y="582"/>
                    <a:pt x="9823" y="4"/>
                    <a:pt x="9004" y="1"/>
                  </a:cubicBezTo>
                  <a:cubicBezTo>
                    <a:pt x="9002" y="1"/>
                    <a:pt x="8999" y="1"/>
                    <a:pt x="89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2880000" algn="bl" rotWithShape="0">
                <a:schemeClr val="accent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1"/>
            <p:cNvSpPr/>
            <p:nvPr/>
          </p:nvSpPr>
          <p:spPr>
            <a:xfrm>
              <a:off x="3305894" y="4212098"/>
              <a:ext cx="303599" cy="630977"/>
            </a:xfrm>
            <a:custGeom>
              <a:avLst/>
              <a:gdLst/>
              <a:ahLst/>
              <a:cxnLst/>
              <a:rect l="l" t="t" r="r" b="b"/>
              <a:pathLst>
                <a:path w="6882" h="14303" extrusionOk="0">
                  <a:moveTo>
                    <a:pt x="5863" y="1"/>
                  </a:moveTo>
                  <a:cubicBezTo>
                    <a:pt x="5846" y="1"/>
                    <a:pt x="5829" y="16"/>
                    <a:pt x="5822" y="45"/>
                  </a:cubicBezTo>
                  <a:cubicBezTo>
                    <a:pt x="5614" y="892"/>
                    <a:pt x="5173" y="1472"/>
                    <a:pt x="4845" y="2060"/>
                  </a:cubicBezTo>
                  <a:cubicBezTo>
                    <a:pt x="4668" y="2374"/>
                    <a:pt x="4553" y="2666"/>
                    <a:pt x="4430" y="2992"/>
                  </a:cubicBezTo>
                  <a:cubicBezTo>
                    <a:pt x="4299" y="3314"/>
                    <a:pt x="4169" y="3673"/>
                    <a:pt x="3929" y="4082"/>
                  </a:cubicBezTo>
                  <a:cubicBezTo>
                    <a:pt x="3627" y="4606"/>
                    <a:pt x="3274" y="5054"/>
                    <a:pt x="2955" y="5521"/>
                  </a:cubicBezTo>
                  <a:cubicBezTo>
                    <a:pt x="2795" y="5755"/>
                    <a:pt x="2642" y="5992"/>
                    <a:pt x="2504" y="6249"/>
                  </a:cubicBezTo>
                  <a:cubicBezTo>
                    <a:pt x="2369" y="6501"/>
                    <a:pt x="2236" y="6795"/>
                    <a:pt x="2163" y="7044"/>
                  </a:cubicBezTo>
                  <a:cubicBezTo>
                    <a:pt x="2019" y="7506"/>
                    <a:pt x="1868" y="8008"/>
                    <a:pt x="1561" y="8516"/>
                  </a:cubicBezTo>
                  <a:cubicBezTo>
                    <a:pt x="1332" y="8896"/>
                    <a:pt x="1020" y="9265"/>
                    <a:pt x="728" y="9695"/>
                  </a:cubicBezTo>
                  <a:cubicBezTo>
                    <a:pt x="440" y="10121"/>
                    <a:pt x="164" y="10594"/>
                    <a:pt x="51" y="11109"/>
                  </a:cubicBezTo>
                  <a:cubicBezTo>
                    <a:pt x="1" y="11287"/>
                    <a:pt x="14" y="11525"/>
                    <a:pt x="32" y="11775"/>
                  </a:cubicBezTo>
                  <a:cubicBezTo>
                    <a:pt x="41" y="11901"/>
                    <a:pt x="71" y="12034"/>
                    <a:pt x="96" y="12170"/>
                  </a:cubicBezTo>
                  <a:cubicBezTo>
                    <a:pt x="123" y="12305"/>
                    <a:pt x="146" y="12443"/>
                    <a:pt x="190" y="12584"/>
                  </a:cubicBezTo>
                  <a:cubicBezTo>
                    <a:pt x="324" y="13147"/>
                    <a:pt x="538" y="13714"/>
                    <a:pt x="580" y="14302"/>
                  </a:cubicBezTo>
                  <a:cubicBezTo>
                    <a:pt x="648" y="13709"/>
                    <a:pt x="948" y="13187"/>
                    <a:pt x="1297" y="12824"/>
                  </a:cubicBezTo>
                  <a:cubicBezTo>
                    <a:pt x="1376" y="12731"/>
                    <a:pt x="1473" y="12651"/>
                    <a:pt x="1557" y="12575"/>
                  </a:cubicBezTo>
                  <a:cubicBezTo>
                    <a:pt x="1644" y="12502"/>
                    <a:pt x="1719" y="12431"/>
                    <a:pt x="1799" y="12370"/>
                  </a:cubicBezTo>
                  <a:cubicBezTo>
                    <a:pt x="1963" y="12250"/>
                    <a:pt x="2078" y="12144"/>
                    <a:pt x="2168" y="12049"/>
                  </a:cubicBezTo>
                  <a:cubicBezTo>
                    <a:pt x="2387" y="11779"/>
                    <a:pt x="2591" y="11486"/>
                    <a:pt x="2818" y="11168"/>
                  </a:cubicBezTo>
                  <a:cubicBezTo>
                    <a:pt x="3045" y="10854"/>
                    <a:pt x="3318" y="10520"/>
                    <a:pt x="3645" y="10216"/>
                  </a:cubicBezTo>
                  <a:cubicBezTo>
                    <a:pt x="4085" y="9807"/>
                    <a:pt x="4614" y="9462"/>
                    <a:pt x="5097" y="8967"/>
                  </a:cubicBezTo>
                  <a:cubicBezTo>
                    <a:pt x="5387" y="8662"/>
                    <a:pt x="5582" y="8395"/>
                    <a:pt x="5764" y="8090"/>
                  </a:cubicBezTo>
                  <a:cubicBezTo>
                    <a:pt x="5943" y="7790"/>
                    <a:pt x="6088" y="7467"/>
                    <a:pt x="6210" y="7131"/>
                  </a:cubicBezTo>
                  <a:cubicBezTo>
                    <a:pt x="6454" y="6457"/>
                    <a:pt x="6597" y="5724"/>
                    <a:pt x="6704" y="4963"/>
                  </a:cubicBezTo>
                  <a:cubicBezTo>
                    <a:pt x="6790" y="4364"/>
                    <a:pt x="6841" y="3887"/>
                    <a:pt x="6864" y="3461"/>
                  </a:cubicBezTo>
                  <a:cubicBezTo>
                    <a:pt x="6882" y="3032"/>
                    <a:pt x="6863" y="2653"/>
                    <a:pt x="6761" y="2258"/>
                  </a:cubicBezTo>
                  <a:cubicBezTo>
                    <a:pt x="6565" y="1512"/>
                    <a:pt x="6173" y="871"/>
                    <a:pt x="5905" y="42"/>
                  </a:cubicBezTo>
                  <a:cubicBezTo>
                    <a:pt x="5896" y="14"/>
                    <a:pt x="5880" y="1"/>
                    <a:pt x="58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1"/>
            <p:cNvSpPr/>
            <p:nvPr/>
          </p:nvSpPr>
          <p:spPr>
            <a:xfrm>
              <a:off x="3337082" y="4280210"/>
              <a:ext cx="231736" cy="484030"/>
            </a:xfrm>
            <a:custGeom>
              <a:avLst/>
              <a:gdLst/>
              <a:ahLst/>
              <a:cxnLst/>
              <a:rect l="l" t="t" r="r" b="b"/>
              <a:pathLst>
                <a:path w="5253" h="10972" extrusionOk="0">
                  <a:moveTo>
                    <a:pt x="5143" y="0"/>
                  </a:moveTo>
                  <a:cubicBezTo>
                    <a:pt x="4963" y="851"/>
                    <a:pt x="4716" y="1512"/>
                    <a:pt x="4415" y="2125"/>
                  </a:cubicBezTo>
                  <a:cubicBezTo>
                    <a:pt x="4110" y="2735"/>
                    <a:pt x="3750" y="3298"/>
                    <a:pt x="3271" y="3937"/>
                  </a:cubicBezTo>
                  <a:cubicBezTo>
                    <a:pt x="2919" y="4404"/>
                    <a:pt x="2699" y="4963"/>
                    <a:pt x="2463" y="5530"/>
                  </a:cubicBezTo>
                  <a:cubicBezTo>
                    <a:pt x="2383" y="5730"/>
                    <a:pt x="2331" y="5909"/>
                    <a:pt x="2283" y="6098"/>
                  </a:cubicBezTo>
                  <a:cubicBezTo>
                    <a:pt x="2233" y="6287"/>
                    <a:pt x="2178" y="6476"/>
                    <a:pt x="2109" y="6666"/>
                  </a:cubicBezTo>
                  <a:cubicBezTo>
                    <a:pt x="1858" y="7326"/>
                    <a:pt x="1356" y="7931"/>
                    <a:pt x="953" y="8596"/>
                  </a:cubicBezTo>
                  <a:cubicBezTo>
                    <a:pt x="746" y="8922"/>
                    <a:pt x="471" y="9333"/>
                    <a:pt x="279" y="9764"/>
                  </a:cubicBezTo>
                  <a:cubicBezTo>
                    <a:pt x="79" y="10193"/>
                    <a:pt x="1" y="10650"/>
                    <a:pt x="81" y="10971"/>
                  </a:cubicBezTo>
                  <a:cubicBezTo>
                    <a:pt x="314" y="10729"/>
                    <a:pt x="473" y="10346"/>
                    <a:pt x="689" y="9963"/>
                  </a:cubicBezTo>
                  <a:cubicBezTo>
                    <a:pt x="896" y="9578"/>
                    <a:pt x="1127" y="9180"/>
                    <a:pt x="1377" y="8905"/>
                  </a:cubicBezTo>
                  <a:cubicBezTo>
                    <a:pt x="1864" y="8350"/>
                    <a:pt x="2403" y="7800"/>
                    <a:pt x="2993" y="7324"/>
                  </a:cubicBezTo>
                  <a:cubicBezTo>
                    <a:pt x="3162" y="7185"/>
                    <a:pt x="3340" y="7057"/>
                    <a:pt x="3509" y="6911"/>
                  </a:cubicBezTo>
                  <a:cubicBezTo>
                    <a:pt x="3678" y="6764"/>
                    <a:pt x="3849" y="6603"/>
                    <a:pt x="3982" y="6428"/>
                  </a:cubicBezTo>
                  <a:cubicBezTo>
                    <a:pt x="4389" y="5909"/>
                    <a:pt x="4775" y="5334"/>
                    <a:pt x="4927" y="4681"/>
                  </a:cubicBezTo>
                  <a:cubicBezTo>
                    <a:pt x="5131" y="3796"/>
                    <a:pt x="5206" y="3054"/>
                    <a:pt x="5231" y="2322"/>
                  </a:cubicBezTo>
                  <a:cubicBezTo>
                    <a:pt x="5252" y="1591"/>
                    <a:pt x="5225" y="867"/>
                    <a:pt x="514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1"/>
            <p:cNvSpPr/>
            <p:nvPr/>
          </p:nvSpPr>
          <p:spPr>
            <a:xfrm>
              <a:off x="3332230" y="4239184"/>
              <a:ext cx="271572" cy="561319"/>
            </a:xfrm>
            <a:custGeom>
              <a:avLst/>
              <a:gdLst/>
              <a:ahLst/>
              <a:cxnLst/>
              <a:rect l="l" t="t" r="r" b="b"/>
              <a:pathLst>
                <a:path w="6156" h="12724" extrusionOk="0">
                  <a:moveTo>
                    <a:pt x="5281" y="0"/>
                  </a:moveTo>
                  <a:cubicBezTo>
                    <a:pt x="5252" y="0"/>
                    <a:pt x="5227" y="30"/>
                    <a:pt x="5227" y="65"/>
                  </a:cubicBezTo>
                  <a:cubicBezTo>
                    <a:pt x="5227" y="65"/>
                    <a:pt x="5226" y="128"/>
                    <a:pt x="5225" y="240"/>
                  </a:cubicBezTo>
                  <a:cubicBezTo>
                    <a:pt x="5221" y="351"/>
                    <a:pt x="5226" y="510"/>
                    <a:pt x="5214" y="700"/>
                  </a:cubicBezTo>
                  <a:cubicBezTo>
                    <a:pt x="5198" y="1082"/>
                    <a:pt x="5162" y="1590"/>
                    <a:pt x="5087" y="2092"/>
                  </a:cubicBezTo>
                  <a:cubicBezTo>
                    <a:pt x="5009" y="2594"/>
                    <a:pt x="4906" y="3093"/>
                    <a:pt x="4800" y="3460"/>
                  </a:cubicBezTo>
                  <a:cubicBezTo>
                    <a:pt x="4754" y="3645"/>
                    <a:pt x="4701" y="3794"/>
                    <a:pt x="4669" y="3901"/>
                  </a:cubicBezTo>
                  <a:cubicBezTo>
                    <a:pt x="4635" y="4007"/>
                    <a:pt x="4616" y="4068"/>
                    <a:pt x="4616" y="4068"/>
                  </a:cubicBezTo>
                  <a:cubicBezTo>
                    <a:pt x="4678" y="3397"/>
                    <a:pt x="4560" y="2882"/>
                    <a:pt x="4449" y="2546"/>
                  </a:cubicBezTo>
                  <a:cubicBezTo>
                    <a:pt x="4325" y="2206"/>
                    <a:pt x="4208" y="2035"/>
                    <a:pt x="4196" y="2020"/>
                  </a:cubicBezTo>
                  <a:cubicBezTo>
                    <a:pt x="4185" y="2005"/>
                    <a:pt x="4170" y="1998"/>
                    <a:pt x="4155" y="1998"/>
                  </a:cubicBezTo>
                  <a:cubicBezTo>
                    <a:pt x="4143" y="1998"/>
                    <a:pt x="4131" y="2002"/>
                    <a:pt x="4122" y="2011"/>
                  </a:cubicBezTo>
                  <a:cubicBezTo>
                    <a:pt x="4100" y="2032"/>
                    <a:pt x="4094" y="2069"/>
                    <a:pt x="4111" y="2094"/>
                  </a:cubicBezTo>
                  <a:cubicBezTo>
                    <a:pt x="4112" y="2095"/>
                    <a:pt x="4122" y="2110"/>
                    <a:pt x="4137" y="2136"/>
                  </a:cubicBezTo>
                  <a:cubicBezTo>
                    <a:pt x="4153" y="2163"/>
                    <a:pt x="4175" y="2201"/>
                    <a:pt x="4202" y="2254"/>
                  </a:cubicBezTo>
                  <a:cubicBezTo>
                    <a:pt x="4254" y="2359"/>
                    <a:pt x="4328" y="2517"/>
                    <a:pt x="4385" y="2725"/>
                  </a:cubicBezTo>
                  <a:cubicBezTo>
                    <a:pt x="4511" y="3140"/>
                    <a:pt x="4602" y="3780"/>
                    <a:pt x="4427" y="4584"/>
                  </a:cubicBezTo>
                  <a:cubicBezTo>
                    <a:pt x="4427" y="4584"/>
                    <a:pt x="4137" y="5337"/>
                    <a:pt x="3754" y="6050"/>
                  </a:cubicBezTo>
                  <a:cubicBezTo>
                    <a:pt x="3567" y="6408"/>
                    <a:pt x="3362" y="6758"/>
                    <a:pt x="3208" y="7017"/>
                  </a:cubicBezTo>
                  <a:cubicBezTo>
                    <a:pt x="3050" y="7275"/>
                    <a:pt x="2939" y="7443"/>
                    <a:pt x="2939" y="7443"/>
                  </a:cubicBezTo>
                  <a:cubicBezTo>
                    <a:pt x="3222" y="6603"/>
                    <a:pt x="3189" y="5904"/>
                    <a:pt x="3094" y="5446"/>
                  </a:cubicBezTo>
                  <a:cubicBezTo>
                    <a:pt x="3045" y="5212"/>
                    <a:pt x="2979" y="5037"/>
                    <a:pt x="2928" y="4918"/>
                  </a:cubicBezTo>
                  <a:cubicBezTo>
                    <a:pt x="2902" y="4859"/>
                    <a:pt x="2879" y="4815"/>
                    <a:pt x="2862" y="4784"/>
                  </a:cubicBezTo>
                  <a:cubicBezTo>
                    <a:pt x="2844" y="4753"/>
                    <a:pt x="2835" y="4736"/>
                    <a:pt x="2834" y="4734"/>
                  </a:cubicBezTo>
                  <a:cubicBezTo>
                    <a:pt x="2824" y="4720"/>
                    <a:pt x="2809" y="4713"/>
                    <a:pt x="2793" y="4713"/>
                  </a:cubicBezTo>
                  <a:cubicBezTo>
                    <a:pt x="2782" y="4713"/>
                    <a:pt x="2770" y="4717"/>
                    <a:pt x="2760" y="4725"/>
                  </a:cubicBezTo>
                  <a:cubicBezTo>
                    <a:pt x="2736" y="4743"/>
                    <a:pt x="2726" y="4779"/>
                    <a:pt x="2748" y="4800"/>
                  </a:cubicBezTo>
                  <a:cubicBezTo>
                    <a:pt x="2748" y="4801"/>
                    <a:pt x="2760" y="4821"/>
                    <a:pt x="2778" y="4854"/>
                  </a:cubicBezTo>
                  <a:cubicBezTo>
                    <a:pt x="2795" y="4890"/>
                    <a:pt x="2821" y="4941"/>
                    <a:pt x="2849" y="5010"/>
                  </a:cubicBezTo>
                  <a:cubicBezTo>
                    <a:pt x="2905" y="5144"/>
                    <a:pt x="2977" y="5347"/>
                    <a:pt x="3015" y="5611"/>
                  </a:cubicBezTo>
                  <a:cubicBezTo>
                    <a:pt x="3061" y="5874"/>
                    <a:pt x="3075" y="6202"/>
                    <a:pt x="3029" y="6583"/>
                  </a:cubicBezTo>
                  <a:cubicBezTo>
                    <a:pt x="2983" y="6967"/>
                    <a:pt x="2878" y="7390"/>
                    <a:pt x="2650" y="7852"/>
                  </a:cubicBezTo>
                  <a:cubicBezTo>
                    <a:pt x="2650" y="7852"/>
                    <a:pt x="2529" y="8011"/>
                    <a:pt x="2346" y="8248"/>
                  </a:cubicBezTo>
                  <a:cubicBezTo>
                    <a:pt x="2157" y="8482"/>
                    <a:pt x="1906" y="8792"/>
                    <a:pt x="1654" y="9103"/>
                  </a:cubicBezTo>
                  <a:cubicBezTo>
                    <a:pt x="1403" y="9414"/>
                    <a:pt x="1160" y="9735"/>
                    <a:pt x="996" y="9989"/>
                  </a:cubicBezTo>
                  <a:cubicBezTo>
                    <a:pt x="828" y="10239"/>
                    <a:pt x="734" y="10418"/>
                    <a:pt x="734" y="10418"/>
                  </a:cubicBezTo>
                  <a:cubicBezTo>
                    <a:pt x="927" y="9767"/>
                    <a:pt x="1077" y="9239"/>
                    <a:pt x="1142" y="8860"/>
                  </a:cubicBezTo>
                  <a:cubicBezTo>
                    <a:pt x="1211" y="8487"/>
                    <a:pt x="1206" y="8262"/>
                    <a:pt x="1203" y="8243"/>
                  </a:cubicBezTo>
                  <a:cubicBezTo>
                    <a:pt x="1202" y="8216"/>
                    <a:pt x="1182" y="8199"/>
                    <a:pt x="1157" y="8199"/>
                  </a:cubicBezTo>
                  <a:cubicBezTo>
                    <a:pt x="1152" y="8199"/>
                    <a:pt x="1148" y="8199"/>
                    <a:pt x="1143" y="8200"/>
                  </a:cubicBezTo>
                  <a:cubicBezTo>
                    <a:pt x="1112" y="8210"/>
                    <a:pt x="1087" y="8241"/>
                    <a:pt x="1088" y="8274"/>
                  </a:cubicBezTo>
                  <a:lnTo>
                    <a:pt x="1088" y="8326"/>
                  </a:lnTo>
                  <a:cubicBezTo>
                    <a:pt x="1087" y="8361"/>
                    <a:pt x="1084" y="8409"/>
                    <a:pt x="1079" y="8472"/>
                  </a:cubicBezTo>
                  <a:cubicBezTo>
                    <a:pt x="1069" y="8598"/>
                    <a:pt x="1045" y="8777"/>
                    <a:pt x="997" y="9009"/>
                  </a:cubicBezTo>
                  <a:cubicBezTo>
                    <a:pt x="908" y="9470"/>
                    <a:pt x="704" y="10118"/>
                    <a:pt x="481" y="10916"/>
                  </a:cubicBezTo>
                  <a:cubicBezTo>
                    <a:pt x="481" y="10916"/>
                    <a:pt x="470" y="10942"/>
                    <a:pt x="449" y="10987"/>
                  </a:cubicBezTo>
                  <a:cubicBezTo>
                    <a:pt x="426" y="11032"/>
                    <a:pt x="402" y="11098"/>
                    <a:pt x="372" y="11178"/>
                  </a:cubicBezTo>
                  <a:cubicBezTo>
                    <a:pt x="344" y="11257"/>
                    <a:pt x="308" y="11350"/>
                    <a:pt x="271" y="11450"/>
                  </a:cubicBezTo>
                  <a:cubicBezTo>
                    <a:pt x="236" y="11549"/>
                    <a:pt x="209" y="11660"/>
                    <a:pt x="178" y="11767"/>
                  </a:cubicBezTo>
                  <a:cubicBezTo>
                    <a:pt x="108" y="11982"/>
                    <a:pt x="79" y="12207"/>
                    <a:pt x="44" y="12373"/>
                  </a:cubicBezTo>
                  <a:cubicBezTo>
                    <a:pt x="27" y="12455"/>
                    <a:pt x="16" y="12525"/>
                    <a:pt x="13" y="12575"/>
                  </a:cubicBezTo>
                  <a:cubicBezTo>
                    <a:pt x="8" y="12624"/>
                    <a:pt x="4" y="12653"/>
                    <a:pt x="4" y="12653"/>
                  </a:cubicBezTo>
                  <a:cubicBezTo>
                    <a:pt x="0" y="12687"/>
                    <a:pt x="21" y="12719"/>
                    <a:pt x="51" y="12723"/>
                  </a:cubicBezTo>
                  <a:cubicBezTo>
                    <a:pt x="53" y="12723"/>
                    <a:pt x="55" y="12723"/>
                    <a:pt x="57" y="12723"/>
                  </a:cubicBezTo>
                  <a:cubicBezTo>
                    <a:pt x="83" y="12723"/>
                    <a:pt x="106" y="12698"/>
                    <a:pt x="110" y="12665"/>
                  </a:cubicBezTo>
                  <a:cubicBezTo>
                    <a:pt x="110" y="12665"/>
                    <a:pt x="113" y="12638"/>
                    <a:pt x="118" y="12590"/>
                  </a:cubicBezTo>
                  <a:cubicBezTo>
                    <a:pt x="121" y="12540"/>
                    <a:pt x="132" y="12473"/>
                    <a:pt x="149" y="12391"/>
                  </a:cubicBezTo>
                  <a:cubicBezTo>
                    <a:pt x="183" y="12228"/>
                    <a:pt x="212" y="12006"/>
                    <a:pt x="281" y="11795"/>
                  </a:cubicBezTo>
                  <a:cubicBezTo>
                    <a:pt x="312" y="11688"/>
                    <a:pt x="339" y="11581"/>
                    <a:pt x="372" y="11482"/>
                  </a:cubicBezTo>
                  <a:cubicBezTo>
                    <a:pt x="409" y="11386"/>
                    <a:pt x="444" y="11293"/>
                    <a:pt x="472" y="11215"/>
                  </a:cubicBezTo>
                  <a:cubicBezTo>
                    <a:pt x="501" y="11139"/>
                    <a:pt x="524" y="11073"/>
                    <a:pt x="547" y="11029"/>
                  </a:cubicBezTo>
                  <a:cubicBezTo>
                    <a:pt x="568" y="10984"/>
                    <a:pt x="580" y="10960"/>
                    <a:pt x="580" y="10960"/>
                  </a:cubicBezTo>
                  <a:cubicBezTo>
                    <a:pt x="1037" y="10275"/>
                    <a:pt x="1596" y="9959"/>
                    <a:pt x="1993" y="9778"/>
                  </a:cubicBezTo>
                  <a:cubicBezTo>
                    <a:pt x="2191" y="9690"/>
                    <a:pt x="2361" y="9634"/>
                    <a:pt x="2478" y="9602"/>
                  </a:cubicBezTo>
                  <a:cubicBezTo>
                    <a:pt x="2535" y="9585"/>
                    <a:pt x="2582" y="9574"/>
                    <a:pt x="2613" y="9568"/>
                  </a:cubicBezTo>
                  <a:cubicBezTo>
                    <a:pt x="2645" y="9563"/>
                    <a:pt x="2661" y="9559"/>
                    <a:pt x="2662" y="9559"/>
                  </a:cubicBezTo>
                  <a:cubicBezTo>
                    <a:pt x="2694" y="9553"/>
                    <a:pt x="2721" y="9522"/>
                    <a:pt x="2723" y="9489"/>
                  </a:cubicBezTo>
                  <a:cubicBezTo>
                    <a:pt x="2724" y="9459"/>
                    <a:pt x="2704" y="9438"/>
                    <a:pt x="2677" y="9438"/>
                  </a:cubicBezTo>
                  <a:cubicBezTo>
                    <a:pt x="2674" y="9438"/>
                    <a:pt x="2671" y="9438"/>
                    <a:pt x="2668" y="9439"/>
                  </a:cubicBezTo>
                  <a:cubicBezTo>
                    <a:pt x="2647" y="9443"/>
                    <a:pt x="2431" y="9477"/>
                    <a:pt x="2089" y="9613"/>
                  </a:cubicBezTo>
                  <a:cubicBezTo>
                    <a:pt x="1754" y="9753"/>
                    <a:pt x="1284" y="9983"/>
                    <a:pt x="825" y="10473"/>
                  </a:cubicBezTo>
                  <a:cubicBezTo>
                    <a:pt x="825" y="10473"/>
                    <a:pt x="917" y="10298"/>
                    <a:pt x="1084" y="10049"/>
                  </a:cubicBezTo>
                  <a:cubicBezTo>
                    <a:pt x="1247" y="9800"/>
                    <a:pt x="1486" y="9482"/>
                    <a:pt x="1737" y="9171"/>
                  </a:cubicBezTo>
                  <a:cubicBezTo>
                    <a:pt x="1989" y="8860"/>
                    <a:pt x="2240" y="8550"/>
                    <a:pt x="2429" y="8316"/>
                  </a:cubicBezTo>
                  <a:cubicBezTo>
                    <a:pt x="2613" y="8077"/>
                    <a:pt x="2735" y="7919"/>
                    <a:pt x="2735" y="7919"/>
                  </a:cubicBezTo>
                  <a:cubicBezTo>
                    <a:pt x="3105" y="7563"/>
                    <a:pt x="3456" y="7255"/>
                    <a:pt x="3770" y="7016"/>
                  </a:cubicBezTo>
                  <a:cubicBezTo>
                    <a:pt x="4086" y="6776"/>
                    <a:pt x="4381" y="6596"/>
                    <a:pt x="4632" y="6456"/>
                  </a:cubicBezTo>
                  <a:cubicBezTo>
                    <a:pt x="4888" y="6322"/>
                    <a:pt x="5098" y="6227"/>
                    <a:pt x="5247" y="6169"/>
                  </a:cubicBezTo>
                  <a:cubicBezTo>
                    <a:pt x="5321" y="6141"/>
                    <a:pt x="5381" y="6122"/>
                    <a:pt x="5423" y="6109"/>
                  </a:cubicBezTo>
                  <a:cubicBezTo>
                    <a:pt x="5463" y="6097"/>
                    <a:pt x="5487" y="6091"/>
                    <a:pt x="5488" y="6091"/>
                  </a:cubicBezTo>
                  <a:cubicBezTo>
                    <a:pt x="5520" y="6083"/>
                    <a:pt x="5547" y="6048"/>
                    <a:pt x="5547" y="6010"/>
                  </a:cubicBezTo>
                  <a:cubicBezTo>
                    <a:pt x="5547" y="5977"/>
                    <a:pt x="5530" y="5954"/>
                    <a:pt x="5505" y="5954"/>
                  </a:cubicBezTo>
                  <a:cubicBezTo>
                    <a:pt x="5501" y="5954"/>
                    <a:pt x="5497" y="5954"/>
                    <a:pt x="5493" y="5955"/>
                  </a:cubicBezTo>
                  <a:cubicBezTo>
                    <a:pt x="5492" y="5955"/>
                    <a:pt x="5471" y="5961"/>
                    <a:pt x="5435" y="5972"/>
                  </a:cubicBezTo>
                  <a:cubicBezTo>
                    <a:pt x="5398" y="5985"/>
                    <a:pt x="5346" y="6003"/>
                    <a:pt x="5279" y="6026"/>
                  </a:cubicBezTo>
                  <a:cubicBezTo>
                    <a:pt x="5147" y="6076"/>
                    <a:pt x="4959" y="6156"/>
                    <a:pt x="4735" y="6273"/>
                  </a:cubicBezTo>
                  <a:cubicBezTo>
                    <a:pt x="4279" y="6509"/>
                    <a:pt x="3688" y="6888"/>
                    <a:pt x="3031" y="7500"/>
                  </a:cubicBezTo>
                  <a:cubicBezTo>
                    <a:pt x="3031" y="7500"/>
                    <a:pt x="3144" y="7329"/>
                    <a:pt x="3303" y="7070"/>
                  </a:cubicBezTo>
                  <a:cubicBezTo>
                    <a:pt x="3460" y="6807"/>
                    <a:pt x="3665" y="6457"/>
                    <a:pt x="3853" y="6097"/>
                  </a:cubicBezTo>
                  <a:cubicBezTo>
                    <a:pt x="4239" y="5379"/>
                    <a:pt x="4531" y="4619"/>
                    <a:pt x="4531" y="4619"/>
                  </a:cubicBezTo>
                  <a:cubicBezTo>
                    <a:pt x="4946" y="3904"/>
                    <a:pt x="5329" y="3360"/>
                    <a:pt x="5619" y="2984"/>
                  </a:cubicBezTo>
                  <a:cubicBezTo>
                    <a:pt x="5768" y="2799"/>
                    <a:pt x="5887" y="2656"/>
                    <a:pt x="5976" y="2560"/>
                  </a:cubicBezTo>
                  <a:cubicBezTo>
                    <a:pt x="6020" y="2512"/>
                    <a:pt x="6056" y="2476"/>
                    <a:pt x="6081" y="2453"/>
                  </a:cubicBezTo>
                  <a:cubicBezTo>
                    <a:pt x="6106" y="2428"/>
                    <a:pt x="6119" y="2416"/>
                    <a:pt x="6120" y="2415"/>
                  </a:cubicBezTo>
                  <a:cubicBezTo>
                    <a:pt x="6145" y="2392"/>
                    <a:pt x="6156" y="2349"/>
                    <a:pt x="6140" y="2317"/>
                  </a:cubicBezTo>
                  <a:cubicBezTo>
                    <a:pt x="6130" y="2298"/>
                    <a:pt x="6115" y="2288"/>
                    <a:pt x="6098" y="2288"/>
                  </a:cubicBezTo>
                  <a:cubicBezTo>
                    <a:pt x="6087" y="2288"/>
                    <a:pt x="6076" y="2292"/>
                    <a:pt x="6066" y="2301"/>
                  </a:cubicBezTo>
                  <a:cubicBezTo>
                    <a:pt x="6022" y="2325"/>
                    <a:pt x="5418" y="2947"/>
                    <a:pt x="4719" y="4099"/>
                  </a:cubicBezTo>
                  <a:cubicBezTo>
                    <a:pt x="4719" y="4099"/>
                    <a:pt x="4737" y="4039"/>
                    <a:pt x="4772" y="3931"/>
                  </a:cubicBezTo>
                  <a:cubicBezTo>
                    <a:pt x="4803" y="3824"/>
                    <a:pt x="4857" y="3672"/>
                    <a:pt x="4903" y="3486"/>
                  </a:cubicBezTo>
                  <a:cubicBezTo>
                    <a:pt x="5009" y="3116"/>
                    <a:pt x="5113" y="2614"/>
                    <a:pt x="5192" y="2107"/>
                  </a:cubicBezTo>
                  <a:cubicBezTo>
                    <a:pt x="5268" y="1601"/>
                    <a:pt x="5305" y="1088"/>
                    <a:pt x="5320" y="704"/>
                  </a:cubicBezTo>
                  <a:cubicBezTo>
                    <a:pt x="5332" y="513"/>
                    <a:pt x="5327" y="352"/>
                    <a:pt x="5331" y="241"/>
                  </a:cubicBezTo>
                  <a:cubicBezTo>
                    <a:pt x="5332" y="130"/>
                    <a:pt x="5334" y="65"/>
                    <a:pt x="5334" y="65"/>
                  </a:cubicBezTo>
                  <a:cubicBezTo>
                    <a:pt x="5334" y="30"/>
                    <a:pt x="5310" y="0"/>
                    <a:pt x="528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1"/>
            <p:cNvSpPr/>
            <p:nvPr/>
          </p:nvSpPr>
          <p:spPr>
            <a:xfrm>
              <a:off x="3305938" y="4607974"/>
              <a:ext cx="76010" cy="235133"/>
            </a:xfrm>
            <a:custGeom>
              <a:avLst/>
              <a:gdLst/>
              <a:ahLst/>
              <a:cxnLst/>
              <a:rect l="l" t="t" r="r" b="b"/>
              <a:pathLst>
                <a:path w="1723" h="5330" extrusionOk="0">
                  <a:moveTo>
                    <a:pt x="1250" y="1"/>
                  </a:moveTo>
                  <a:cubicBezTo>
                    <a:pt x="1083" y="229"/>
                    <a:pt x="903" y="464"/>
                    <a:pt x="728" y="722"/>
                  </a:cubicBezTo>
                  <a:cubicBezTo>
                    <a:pt x="441" y="1148"/>
                    <a:pt x="164" y="1621"/>
                    <a:pt x="52" y="2136"/>
                  </a:cubicBezTo>
                  <a:cubicBezTo>
                    <a:pt x="1" y="2316"/>
                    <a:pt x="13" y="2554"/>
                    <a:pt x="32" y="2802"/>
                  </a:cubicBezTo>
                  <a:cubicBezTo>
                    <a:pt x="43" y="2928"/>
                    <a:pt x="73" y="3062"/>
                    <a:pt x="96" y="3197"/>
                  </a:cubicBezTo>
                  <a:cubicBezTo>
                    <a:pt x="123" y="3332"/>
                    <a:pt x="147" y="3470"/>
                    <a:pt x="190" y="3611"/>
                  </a:cubicBezTo>
                  <a:cubicBezTo>
                    <a:pt x="325" y="4174"/>
                    <a:pt x="538" y="4741"/>
                    <a:pt x="580" y="5329"/>
                  </a:cubicBezTo>
                  <a:cubicBezTo>
                    <a:pt x="648" y="4736"/>
                    <a:pt x="947" y="4214"/>
                    <a:pt x="1298" y="3852"/>
                  </a:cubicBezTo>
                  <a:cubicBezTo>
                    <a:pt x="1377" y="3759"/>
                    <a:pt x="1473" y="3679"/>
                    <a:pt x="1558" y="3604"/>
                  </a:cubicBezTo>
                  <a:cubicBezTo>
                    <a:pt x="1617" y="3554"/>
                    <a:pt x="1670" y="3507"/>
                    <a:pt x="1722" y="3464"/>
                  </a:cubicBezTo>
                  <a:cubicBezTo>
                    <a:pt x="1392" y="3278"/>
                    <a:pt x="1248" y="2910"/>
                    <a:pt x="1189" y="2553"/>
                  </a:cubicBezTo>
                  <a:cubicBezTo>
                    <a:pt x="1092" y="1965"/>
                    <a:pt x="1181" y="1361"/>
                    <a:pt x="1210" y="772"/>
                  </a:cubicBezTo>
                  <a:cubicBezTo>
                    <a:pt x="1223" y="515"/>
                    <a:pt x="1236" y="257"/>
                    <a:pt x="125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1"/>
            <p:cNvSpPr/>
            <p:nvPr/>
          </p:nvSpPr>
          <p:spPr>
            <a:xfrm>
              <a:off x="3016596" y="3654017"/>
              <a:ext cx="183386" cy="60967"/>
            </a:xfrm>
            <a:custGeom>
              <a:avLst/>
              <a:gdLst/>
              <a:ahLst/>
              <a:cxnLst/>
              <a:rect l="l" t="t" r="r" b="b"/>
              <a:pathLst>
                <a:path w="4157" h="1382" extrusionOk="0">
                  <a:moveTo>
                    <a:pt x="624" y="1"/>
                  </a:moveTo>
                  <a:lnTo>
                    <a:pt x="1" y="569"/>
                  </a:lnTo>
                  <a:lnTo>
                    <a:pt x="1" y="1381"/>
                  </a:lnTo>
                  <a:lnTo>
                    <a:pt x="4157" y="1381"/>
                  </a:lnTo>
                  <a:lnTo>
                    <a:pt x="4157" y="569"/>
                  </a:lnTo>
                  <a:lnTo>
                    <a:pt x="3535" y="1"/>
                  </a:lnTo>
                  <a:cubicBezTo>
                    <a:pt x="3535" y="1"/>
                    <a:pt x="2640" y="270"/>
                    <a:pt x="2079" y="270"/>
                  </a:cubicBezTo>
                  <a:cubicBezTo>
                    <a:pt x="1518" y="270"/>
                    <a:pt x="624" y="1"/>
                    <a:pt x="624" y="1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1"/>
            <p:cNvSpPr/>
            <p:nvPr/>
          </p:nvSpPr>
          <p:spPr>
            <a:xfrm>
              <a:off x="3016596" y="3654017"/>
              <a:ext cx="183386" cy="60967"/>
            </a:xfrm>
            <a:custGeom>
              <a:avLst/>
              <a:gdLst/>
              <a:ahLst/>
              <a:cxnLst/>
              <a:rect l="l" t="t" r="r" b="b"/>
              <a:pathLst>
                <a:path w="4157" h="1382" extrusionOk="0">
                  <a:moveTo>
                    <a:pt x="624" y="1"/>
                  </a:moveTo>
                  <a:lnTo>
                    <a:pt x="1" y="569"/>
                  </a:lnTo>
                  <a:lnTo>
                    <a:pt x="1" y="1381"/>
                  </a:lnTo>
                  <a:lnTo>
                    <a:pt x="4157" y="1381"/>
                  </a:lnTo>
                  <a:lnTo>
                    <a:pt x="4157" y="569"/>
                  </a:lnTo>
                  <a:lnTo>
                    <a:pt x="3535" y="1"/>
                  </a:lnTo>
                  <a:cubicBezTo>
                    <a:pt x="3535" y="1"/>
                    <a:pt x="2640" y="270"/>
                    <a:pt x="2079" y="270"/>
                  </a:cubicBezTo>
                  <a:cubicBezTo>
                    <a:pt x="1518" y="270"/>
                    <a:pt x="624" y="1"/>
                    <a:pt x="624" y="1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1"/>
            <p:cNvSpPr/>
            <p:nvPr/>
          </p:nvSpPr>
          <p:spPr>
            <a:xfrm>
              <a:off x="2890563" y="3569363"/>
              <a:ext cx="434886" cy="669092"/>
            </a:xfrm>
            <a:custGeom>
              <a:avLst/>
              <a:gdLst/>
              <a:ahLst/>
              <a:cxnLst/>
              <a:rect l="l" t="t" r="r" b="b"/>
              <a:pathLst>
                <a:path w="9858" h="15167" extrusionOk="0">
                  <a:moveTo>
                    <a:pt x="3576" y="1"/>
                  </a:moveTo>
                  <a:lnTo>
                    <a:pt x="3576" y="2310"/>
                  </a:lnTo>
                  <a:lnTo>
                    <a:pt x="1114" y="2735"/>
                  </a:lnTo>
                  <a:cubicBezTo>
                    <a:pt x="1114" y="2735"/>
                    <a:pt x="924" y="4726"/>
                    <a:pt x="769" y="6474"/>
                  </a:cubicBezTo>
                  <a:cubicBezTo>
                    <a:pt x="618" y="8176"/>
                    <a:pt x="272" y="9974"/>
                    <a:pt x="142" y="11816"/>
                  </a:cubicBezTo>
                  <a:cubicBezTo>
                    <a:pt x="0" y="13829"/>
                    <a:pt x="303" y="15167"/>
                    <a:pt x="303" y="15167"/>
                  </a:cubicBezTo>
                  <a:lnTo>
                    <a:pt x="9557" y="15167"/>
                  </a:lnTo>
                  <a:cubicBezTo>
                    <a:pt x="9557" y="15167"/>
                    <a:pt x="9858" y="13829"/>
                    <a:pt x="9717" y="11816"/>
                  </a:cubicBezTo>
                  <a:cubicBezTo>
                    <a:pt x="9587" y="9974"/>
                    <a:pt x="9242" y="8176"/>
                    <a:pt x="9091" y="6474"/>
                  </a:cubicBezTo>
                  <a:cubicBezTo>
                    <a:pt x="8935" y="4728"/>
                    <a:pt x="8706" y="2310"/>
                    <a:pt x="8706" y="2310"/>
                  </a:cubicBezTo>
                  <a:lnTo>
                    <a:pt x="6285" y="2310"/>
                  </a:lnTo>
                  <a:lnTo>
                    <a:pt x="6285" y="1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1"/>
            <p:cNvSpPr/>
            <p:nvPr/>
          </p:nvSpPr>
          <p:spPr>
            <a:xfrm>
              <a:off x="3048314" y="3569319"/>
              <a:ext cx="119508" cy="77907"/>
            </a:xfrm>
            <a:custGeom>
              <a:avLst/>
              <a:gdLst/>
              <a:ahLst/>
              <a:cxnLst/>
              <a:rect l="l" t="t" r="r" b="b"/>
              <a:pathLst>
                <a:path w="2709" h="1766" extrusionOk="0">
                  <a:moveTo>
                    <a:pt x="0" y="0"/>
                  </a:moveTo>
                  <a:lnTo>
                    <a:pt x="0" y="1765"/>
                  </a:lnTo>
                  <a:cubicBezTo>
                    <a:pt x="394" y="1720"/>
                    <a:pt x="784" y="1648"/>
                    <a:pt x="1174" y="1583"/>
                  </a:cubicBezTo>
                  <a:cubicBezTo>
                    <a:pt x="1688" y="1495"/>
                    <a:pt x="2200" y="1397"/>
                    <a:pt x="2709" y="1284"/>
                  </a:cubicBezTo>
                  <a:lnTo>
                    <a:pt x="2709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1"/>
            <p:cNvSpPr/>
            <p:nvPr/>
          </p:nvSpPr>
          <p:spPr>
            <a:xfrm>
              <a:off x="3274617" y="3391982"/>
              <a:ext cx="261823" cy="402505"/>
            </a:xfrm>
            <a:custGeom>
              <a:avLst/>
              <a:gdLst/>
              <a:ahLst/>
              <a:cxnLst/>
              <a:rect l="l" t="t" r="r" b="b"/>
              <a:pathLst>
                <a:path w="5935" h="9124" extrusionOk="0">
                  <a:moveTo>
                    <a:pt x="3386" y="0"/>
                  </a:moveTo>
                  <a:cubicBezTo>
                    <a:pt x="3367" y="0"/>
                    <a:pt x="3347" y="3"/>
                    <a:pt x="3325" y="11"/>
                  </a:cubicBezTo>
                  <a:cubicBezTo>
                    <a:pt x="3207" y="58"/>
                    <a:pt x="3159" y="230"/>
                    <a:pt x="3159" y="230"/>
                  </a:cubicBezTo>
                  <a:cubicBezTo>
                    <a:pt x="2985" y="255"/>
                    <a:pt x="2817" y="825"/>
                    <a:pt x="2827" y="1264"/>
                  </a:cubicBezTo>
                  <a:cubicBezTo>
                    <a:pt x="2832" y="1422"/>
                    <a:pt x="2876" y="1836"/>
                    <a:pt x="2735" y="1854"/>
                  </a:cubicBezTo>
                  <a:cubicBezTo>
                    <a:pt x="2595" y="1834"/>
                    <a:pt x="2615" y="1754"/>
                    <a:pt x="2512" y="1551"/>
                  </a:cubicBezTo>
                  <a:cubicBezTo>
                    <a:pt x="2403" y="1340"/>
                    <a:pt x="2283" y="1262"/>
                    <a:pt x="2179" y="1262"/>
                  </a:cubicBezTo>
                  <a:cubicBezTo>
                    <a:pt x="2152" y="1262"/>
                    <a:pt x="2126" y="1268"/>
                    <a:pt x="2102" y="1277"/>
                  </a:cubicBezTo>
                  <a:cubicBezTo>
                    <a:pt x="1966" y="1333"/>
                    <a:pt x="1956" y="1666"/>
                    <a:pt x="2029" y="1842"/>
                  </a:cubicBezTo>
                  <a:cubicBezTo>
                    <a:pt x="2103" y="2015"/>
                    <a:pt x="2316" y="3048"/>
                    <a:pt x="2696" y="3250"/>
                  </a:cubicBezTo>
                  <a:lnTo>
                    <a:pt x="3284" y="6328"/>
                  </a:lnTo>
                  <a:lnTo>
                    <a:pt x="0" y="6328"/>
                  </a:lnTo>
                  <a:lnTo>
                    <a:pt x="0" y="9123"/>
                  </a:lnTo>
                  <a:lnTo>
                    <a:pt x="4551" y="8735"/>
                  </a:lnTo>
                  <a:cubicBezTo>
                    <a:pt x="4989" y="8699"/>
                    <a:pt x="5385" y="8465"/>
                    <a:pt x="5628" y="8100"/>
                  </a:cubicBezTo>
                  <a:cubicBezTo>
                    <a:pt x="5866" y="7748"/>
                    <a:pt x="5934" y="7306"/>
                    <a:pt x="5813" y="6895"/>
                  </a:cubicBezTo>
                  <a:lnTo>
                    <a:pt x="4529" y="2519"/>
                  </a:lnTo>
                  <a:cubicBezTo>
                    <a:pt x="4529" y="2519"/>
                    <a:pt x="4440" y="1090"/>
                    <a:pt x="4314" y="702"/>
                  </a:cubicBezTo>
                  <a:cubicBezTo>
                    <a:pt x="4260" y="537"/>
                    <a:pt x="4137" y="306"/>
                    <a:pt x="3942" y="258"/>
                  </a:cubicBezTo>
                  <a:cubicBezTo>
                    <a:pt x="3942" y="258"/>
                    <a:pt x="3792" y="24"/>
                    <a:pt x="3639" y="24"/>
                  </a:cubicBezTo>
                  <a:cubicBezTo>
                    <a:pt x="3604" y="24"/>
                    <a:pt x="3568" y="37"/>
                    <a:pt x="3533" y="69"/>
                  </a:cubicBezTo>
                  <a:cubicBezTo>
                    <a:pt x="3533" y="69"/>
                    <a:pt x="3473" y="0"/>
                    <a:pt x="3386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1"/>
            <p:cNvSpPr/>
            <p:nvPr/>
          </p:nvSpPr>
          <p:spPr>
            <a:xfrm>
              <a:off x="3274529" y="3392070"/>
              <a:ext cx="261911" cy="402505"/>
            </a:xfrm>
            <a:custGeom>
              <a:avLst/>
              <a:gdLst/>
              <a:ahLst/>
              <a:cxnLst/>
              <a:rect l="l" t="t" r="r" b="b"/>
              <a:pathLst>
                <a:path w="5937" h="9124" extrusionOk="0">
                  <a:moveTo>
                    <a:pt x="3387" y="1"/>
                  </a:moveTo>
                  <a:cubicBezTo>
                    <a:pt x="3368" y="1"/>
                    <a:pt x="3347" y="4"/>
                    <a:pt x="3325" y="13"/>
                  </a:cubicBezTo>
                  <a:cubicBezTo>
                    <a:pt x="3208" y="58"/>
                    <a:pt x="3160" y="230"/>
                    <a:pt x="3160" y="230"/>
                  </a:cubicBezTo>
                  <a:cubicBezTo>
                    <a:pt x="2985" y="255"/>
                    <a:pt x="2817" y="825"/>
                    <a:pt x="2827" y="1264"/>
                  </a:cubicBezTo>
                  <a:cubicBezTo>
                    <a:pt x="2832" y="1422"/>
                    <a:pt x="2877" y="1836"/>
                    <a:pt x="2736" y="1855"/>
                  </a:cubicBezTo>
                  <a:cubicBezTo>
                    <a:pt x="2595" y="1835"/>
                    <a:pt x="2616" y="1756"/>
                    <a:pt x="2512" y="1552"/>
                  </a:cubicBezTo>
                  <a:cubicBezTo>
                    <a:pt x="2403" y="1341"/>
                    <a:pt x="2284" y="1263"/>
                    <a:pt x="2180" y="1263"/>
                  </a:cubicBezTo>
                  <a:cubicBezTo>
                    <a:pt x="2152" y="1263"/>
                    <a:pt x="2126" y="1269"/>
                    <a:pt x="2101" y="1279"/>
                  </a:cubicBezTo>
                  <a:cubicBezTo>
                    <a:pt x="1966" y="1333"/>
                    <a:pt x="1955" y="1667"/>
                    <a:pt x="2029" y="1842"/>
                  </a:cubicBezTo>
                  <a:cubicBezTo>
                    <a:pt x="2104" y="2015"/>
                    <a:pt x="2317" y="3049"/>
                    <a:pt x="2696" y="3250"/>
                  </a:cubicBezTo>
                  <a:lnTo>
                    <a:pt x="3285" y="6328"/>
                  </a:lnTo>
                  <a:lnTo>
                    <a:pt x="0" y="6328"/>
                  </a:lnTo>
                  <a:lnTo>
                    <a:pt x="0" y="9123"/>
                  </a:lnTo>
                  <a:lnTo>
                    <a:pt x="4552" y="8736"/>
                  </a:lnTo>
                  <a:cubicBezTo>
                    <a:pt x="4989" y="8700"/>
                    <a:pt x="5384" y="8466"/>
                    <a:pt x="5629" y="8100"/>
                  </a:cubicBezTo>
                  <a:cubicBezTo>
                    <a:pt x="5868" y="7746"/>
                    <a:pt x="5936" y="7304"/>
                    <a:pt x="5815" y="6893"/>
                  </a:cubicBezTo>
                  <a:lnTo>
                    <a:pt x="4919" y="3841"/>
                  </a:lnTo>
                  <a:cubicBezTo>
                    <a:pt x="4772" y="3917"/>
                    <a:pt x="4621" y="3985"/>
                    <a:pt x="4473" y="4046"/>
                  </a:cubicBezTo>
                  <a:cubicBezTo>
                    <a:pt x="4212" y="4152"/>
                    <a:pt x="3900" y="4267"/>
                    <a:pt x="3603" y="4267"/>
                  </a:cubicBezTo>
                  <a:cubicBezTo>
                    <a:pt x="3523" y="4267"/>
                    <a:pt x="3445" y="4259"/>
                    <a:pt x="3369" y="4240"/>
                  </a:cubicBezTo>
                  <a:cubicBezTo>
                    <a:pt x="2960" y="4138"/>
                    <a:pt x="2933" y="3674"/>
                    <a:pt x="3015" y="3329"/>
                  </a:cubicBezTo>
                  <a:cubicBezTo>
                    <a:pt x="3084" y="3045"/>
                    <a:pt x="3241" y="2819"/>
                    <a:pt x="3413" y="2585"/>
                  </a:cubicBezTo>
                  <a:cubicBezTo>
                    <a:pt x="3509" y="2451"/>
                    <a:pt x="3609" y="2320"/>
                    <a:pt x="3697" y="2179"/>
                  </a:cubicBezTo>
                  <a:cubicBezTo>
                    <a:pt x="3788" y="2035"/>
                    <a:pt x="3833" y="1888"/>
                    <a:pt x="3895" y="1731"/>
                  </a:cubicBezTo>
                  <a:cubicBezTo>
                    <a:pt x="3933" y="1635"/>
                    <a:pt x="3980" y="1551"/>
                    <a:pt x="4079" y="1505"/>
                  </a:cubicBezTo>
                  <a:cubicBezTo>
                    <a:pt x="4170" y="1463"/>
                    <a:pt x="4274" y="1449"/>
                    <a:pt x="4373" y="1435"/>
                  </a:cubicBezTo>
                  <a:lnTo>
                    <a:pt x="4436" y="1427"/>
                  </a:lnTo>
                  <a:cubicBezTo>
                    <a:pt x="4401" y="1126"/>
                    <a:pt x="4360" y="844"/>
                    <a:pt x="4315" y="702"/>
                  </a:cubicBezTo>
                  <a:cubicBezTo>
                    <a:pt x="4260" y="538"/>
                    <a:pt x="4137" y="307"/>
                    <a:pt x="3943" y="260"/>
                  </a:cubicBezTo>
                  <a:cubicBezTo>
                    <a:pt x="3943" y="260"/>
                    <a:pt x="3793" y="25"/>
                    <a:pt x="3641" y="25"/>
                  </a:cubicBezTo>
                  <a:cubicBezTo>
                    <a:pt x="3605" y="25"/>
                    <a:pt x="3569" y="38"/>
                    <a:pt x="3534" y="70"/>
                  </a:cubicBezTo>
                  <a:cubicBezTo>
                    <a:pt x="3534" y="70"/>
                    <a:pt x="3475" y="1"/>
                    <a:pt x="338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1"/>
            <p:cNvSpPr/>
            <p:nvPr/>
          </p:nvSpPr>
          <p:spPr>
            <a:xfrm>
              <a:off x="3360727" y="3392026"/>
              <a:ext cx="108346" cy="137154"/>
            </a:xfrm>
            <a:custGeom>
              <a:avLst/>
              <a:gdLst/>
              <a:ahLst/>
              <a:cxnLst/>
              <a:rect l="l" t="t" r="r" b="b"/>
              <a:pathLst>
                <a:path w="2456" h="3109" extrusionOk="0">
                  <a:moveTo>
                    <a:pt x="1432" y="0"/>
                  </a:moveTo>
                  <a:cubicBezTo>
                    <a:pt x="1412" y="0"/>
                    <a:pt x="1392" y="3"/>
                    <a:pt x="1370" y="12"/>
                  </a:cubicBezTo>
                  <a:cubicBezTo>
                    <a:pt x="1253" y="58"/>
                    <a:pt x="1204" y="230"/>
                    <a:pt x="1204" y="230"/>
                  </a:cubicBezTo>
                  <a:cubicBezTo>
                    <a:pt x="1030" y="255"/>
                    <a:pt x="862" y="825"/>
                    <a:pt x="872" y="1264"/>
                  </a:cubicBezTo>
                  <a:cubicBezTo>
                    <a:pt x="877" y="1422"/>
                    <a:pt x="921" y="1836"/>
                    <a:pt x="781" y="1854"/>
                  </a:cubicBezTo>
                  <a:cubicBezTo>
                    <a:pt x="640" y="1835"/>
                    <a:pt x="661" y="1754"/>
                    <a:pt x="557" y="1551"/>
                  </a:cubicBezTo>
                  <a:cubicBezTo>
                    <a:pt x="448" y="1341"/>
                    <a:pt x="328" y="1263"/>
                    <a:pt x="225" y="1263"/>
                  </a:cubicBezTo>
                  <a:cubicBezTo>
                    <a:pt x="197" y="1263"/>
                    <a:pt x="171" y="1269"/>
                    <a:pt x="146" y="1279"/>
                  </a:cubicBezTo>
                  <a:cubicBezTo>
                    <a:pt x="11" y="1333"/>
                    <a:pt x="0" y="1667"/>
                    <a:pt x="74" y="1842"/>
                  </a:cubicBezTo>
                  <a:cubicBezTo>
                    <a:pt x="139" y="1991"/>
                    <a:pt x="303" y="2757"/>
                    <a:pt x="582" y="3109"/>
                  </a:cubicBezTo>
                  <a:cubicBezTo>
                    <a:pt x="735" y="2922"/>
                    <a:pt x="888" y="2736"/>
                    <a:pt x="1038" y="2548"/>
                  </a:cubicBezTo>
                  <a:cubicBezTo>
                    <a:pt x="1280" y="2243"/>
                    <a:pt x="1494" y="1926"/>
                    <a:pt x="1711" y="1603"/>
                  </a:cubicBezTo>
                  <a:cubicBezTo>
                    <a:pt x="1883" y="1349"/>
                    <a:pt x="2169" y="1276"/>
                    <a:pt x="2456" y="1214"/>
                  </a:cubicBezTo>
                  <a:cubicBezTo>
                    <a:pt x="2426" y="998"/>
                    <a:pt x="2395" y="809"/>
                    <a:pt x="2359" y="702"/>
                  </a:cubicBezTo>
                  <a:cubicBezTo>
                    <a:pt x="2305" y="537"/>
                    <a:pt x="2182" y="306"/>
                    <a:pt x="1988" y="258"/>
                  </a:cubicBezTo>
                  <a:cubicBezTo>
                    <a:pt x="1988" y="258"/>
                    <a:pt x="1837" y="24"/>
                    <a:pt x="1685" y="24"/>
                  </a:cubicBezTo>
                  <a:cubicBezTo>
                    <a:pt x="1649" y="24"/>
                    <a:pt x="1613" y="37"/>
                    <a:pt x="1579" y="69"/>
                  </a:cubicBezTo>
                  <a:cubicBezTo>
                    <a:pt x="1579" y="69"/>
                    <a:pt x="1519" y="0"/>
                    <a:pt x="143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1"/>
            <p:cNvSpPr/>
            <p:nvPr/>
          </p:nvSpPr>
          <p:spPr>
            <a:xfrm>
              <a:off x="3269191" y="3597551"/>
              <a:ext cx="272807" cy="202929"/>
            </a:xfrm>
            <a:custGeom>
              <a:avLst/>
              <a:gdLst/>
              <a:ahLst/>
              <a:cxnLst/>
              <a:rect l="l" t="t" r="r" b="b"/>
              <a:pathLst>
                <a:path w="6184" h="4600" extrusionOk="0">
                  <a:moveTo>
                    <a:pt x="5408" y="0"/>
                  </a:moveTo>
                  <a:lnTo>
                    <a:pt x="3083" y="629"/>
                  </a:lnTo>
                  <a:lnTo>
                    <a:pt x="3259" y="1550"/>
                  </a:lnTo>
                  <a:lnTo>
                    <a:pt x="0" y="1550"/>
                  </a:lnTo>
                  <a:lnTo>
                    <a:pt x="0" y="4600"/>
                  </a:lnTo>
                  <a:lnTo>
                    <a:pt x="4684" y="4200"/>
                  </a:lnTo>
                  <a:cubicBezTo>
                    <a:pt x="5159" y="4159"/>
                    <a:pt x="5584" y="3908"/>
                    <a:pt x="5851" y="3512"/>
                  </a:cubicBezTo>
                  <a:cubicBezTo>
                    <a:pt x="6110" y="3125"/>
                    <a:pt x="6183" y="2648"/>
                    <a:pt x="6052" y="2201"/>
                  </a:cubicBezTo>
                  <a:lnTo>
                    <a:pt x="54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1"/>
            <p:cNvSpPr/>
            <p:nvPr/>
          </p:nvSpPr>
          <p:spPr>
            <a:xfrm>
              <a:off x="3269279" y="3665883"/>
              <a:ext cx="254058" cy="134595"/>
            </a:xfrm>
            <a:custGeom>
              <a:avLst/>
              <a:gdLst/>
              <a:ahLst/>
              <a:cxnLst/>
              <a:rect l="l" t="t" r="r" b="b"/>
              <a:pathLst>
                <a:path w="5759" h="3051" extrusionOk="0">
                  <a:moveTo>
                    <a:pt x="1" y="1"/>
                  </a:moveTo>
                  <a:lnTo>
                    <a:pt x="1" y="3051"/>
                  </a:lnTo>
                  <a:lnTo>
                    <a:pt x="4683" y="2651"/>
                  </a:lnTo>
                  <a:cubicBezTo>
                    <a:pt x="5108" y="2615"/>
                    <a:pt x="5492" y="2410"/>
                    <a:pt x="5759" y="2084"/>
                  </a:cubicBezTo>
                  <a:lnTo>
                    <a:pt x="5759" y="2084"/>
                  </a:lnTo>
                  <a:cubicBezTo>
                    <a:pt x="5320" y="2244"/>
                    <a:pt x="4877" y="2396"/>
                    <a:pt x="4419" y="2496"/>
                  </a:cubicBezTo>
                  <a:cubicBezTo>
                    <a:pt x="4108" y="2565"/>
                    <a:pt x="3782" y="2614"/>
                    <a:pt x="3458" y="2614"/>
                  </a:cubicBezTo>
                  <a:cubicBezTo>
                    <a:pt x="3177" y="2614"/>
                    <a:pt x="2899" y="2577"/>
                    <a:pt x="2633" y="2483"/>
                  </a:cubicBezTo>
                  <a:cubicBezTo>
                    <a:pt x="2066" y="2283"/>
                    <a:pt x="1679" y="1827"/>
                    <a:pt x="1348" y="1346"/>
                  </a:cubicBezTo>
                  <a:cubicBezTo>
                    <a:pt x="1168" y="1085"/>
                    <a:pt x="997" y="815"/>
                    <a:pt x="792" y="571"/>
                  </a:cubicBezTo>
                  <a:cubicBezTo>
                    <a:pt x="633" y="382"/>
                    <a:pt x="437" y="209"/>
                    <a:pt x="296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1"/>
            <p:cNvSpPr/>
            <p:nvPr/>
          </p:nvSpPr>
          <p:spPr>
            <a:xfrm>
              <a:off x="3405150" y="3597551"/>
              <a:ext cx="112052" cy="69702"/>
            </a:xfrm>
            <a:custGeom>
              <a:avLst/>
              <a:gdLst/>
              <a:ahLst/>
              <a:cxnLst/>
              <a:rect l="l" t="t" r="r" b="b"/>
              <a:pathLst>
                <a:path w="2540" h="1580" extrusionOk="0">
                  <a:moveTo>
                    <a:pt x="2325" y="0"/>
                  </a:moveTo>
                  <a:lnTo>
                    <a:pt x="1" y="629"/>
                  </a:lnTo>
                  <a:lnTo>
                    <a:pt x="176" y="1550"/>
                  </a:lnTo>
                  <a:lnTo>
                    <a:pt x="32" y="1550"/>
                  </a:lnTo>
                  <a:cubicBezTo>
                    <a:pt x="129" y="1570"/>
                    <a:pt x="229" y="1579"/>
                    <a:pt x="328" y="1579"/>
                  </a:cubicBezTo>
                  <a:cubicBezTo>
                    <a:pt x="429" y="1579"/>
                    <a:pt x="531" y="1569"/>
                    <a:pt x="632" y="1550"/>
                  </a:cubicBezTo>
                  <a:cubicBezTo>
                    <a:pt x="1230" y="1435"/>
                    <a:pt x="1773" y="1114"/>
                    <a:pt x="2311" y="844"/>
                  </a:cubicBezTo>
                  <a:cubicBezTo>
                    <a:pt x="2386" y="806"/>
                    <a:pt x="2462" y="767"/>
                    <a:pt x="2539" y="729"/>
                  </a:cubicBezTo>
                  <a:lnTo>
                    <a:pt x="2325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1"/>
            <p:cNvSpPr/>
            <p:nvPr/>
          </p:nvSpPr>
          <p:spPr>
            <a:xfrm>
              <a:off x="3395003" y="3569892"/>
              <a:ext cx="125595" cy="85318"/>
            </a:xfrm>
            <a:custGeom>
              <a:avLst/>
              <a:gdLst/>
              <a:ahLst/>
              <a:cxnLst/>
              <a:rect l="l" t="t" r="r" b="b"/>
              <a:pathLst>
                <a:path w="2847" h="1934" extrusionOk="0">
                  <a:moveTo>
                    <a:pt x="2385" y="0"/>
                  </a:moveTo>
                  <a:cubicBezTo>
                    <a:pt x="2373" y="0"/>
                    <a:pt x="2360" y="2"/>
                    <a:pt x="2347" y="5"/>
                  </a:cubicBezTo>
                  <a:lnTo>
                    <a:pt x="124" y="605"/>
                  </a:lnTo>
                  <a:cubicBezTo>
                    <a:pt x="48" y="626"/>
                    <a:pt x="1" y="701"/>
                    <a:pt x="15" y="777"/>
                  </a:cubicBezTo>
                  <a:lnTo>
                    <a:pt x="214" y="1812"/>
                  </a:lnTo>
                  <a:cubicBezTo>
                    <a:pt x="227" y="1884"/>
                    <a:pt x="290" y="1933"/>
                    <a:pt x="360" y="1933"/>
                  </a:cubicBezTo>
                  <a:cubicBezTo>
                    <a:pt x="373" y="1933"/>
                    <a:pt x="386" y="1932"/>
                    <a:pt x="399" y="1928"/>
                  </a:cubicBezTo>
                  <a:lnTo>
                    <a:pt x="2720" y="1300"/>
                  </a:lnTo>
                  <a:cubicBezTo>
                    <a:pt x="2801" y="1278"/>
                    <a:pt x="2847" y="1194"/>
                    <a:pt x="2824" y="1114"/>
                  </a:cubicBezTo>
                  <a:lnTo>
                    <a:pt x="2527" y="106"/>
                  </a:lnTo>
                  <a:cubicBezTo>
                    <a:pt x="2510" y="43"/>
                    <a:pt x="2450" y="0"/>
                    <a:pt x="23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1"/>
            <p:cNvSpPr/>
            <p:nvPr/>
          </p:nvSpPr>
          <p:spPr>
            <a:xfrm>
              <a:off x="3430824" y="3265817"/>
              <a:ext cx="138918" cy="168563"/>
            </a:xfrm>
            <a:custGeom>
              <a:avLst/>
              <a:gdLst/>
              <a:ahLst/>
              <a:cxnLst/>
              <a:rect l="l" t="t" r="r" b="b"/>
              <a:pathLst>
                <a:path w="3149" h="3821" extrusionOk="0">
                  <a:moveTo>
                    <a:pt x="1442" y="0"/>
                  </a:moveTo>
                  <a:cubicBezTo>
                    <a:pt x="592" y="0"/>
                    <a:pt x="211" y="773"/>
                    <a:pt x="211" y="773"/>
                  </a:cubicBezTo>
                  <a:lnTo>
                    <a:pt x="1" y="3595"/>
                  </a:lnTo>
                  <a:cubicBezTo>
                    <a:pt x="164" y="3748"/>
                    <a:pt x="380" y="3820"/>
                    <a:pt x="617" y="3820"/>
                  </a:cubicBezTo>
                  <a:cubicBezTo>
                    <a:pt x="1162" y="3820"/>
                    <a:pt x="1825" y="3442"/>
                    <a:pt x="2250" y="2796"/>
                  </a:cubicBezTo>
                  <a:cubicBezTo>
                    <a:pt x="3148" y="1429"/>
                    <a:pt x="2487" y="181"/>
                    <a:pt x="1745" y="32"/>
                  </a:cubicBezTo>
                  <a:cubicBezTo>
                    <a:pt x="1638" y="10"/>
                    <a:pt x="1537" y="0"/>
                    <a:pt x="144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1"/>
            <p:cNvSpPr/>
            <p:nvPr/>
          </p:nvSpPr>
          <p:spPr>
            <a:xfrm>
              <a:off x="3430780" y="3265729"/>
              <a:ext cx="89068" cy="163578"/>
            </a:xfrm>
            <a:custGeom>
              <a:avLst/>
              <a:gdLst/>
              <a:ahLst/>
              <a:cxnLst/>
              <a:rect l="l" t="t" r="r" b="b"/>
              <a:pathLst>
                <a:path w="2019" h="3708" extrusionOk="0">
                  <a:moveTo>
                    <a:pt x="1443" y="1"/>
                  </a:moveTo>
                  <a:cubicBezTo>
                    <a:pt x="594" y="1"/>
                    <a:pt x="211" y="774"/>
                    <a:pt x="211" y="774"/>
                  </a:cubicBezTo>
                  <a:lnTo>
                    <a:pt x="1" y="3597"/>
                  </a:lnTo>
                  <a:cubicBezTo>
                    <a:pt x="48" y="3642"/>
                    <a:pt x="102" y="3677"/>
                    <a:pt x="156" y="3708"/>
                  </a:cubicBezTo>
                  <a:cubicBezTo>
                    <a:pt x="167" y="3675"/>
                    <a:pt x="175" y="3639"/>
                    <a:pt x="186" y="3606"/>
                  </a:cubicBezTo>
                  <a:cubicBezTo>
                    <a:pt x="458" y="2660"/>
                    <a:pt x="810" y="1701"/>
                    <a:pt x="1378" y="892"/>
                  </a:cubicBezTo>
                  <a:cubicBezTo>
                    <a:pt x="1566" y="624"/>
                    <a:pt x="1773" y="359"/>
                    <a:pt x="2019" y="140"/>
                  </a:cubicBezTo>
                  <a:cubicBezTo>
                    <a:pt x="1931" y="87"/>
                    <a:pt x="1839" y="52"/>
                    <a:pt x="1745" y="32"/>
                  </a:cubicBezTo>
                  <a:cubicBezTo>
                    <a:pt x="1638" y="10"/>
                    <a:pt x="1538" y="1"/>
                    <a:pt x="1443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1"/>
            <p:cNvSpPr/>
            <p:nvPr/>
          </p:nvSpPr>
          <p:spPr>
            <a:xfrm>
              <a:off x="2646924" y="3265817"/>
              <a:ext cx="138874" cy="168563"/>
            </a:xfrm>
            <a:custGeom>
              <a:avLst/>
              <a:gdLst/>
              <a:ahLst/>
              <a:cxnLst/>
              <a:rect l="l" t="t" r="r" b="b"/>
              <a:pathLst>
                <a:path w="3148" h="3821" extrusionOk="0">
                  <a:moveTo>
                    <a:pt x="1707" y="0"/>
                  </a:moveTo>
                  <a:cubicBezTo>
                    <a:pt x="1612" y="0"/>
                    <a:pt x="1511" y="10"/>
                    <a:pt x="1404" y="32"/>
                  </a:cubicBezTo>
                  <a:cubicBezTo>
                    <a:pt x="662" y="181"/>
                    <a:pt x="0" y="1429"/>
                    <a:pt x="899" y="2796"/>
                  </a:cubicBezTo>
                  <a:cubicBezTo>
                    <a:pt x="1324" y="3442"/>
                    <a:pt x="1986" y="3820"/>
                    <a:pt x="2531" y="3820"/>
                  </a:cubicBezTo>
                  <a:cubicBezTo>
                    <a:pt x="2769" y="3820"/>
                    <a:pt x="2985" y="3748"/>
                    <a:pt x="3148" y="3595"/>
                  </a:cubicBezTo>
                  <a:lnTo>
                    <a:pt x="2938" y="773"/>
                  </a:lnTo>
                  <a:cubicBezTo>
                    <a:pt x="2938" y="773"/>
                    <a:pt x="2556" y="0"/>
                    <a:pt x="1707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1"/>
            <p:cNvSpPr/>
            <p:nvPr/>
          </p:nvSpPr>
          <p:spPr>
            <a:xfrm>
              <a:off x="2703654" y="3265817"/>
              <a:ext cx="82186" cy="165167"/>
            </a:xfrm>
            <a:custGeom>
              <a:avLst/>
              <a:gdLst/>
              <a:ahLst/>
              <a:cxnLst/>
              <a:rect l="l" t="t" r="r" b="b"/>
              <a:pathLst>
                <a:path w="1863" h="3744" extrusionOk="0">
                  <a:moveTo>
                    <a:pt x="423" y="0"/>
                  </a:moveTo>
                  <a:cubicBezTo>
                    <a:pt x="327" y="0"/>
                    <a:pt x="226" y="10"/>
                    <a:pt x="119" y="32"/>
                  </a:cubicBezTo>
                  <a:cubicBezTo>
                    <a:pt x="79" y="39"/>
                    <a:pt x="39" y="53"/>
                    <a:pt x="0" y="66"/>
                  </a:cubicBezTo>
                  <a:cubicBezTo>
                    <a:pt x="207" y="224"/>
                    <a:pt x="369" y="455"/>
                    <a:pt x="516" y="667"/>
                  </a:cubicBezTo>
                  <a:cubicBezTo>
                    <a:pt x="818" y="1101"/>
                    <a:pt x="1019" y="1572"/>
                    <a:pt x="1161" y="2081"/>
                  </a:cubicBezTo>
                  <a:cubicBezTo>
                    <a:pt x="1316" y="2639"/>
                    <a:pt x="1443" y="3199"/>
                    <a:pt x="1639" y="3743"/>
                  </a:cubicBezTo>
                  <a:cubicBezTo>
                    <a:pt x="1721" y="3709"/>
                    <a:pt x="1797" y="3659"/>
                    <a:pt x="1863" y="3596"/>
                  </a:cubicBezTo>
                  <a:lnTo>
                    <a:pt x="1653" y="773"/>
                  </a:lnTo>
                  <a:cubicBezTo>
                    <a:pt x="1653" y="773"/>
                    <a:pt x="1272" y="0"/>
                    <a:pt x="42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1"/>
            <p:cNvSpPr/>
            <p:nvPr/>
          </p:nvSpPr>
          <p:spPr>
            <a:xfrm>
              <a:off x="2742562" y="2819254"/>
              <a:ext cx="731559" cy="800378"/>
            </a:xfrm>
            <a:custGeom>
              <a:avLst/>
              <a:gdLst/>
              <a:ahLst/>
              <a:cxnLst/>
              <a:rect l="l" t="t" r="r" b="b"/>
              <a:pathLst>
                <a:path w="16583" h="18143" extrusionOk="0">
                  <a:moveTo>
                    <a:pt x="8289" y="1"/>
                  </a:moveTo>
                  <a:cubicBezTo>
                    <a:pt x="8273" y="1"/>
                    <a:pt x="8256" y="1"/>
                    <a:pt x="8239" y="1"/>
                  </a:cubicBezTo>
                  <a:cubicBezTo>
                    <a:pt x="3594" y="27"/>
                    <a:pt x="1" y="4111"/>
                    <a:pt x="372" y="8743"/>
                  </a:cubicBezTo>
                  <a:lnTo>
                    <a:pt x="698" y="12813"/>
                  </a:lnTo>
                  <a:cubicBezTo>
                    <a:pt x="904" y="15364"/>
                    <a:pt x="2838" y="17438"/>
                    <a:pt x="5370" y="17822"/>
                  </a:cubicBezTo>
                  <a:lnTo>
                    <a:pt x="6687" y="18021"/>
                  </a:lnTo>
                  <a:cubicBezTo>
                    <a:pt x="7217" y="18102"/>
                    <a:pt x="7752" y="18142"/>
                    <a:pt x="8287" y="18142"/>
                  </a:cubicBezTo>
                  <a:cubicBezTo>
                    <a:pt x="8822" y="18142"/>
                    <a:pt x="9357" y="18102"/>
                    <a:pt x="9887" y="18021"/>
                  </a:cubicBezTo>
                  <a:lnTo>
                    <a:pt x="11203" y="17822"/>
                  </a:lnTo>
                  <a:cubicBezTo>
                    <a:pt x="13734" y="17438"/>
                    <a:pt x="15668" y="15364"/>
                    <a:pt x="15873" y="12813"/>
                  </a:cubicBezTo>
                  <a:lnTo>
                    <a:pt x="16212" y="8587"/>
                  </a:lnTo>
                  <a:cubicBezTo>
                    <a:pt x="16583" y="3960"/>
                    <a:pt x="12929" y="1"/>
                    <a:pt x="8289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1"/>
            <p:cNvSpPr/>
            <p:nvPr/>
          </p:nvSpPr>
          <p:spPr>
            <a:xfrm>
              <a:off x="2772956" y="2819166"/>
              <a:ext cx="666534" cy="288468"/>
            </a:xfrm>
            <a:custGeom>
              <a:avLst/>
              <a:gdLst/>
              <a:ahLst/>
              <a:cxnLst/>
              <a:rect l="l" t="t" r="r" b="b"/>
              <a:pathLst>
                <a:path w="15109" h="6539" extrusionOk="0">
                  <a:moveTo>
                    <a:pt x="7597" y="1"/>
                  </a:moveTo>
                  <a:cubicBezTo>
                    <a:pt x="7581" y="1"/>
                    <a:pt x="7566" y="1"/>
                    <a:pt x="7550" y="1"/>
                  </a:cubicBezTo>
                  <a:cubicBezTo>
                    <a:pt x="3947" y="21"/>
                    <a:pt x="979" y="2483"/>
                    <a:pt x="1" y="5747"/>
                  </a:cubicBezTo>
                  <a:cubicBezTo>
                    <a:pt x="509" y="5982"/>
                    <a:pt x="1090" y="6076"/>
                    <a:pt x="1655" y="6076"/>
                  </a:cubicBezTo>
                  <a:cubicBezTo>
                    <a:pt x="1849" y="6076"/>
                    <a:pt x="2041" y="6065"/>
                    <a:pt x="2228" y="6045"/>
                  </a:cubicBezTo>
                  <a:cubicBezTo>
                    <a:pt x="2496" y="6015"/>
                    <a:pt x="2763" y="5966"/>
                    <a:pt x="3022" y="5895"/>
                  </a:cubicBezTo>
                  <a:cubicBezTo>
                    <a:pt x="3278" y="5825"/>
                    <a:pt x="3522" y="5699"/>
                    <a:pt x="3784" y="5662"/>
                  </a:cubicBezTo>
                  <a:cubicBezTo>
                    <a:pt x="3818" y="5657"/>
                    <a:pt x="3852" y="5655"/>
                    <a:pt x="3886" y="5655"/>
                  </a:cubicBezTo>
                  <a:cubicBezTo>
                    <a:pt x="4103" y="5655"/>
                    <a:pt x="4310" y="5750"/>
                    <a:pt x="4514" y="5824"/>
                  </a:cubicBezTo>
                  <a:cubicBezTo>
                    <a:pt x="4876" y="5953"/>
                    <a:pt x="5234" y="6089"/>
                    <a:pt x="5602" y="6199"/>
                  </a:cubicBezTo>
                  <a:cubicBezTo>
                    <a:pt x="6304" y="6409"/>
                    <a:pt x="7055" y="6538"/>
                    <a:pt x="7802" y="6538"/>
                  </a:cubicBezTo>
                  <a:cubicBezTo>
                    <a:pt x="8606" y="6538"/>
                    <a:pt x="9404" y="6389"/>
                    <a:pt x="10129" y="6029"/>
                  </a:cubicBezTo>
                  <a:cubicBezTo>
                    <a:pt x="10365" y="5912"/>
                    <a:pt x="10613" y="5730"/>
                    <a:pt x="10881" y="5693"/>
                  </a:cubicBezTo>
                  <a:cubicBezTo>
                    <a:pt x="10916" y="5688"/>
                    <a:pt x="10951" y="5686"/>
                    <a:pt x="10986" y="5686"/>
                  </a:cubicBezTo>
                  <a:cubicBezTo>
                    <a:pt x="11105" y="5686"/>
                    <a:pt x="11223" y="5709"/>
                    <a:pt x="11339" y="5729"/>
                  </a:cubicBezTo>
                  <a:cubicBezTo>
                    <a:pt x="11514" y="5756"/>
                    <a:pt x="11690" y="5784"/>
                    <a:pt x="11864" y="5811"/>
                  </a:cubicBezTo>
                  <a:cubicBezTo>
                    <a:pt x="12220" y="5864"/>
                    <a:pt x="12576" y="5900"/>
                    <a:pt x="12931" y="5900"/>
                  </a:cubicBezTo>
                  <a:cubicBezTo>
                    <a:pt x="13290" y="5900"/>
                    <a:pt x="13647" y="5863"/>
                    <a:pt x="14001" y="5769"/>
                  </a:cubicBezTo>
                  <a:cubicBezTo>
                    <a:pt x="14375" y="5669"/>
                    <a:pt x="14751" y="5525"/>
                    <a:pt x="15108" y="5339"/>
                  </a:cubicBezTo>
                  <a:cubicBezTo>
                    <a:pt x="14032" y="2251"/>
                    <a:pt x="11096" y="1"/>
                    <a:pt x="759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1"/>
            <p:cNvSpPr/>
            <p:nvPr/>
          </p:nvSpPr>
          <p:spPr>
            <a:xfrm>
              <a:off x="2740092" y="2808491"/>
              <a:ext cx="736500" cy="495059"/>
            </a:xfrm>
            <a:custGeom>
              <a:avLst/>
              <a:gdLst/>
              <a:ahLst/>
              <a:cxnLst/>
              <a:rect l="l" t="t" r="r" b="b"/>
              <a:pathLst>
                <a:path w="16695" h="11222" extrusionOk="0">
                  <a:moveTo>
                    <a:pt x="8347" y="0"/>
                  </a:moveTo>
                  <a:cubicBezTo>
                    <a:pt x="6082" y="14"/>
                    <a:pt x="3925" y="952"/>
                    <a:pt x="2374" y="2642"/>
                  </a:cubicBezTo>
                  <a:cubicBezTo>
                    <a:pt x="796" y="4361"/>
                    <a:pt x="0" y="6681"/>
                    <a:pt x="186" y="9005"/>
                  </a:cubicBezTo>
                  <a:cubicBezTo>
                    <a:pt x="186" y="9005"/>
                    <a:pt x="348" y="10605"/>
                    <a:pt x="607" y="11221"/>
                  </a:cubicBezTo>
                  <a:cubicBezTo>
                    <a:pt x="607" y="11221"/>
                    <a:pt x="1009" y="10704"/>
                    <a:pt x="1625" y="9351"/>
                  </a:cubicBezTo>
                  <a:cubicBezTo>
                    <a:pt x="1700" y="9188"/>
                    <a:pt x="1734" y="9010"/>
                    <a:pt x="1718" y="8831"/>
                  </a:cubicBezTo>
                  <a:cubicBezTo>
                    <a:pt x="1681" y="8414"/>
                    <a:pt x="1632" y="7535"/>
                    <a:pt x="1745" y="6577"/>
                  </a:cubicBezTo>
                  <a:cubicBezTo>
                    <a:pt x="1771" y="6345"/>
                    <a:pt x="1875" y="6130"/>
                    <a:pt x="2039" y="5963"/>
                  </a:cubicBezTo>
                  <a:cubicBezTo>
                    <a:pt x="2396" y="5601"/>
                    <a:pt x="3126" y="5029"/>
                    <a:pt x="4174" y="5029"/>
                  </a:cubicBezTo>
                  <a:cubicBezTo>
                    <a:pt x="5708" y="5029"/>
                    <a:pt x="7323" y="5610"/>
                    <a:pt x="8347" y="5610"/>
                  </a:cubicBezTo>
                  <a:cubicBezTo>
                    <a:pt x="9372" y="5610"/>
                    <a:pt x="10985" y="5029"/>
                    <a:pt x="12520" y="5029"/>
                  </a:cubicBezTo>
                  <a:cubicBezTo>
                    <a:pt x="13569" y="5029"/>
                    <a:pt x="14298" y="5601"/>
                    <a:pt x="14656" y="5963"/>
                  </a:cubicBezTo>
                  <a:cubicBezTo>
                    <a:pt x="14818" y="6130"/>
                    <a:pt x="14921" y="6346"/>
                    <a:pt x="14950" y="6577"/>
                  </a:cubicBezTo>
                  <a:cubicBezTo>
                    <a:pt x="15062" y="7535"/>
                    <a:pt x="15014" y="8414"/>
                    <a:pt x="14977" y="8831"/>
                  </a:cubicBezTo>
                  <a:cubicBezTo>
                    <a:pt x="14961" y="9010"/>
                    <a:pt x="14994" y="9188"/>
                    <a:pt x="15070" y="9351"/>
                  </a:cubicBezTo>
                  <a:cubicBezTo>
                    <a:pt x="15686" y="10704"/>
                    <a:pt x="16086" y="11221"/>
                    <a:pt x="16086" y="11221"/>
                  </a:cubicBezTo>
                  <a:cubicBezTo>
                    <a:pt x="16347" y="10605"/>
                    <a:pt x="16509" y="9005"/>
                    <a:pt x="16509" y="9005"/>
                  </a:cubicBezTo>
                  <a:cubicBezTo>
                    <a:pt x="16695" y="6680"/>
                    <a:pt x="15897" y="4360"/>
                    <a:pt x="14320" y="2642"/>
                  </a:cubicBezTo>
                  <a:cubicBezTo>
                    <a:pt x="12769" y="951"/>
                    <a:pt x="10612" y="14"/>
                    <a:pt x="8347" y="0"/>
                  </a:cubicBezTo>
                  <a:close/>
                </a:path>
              </a:pathLst>
            </a:custGeom>
            <a:solidFill>
              <a:srgbClr val="5B52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1"/>
            <p:cNvSpPr/>
            <p:nvPr/>
          </p:nvSpPr>
          <p:spPr>
            <a:xfrm>
              <a:off x="2763428" y="2808491"/>
              <a:ext cx="684003" cy="277219"/>
            </a:xfrm>
            <a:custGeom>
              <a:avLst/>
              <a:gdLst/>
              <a:ahLst/>
              <a:cxnLst/>
              <a:rect l="l" t="t" r="r" b="b"/>
              <a:pathLst>
                <a:path w="15505" h="6284" extrusionOk="0">
                  <a:moveTo>
                    <a:pt x="7818" y="0"/>
                  </a:moveTo>
                  <a:cubicBezTo>
                    <a:pt x="5553" y="13"/>
                    <a:pt x="3396" y="951"/>
                    <a:pt x="1844" y="2642"/>
                  </a:cubicBezTo>
                  <a:cubicBezTo>
                    <a:pt x="988" y="3574"/>
                    <a:pt x="364" y="4686"/>
                    <a:pt x="1" y="5878"/>
                  </a:cubicBezTo>
                  <a:cubicBezTo>
                    <a:pt x="392" y="6102"/>
                    <a:pt x="841" y="6229"/>
                    <a:pt x="1298" y="6284"/>
                  </a:cubicBezTo>
                  <a:cubicBezTo>
                    <a:pt x="1348" y="6166"/>
                    <a:pt x="1420" y="6057"/>
                    <a:pt x="1510" y="5963"/>
                  </a:cubicBezTo>
                  <a:cubicBezTo>
                    <a:pt x="1867" y="5601"/>
                    <a:pt x="2597" y="5030"/>
                    <a:pt x="3646" y="5030"/>
                  </a:cubicBezTo>
                  <a:cubicBezTo>
                    <a:pt x="5181" y="5030"/>
                    <a:pt x="6794" y="5610"/>
                    <a:pt x="7818" y="5610"/>
                  </a:cubicBezTo>
                  <a:cubicBezTo>
                    <a:pt x="8842" y="5610"/>
                    <a:pt x="10456" y="5030"/>
                    <a:pt x="11991" y="5030"/>
                  </a:cubicBezTo>
                  <a:cubicBezTo>
                    <a:pt x="13040" y="5030"/>
                    <a:pt x="13769" y="5601"/>
                    <a:pt x="14127" y="5963"/>
                  </a:cubicBezTo>
                  <a:cubicBezTo>
                    <a:pt x="14143" y="5980"/>
                    <a:pt x="14158" y="6002"/>
                    <a:pt x="14174" y="6020"/>
                  </a:cubicBezTo>
                  <a:cubicBezTo>
                    <a:pt x="14189" y="6016"/>
                    <a:pt x="14202" y="6014"/>
                    <a:pt x="14217" y="6011"/>
                  </a:cubicBezTo>
                  <a:cubicBezTo>
                    <a:pt x="14656" y="5894"/>
                    <a:pt x="15095" y="5715"/>
                    <a:pt x="15505" y="5483"/>
                  </a:cubicBezTo>
                  <a:cubicBezTo>
                    <a:pt x="15130" y="4441"/>
                    <a:pt x="14553" y="3471"/>
                    <a:pt x="13791" y="2642"/>
                  </a:cubicBezTo>
                  <a:cubicBezTo>
                    <a:pt x="12240" y="951"/>
                    <a:pt x="10083" y="13"/>
                    <a:pt x="7818" y="0"/>
                  </a:cubicBezTo>
                  <a:close/>
                </a:path>
              </a:pathLst>
            </a:custGeom>
            <a:solidFill>
              <a:srgbClr val="5B52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1"/>
            <p:cNvSpPr/>
            <p:nvPr/>
          </p:nvSpPr>
          <p:spPr>
            <a:xfrm>
              <a:off x="3218460" y="3265949"/>
              <a:ext cx="129257" cy="136889"/>
            </a:xfrm>
            <a:custGeom>
              <a:avLst/>
              <a:gdLst/>
              <a:ahLst/>
              <a:cxnLst/>
              <a:rect l="l" t="t" r="r" b="b"/>
              <a:pathLst>
                <a:path w="2930" h="3103" extrusionOk="0">
                  <a:moveTo>
                    <a:pt x="1465" y="0"/>
                  </a:moveTo>
                  <a:cubicBezTo>
                    <a:pt x="656" y="0"/>
                    <a:pt x="0" y="695"/>
                    <a:pt x="0" y="1552"/>
                  </a:cubicBezTo>
                  <a:cubicBezTo>
                    <a:pt x="0" y="2408"/>
                    <a:pt x="656" y="3103"/>
                    <a:pt x="1465" y="3103"/>
                  </a:cubicBezTo>
                  <a:cubicBezTo>
                    <a:pt x="2274" y="3103"/>
                    <a:pt x="2929" y="2408"/>
                    <a:pt x="2929" y="1552"/>
                  </a:cubicBezTo>
                  <a:cubicBezTo>
                    <a:pt x="2929" y="695"/>
                    <a:pt x="2274" y="0"/>
                    <a:pt x="1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1"/>
            <p:cNvSpPr/>
            <p:nvPr/>
          </p:nvSpPr>
          <p:spPr>
            <a:xfrm>
              <a:off x="3197948" y="3260611"/>
              <a:ext cx="170240" cy="56379"/>
            </a:xfrm>
            <a:custGeom>
              <a:avLst/>
              <a:gdLst/>
              <a:ahLst/>
              <a:cxnLst/>
              <a:rect l="l" t="t" r="r" b="b"/>
              <a:pathLst>
                <a:path w="3859" h="1278" extrusionOk="0">
                  <a:moveTo>
                    <a:pt x="1930" y="1"/>
                  </a:moveTo>
                  <a:cubicBezTo>
                    <a:pt x="1151" y="1"/>
                    <a:pt x="423" y="420"/>
                    <a:pt x="33" y="1094"/>
                  </a:cubicBezTo>
                  <a:cubicBezTo>
                    <a:pt x="1" y="1154"/>
                    <a:pt x="21" y="1228"/>
                    <a:pt x="78" y="1261"/>
                  </a:cubicBezTo>
                  <a:cubicBezTo>
                    <a:pt x="96" y="1272"/>
                    <a:pt x="117" y="1277"/>
                    <a:pt x="138" y="1277"/>
                  </a:cubicBezTo>
                  <a:cubicBezTo>
                    <a:pt x="181" y="1277"/>
                    <a:pt x="222" y="1255"/>
                    <a:pt x="244" y="1217"/>
                  </a:cubicBezTo>
                  <a:cubicBezTo>
                    <a:pt x="591" y="616"/>
                    <a:pt x="1237" y="244"/>
                    <a:pt x="1930" y="244"/>
                  </a:cubicBezTo>
                  <a:cubicBezTo>
                    <a:pt x="2622" y="244"/>
                    <a:pt x="3268" y="616"/>
                    <a:pt x="3615" y="1217"/>
                  </a:cubicBezTo>
                  <a:cubicBezTo>
                    <a:pt x="3637" y="1256"/>
                    <a:pt x="3679" y="1278"/>
                    <a:pt x="3721" y="1278"/>
                  </a:cubicBezTo>
                  <a:cubicBezTo>
                    <a:pt x="3742" y="1278"/>
                    <a:pt x="3763" y="1272"/>
                    <a:pt x="3782" y="1261"/>
                  </a:cubicBezTo>
                  <a:cubicBezTo>
                    <a:pt x="3840" y="1228"/>
                    <a:pt x="3858" y="1152"/>
                    <a:pt x="3826" y="1094"/>
                  </a:cubicBezTo>
                  <a:cubicBezTo>
                    <a:pt x="3435" y="420"/>
                    <a:pt x="2708" y="1"/>
                    <a:pt x="1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1"/>
            <p:cNvSpPr/>
            <p:nvPr/>
          </p:nvSpPr>
          <p:spPr>
            <a:xfrm>
              <a:off x="3213740" y="3166738"/>
              <a:ext cx="138653" cy="38909"/>
            </a:xfrm>
            <a:custGeom>
              <a:avLst/>
              <a:gdLst/>
              <a:ahLst/>
              <a:cxnLst/>
              <a:rect l="l" t="t" r="r" b="b"/>
              <a:pathLst>
                <a:path w="3143" h="882" extrusionOk="0">
                  <a:moveTo>
                    <a:pt x="1572" y="0"/>
                  </a:moveTo>
                  <a:cubicBezTo>
                    <a:pt x="1023" y="0"/>
                    <a:pt x="495" y="200"/>
                    <a:pt x="84" y="562"/>
                  </a:cubicBezTo>
                  <a:cubicBezTo>
                    <a:pt x="9" y="629"/>
                    <a:pt x="1" y="745"/>
                    <a:pt x="68" y="820"/>
                  </a:cubicBezTo>
                  <a:cubicBezTo>
                    <a:pt x="105" y="860"/>
                    <a:pt x="155" y="881"/>
                    <a:pt x="206" y="881"/>
                  </a:cubicBezTo>
                  <a:cubicBezTo>
                    <a:pt x="249" y="881"/>
                    <a:pt x="291" y="866"/>
                    <a:pt x="326" y="835"/>
                  </a:cubicBezTo>
                  <a:cubicBezTo>
                    <a:pt x="669" y="532"/>
                    <a:pt x="1110" y="364"/>
                    <a:pt x="1572" y="364"/>
                  </a:cubicBezTo>
                  <a:cubicBezTo>
                    <a:pt x="2033" y="364"/>
                    <a:pt x="2475" y="532"/>
                    <a:pt x="2820" y="835"/>
                  </a:cubicBezTo>
                  <a:cubicBezTo>
                    <a:pt x="2853" y="867"/>
                    <a:pt x="2896" y="882"/>
                    <a:pt x="2940" y="882"/>
                  </a:cubicBezTo>
                  <a:cubicBezTo>
                    <a:pt x="2990" y="882"/>
                    <a:pt x="3040" y="862"/>
                    <a:pt x="3075" y="820"/>
                  </a:cubicBezTo>
                  <a:cubicBezTo>
                    <a:pt x="3142" y="745"/>
                    <a:pt x="3136" y="629"/>
                    <a:pt x="3059" y="562"/>
                  </a:cubicBezTo>
                  <a:cubicBezTo>
                    <a:pt x="2648" y="200"/>
                    <a:pt x="2121" y="0"/>
                    <a:pt x="1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1"/>
            <p:cNvSpPr/>
            <p:nvPr/>
          </p:nvSpPr>
          <p:spPr>
            <a:xfrm>
              <a:off x="2868948" y="3265949"/>
              <a:ext cx="129213" cy="136889"/>
            </a:xfrm>
            <a:custGeom>
              <a:avLst/>
              <a:gdLst/>
              <a:ahLst/>
              <a:cxnLst/>
              <a:rect l="l" t="t" r="r" b="b"/>
              <a:pathLst>
                <a:path w="2929" h="3103" extrusionOk="0">
                  <a:moveTo>
                    <a:pt x="1465" y="0"/>
                  </a:moveTo>
                  <a:cubicBezTo>
                    <a:pt x="656" y="0"/>
                    <a:pt x="1" y="695"/>
                    <a:pt x="1" y="1552"/>
                  </a:cubicBezTo>
                  <a:cubicBezTo>
                    <a:pt x="1" y="2408"/>
                    <a:pt x="656" y="3103"/>
                    <a:pt x="1465" y="3103"/>
                  </a:cubicBezTo>
                  <a:cubicBezTo>
                    <a:pt x="2273" y="3103"/>
                    <a:pt x="2929" y="2408"/>
                    <a:pt x="2929" y="1552"/>
                  </a:cubicBezTo>
                  <a:cubicBezTo>
                    <a:pt x="2929" y="695"/>
                    <a:pt x="2273" y="0"/>
                    <a:pt x="1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1"/>
            <p:cNvSpPr/>
            <p:nvPr/>
          </p:nvSpPr>
          <p:spPr>
            <a:xfrm>
              <a:off x="2848391" y="3260611"/>
              <a:ext cx="170284" cy="56379"/>
            </a:xfrm>
            <a:custGeom>
              <a:avLst/>
              <a:gdLst/>
              <a:ahLst/>
              <a:cxnLst/>
              <a:rect l="l" t="t" r="r" b="b"/>
              <a:pathLst>
                <a:path w="3860" h="1278" extrusionOk="0">
                  <a:moveTo>
                    <a:pt x="1930" y="1"/>
                  </a:moveTo>
                  <a:cubicBezTo>
                    <a:pt x="1151" y="1"/>
                    <a:pt x="424" y="420"/>
                    <a:pt x="34" y="1094"/>
                  </a:cubicBezTo>
                  <a:cubicBezTo>
                    <a:pt x="0" y="1154"/>
                    <a:pt x="20" y="1228"/>
                    <a:pt x="78" y="1261"/>
                  </a:cubicBezTo>
                  <a:cubicBezTo>
                    <a:pt x="97" y="1272"/>
                    <a:pt x="118" y="1278"/>
                    <a:pt x="139" y="1278"/>
                  </a:cubicBezTo>
                  <a:cubicBezTo>
                    <a:pt x="181" y="1278"/>
                    <a:pt x="222" y="1256"/>
                    <a:pt x="245" y="1217"/>
                  </a:cubicBezTo>
                  <a:cubicBezTo>
                    <a:pt x="592" y="616"/>
                    <a:pt x="1238" y="244"/>
                    <a:pt x="1930" y="244"/>
                  </a:cubicBezTo>
                  <a:cubicBezTo>
                    <a:pt x="2622" y="244"/>
                    <a:pt x="3270" y="616"/>
                    <a:pt x="3616" y="1217"/>
                  </a:cubicBezTo>
                  <a:cubicBezTo>
                    <a:pt x="3638" y="1255"/>
                    <a:pt x="3679" y="1277"/>
                    <a:pt x="3721" y="1277"/>
                  </a:cubicBezTo>
                  <a:cubicBezTo>
                    <a:pt x="3742" y="1277"/>
                    <a:pt x="3762" y="1272"/>
                    <a:pt x="3781" y="1261"/>
                  </a:cubicBezTo>
                  <a:cubicBezTo>
                    <a:pt x="3839" y="1228"/>
                    <a:pt x="3859" y="1152"/>
                    <a:pt x="3826" y="1094"/>
                  </a:cubicBezTo>
                  <a:cubicBezTo>
                    <a:pt x="3435" y="420"/>
                    <a:pt x="2709" y="1"/>
                    <a:pt x="1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1"/>
            <p:cNvSpPr/>
            <p:nvPr/>
          </p:nvSpPr>
          <p:spPr>
            <a:xfrm>
              <a:off x="2864228" y="3166738"/>
              <a:ext cx="138609" cy="38909"/>
            </a:xfrm>
            <a:custGeom>
              <a:avLst/>
              <a:gdLst/>
              <a:ahLst/>
              <a:cxnLst/>
              <a:rect l="l" t="t" r="r" b="b"/>
              <a:pathLst>
                <a:path w="3142" h="882" extrusionOk="0">
                  <a:moveTo>
                    <a:pt x="1571" y="0"/>
                  </a:moveTo>
                  <a:cubicBezTo>
                    <a:pt x="1022" y="0"/>
                    <a:pt x="494" y="200"/>
                    <a:pt x="82" y="562"/>
                  </a:cubicBezTo>
                  <a:cubicBezTo>
                    <a:pt x="8" y="629"/>
                    <a:pt x="1" y="745"/>
                    <a:pt x="67" y="820"/>
                  </a:cubicBezTo>
                  <a:cubicBezTo>
                    <a:pt x="102" y="861"/>
                    <a:pt x="154" y="882"/>
                    <a:pt x="203" y="882"/>
                  </a:cubicBezTo>
                  <a:cubicBezTo>
                    <a:pt x="247" y="882"/>
                    <a:pt x="291" y="867"/>
                    <a:pt x="323" y="835"/>
                  </a:cubicBezTo>
                  <a:cubicBezTo>
                    <a:pt x="669" y="532"/>
                    <a:pt x="1111" y="364"/>
                    <a:pt x="1571" y="364"/>
                  </a:cubicBezTo>
                  <a:cubicBezTo>
                    <a:pt x="2030" y="364"/>
                    <a:pt x="2473" y="532"/>
                    <a:pt x="2817" y="835"/>
                  </a:cubicBezTo>
                  <a:cubicBezTo>
                    <a:pt x="2851" y="866"/>
                    <a:pt x="2894" y="881"/>
                    <a:pt x="2937" y="881"/>
                  </a:cubicBezTo>
                  <a:cubicBezTo>
                    <a:pt x="2988" y="881"/>
                    <a:pt x="3038" y="860"/>
                    <a:pt x="3075" y="820"/>
                  </a:cubicBezTo>
                  <a:cubicBezTo>
                    <a:pt x="3142" y="745"/>
                    <a:pt x="3134" y="629"/>
                    <a:pt x="3059" y="562"/>
                  </a:cubicBezTo>
                  <a:cubicBezTo>
                    <a:pt x="2648" y="200"/>
                    <a:pt x="2120" y="0"/>
                    <a:pt x="1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1"/>
            <p:cNvSpPr/>
            <p:nvPr/>
          </p:nvSpPr>
          <p:spPr>
            <a:xfrm>
              <a:off x="3089119" y="3447477"/>
              <a:ext cx="38380" cy="16014"/>
            </a:xfrm>
            <a:custGeom>
              <a:avLst/>
              <a:gdLst/>
              <a:ahLst/>
              <a:cxnLst/>
              <a:rect l="l" t="t" r="r" b="b"/>
              <a:pathLst>
                <a:path w="870" h="363" extrusionOk="0">
                  <a:moveTo>
                    <a:pt x="768" y="1"/>
                  </a:moveTo>
                  <a:cubicBezTo>
                    <a:pt x="760" y="1"/>
                    <a:pt x="752" y="2"/>
                    <a:pt x="745" y="4"/>
                  </a:cubicBezTo>
                  <a:lnTo>
                    <a:pt x="79" y="182"/>
                  </a:lnTo>
                  <a:cubicBezTo>
                    <a:pt x="30" y="196"/>
                    <a:pt x="1" y="245"/>
                    <a:pt x="15" y="294"/>
                  </a:cubicBezTo>
                  <a:cubicBezTo>
                    <a:pt x="25" y="337"/>
                    <a:pt x="62" y="363"/>
                    <a:pt x="103" y="363"/>
                  </a:cubicBezTo>
                  <a:cubicBezTo>
                    <a:pt x="110" y="363"/>
                    <a:pt x="118" y="361"/>
                    <a:pt x="126" y="359"/>
                  </a:cubicBezTo>
                  <a:lnTo>
                    <a:pt x="792" y="180"/>
                  </a:lnTo>
                  <a:cubicBezTo>
                    <a:pt x="840" y="166"/>
                    <a:pt x="870" y="117"/>
                    <a:pt x="856" y="68"/>
                  </a:cubicBezTo>
                  <a:cubicBezTo>
                    <a:pt x="846" y="27"/>
                    <a:pt x="80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1"/>
            <p:cNvSpPr/>
            <p:nvPr/>
          </p:nvSpPr>
          <p:spPr>
            <a:xfrm>
              <a:off x="3012538" y="3503192"/>
              <a:ext cx="191547" cy="32425"/>
            </a:xfrm>
            <a:custGeom>
              <a:avLst/>
              <a:gdLst/>
              <a:ahLst/>
              <a:cxnLst/>
              <a:rect l="l" t="t" r="r" b="b"/>
              <a:pathLst>
                <a:path w="4342" h="735" extrusionOk="0">
                  <a:moveTo>
                    <a:pt x="4239" y="1"/>
                  </a:moveTo>
                  <a:cubicBezTo>
                    <a:pt x="4220" y="1"/>
                    <a:pt x="4201" y="7"/>
                    <a:pt x="4184" y="19"/>
                  </a:cubicBezTo>
                  <a:cubicBezTo>
                    <a:pt x="4176" y="24"/>
                    <a:pt x="3455" y="552"/>
                    <a:pt x="2171" y="552"/>
                  </a:cubicBezTo>
                  <a:cubicBezTo>
                    <a:pt x="886" y="552"/>
                    <a:pt x="164" y="24"/>
                    <a:pt x="158" y="19"/>
                  </a:cubicBezTo>
                  <a:cubicBezTo>
                    <a:pt x="142" y="7"/>
                    <a:pt x="123" y="1"/>
                    <a:pt x="104" y="1"/>
                  </a:cubicBezTo>
                  <a:cubicBezTo>
                    <a:pt x="76" y="1"/>
                    <a:pt x="48" y="14"/>
                    <a:pt x="30" y="37"/>
                  </a:cubicBezTo>
                  <a:cubicBezTo>
                    <a:pt x="0" y="77"/>
                    <a:pt x="8" y="135"/>
                    <a:pt x="49" y="164"/>
                  </a:cubicBezTo>
                  <a:cubicBezTo>
                    <a:pt x="79" y="188"/>
                    <a:pt x="821" y="735"/>
                    <a:pt x="2171" y="735"/>
                  </a:cubicBezTo>
                  <a:cubicBezTo>
                    <a:pt x="3521" y="735"/>
                    <a:pt x="4263" y="188"/>
                    <a:pt x="4293" y="164"/>
                  </a:cubicBezTo>
                  <a:cubicBezTo>
                    <a:pt x="4334" y="134"/>
                    <a:pt x="4341" y="78"/>
                    <a:pt x="4311" y="37"/>
                  </a:cubicBezTo>
                  <a:cubicBezTo>
                    <a:pt x="4294" y="13"/>
                    <a:pt x="4267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1"/>
            <p:cNvSpPr/>
            <p:nvPr/>
          </p:nvSpPr>
          <p:spPr>
            <a:xfrm>
              <a:off x="2759502" y="3690102"/>
              <a:ext cx="180166" cy="352876"/>
            </a:xfrm>
            <a:custGeom>
              <a:avLst/>
              <a:gdLst/>
              <a:ahLst/>
              <a:cxnLst/>
              <a:rect l="l" t="t" r="r" b="b"/>
              <a:pathLst>
                <a:path w="4084" h="7999" extrusionOk="0">
                  <a:moveTo>
                    <a:pt x="4084" y="0"/>
                  </a:moveTo>
                  <a:cubicBezTo>
                    <a:pt x="4084" y="0"/>
                    <a:pt x="3300" y="292"/>
                    <a:pt x="2614" y="1377"/>
                  </a:cubicBezTo>
                  <a:cubicBezTo>
                    <a:pt x="1929" y="2460"/>
                    <a:pt x="1168" y="4676"/>
                    <a:pt x="449" y="5997"/>
                  </a:cubicBezTo>
                  <a:cubicBezTo>
                    <a:pt x="0" y="6822"/>
                    <a:pt x="426" y="7531"/>
                    <a:pt x="993" y="7835"/>
                  </a:cubicBezTo>
                  <a:cubicBezTo>
                    <a:pt x="1180" y="7935"/>
                    <a:pt x="1382" y="7999"/>
                    <a:pt x="1590" y="7999"/>
                  </a:cubicBezTo>
                  <a:cubicBezTo>
                    <a:pt x="2014" y="7999"/>
                    <a:pt x="2464" y="7735"/>
                    <a:pt x="2876" y="6976"/>
                  </a:cubicBezTo>
                  <a:cubicBezTo>
                    <a:pt x="3213" y="6352"/>
                    <a:pt x="4084" y="4825"/>
                    <a:pt x="4084" y="4825"/>
                  </a:cubicBezTo>
                  <a:lnTo>
                    <a:pt x="4084" y="0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1"/>
            <p:cNvSpPr/>
            <p:nvPr/>
          </p:nvSpPr>
          <p:spPr>
            <a:xfrm>
              <a:off x="2759149" y="3680176"/>
              <a:ext cx="189959" cy="372198"/>
            </a:xfrm>
            <a:custGeom>
              <a:avLst/>
              <a:gdLst/>
              <a:ahLst/>
              <a:cxnLst/>
              <a:rect l="l" t="t" r="r" b="b"/>
              <a:pathLst>
                <a:path w="4306" h="8437" extrusionOk="0">
                  <a:moveTo>
                    <a:pt x="4305" y="0"/>
                  </a:moveTo>
                  <a:lnTo>
                    <a:pt x="3908" y="66"/>
                  </a:lnTo>
                  <a:cubicBezTo>
                    <a:pt x="3872" y="79"/>
                    <a:pt x="3158" y="357"/>
                    <a:pt x="2442" y="1488"/>
                  </a:cubicBezTo>
                  <a:cubicBezTo>
                    <a:pt x="2059" y="2092"/>
                    <a:pt x="1670" y="3005"/>
                    <a:pt x="1258" y="3971"/>
                  </a:cubicBezTo>
                  <a:cubicBezTo>
                    <a:pt x="931" y="4735"/>
                    <a:pt x="593" y="5528"/>
                    <a:pt x="271" y="6120"/>
                  </a:cubicBezTo>
                  <a:cubicBezTo>
                    <a:pt x="56" y="6516"/>
                    <a:pt x="1" y="6929"/>
                    <a:pt x="115" y="7312"/>
                  </a:cubicBezTo>
                  <a:cubicBezTo>
                    <a:pt x="232" y="7702"/>
                    <a:pt x="519" y="8043"/>
                    <a:pt x="901" y="8247"/>
                  </a:cubicBezTo>
                  <a:cubicBezTo>
                    <a:pt x="1083" y="8344"/>
                    <a:pt x="1327" y="8437"/>
                    <a:pt x="1602" y="8437"/>
                  </a:cubicBezTo>
                  <a:cubicBezTo>
                    <a:pt x="2055" y="8437"/>
                    <a:pt x="2594" y="8187"/>
                    <a:pt x="3071" y="7303"/>
                  </a:cubicBezTo>
                  <a:cubicBezTo>
                    <a:pt x="3404" y="6688"/>
                    <a:pt x="4268" y="5171"/>
                    <a:pt x="4277" y="5156"/>
                  </a:cubicBezTo>
                  <a:lnTo>
                    <a:pt x="4305" y="5107"/>
                  </a:lnTo>
                  <a:lnTo>
                    <a:pt x="43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1"/>
            <p:cNvSpPr/>
            <p:nvPr/>
          </p:nvSpPr>
          <p:spPr>
            <a:xfrm>
              <a:off x="2759281" y="3680132"/>
              <a:ext cx="189871" cy="372242"/>
            </a:xfrm>
            <a:custGeom>
              <a:avLst/>
              <a:gdLst/>
              <a:ahLst/>
              <a:cxnLst/>
              <a:rect l="l" t="t" r="r" b="b"/>
              <a:pathLst>
                <a:path w="4304" h="8438" extrusionOk="0">
                  <a:moveTo>
                    <a:pt x="4303" y="0"/>
                  </a:moveTo>
                  <a:lnTo>
                    <a:pt x="3906" y="66"/>
                  </a:lnTo>
                  <a:cubicBezTo>
                    <a:pt x="3903" y="67"/>
                    <a:pt x="3885" y="74"/>
                    <a:pt x="3859" y="85"/>
                  </a:cubicBezTo>
                  <a:cubicBezTo>
                    <a:pt x="3344" y="1604"/>
                    <a:pt x="3082" y="3197"/>
                    <a:pt x="2806" y="4773"/>
                  </a:cubicBezTo>
                  <a:cubicBezTo>
                    <a:pt x="2804" y="4784"/>
                    <a:pt x="2792" y="4791"/>
                    <a:pt x="2782" y="4792"/>
                  </a:cubicBezTo>
                  <a:cubicBezTo>
                    <a:pt x="2371" y="4799"/>
                    <a:pt x="1962" y="4868"/>
                    <a:pt x="1573" y="4998"/>
                  </a:cubicBezTo>
                  <a:cubicBezTo>
                    <a:pt x="1217" y="5118"/>
                    <a:pt x="885" y="5287"/>
                    <a:pt x="582" y="5497"/>
                  </a:cubicBezTo>
                  <a:cubicBezTo>
                    <a:pt x="477" y="5721"/>
                    <a:pt x="372" y="5931"/>
                    <a:pt x="269" y="6121"/>
                  </a:cubicBezTo>
                  <a:cubicBezTo>
                    <a:pt x="53" y="6517"/>
                    <a:pt x="0" y="6930"/>
                    <a:pt x="113" y="7313"/>
                  </a:cubicBezTo>
                  <a:cubicBezTo>
                    <a:pt x="230" y="7702"/>
                    <a:pt x="516" y="8044"/>
                    <a:pt x="899" y="8248"/>
                  </a:cubicBezTo>
                  <a:cubicBezTo>
                    <a:pt x="1080" y="8345"/>
                    <a:pt x="1325" y="8438"/>
                    <a:pt x="1600" y="8438"/>
                  </a:cubicBezTo>
                  <a:cubicBezTo>
                    <a:pt x="2053" y="8438"/>
                    <a:pt x="2591" y="8188"/>
                    <a:pt x="3069" y="7304"/>
                  </a:cubicBezTo>
                  <a:cubicBezTo>
                    <a:pt x="3401" y="6689"/>
                    <a:pt x="4266" y="5171"/>
                    <a:pt x="4275" y="5157"/>
                  </a:cubicBezTo>
                  <a:lnTo>
                    <a:pt x="4303" y="5108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1"/>
            <p:cNvSpPr/>
            <p:nvPr/>
          </p:nvSpPr>
          <p:spPr>
            <a:xfrm>
              <a:off x="2760781" y="3909038"/>
              <a:ext cx="179857" cy="143330"/>
            </a:xfrm>
            <a:custGeom>
              <a:avLst/>
              <a:gdLst/>
              <a:ahLst/>
              <a:cxnLst/>
              <a:rect l="l" t="t" r="r" b="b"/>
              <a:pathLst>
                <a:path w="4077" h="3249" extrusionOk="0">
                  <a:moveTo>
                    <a:pt x="2743" y="0"/>
                  </a:moveTo>
                  <a:cubicBezTo>
                    <a:pt x="1851" y="0"/>
                    <a:pt x="1025" y="344"/>
                    <a:pt x="384" y="978"/>
                  </a:cubicBezTo>
                  <a:cubicBezTo>
                    <a:pt x="277" y="1084"/>
                    <a:pt x="177" y="1197"/>
                    <a:pt x="79" y="1314"/>
                  </a:cubicBezTo>
                  <a:cubicBezTo>
                    <a:pt x="4" y="1589"/>
                    <a:pt x="1" y="1863"/>
                    <a:pt x="79" y="2124"/>
                  </a:cubicBezTo>
                  <a:cubicBezTo>
                    <a:pt x="196" y="2513"/>
                    <a:pt x="482" y="2855"/>
                    <a:pt x="865" y="3059"/>
                  </a:cubicBezTo>
                  <a:cubicBezTo>
                    <a:pt x="1046" y="3156"/>
                    <a:pt x="1291" y="3249"/>
                    <a:pt x="1566" y="3249"/>
                  </a:cubicBezTo>
                  <a:cubicBezTo>
                    <a:pt x="2019" y="3249"/>
                    <a:pt x="2557" y="2999"/>
                    <a:pt x="3035" y="2115"/>
                  </a:cubicBezTo>
                  <a:cubicBezTo>
                    <a:pt x="3278" y="1663"/>
                    <a:pt x="3809" y="727"/>
                    <a:pt x="4077" y="254"/>
                  </a:cubicBezTo>
                  <a:cubicBezTo>
                    <a:pt x="3719" y="88"/>
                    <a:pt x="3312" y="23"/>
                    <a:pt x="2916" y="4"/>
                  </a:cubicBezTo>
                  <a:cubicBezTo>
                    <a:pt x="2858" y="2"/>
                    <a:pt x="2801" y="0"/>
                    <a:pt x="2743" y="0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1"/>
            <p:cNvSpPr/>
            <p:nvPr/>
          </p:nvSpPr>
          <p:spPr>
            <a:xfrm>
              <a:off x="2699860" y="2596745"/>
              <a:ext cx="816789" cy="476927"/>
            </a:xfrm>
            <a:custGeom>
              <a:avLst/>
              <a:gdLst/>
              <a:ahLst/>
              <a:cxnLst/>
              <a:rect l="l" t="t" r="r" b="b"/>
              <a:pathLst>
                <a:path w="18515" h="10811" extrusionOk="0">
                  <a:moveTo>
                    <a:pt x="6064" y="0"/>
                  </a:moveTo>
                  <a:cubicBezTo>
                    <a:pt x="6030" y="0"/>
                    <a:pt x="5995" y="13"/>
                    <a:pt x="5967" y="40"/>
                  </a:cubicBezTo>
                  <a:cubicBezTo>
                    <a:pt x="5016" y="977"/>
                    <a:pt x="5642" y="2064"/>
                    <a:pt x="5642" y="2064"/>
                  </a:cubicBezTo>
                  <a:cubicBezTo>
                    <a:pt x="5642" y="2064"/>
                    <a:pt x="5205" y="1925"/>
                    <a:pt x="4570" y="1925"/>
                  </a:cubicBezTo>
                  <a:cubicBezTo>
                    <a:pt x="3863" y="1925"/>
                    <a:pt x="2911" y="2098"/>
                    <a:pt x="2041" y="2828"/>
                  </a:cubicBezTo>
                  <a:cubicBezTo>
                    <a:pt x="0" y="4543"/>
                    <a:pt x="1068" y="6458"/>
                    <a:pt x="1068" y="6458"/>
                  </a:cubicBezTo>
                  <a:cubicBezTo>
                    <a:pt x="1068" y="6458"/>
                    <a:pt x="513" y="8333"/>
                    <a:pt x="2028" y="9692"/>
                  </a:cubicBezTo>
                  <a:cubicBezTo>
                    <a:pt x="2490" y="10106"/>
                    <a:pt x="3118" y="10237"/>
                    <a:pt x="3725" y="10237"/>
                  </a:cubicBezTo>
                  <a:cubicBezTo>
                    <a:pt x="4756" y="10237"/>
                    <a:pt x="5726" y="9861"/>
                    <a:pt x="5726" y="9861"/>
                  </a:cubicBezTo>
                  <a:cubicBezTo>
                    <a:pt x="5726" y="9861"/>
                    <a:pt x="6950" y="10811"/>
                    <a:pt x="9257" y="10811"/>
                  </a:cubicBezTo>
                  <a:cubicBezTo>
                    <a:pt x="11566" y="10811"/>
                    <a:pt x="12789" y="9861"/>
                    <a:pt x="12789" y="9861"/>
                  </a:cubicBezTo>
                  <a:cubicBezTo>
                    <a:pt x="12789" y="9861"/>
                    <a:pt x="13759" y="10237"/>
                    <a:pt x="14789" y="10237"/>
                  </a:cubicBezTo>
                  <a:cubicBezTo>
                    <a:pt x="15396" y="10237"/>
                    <a:pt x="16024" y="10106"/>
                    <a:pt x="16487" y="9692"/>
                  </a:cubicBezTo>
                  <a:cubicBezTo>
                    <a:pt x="18002" y="8333"/>
                    <a:pt x="17447" y="6458"/>
                    <a:pt x="17447" y="6458"/>
                  </a:cubicBezTo>
                  <a:cubicBezTo>
                    <a:pt x="17447" y="6458"/>
                    <a:pt x="18514" y="4543"/>
                    <a:pt x="16473" y="2828"/>
                  </a:cubicBezTo>
                  <a:cubicBezTo>
                    <a:pt x="15604" y="2098"/>
                    <a:pt x="14651" y="1925"/>
                    <a:pt x="13945" y="1925"/>
                  </a:cubicBezTo>
                  <a:cubicBezTo>
                    <a:pt x="13310" y="1925"/>
                    <a:pt x="12873" y="2064"/>
                    <a:pt x="12873" y="2064"/>
                  </a:cubicBezTo>
                  <a:cubicBezTo>
                    <a:pt x="12873" y="2064"/>
                    <a:pt x="12520" y="1133"/>
                    <a:pt x="10845" y="783"/>
                  </a:cubicBezTo>
                  <a:cubicBezTo>
                    <a:pt x="10517" y="714"/>
                    <a:pt x="10205" y="688"/>
                    <a:pt x="9909" y="688"/>
                  </a:cubicBezTo>
                  <a:cubicBezTo>
                    <a:pt x="8931" y="688"/>
                    <a:pt x="8124" y="975"/>
                    <a:pt x="7442" y="975"/>
                  </a:cubicBezTo>
                  <a:cubicBezTo>
                    <a:pt x="7280" y="975"/>
                    <a:pt x="7125" y="959"/>
                    <a:pt x="6977" y="919"/>
                  </a:cubicBezTo>
                  <a:cubicBezTo>
                    <a:pt x="6451" y="777"/>
                    <a:pt x="6265" y="367"/>
                    <a:pt x="6198" y="103"/>
                  </a:cubicBezTo>
                  <a:cubicBezTo>
                    <a:pt x="6182" y="38"/>
                    <a:pt x="6123" y="0"/>
                    <a:pt x="6064" y="0"/>
                  </a:cubicBezTo>
                  <a:close/>
                </a:path>
              </a:pathLst>
            </a:custGeom>
            <a:solidFill>
              <a:srgbClr val="826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1"/>
            <p:cNvSpPr/>
            <p:nvPr/>
          </p:nvSpPr>
          <p:spPr>
            <a:xfrm>
              <a:off x="2710050" y="2685149"/>
              <a:ext cx="806643" cy="388433"/>
            </a:xfrm>
            <a:custGeom>
              <a:avLst/>
              <a:gdLst/>
              <a:ahLst/>
              <a:cxnLst/>
              <a:rect l="l" t="t" r="r" b="b"/>
              <a:pathLst>
                <a:path w="18285" h="8805" extrusionOk="0">
                  <a:moveTo>
                    <a:pt x="14518" y="1"/>
                  </a:moveTo>
                  <a:lnTo>
                    <a:pt x="14518" y="1"/>
                  </a:lnTo>
                  <a:cubicBezTo>
                    <a:pt x="14782" y="246"/>
                    <a:pt x="15007" y="536"/>
                    <a:pt x="15181" y="847"/>
                  </a:cubicBezTo>
                  <a:cubicBezTo>
                    <a:pt x="15578" y="1550"/>
                    <a:pt x="15788" y="2398"/>
                    <a:pt x="15678" y="3204"/>
                  </a:cubicBezTo>
                  <a:cubicBezTo>
                    <a:pt x="15434" y="4981"/>
                    <a:pt x="13662" y="6294"/>
                    <a:pt x="11916" y="6294"/>
                  </a:cubicBezTo>
                  <a:cubicBezTo>
                    <a:pt x="11896" y="6294"/>
                    <a:pt x="11876" y="6294"/>
                    <a:pt x="11856" y="6294"/>
                  </a:cubicBezTo>
                  <a:cubicBezTo>
                    <a:pt x="11629" y="6289"/>
                    <a:pt x="11410" y="6251"/>
                    <a:pt x="11185" y="6221"/>
                  </a:cubicBezTo>
                  <a:cubicBezTo>
                    <a:pt x="11074" y="6207"/>
                    <a:pt x="10964" y="6183"/>
                    <a:pt x="10853" y="6183"/>
                  </a:cubicBezTo>
                  <a:cubicBezTo>
                    <a:pt x="10831" y="6183"/>
                    <a:pt x="10809" y="6184"/>
                    <a:pt x="10788" y="6186"/>
                  </a:cubicBezTo>
                  <a:cubicBezTo>
                    <a:pt x="10636" y="6201"/>
                    <a:pt x="10509" y="6260"/>
                    <a:pt x="10384" y="6343"/>
                  </a:cubicBezTo>
                  <a:cubicBezTo>
                    <a:pt x="10148" y="6500"/>
                    <a:pt x="9947" y="6668"/>
                    <a:pt x="9675" y="6762"/>
                  </a:cubicBezTo>
                  <a:cubicBezTo>
                    <a:pt x="9390" y="6862"/>
                    <a:pt x="9089" y="6915"/>
                    <a:pt x="8787" y="6921"/>
                  </a:cubicBezTo>
                  <a:cubicBezTo>
                    <a:pt x="8763" y="6921"/>
                    <a:pt x="8738" y="6921"/>
                    <a:pt x="8714" y="6921"/>
                  </a:cubicBezTo>
                  <a:cubicBezTo>
                    <a:pt x="7830" y="6921"/>
                    <a:pt x="6878" y="6593"/>
                    <a:pt x="6192" y="6043"/>
                  </a:cubicBezTo>
                  <a:cubicBezTo>
                    <a:pt x="6020" y="5906"/>
                    <a:pt x="5862" y="5748"/>
                    <a:pt x="5732" y="5569"/>
                  </a:cubicBezTo>
                  <a:cubicBezTo>
                    <a:pt x="5706" y="5532"/>
                    <a:pt x="5679" y="5459"/>
                    <a:pt x="5636" y="5449"/>
                  </a:cubicBezTo>
                  <a:cubicBezTo>
                    <a:pt x="5633" y="5448"/>
                    <a:pt x="5630" y="5448"/>
                    <a:pt x="5627" y="5448"/>
                  </a:cubicBezTo>
                  <a:cubicBezTo>
                    <a:pt x="5584" y="5448"/>
                    <a:pt x="5495" y="5496"/>
                    <a:pt x="5458" y="5507"/>
                  </a:cubicBezTo>
                  <a:cubicBezTo>
                    <a:pt x="5346" y="5538"/>
                    <a:pt x="5231" y="5564"/>
                    <a:pt x="5116" y="5581"/>
                  </a:cubicBezTo>
                  <a:cubicBezTo>
                    <a:pt x="4969" y="5604"/>
                    <a:pt x="4822" y="5615"/>
                    <a:pt x="4674" y="5615"/>
                  </a:cubicBezTo>
                  <a:cubicBezTo>
                    <a:pt x="4381" y="5615"/>
                    <a:pt x="4088" y="5572"/>
                    <a:pt x="3808" y="5490"/>
                  </a:cubicBezTo>
                  <a:cubicBezTo>
                    <a:pt x="2931" y="5236"/>
                    <a:pt x="2166" y="4629"/>
                    <a:pt x="1685" y="3858"/>
                  </a:cubicBezTo>
                  <a:cubicBezTo>
                    <a:pt x="1464" y="3502"/>
                    <a:pt x="1297" y="3108"/>
                    <a:pt x="1234" y="2693"/>
                  </a:cubicBezTo>
                  <a:cubicBezTo>
                    <a:pt x="1175" y="2303"/>
                    <a:pt x="1178" y="1904"/>
                    <a:pt x="1227" y="1514"/>
                  </a:cubicBezTo>
                  <a:cubicBezTo>
                    <a:pt x="1233" y="1477"/>
                    <a:pt x="1239" y="1437"/>
                    <a:pt x="1245" y="1398"/>
                  </a:cubicBezTo>
                  <a:lnTo>
                    <a:pt x="1245" y="1398"/>
                  </a:lnTo>
                  <a:cubicBezTo>
                    <a:pt x="0" y="2938"/>
                    <a:pt x="841" y="4451"/>
                    <a:pt x="841" y="4451"/>
                  </a:cubicBezTo>
                  <a:cubicBezTo>
                    <a:pt x="841" y="4451"/>
                    <a:pt x="285" y="6326"/>
                    <a:pt x="1801" y="7686"/>
                  </a:cubicBezTo>
                  <a:cubicBezTo>
                    <a:pt x="2263" y="8100"/>
                    <a:pt x="2891" y="8231"/>
                    <a:pt x="3498" y="8231"/>
                  </a:cubicBezTo>
                  <a:cubicBezTo>
                    <a:pt x="4528" y="8231"/>
                    <a:pt x="5499" y="7855"/>
                    <a:pt x="5499" y="7855"/>
                  </a:cubicBezTo>
                  <a:cubicBezTo>
                    <a:pt x="5499" y="7855"/>
                    <a:pt x="6722" y="8804"/>
                    <a:pt x="9030" y="8804"/>
                  </a:cubicBezTo>
                  <a:cubicBezTo>
                    <a:pt x="11337" y="8804"/>
                    <a:pt x="12561" y="7855"/>
                    <a:pt x="12561" y="7855"/>
                  </a:cubicBezTo>
                  <a:cubicBezTo>
                    <a:pt x="12561" y="7855"/>
                    <a:pt x="13532" y="8231"/>
                    <a:pt x="14562" y="8231"/>
                  </a:cubicBezTo>
                  <a:cubicBezTo>
                    <a:pt x="15169" y="8231"/>
                    <a:pt x="15797" y="8100"/>
                    <a:pt x="16259" y="7686"/>
                  </a:cubicBezTo>
                  <a:cubicBezTo>
                    <a:pt x="17775" y="6325"/>
                    <a:pt x="17219" y="4451"/>
                    <a:pt x="17219" y="4451"/>
                  </a:cubicBezTo>
                  <a:cubicBezTo>
                    <a:pt x="17219" y="4451"/>
                    <a:pt x="18284" y="2539"/>
                    <a:pt x="16242" y="824"/>
                  </a:cubicBezTo>
                  <a:cubicBezTo>
                    <a:pt x="15673" y="344"/>
                    <a:pt x="15068" y="108"/>
                    <a:pt x="14518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1"/>
            <p:cNvSpPr/>
            <p:nvPr/>
          </p:nvSpPr>
          <p:spPr>
            <a:xfrm>
              <a:off x="2872742" y="4238390"/>
              <a:ext cx="471192" cy="551085"/>
            </a:xfrm>
            <a:custGeom>
              <a:avLst/>
              <a:gdLst/>
              <a:ahLst/>
              <a:cxnLst/>
              <a:rect l="l" t="t" r="r" b="b"/>
              <a:pathLst>
                <a:path w="10681" h="12492" extrusionOk="0">
                  <a:moveTo>
                    <a:pt x="709" y="1"/>
                  </a:moveTo>
                  <a:cubicBezTo>
                    <a:pt x="709" y="1"/>
                    <a:pt x="510" y="3205"/>
                    <a:pt x="267" y="6892"/>
                  </a:cubicBezTo>
                  <a:cubicBezTo>
                    <a:pt x="267" y="6892"/>
                    <a:pt x="241" y="10926"/>
                    <a:pt x="1" y="12492"/>
                  </a:cubicBezTo>
                  <a:lnTo>
                    <a:pt x="2379" y="12492"/>
                  </a:lnTo>
                  <a:lnTo>
                    <a:pt x="3488" y="6892"/>
                  </a:lnTo>
                  <a:cubicBezTo>
                    <a:pt x="3488" y="6892"/>
                    <a:pt x="4284" y="4848"/>
                    <a:pt x="5068" y="1378"/>
                  </a:cubicBezTo>
                  <a:lnTo>
                    <a:pt x="5614" y="1378"/>
                  </a:lnTo>
                  <a:cubicBezTo>
                    <a:pt x="6398" y="4848"/>
                    <a:pt x="7194" y="6892"/>
                    <a:pt x="7194" y="6892"/>
                  </a:cubicBezTo>
                  <a:lnTo>
                    <a:pt x="8302" y="12492"/>
                  </a:lnTo>
                  <a:lnTo>
                    <a:pt x="10681" y="12492"/>
                  </a:lnTo>
                  <a:cubicBezTo>
                    <a:pt x="10440" y="10923"/>
                    <a:pt x="10415" y="6892"/>
                    <a:pt x="10415" y="6892"/>
                  </a:cubicBezTo>
                  <a:cubicBezTo>
                    <a:pt x="10169" y="3206"/>
                    <a:pt x="9973" y="1"/>
                    <a:pt x="9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1"/>
            <p:cNvSpPr/>
            <p:nvPr/>
          </p:nvSpPr>
          <p:spPr>
            <a:xfrm>
              <a:off x="2911782" y="4246507"/>
              <a:ext cx="36263" cy="97582"/>
            </a:xfrm>
            <a:custGeom>
              <a:avLst/>
              <a:gdLst/>
              <a:ahLst/>
              <a:cxnLst/>
              <a:rect l="l" t="t" r="r" b="b"/>
              <a:pathLst>
                <a:path w="822" h="2212" extrusionOk="0">
                  <a:moveTo>
                    <a:pt x="762" y="0"/>
                  </a:moveTo>
                  <a:cubicBezTo>
                    <a:pt x="730" y="0"/>
                    <a:pt x="701" y="27"/>
                    <a:pt x="701" y="60"/>
                  </a:cubicBezTo>
                  <a:cubicBezTo>
                    <a:pt x="701" y="1140"/>
                    <a:pt x="27" y="2108"/>
                    <a:pt x="20" y="2117"/>
                  </a:cubicBezTo>
                  <a:cubicBezTo>
                    <a:pt x="0" y="2144"/>
                    <a:pt x="7" y="2181"/>
                    <a:pt x="34" y="2201"/>
                  </a:cubicBezTo>
                  <a:cubicBezTo>
                    <a:pt x="45" y="2208"/>
                    <a:pt x="58" y="2212"/>
                    <a:pt x="70" y="2212"/>
                  </a:cubicBezTo>
                  <a:cubicBezTo>
                    <a:pt x="89" y="2212"/>
                    <a:pt x="107" y="2202"/>
                    <a:pt x="118" y="2187"/>
                  </a:cubicBezTo>
                  <a:cubicBezTo>
                    <a:pt x="148" y="2146"/>
                    <a:pt x="822" y="1179"/>
                    <a:pt x="822" y="60"/>
                  </a:cubicBezTo>
                  <a:cubicBezTo>
                    <a:pt x="822" y="28"/>
                    <a:pt x="796" y="0"/>
                    <a:pt x="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1"/>
            <p:cNvSpPr/>
            <p:nvPr/>
          </p:nvSpPr>
          <p:spPr>
            <a:xfrm>
              <a:off x="3268485" y="4246507"/>
              <a:ext cx="36351" cy="97582"/>
            </a:xfrm>
            <a:custGeom>
              <a:avLst/>
              <a:gdLst/>
              <a:ahLst/>
              <a:cxnLst/>
              <a:rect l="l" t="t" r="r" b="b"/>
              <a:pathLst>
                <a:path w="824" h="2212" extrusionOk="0">
                  <a:moveTo>
                    <a:pt x="62" y="0"/>
                  </a:moveTo>
                  <a:cubicBezTo>
                    <a:pt x="29" y="0"/>
                    <a:pt x="1" y="27"/>
                    <a:pt x="1" y="60"/>
                  </a:cubicBezTo>
                  <a:cubicBezTo>
                    <a:pt x="1" y="1178"/>
                    <a:pt x="676" y="2146"/>
                    <a:pt x="705" y="2187"/>
                  </a:cubicBezTo>
                  <a:cubicBezTo>
                    <a:pt x="717" y="2202"/>
                    <a:pt x="736" y="2212"/>
                    <a:pt x="755" y="2212"/>
                  </a:cubicBezTo>
                  <a:cubicBezTo>
                    <a:pt x="767" y="2212"/>
                    <a:pt x="780" y="2209"/>
                    <a:pt x="789" y="2201"/>
                  </a:cubicBezTo>
                  <a:cubicBezTo>
                    <a:pt x="817" y="2183"/>
                    <a:pt x="823" y="2145"/>
                    <a:pt x="803" y="2117"/>
                  </a:cubicBezTo>
                  <a:cubicBezTo>
                    <a:pt x="797" y="2107"/>
                    <a:pt x="122" y="1140"/>
                    <a:pt x="122" y="60"/>
                  </a:cubicBezTo>
                  <a:cubicBezTo>
                    <a:pt x="122" y="28"/>
                    <a:pt x="95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1"/>
            <p:cNvSpPr/>
            <p:nvPr/>
          </p:nvSpPr>
          <p:spPr>
            <a:xfrm>
              <a:off x="3124454" y="4317265"/>
              <a:ext cx="219340" cy="472295"/>
            </a:xfrm>
            <a:custGeom>
              <a:avLst/>
              <a:gdLst/>
              <a:ahLst/>
              <a:cxnLst/>
              <a:rect l="l" t="t" r="r" b="b"/>
              <a:pathLst>
                <a:path w="4972" h="10706" extrusionOk="0">
                  <a:moveTo>
                    <a:pt x="1" y="1"/>
                  </a:moveTo>
                  <a:lnTo>
                    <a:pt x="1" y="1"/>
                  </a:lnTo>
                  <a:cubicBezTo>
                    <a:pt x="753" y="3219"/>
                    <a:pt x="1485" y="5105"/>
                    <a:pt x="1485" y="5105"/>
                  </a:cubicBezTo>
                  <a:lnTo>
                    <a:pt x="2593" y="10705"/>
                  </a:lnTo>
                  <a:lnTo>
                    <a:pt x="4972" y="10705"/>
                  </a:lnTo>
                  <a:cubicBezTo>
                    <a:pt x="4883" y="10123"/>
                    <a:pt x="4824" y="9203"/>
                    <a:pt x="4784" y="8274"/>
                  </a:cubicBezTo>
                  <a:cubicBezTo>
                    <a:pt x="4783" y="8272"/>
                    <a:pt x="4779" y="8272"/>
                    <a:pt x="4775" y="8272"/>
                  </a:cubicBezTo>
                  <a:cubicBezTo>
                    <a:pt x="4402" y="8190"/>
                    <a:pt x="4116" y="7979"/>
                    <a:pt x="3886" y="7679"/>
                  </a:cubicBezTo>
                  <a:cubicBezTo>
                    <a:pt x="3447" y="7110"/>
                    <a:pt x="3197" y="6403"/>
                    <a:pt x="2945" y="5737"/>
                  </a:cubicBezTo>
                  <a:cubicBezTo>
                    <a:pt x="2801" y="5357"/>
                    <a:pt x="2645" y="4980"/>
                    <a:pt x="2413" y="4643"/>
                  </a:cubicBezTo>
                  <a:cubicBezTo>
                    <a:pt x="2177" y="4302"/>
                    <a:pt x="1926" y="3972"/>
                    <a:pt x="1692" y="3630"/>
                  </a:cubicBezTo>
                  <a:cubicBezTo>
                    <a:pt x="1210" y="2924"/>
                    <a:pt x="870" y="2139"/>
                    <a:pt x="544" y="1351"/>
                  </a:cubicBezTo>
                  <a:cubicBezTo>
                    <a:pt x="373" y="939"/>
                    <a:pt x="217" y="521"/>
                    <a:pt x="46" y="109"/>
                  </a:cubicBezTo>
                  <a:cubicBezTo>
                    <a:pt x="32" y="73"/>
                    <a:pt x="16" y="36"/>
                    <a:pt x="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1"/>
            <p:cNvSpPr/>
            <p:nvPr/>
          </p:nvSpPr>
          <p:spPr>
            <a:xfrm>
              <a:off x="2872697" y="4317750"/>
              <a:ext cx="219296" cy="471722"/>
            </a:xfrm>
            <a:custGeom>
              <a:avLst/>
              <a:gdLst/>
              <a:ahLst/>
              <a:cxnLst/>
              <a:rect l="l" t="t" r="r" b="b"/>
              <a:pathLst>
                <a:path w="4971" h="10693" extrusionOk="0">
                  <a:moveTo>
                    <a:pt x="4970" y="0"/>
                  </a:moveTo>
                  <a:lnTo>
                    <a:pt x="4970" y="0"/>
                  </a:lnTo>
                  <a:cubicBezTo>
                    <a:pt x="4801" y="423"/>
                    <a:pt x="4636" y="844"/>
                    <a:pt x="4446" y="1258"/>
                  </a:cubicBezTo>
                  <a:cubicBezTo>
                    <a:pt x="4019" y="2189"/>
                    <a:pt x="3519" y="3084"/>
                    <a:pt x="3009" y="3970"/>
                  </a:cubicBezTo>
                  <a:cubicBezTo>
                    <a:pt x="2883" y="4190"/>
                    <a:pt x="2753" y="4411"/>
                    <a:pt x="2627" y="4630"/>
                  </a:cubicBezTo>
                  <a:cubicBezTo>
                    <a:pt x="2514" y="4827"/>
                    <a:pt x="2376" y="5022"/>
                    <a:pt x="2294" y="5235"/>
                  </a:cubicBezTo>
                  <a:cubicBezTo>
                    <a:pt x="2164" y="5570"/>
                    <a:pt x="2165" y="5938"/>
                    <a:pt x="2160" y="6292"/>
                  </a:cubicBezTo>
                  <a:cubicBezTo>
                    <a:pt x="2154" y="6629"/>
                    <a:pt x="2153" y="6981"/>
                    <a:pt x="2037" y="7304"/>
                  </a:cubicBezTo>
                  <a:cubicBezTo>
                    <a:pt x="1925" y="7611"/>
                    <a:pt x="1706" y="7847"/>
                    <a:pt x="1419" y="8002"/>
                  </a:cubicBezTo>
                  <a:cubicBezTo>
                    <a:pt x="1101" y="8176"/>
                    <a:pt x="738" y="8274"/>
                    <a:pt x="379" y="8316"/>
                  </a:cubicBezTo>
                  <a:cubicBezTo>
                    <a:pt x="316" y="8324"/>
                    <a:pt x="251" y="8328"/>
                    <a:pt x="187" y="8330"/>
                  </a:cubicBezTo>
                  <a:cubicBezTo>
                    <a:pt x="147" y="9235"/>
                    <a:pt x="88" y="10126"/>
                    <a:pt x="1" y="10693"/>
                  </a:cubicBezTo>
                  <a:lnTo>
                    <a:pt x="2379" y="10693"/>
                  </a:lnTo>
                  <a:lnTo>
                    <a:pt x="3488" y="5093"/>
                  </a:lnTo>
                  <a:cubicBezTo>
                    <a:pt x="3488" y="5093"/>
                    <a:pt x="4219" y="3212"/>
                    <a:pt x="497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1"/>
            <p:cNvSpPr/>
            <p:nvPr/>
          </p:nvSpPr>
          <p:spPr>
            <a:xfrm>
              <a:off x="2901195" y="4238346"/>
              <a:ext cx="413005" cy="51615"/>
            </a:xfrm>
            <a:custGeom>
              <a:avLst/>
              <a:gdLst/>
              <a:ahLst/>
              <a:cxnLst/>
              <a:rect l="l" t="t" r="r" b="b"/>
              <a:pathLst>
                <a:path w="9362" h="1170" extrusionOk="0">
                  <a:moveTo>
                    <a:pt x="61" y="1"/>
                  </a:moveTo>
                  <a:cubicBezTo>
                    <a:pt x="61" y="1"/>
                    <a:pt x="40" y="349"/>
                    <a:pt x="1" y="948"/>
                  </a:cubicBezTo>
                  <a:cubicBezTo>
                    <a:pt x="237" y="986"/>
                    <a:pt x="477" y="997"/>
                    <a:pt x="710" y="1023"/>
                  </a:cubicBezTo>
                  <a:cubicBezTo>
                    <a:pt x="1155" y="1073"/>
                    <a:pt x="1602" y="1111"/>
                    <a:pt x="2050" y="1136"/>
                  </a:cubicBezTo>
                  <a:cubicBezTo>
                    <a:pt x="2462" y="1159"/>
                    <a:pt x="2874" y="1170"/>
                    <a:pt x="3286" y="1170"/>
                  </a:cubicBezTo>
                  <a:cubicBezTo>
                    <a:pt x="4462" y="1170"/>
                    <a:pt x="5636" y="1084"/>
                    <a:pt x="6805" y="951"/>
                  </a:cubicBezTo>
                  <a:cubicBezTo>
                    <a:pt x="7663" y="854"/>
                    <a:pt x="8515" y="725"/>
                    <a:pt x="9362" y="565"/>
                  </a:cubicBezTo>
                  <a:cubicBezTo>
                    <a:pt x="9339" y="203"/>
                    <a:pt x="9327" y="1"/>
                    <a:pt x="932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1"/>
            <p:cNvSpPr/>
            <p:nvPr/>
          </p:nvSpPr>
          <p:spPr>
            <a:xfrm>
              <a:off x="2885226" y="3667427"/>
              <a:ext cx="445606" cy="587656"/>
            </a:xfrm>
            <a:custGeom>
              <a:avLst/>
              <a:gdLst/>
              <a:ahLst/>
              <a:cxnLst/>
              <a:rect l="l" t="t" r="r" b="b"/>
              <a:pathLst>
                <a:path w="10101" h="13321" extrusionOk="0">
                  <a:moveTo>
                    <a:pt x="6682" y="1"/>
                  </a:moveTo>
                  <a:cubicBezTo>
                    <a:pt x="6636" y="1"/>
                    <a:pt x="6595" y="22"/>
                    <a:pt x="6566" y="55"/>
                  </a:cubicBezTo>
                  <a:cubicBezTo>
                    <a:pt x="6202" y="488"/>
                    <a:pt x="5660" y="763"/>
                    <a:pt x="5051" y="763"/>
                  </a:cubicBezTo>
                  <a:cubicBezTo>
                    <a:pt x="4443" y="763"/>
                    <a:pt x="3902" y="490"/>
                    <a:pt x="3539" y="60"/>
                  </a:cubicBezTo>
                  <a:cubicBezTo>
                    <a:pt x="3512" y="29"/>
                    <a:pt x="3474" y="12"/>
                    <a:pt x="3433" y="12"/>
                  </a:cubicBezTo>
                  <a:cubicBezTo>
                    <a:pt x="3426" y="12"/>
                    <a:pt x="3419" y="12"/>
                    <a:pt x="3412" y="13"/>
                  </a:cubicBezTo>
                  <a:lnTo>
                    <a:pt x="1121" y="409"/>
                  </a:lnTo>
                  <a:cubicBezTo>
                    <a:pt x="1121" y="409"/>
                    <a:pt x="923" y="2493"/>
                    <a:pt x="767" y="4241"/>
                  </a:cubicBezTo>
                  <a:cubicBezTo>
                    <a:pt x="699" y="5003"/>
                    <a:pt x="596" y="5772"/>
                    <a:pt x="484" y="6587"/>
                  </a:cubicBezTo>
                  <a:cubicBezTo>
                    <a:pt x="351" y="7560"/>
                    <a:pt x="214" y="8568"/>
                    <a:pt x="141" y="9586"/>
                  </a:cubicBezTo>
                  <a:cubicBezTo>
                    <a:pt x="0" y="11594"/>
                    <a:pt x="325" y="13065"/>
                    <a:pt x="325" y="13065"/>
                  </a:cubicBezTo>
                  <a:cubicBezTo>
                    <a:pt x="325" y="13065"/>
                    <a:pt x="1246" y="13321"/>
                    <a:pt x="5055" y="13321"/>
                  </a:cubicBezTo>
                  <a:cubicBezTo>
                    <a:pt x="8603" y="13321"/>
                    <a:pt x="9774" y="13065"/>
                    <a:pt x="9774" y="13065"/>
                  </a:cubicBezTo>
                  <a:cubicBezTo>
                    <a:pt x="9774" y="13065"/>
                    <a:pt x="10101" y="11593"/>
                    <a:pt x="9959" y="9586"/>
                  </a:cubicBezTo>
                  <a:cubicBezTo>
                    <a:pt x="9886" y="8568"/>
                    <a:pt x="9750" y="7560"/>
                    <a:pt x="9616" y="6587"/>
                  </a:cubicBezTo>
                  <a:cubicBezTo>
                    <a:pt x="9505" y="5772"/>
                    <a:pt x="9400" y="5003"/>
                    <a:pt x="9333" y="4241"/>
                  </a:cubicBezTo>
                  <a:cubicBezTo>
                    <a:pt x="9177" y="2493"/>
                    <a:pt x="8937" y="1"/>
                    <a:pt x="8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1"/>
            <p:cNvSpPr/>
            <p:nvPr/>
          </p:nvSpPr>
          <p:spPr>
            <a:xfrm>
              <a:off x="2907371" y="4207025"/>
              <a:ext cx="401226" cy="16587"/>
            </a:xfrm>
            <a:custGeom>
              <a:avLst/>
              <a:gdLst/>
              <a:ahLst/>
              <a:cxnLst/>
              <a:rect l="l" t="t" r="r" b="b"/>
              <a:pathLst>
                <a:path w="9095" h="376" extrusionOk="0">
                  <a:moveTo>
                    <a:pt x="69" y="0"/>
                  </a:moveTo>
                  <a:cubicBezTo>
                    <a:pt x="42" y="0"/>
                    <a:pt x="17" y="18"/>
                    <a:pt x="10" y="45"/>
                  </a:cubicBezTo>
                  <a:cubicBezTo>
                    <a:pt x="1" y="76"/>
                    <a:pt x="18" y="110"/>
                    <a:pt x="52" y="119"/>
                  </a:cubicBezTo>
                  <a:cubicBezTo>
                    <a:pt x="88" y="130"/>
                    <a:pt x="977" y="375"/>
                    <a:pt x="4555" y="375"/>
                  </a:cubicBezTo>
                  <a:cubicBezTo>
                    <a:pt x="7886" y="375"/>
                    <a:pt x="9031" y="122"/>
                    <a:pt x="9041" y="120"/>
                  </a:cubicBezTo>
                  <a:cubicBezTo>
                    <a:pt x="9073" y="114"/>
                    <a:pt x="9094" y="81"/>
                    <a:pt x="9087" y="49"/>
                  </a:cubicBezTo>
                  <a:cubicBezTo>
                    <a:pt x="9081" y="19"/>
                    <a:pt x="9055" y="1"/>
                    <a:pt x="9027" y="1"/>
                  </a:cubicBezTo>
                  <a:cubicBezTo>
                    <a:pt x="9023" y="1"/>
                    <a:pt x="9019" y="2"/>
                    <a:pt x="9015" y="2"/>
                  </a:cubicBezTo>
                  <a:cubicBezTo>
                    <a:pt x="9003" y="4"/>
                    <a:pt x="7866" y="255"/>
                    <a:pt x="4554" y="255"/>
                  </a:cubicBezTo>
                  <a:cubicBezTo>
                    <a:pt x="1003" y="255"/>
                    <a:pt x="94" y="5"/>
                    <a:pt x="85" y="2"/>
                  </a:cubicBezTo>
                  <a:cubicBezTo>
                    <a:pt x="79" y="1"/>
                    <a:pt x="74" y="0"/>
                    <a:pt x="6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1"/>
            <p:cNvSpPr/>
            <p:nvPr/>
          </p:nvSpPr>
          <p:spPr>
            <a:xfrm>
              <a:off x="3014479" y="3674000"/>
              <a:ext cx="187092" cy="52629"/>
            </a:xfrm>
            <a:custGeom>
              <a:avLst/>
              <a:gdLst/>
              <a:ahLst/>
              <a:cxnLst/>
              <a:rect l="l" t="t" r="r" b="b"/>
              <a:pathLst>
                <a:path w="4241" h="1193" extrusionOk="0">
                  <a:moveTo>
                    <a:pt x="70" y="0"/>
                  </a:moveTo>
                  <a:cubicBezTo>
                    <a:pt x="58" y="0"/>
                    <a:pt x="47" y="3"/>
                    <a:pt x="36" y="10"/>
                  </a:cubicBezTo>
                  <a:cubicBezTo>
                    <a:pt x="9" y="29"/>
                    <a:pt x="1" y="67"/>
                    <a:pt x="20" y="94"/>
                  </a:cubicBezTo>
                  <a:cubicBezTo>
                    <a:pt x="500" y="781"/>
                    <a:pt x="1285" y="1192"/>
                    <a:pt x="2122" y="1192"/>
                  </a:cubicBezTo>
                  <a:cubicBezTo>
                    <a:pt x="2958" y="1192"/>
                    <a:pt x="3744" y="782"/>
                    <a:pt x="4223" y="94"/>
                  </a:cubicBezTo>
                  <a:cubicBezTo>
                    <a:pt x="4241" y="68"/>
                    <a:pt x="4234" y="30"/>
                    <a:pt x="4207" y="10"/>
                  </a:cubicBezTo>
                  <a:cubicBezTo>
                    <a:pt x="4197" y="3"/>
                    <a:pt x="4185" y="0"/>
                    <a:pt x="4174" y="0"/>
                  </a:cubicBezTo>
                  <a:cubicBezTo>
                    <a:pt x="4154" y="0"/>
                    <a:pt x="4135" y="9"/>
                    <a:pt x="4123" y="26"/>
                  </a:cubicBezTo>
                  <a:cubicBezTo>
                    <a:pt x="3667" y="681"/>
                    <a:pt x="2918" y="1072"/>
                    <a:pt x="2122" y="1072"/>
                  </a:cubicBezTo>
                  <a:cubicBezTo>
                    <a:pt x="1324" y="1072"/>
                    <a:pt x="575" y="681"/>
                    <a:pt x="120" y="26"/>
                  </a:cubicBezTo>
                  <a:cubicBezTo>
                    <a:pt x="109" y="9"/>
                    <a:pt x="89" y="0"/>
                    <a:pt x="7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1"/>
            <p:cNvSpPr/>
            <p:nvPr/>
          </p:nvSpPr>
          <p:spPr>
            <a:xfrm>
              <a:off x="2887299" y="3667427"/>
              <a:ext cx="441194" cy="560966"/>
            </a:xfrm>
            <a:custGeom>
              <a:avLst/>
              <a:gdLst/>
              <a:ahLst/>
              <a:cxnLst/>
              <a:rect l="l" t="t" r="r" b="b"/>
              <a:pathLst>
                <a:path w="10001" h="12716" extrusionOk="0">
                  <a:moveTo>
                    <a:pt x="6635" y="1"/>
                  </a:moveTo>
                  <a:cubicBezTo>
                    <a:pt x="6589" y="1"/>
                    <a:pt x="6548" y="22"/>
                    <a:pt x="6519" y="55"/>
                  </a:cubicBezTo>
                  <a:cubicBezTo>
                    <a:pt x="6436" y="153"/>
                    <a:pt x="6344" y="242"/>
                    <a:pt x="6245" y="322"/>
                  </a:cubicBezTo>
                  <a:cubicBezTo>
                    <a:pt x="6210" y="544"/>
                    <a:pt x="6164" y="764"/>
                    <a:pt x="6112" y="984"/>
                  </a:cubicBezTo>
                  <a:cubicBezTo>
                    <a:pt x="5914" y="1813"/>
                    <a:pt x="5668" y="2623"/>
                    <a:pt x="5508" y="3461"/>
                  </a:cubicBezTo>
                  <a:cubicBezTo>
                    <a:pt x="5332" y="4378"/>
                    <a:pt x="5191" y="5306"/>
                    <a:pt x="5162" y="6241"/>
                  </a:cubicBezTo>
                  <a:cubicBezTo>
                    <a:pt x="5162" y="6254"/>
                    <a:pt x="5150" y="6265"/>
                    <a:pt x="5137" y="6265"/>
                  </a:cubicBezTo>
                  <a:cubicBezTo>
                    <a:pt x="5133" y="6265"/>
                    <a:pt x="5129" y="6264"/>
                    <a:pt x="5125" y="6262"/>
                  </a:cubicBezTo>
                  <a:cubicBezTo>
                    <a:pt x="4931" y="6137"/>
                    <a:pt x="4714" y="6056"/>
                    <a:pt x="4492" y="5991"/>
                  </a:cubicBezTo>
                  <a:cubicBezTo>
                    <a:pt x="4481" y="5989"/>
                    <a:pt x="4475" y="5978"/>
                    <a:pt x="4474" y="5968"/>
                  </a:cubicBezTo>
                  <a:cubicBezTo>
                    <a:pt x="4424" y="5407"/>
                    <a:pt x="4410" y="4845"/>
                    <a:pt x="4382" y="4284"/>
                  </a:cubicBezTo>
                  <a:cubicBezTo>
                    <a:pt x="4334" y="3316"/>
                    <a:pt x="4202" y="2359"/>
                    <a:pt x="3961" y="1419"/>
                  </a:cubicBezTo>
                  <a:cubicBezTo>
                    <a:pt x="3852" y="990"/>
                    <a:pt x="3721" y="569"/>
                    <a:pt x="3576" y="152"/>
                  </a:cubicBezTo>
                  <a:cubicBezTo>
                    <a:pt x="3546" y="121"/>
                    <a:pt x="3517" y="92"/>
                    <a:pt x="3491" y="60"/>
                  </a:cubicBezTo>
                  <a:cubicBezTo>
                    <a:pt x="3464" y="29"/>
                    <a:pt x="3426" y="12"/>
                    <a:pt x="3384" y="12"/>
                  </a:cubicBezTo>
                  <a:cubicBezTo>
                    <a:pt x="3377" y="12"/>
                    <a:pt x="3370" y="12"/>
                    <a:pt x="3363" y="13"/>
                  </a:cubicBezTo>
                  <a:lnTo>
                    <a:pt x="1072" y="409"/>
                  </a:lnTo>
                  <a:cubicBezTo>
                    <a:pt x="1072" y="409"/>
                    <a:pt x="875" y="2493"/>
                    <a:pt x="719" y="4241"/>
                  </a:cubicBezTo>
                  <a:cubicBezTo>
                    <a:pt x="651" y="5003"/>
                    <a:pt x="547" y="5772"/>
                    <a:pt x="436" y="6587"/>
                  </a:cubicBezTo>
                  <a:cubicBezTo>
                    <a:pt x="303" y="7560"/>
                    <a:pt x="166" y="8568"/>
                    <a:pt x="93" y="9586"/>
                  </a:cubicBezTo>
                  <a:cubicBezTo>
                    <a:pt x="1" y="10902"/>
                    <a:pt x="109" y="11987"/>
                    <a:pt x="194" y="12578"/>
                  </a:cubicBezTo>
                  <a:cubicBezTo>
                    <a:pt x="492" y="12677"/>
                    <a:pt x="804" y="12716"/>
                    <a:pt x="1117" y="12716"/>
                  </a:cubicBezTo>
                  <a:cubicBezTo>
                    <a:pt x="1453" y="12716"/>
                    <a:pt x="1790" y="12671"/>
                    <a:pt x="2116" y="12608"/>
                  </a:cubicBezTo>
                  <a:cubicBezTo>
                    <a:pt x="2379" y="12559"/>
                    <a:pt x="2638" y="12486"/>
                    <a:pt x="2903" y="12446"/>
                  </a:cubicBezTo>
                  <a:cubicBezTo>
                    <a:pt x="3130" y="12412"/>
                    <a:pt x="3359" y="12378"/>
                    <a:pt x="3578" y="12309"/>
                  </a:cubicBezTo>
                  <a:cubicBezTo>
                    <a:pt x="3803" y="12237"/>
                    <a:pt x="4029" y="12118"/>
                    <a:pt x="4148" y="11905"/>
                  </a:cubicBezTo>
                  <a:cubicBezTo>
                    <a:pt x="4285" y="11659"/>
                    <a:pt x="4274" y="11346"/>
                    <a:pt x="4248" y="11074"/>
                  </a:cubicBezTo>
                  <a:cubicBezTo>
                    <a:pt x="4222" y="10799"/>
                    <a:pt x="4165" y="10528"/>
                    <a:pt x="4148" y="10254"/>
                  </a:cubicBezTo>
                  <a:cubicBezTo>
                    <a:pt x="4135" y="10034"/>
                    <a:pt x="4137" y="9766"/>
                    <a:pt x="4266" y="9573"/>
                  </a:cubicBezTo>
                  <a:cubicBezTo>
                    <a:pt x="4340" y="9464"/>
                    <a:pt x="4445" y="9427"/>
                    <a:pt x="4563" y="9427"/>
                  </a:cubicBezTo>
                  <a:cubicBezTo>
                    <a:pt x="4595" y="9427"/>
                    <a:pt x="4628" y="9430"/>
                    <a:pt x="4662" y="9435"/>
                  </a:cubicBezTo>
                  <a:cubicBezTo>
                    <a:pt x="4779" y="9451"/>
                    <a:pt x="4890" y="9469"/>
                    <a:pt x="4999" y="9469"/>
                  </a:cubicBezTo>
                  <a:cubicBezTo>
                    <a:pt x="5113" y="9469"/>
                    <a:pt x="5225" y="9448"/>
                    <a:pt x="5340" y="9381"/>
                  </a:cubicBezTo>
                  <a:cubicBezTo>
                    <a:pt x="5344" y="9379"/>
                    <a:pt x="5347" y="9378"/>
                    <a:pt x="5351" y="9378"/>
                  </a:cubicBezTo>
                  <a:cubicBezTo>
                    <a:pt x="5361" y="9378"/>
                    <a:pt x="5371" y="9385"/>
                    <a:pt x="5374" y="9395"/>
                  </a:cubicBezTo>
                  <a:cubicBezTo>
                    <a:pt x="5508" y="9755"/>
                    <a:pt x="5594" y="10129"/>
                    <a:pt x="5665" y="10505"/>
                  </a:cubicBezTo>
                  <a:cubicBezTo>
                    <a:pt x="5716" y="10774"/>
                    <a:pt x="5778" y="11042"/>
                    <a:pt x="5815" y="11314"/>
                  </a:cubicBezTo>
                  <a:cubicBezTo>
                    <a:pt x="5846" y="11545"/>
                    <a:pt x="5856" y="11818"/>
                    <a:pt x="5963" y="12031"/>
                  </a:cubicBezTo>
                  <a:cubicBezTo>
                    <a:pt x="6051" y="12204"/>
                    <a:pt x="6291" y="12279"/>
                    <a:pt x="6465" y="12324"/>
                  </a:cubicBezTo>
                  <a:cubicBezTo>
                    <a:pt x="6880" y="12430"/>
                    <a:pt x="7313" y="12423"/>
                    <a:pt x="7738" y="12445"/>
                  </a:cubicBezTo>
                  <a:cubicBezTo>
                    <a:pt x="8201" y="12469"/>
                    <a:pt x="8673" y="12494"/>
                    <a:pt x="9143" y="12494"/>
                  </a:cubicBezTo>
                  <a:cubicBezTo>
                    <a:pt x="9371" y="12494"/>
                    <a:pt x="9600" y="12488"/>
                    <a:pt x="9827" y="12473"/>
                  </a:cubicBezTo>
                  <a:cubicBezTo>
                    <a:pt x="9908" y="11863"/>
                    <a:pt x="10000" y="10827"/>
                    <a:pt x="9912" y="9586"/>
                  </a:cubicBezTo>
                  <a:cubicBezTo>
                    <a:pt x="9839" y="8568"/>
                    <a:pt x="9703" y="7560"/>
                    <a:pt x="9569" y="6587"/>
                  </a:cubicBezTo>
                  <a:cubicBezTo>
                    <a:pt x="9458" y="5772"/>
                    <a:pt x="9353" y="5003"/>
                    <a:pt x="9286" y="4241"/>
                  </a:cubicBezTo>
                  <a:cubicBezTo>
                    <a:pt x="9130" y="2493"/>
                    <a:pt x="8890" y="1"/>
                    <a:pt x="889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1"/>
            <p:cNvSpPr/>
            <p:nvPr/>
          </p:nvSpPr>
          <p:spPr>
            <a:xfrm>
              <a:off x="3149996" y="3665883"/>
              <a:ext cx="193930" cy="539218"/>
            </a:xfrm>
            <a:custGeom>
              <a:avLst/>
              <a:gdLst/>
              <a:ahLst/>
              <a:cxnLst/>
              <a:rect l="l" t="t" r="r" b="b"/>
              <a:pathLst>
                <a:path w="4396" h="12223" extrusionOk="0">
                  <a:moveTo>
                    <a:pt x="779" y="1"/>
                  </a:moveTo>
                  <a:cubicBezTo>
                    <a:pt x="779" y="1"/>
                    <a:pt x="682" y="587"/>
                    <a:pt x="337" y="1555"/>
                  </a:cubicBezTo>
                  <a:cubicBezTo>
                    <a:pt x="197" y="2998"/>
                    <a:pt x="0" y="5458"/>
                    <a:pt x="0" y="7285"/>
                  </a:cubicBezTo>
                  <a:cubicBezTo>
                    <a:pt x="0" y="10133"/>
                    <a:pt x="226" y="11610"/>
                    <a:pt x="294" y="11984"/>
                  </a:cubicBezTo>
                  <a:cubicBezTo>
                    <a:pt x="304" y="12044"/>
                    <a:pt x="348" y="12087"/>
                    <a:pt x="409" y="12094"/>
                  </a:cubicBezTo>
                  <a:cubicBezTo>
                    <a:pt x="671" y="12130"/>
                    <a:pt x="1442" y="12223"/>
                    <a:pt x="2418" y="12223"/>
                  </a:cubicBezTo>
                  <a:cubicBezTo>
                    <a:pt x="2987" y="12223"/>
                    <a:pt x="3626" y="12191"/>
                    <a:pt x="4275" y="12098"/>
                  </a:cubicBezTo>
                  <a:cubicBezTo>
                    <a:pt x="4345" y="12088"/>
                    <a:pt x="4396" y="12028"/>
                    <a:pt x="4394" y="11957"/>
                  </a:cubicBezTo>
                  <a:cubicBezTo>
                    <a:pt x="4377" y="11330"/>
                    <a:pt x="4268" y="8403"/>
                    <a:pt x="3642" y="5593"/>
                  </a:cubicBezTo>
                  <a:lnTo>
                    <a:pt x="30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1"/>
            <p:cNvSpPr/>
            <p:nvPr/>
          </p:nvSpPr>
          <p:spPr>
            <a:xfrm>
              <a:off x="3149864" y="3665972"/>
              <a:ext cx="187930" cy="429989"/>
            </a:xfrm>
            <a:custGeom>
              <a:avLst/>
              <a:gdLst/>
              <a:ahLst/>
              <a:cxnLst/>
              <a:rect l="l" t="t" r="r" b="b"/>
              <a:pathLst>
                <a:path w="4260" h="9747" extrusionOk="0">
                  <a:moveTo>
                    <a:pt x="780" y="1"/>
                  </a:moveTo>
                  <a:cubicBezTo>
                    <a:pt x="780" y="1"/>
                    <a:pt x="682" y="586"/>
                    <a:pt x="336" y="1554"/>
                  </a:cubicBezTo>
                  <a:cubicBezTo>
                    <a:pt x="198" y="2997"/>
                    <a:pt x="0" y="5457"/>
                    <a:pt x="0" y="7284"/>
                  </a:cubicBezTo>
                  <a:cubicBezTo>
                    <a:pt x="0" y="8265"/>
                    <a:pt x="29" y="9079"/>
                    <a:pt x="65" y="9746"/>
                  </a:cubicBezTo>
                  <a:cubicBezTo>
                    <a:pt x="173" y="9516"/>
                    <a:pt x="377" y="9375"/>
                    <a:pt x="644" y="9358"/>
                  </a:cubicBezTo>
                  <a:cubicBezTo>
                    <a:pt x="670" y="9357"/>
                    <a:pt x="695" y="9356"/>
                    <a:pt x="721" y="9356"/>
                  </a:cubicBezTo>
                  <a:cubicBezTo>
                    <a:pt x="889" y="9356"/>
                    <a:pt x="1061" y="9388"/>
                    <a:pt x="1226" y="9412"/>
                  </a:cubicBezTo>
                  <a:cubicBezTo>
                    <a:pt x="1447" y="9444"/>
                    <a:pt x="1665" y="9482"/>
                    <a:pt x="1885" y="9520"/>
                  </a:cubicBezTo>
                  <a:cubicBezTo>
                    <a:pt x="2346" y="9599"/>
                    <a:pt x="2808" y="9677"/>
                    <a:pt x="3276" y="9698"/>
                  </a:cubicBezTo>
                  <a:cubicBezTo>
                    <a:pt x="3604" y="9711"/>
                    <a:pt x="3933" y="9720"/>
                    <a:pt x="4259" y="9724"/>
                  </a:cubicBezTo>
                  <a:cubicBezTo>
                    <a:pt x="4159" y="8603"/>
                    <a:pt x="3987" y="7208"/>
                    <a:pt x="3693" y="5824"/>
                  </a:cubicBezTo>
                  <a:cubicBezTo>
                    <a:pt x="3686" y="5838"/>
                    <a:pt x="3678" y="5854"/>
                    <a:pt x="3671" y="5866"/>
                  </a:cubicBezTo>
                  <a:cubicBezTo>
                    <a:pt x="3544" y="6081"/>
                    <a:pt x="3366" y="6268"/>
                    <a:pt x="3135" y="6369"/>
                  </a:cubicBezTo>
                  <a:cubicBezTo>
                    <a:pt x="2992" y="6431"/>
                    <a:pt x="2841" y="6456"/>
                    <a:pt x="2689" y="6456"/>
                  </a:cubicBezTo>
                  <a:cubicBezTo>
                    <a:pt x="2524" y="6456"/>
                    <a:pt x="2358" y="6427"/>
                    <a:pt x="2199" y="6386"/>
                  </a:cubicBezTo>
                  <a:cubicBezTo>
                    <a:pt x="1960" y="6326"/>
                    <a:pt x="1728" y="6238"/>
                    <a:pt x="1487" y="6187"/>
                  </a:cubicBezTo>
                  <a:cubicBezTo>
                    <a:pt x="1325" y="6153"/>
                    <a:pt x="1161" y="6144"/>
                    <a:pt x="998" y="6118"/>
                  </a:cubicBezTo>
                  <a:cubicBezTo>
                    <a:pt x="744" y="6079"/>
                    <a:pt x="498" y="6003"/>
                    <a:pt x="374" y="5759"/>
                  </a:cubicBezTo>
                  <a:cubicBezTo>
                    <a:pt x="271" y="5553"/>
                    <a:pt x="269" y="5306"/>
                    <a:pt x="292" y="5083"/>
                  </a:cubicBezTo>
                  <a:cubicBezTo>
                    <a:pt x="322" y="4782"/>
                    <a:pt x="398" y="4487"/>
                    <a:pt x="487" y="4198"/>
                  </a:cubicBezTo>
                  <a:cubicBezTo>
                    <a:pt x="645" y="3676"/>
                    <a:pt x="882" y="3176"/>
                    <a:pt x="1019" y="2649"/>
                  </a:cubicBezTo>
                  <a:cubicBezTo>
                    <a:pt x="1023" y="2639"/>
                    <a:pt x="1033" y="2632"/>
                    <a:pt x="1044" y="2632"/>
                  </a:cubicBezTo>
                  <a:cubicBezTo>
                    <a:pt x="1050" y="2632"/>
                    <a:pt x="1056" y="2634"/>
                    <a:pt x="1060" y="2639"/>
                  </a:cubicBezTo>
                  <a:cubicBezTo>
                    <a:pt x="1159" y="2740"/>
                    <a:pt x="1314" y="2879"/>
                    <a:pt x="1444" y="2879"/>
                  </a:cubicBezTo>
                  <a:cubicBezTo>
                    <a:pt x="1516" y="2879"/>
                    <a:pt x="1580" y="2837"/>
                    <a:pt x="1622" y="2724"/>
                  </a:cubicBezTo>
                  <a:cubicBezTo>
                    <a:pt x="1707" y="2498"/>
                    <a:pt x="1696" y="2231"/>
                    <a:pt x="1690" y="1994"/>
                  </a:cubicBezTo>
                  <a:cubicBezTo>
                    <a:pt x="1674" y="1323"/>
                    <a:pt x="1607" y="607"/>
                    <a:pt x="129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1"/>
            <p:cNvSpPr/>
            <p:nvPr/>
          </p:nvSpPr>
          <p:spPr>
            <a:xfrm>
              <a:off x="3164818" y="3652164"/>
              <a:ext cx="56776" cy="128198"/>
            </a:xfrm>
            <a:custGeom>
              <a:avLst/>
              <a:gdLst/>
              <a:ahLst/>
              <a:cxnLst/>
              <a:rect l="l" t="t" r="r" b="b"/>
              <a:pathLst>
                <a:path w="1287" h="2906" extrusionOk="0">
                  <a:moveTo>
                    <a:pt x="219" y="0"/>
                  </a:moveTo>
                  <a:cubicBezTo>
                    <a:pt x="195" y="0"/>
                    <a:pt x="175" y="19"/>
                    <a:pt x="174" y="43"/>
                  </a:cubicBezTo>
                  <a:cubicBezTo>
                    <a:pt x="163" y="307"/>
                    <a:pt x="106" y="1464"/>
                    <a:pt x="1" y="1866"/>
                  </a:cubicBezTo>
                  <a:cubicBezTo>
                    <a:pt x="1" y="1866"/>
                    <a:pt x="7" y="1864"/>
                    <a:pt x="18" y="1864"/>
                  </a:cubicBezTo>
                  <a:cubicBezTo>
                    <a:pt x="99" y="1864"/>
                    <a:pt x="458" y="1925"/>
                    <a:pt x="1029" y="2883"/>
                  </a:cubicBezTo>
                  <a:cubicBezTo>
                    <a:pt x="1038" y="2898"/>
                    <a:pt x="1054" y="2905"/>
                    <a:pt x="1069" y="2905"/>
                  </a:cubicBezTo>
                  <a:cubicBezTo>
                    <a:pt x="1088" y="2905"/>
                    <a:pt x="1106" y="2893"/>
                    <a:pt x="1110" y="2870"/>
                  </a:cubicBezTo>
                  <a:cubicBezTo>
                    <a:pt x="1167" y="2536"/>
                    <a:pt x="1286" y="1507"/>
                    <a:pt x="900" y="347"/>
                  </a:cubicBezTo>
                  <a:cubicBezTo>
                    <a:pt x="900" y="347"/>
                    <a:pt x="600" y="101"/>
                    <a:pt x="231" y="2"/>
                  </a:cubicBezTo>
                  <a:cubicBezTo>
                    <a:pt x="227" y="1"/>
                    <a:pt x="223" y="0"/>
                    <a:pt x="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1"/>
            <p:cNvSpPr/>
            <p:nvPr/>
          </p:nvSpPr>
          <p:spPr>
            <a:xfrm>
              <a:off x="2872653" y="3665883"/>
              <a:ext cx="193974" cy="539218"/>
            </a:xfrm>
            <a:custGeom>
              <a:avLst/>
              <a:gdLst/>
              <a:ahLst/>
              <a:cxnLst/>
              <a:rect l="l" t="t" r="r" b="b"/>
              <a:pathLst>
                <a:path w="4397" h="12223" extrusionOk="0">
                  <a:moveTo>
                    <a:pt x="3618" y="1"/>
                  </a:moveTo>
                  <a:lnTo>
                    <a:pt x="1335" y="389"/>
                  </a:lnTo>
                  <a:lnTo>
                    <a:pt x="756" y="5593"/>
                  </a:lnTo>
                  <a:cubicBezTo>
                    <a:pt x="130" y="8403"/>
                    <a:pt x="21" y="11330"/>
                    <a:pt x="4" y="11957"/>
                  </a:cubicBezTo>
                  <a:cubicBezTo>
                    <a:pt x="1" y="12028"/>
                    <a:pt x="52" y="12088"/>
                    <a:pt x="122" y="12098"/>
                  </a:cubicBezTo>
                  <a:cubicBezTo>
                    <a:pt x="770" y="12191"/>
                    <a:pt x="1409" y="12223"/>
                    <a:pt x="1979" y="12223"/>
                  </a:cubicBezTo>
                  <a:cubicBezTo>
                    <a:pt x="2955" y="12223"/>
                    <a:pt x="3726" y="12130"/>
                    <a:pt x="3988" y="12094"/>
                  </a:cubicBezTo>
                  <a:cubicBezTo>
                    <a:pt x="4049" y="12087"/>
                    <a:pt x="4093" y="12044"/>
                    <a:pt x="4103" y="11984"/>
                  </a:cubicBezTo>
                  <a:cubicBezTo>
                    <a:pt x="4170" y="11610"/>
                    <a:pt x="4396" y="10133"/>
                    <a:pt x="4396" y="7285"/>
                  </a:cubicBezTo>
                  <a:cubicBezTo>
                    <a:pt x="4396" y="5458"/>
                    <a:pt x="4199" y="2998"/>
                    <a:pt x="4060" y="1555"/>
                  </a:cubicBezTo>
                  <a:cubicBezTo>
                    <a:pt x="3715" y="587"/>
                    <a:pt x="3618" y="1"/>
                    <a:pt x="3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1"/>
            <p:cNvSpPr/>
            <p:nvPr/>
          </p:nvSpPr>
          <p:spPr>
            <a:xfrm>
              <a:off x="2879403" y="3665883"/>
              <a:ext cx="187312" cy="468722"/>
            </a:xfrm>
            <a:custGeom>
              <a:avLst/>
              <a:gdLst/>
              <a:ahLst/>
              <a:cxnLst/>
              <a:rect l="l" t="t" r="r" b="b"/>
              <a:pathLst>
                <a:path w="4246" h="10625" extrusionOk="0">
                  <a:moveTo>
                    <a:pt x="3467" y="1"/>
                  </a:moveTo>
                  <a:lnTo>
                    <a:pt x="2811" y="113"/>
                  </a:lnTo>
                  <a:cubicBezTo>
                    <a:pt x="2752" y="393"/>
                    <a:pt x="2672" y="670"/>
                    <a:pt x="2600" y="948"/>
                  </a:cubicBezTo>
                  <a:cubicBezTo>
                    <a:pt x="2504" y="1332"/>
                    <a:pt x="2457" y="1706"/>
                    <a:pt x="2454" y="2101"/>
                  </a:cubicBezTo>
                  <a:cubicBezTo>
                    <a:pt x="2452" y="2316"/>
                    <a:pt x="2425" y="2635"/>
                    <a:pt x="2559" y="2819"/>
                  </a:cubicBezTo>
                  <a:cubicBezTo>
                    <a:pt x="2586" y="2853"/>
                    <a:pt x="2617" y="2867"/>
                    <a:pt x="2651" y="2867"/>
                  </a:cubicBezTo>
                  <a:cubicBezTo>
                    <a:pt x="2734" y="2867"/>
                    <a:pt x="2830" y="2785"/>
                    <a:pt x="2894" y="2741"/>
                  </a:cubicBezTo>
                  <a:cubicBezTo>
                    <a:pt x="2997" y="2669"/>
                    <a:pt x="3095" y="2582"/>
                    <a:pt x="3210" y="2531"/>
                  </a:cubicBezTo>
                  <a:cubicBezTo>
                    <a:pt x="3214" y="2529"/>
                    <a:pt x="3218" y="2528"/>
                    <a:pt x="3223" y="2528"/>
                  </a:cubicBezTo>
                  <a:cubicBezTo>
                    <a:pt x="3233" y="2528"/>
                    <a:pt x="3242" y="2533"/>
                    <a:pt x="3245" y="2545"/>
                  </a:cubicBezTo>
                  <a:cubicBezTo>
                    <a:pt x="3350" y="2989"/>
                    <a:pt x="3452" y="3434"/>
                    <a:pt x="3534" y="3883"/>
                  </a:cubicBezTo>
                  <a:cubicBezTo>
                    <a:pt x="3603" y="4258"/>
                    <a:pt x="3655" y="4634"/>
                    <a:pt x="3681" y="5012"/>
                  </a:cubicBezTo>
                  <a:cubicBezTo>
                    <a:pt x="3692" y="5174"/>
                    <a:pt x="3702" y="5338"/>
                    <a:pt x="3692" y="5501"/>
                  </a:cubicBezTo>
                  <a:cubicBezTo>
                    <a:pt x="3688" y="5561"/>
                    <a:pt x="3682" y="5624"/>
                    <a:pt x="3647" y="5672"/>
                  </a:cubicBezTo>
                  <a:cubicBezTo>
                    <a:pt x="3610" y="5723"/>
                    <a:pt x="3547" y="5750"/>
                    <a:pt x="3492" y="5776"/>
                  </a:cubicBezTo>
                  <a:cubicBezTo>
                    <a:pt x="3351" y="5840"/>
                    <a:pt x="3209" y="5898"/>
                    <a:pt x="3068" y="5962"/>
                  </a:cubicBezTo>
                  <a:cubicBezTo>
                    <a:pt x="2717" y="6119"/>
                    <a:pt x="2374" y="6296"/>
                    <a:pt x="2021" y="6450"/>
                  </a:cubicBezTo>
                  <a:cubicBezTo>
                    <a:pt x="2017" y="6452"/>
                    <a:pt x="2013" y="6453"/>
                    <a:pt x="2009" y="6453"/>
                  </a:cubicBezTo>
                  <a:cubicBezTo>
                    <a:pt x="2001" y="6453"/>
                    <a:pt x="1994" y="6449"/>
                    <a:pt x="1989" y="6441"/>
                  </a:cubicBezTo>
                  <a:cubicBezTo>
                    <a:pt x="1819" y="6203"/>
                    <a:pt x="1566" y="6034"/>
                    <a:pt x="1308" y="5905"/>
                  </a:cubicBezTo>
                  <a:cubicBezTo>
                    <a:pt x="1083" y="5794"/>
                    <a:pt x="840" y="5713"/>
                    <a:pt x="588" y="5678"/>
                  </a:cubicBezTo>
                  <a:cubicBezTo>
                    <a:pt x="285" y="7065"/>
                    <a:pt x="105" y="8474"/>
                    <a:pt x="0" y="9617"/>
                  </a:cubicBezTo>
                  <a:cubicBezTo>
                    <a:pt x="86" y="9683"/>
                    <a:pt x="204" y="9705"/>
                    <a:pt x="330" y="9705"/>
                  </a:cubicBezTo>
                  <a:cubicBezTo>
                    <a:pt x="518" y="9705"/>
                    <a:pt x="723" y="9655"/>
                    <a:pt x="868" y="9622"/>
                  </a:cubicBezTo>
                  <a:cubicBezTo>
                    <a:pt x="1041" y="9582"/>
                    <a:pt x="1212" y="9535"/>
                    <a:pt x="1388" y="9508"/>
                  </a:cubicBezTo>
                  <a:cubicBezTo>
                    <a:pt x="1439" y="9500"/>
                    <a:pt x="1491" y="9497"/>
                    <a:pt x="1541" y="9497"/>
                  </a:cubicBezTo>
                  <a:cubicBezTo>
                    <a:pt x="1676" y="9497"/>
                    <a:pt x="1809" y="9519"/>
                    <a:pt x="1945" y="9538"/>
                  </a:cubicBezTo>
                  <a:cubicBezTo>
                    <a:pt x="2094" y="9559"/>
                    <a:pt x="2239" y="9567"/>
                    <a:pt x="2383" y="9567"/>
                  </a:cubicBezTo>
                  <a:cubicBezTo>
                    <a:pt x="2546" y="9567"/>
                    <a:pt x="2710" y="9556"/>
                    <a:pt x="2879" y="9540"/>
                  </a:cubicBezTo>
                  <a:cubicBezTo>
                    <a:pt x="2924" y="9536"/>
                    <a:pt x="2968" y="9534"/>
                    <a:pt x="3011" y="9534"/>
                  </a:cubicBezTo>
                  <a:cubicBezTo>
                    <a:pt x="3214" y="9534"/>
                    <a:pt x="3399" y="9582"/>
                    <a:pt x="3572" y="9707"/>
                  </a:cubicBezTo>
                  <a:cubicBezTo>
                    <a:pt x="3878" y="9929"/>
                    <a:pt x="4034" y="10262"/>
                    <a:pt x="4119" y="10624"/>
                  </a:cubicBezTo>
                  <a:cubicBezTo>
                    <a:pt x="4187" y="9848"/>
                    <a:pt x="4245" y="8747"/>
                    <a:pt x="4245" y="7285"/>
                  </a:cubicBezTo>
                  <a:cubicBezTo>
                    <a:pt x="4245" y="5458"/>
                    <a:pt x="4049" y="2998"/>
                    <a:pt x="3909" y="1555"/>
                  </a:cubicBezTo>
                  <a:cubicBezTo>
                    <a:pt x="3565" y="587"/>
                    <a:pt x="3467" y="1"/>
                    <a:pt x="346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1"/>
            <p:cNvSpPr/>
            <p:nvPr/>
          </p:nvSpPr>
          <p:spPr>
            <a:xfrm>
              <a:off x="2995025" y="3652164"/>
              <a:ext cx="56776" cy="128198"/>
            </a:xfrm>
            <a:custGeom>
              <a:avLst/>
              <a:gdLst/>
              <a:ahLst/>
              <a:cxnLst/>
              <a:rect l="l" t="t" r="r" b="b"/>
              <a:pathLst>
                <a:path w="1287" h="2906" extrusionOk="0">
                  <a:moveTo>
                    <a:pt x="1067" y="0"/>
                  </a:moveTo>
                  <a:cubicBezTo>
                    <a:pt x="1064" y="0"/>
                    <a:pt x="1060" y="1"/>
                    <a:pt x="1056" y="2"/>
                  </a:cubicBezTo>
                  <a:cubicBezTo>
                    <a:pt x="686" y="101"/>
                    <a:pt x="386" y="347"/>
                    <a:pt x="386" y="347"/>
                  </a:cubicBezTo>
                  <a:cubicBezTo>
                    <a:pt x="0" y="1507"/>
                    <a:pt x="120" y="2536"/>
                    <a:pt x="176" y="2870"/>
                  </a:cubicBezTo>
                  <a:cubicBezTo>
                    <a:pt x="180" y="2893"/>
                    <a:pt x="199" y="2905"/>
                    <a:pt x="218" y="2905"/>
                  </a:cubicBezTo>
                  <a:cubicBezTo>
                    <a:pt x="233" y="2905"/>
                    <a:pt x="248" y="2898"/>
                    <a:pt x="258" y="2883"/>
                  </a:cubicBezTo>
                  <a:cubicBezTo>
                    <a:pt x="828" y="1925"/>
                    <a:pt x="1187" y="1864"/>
                    <a:pt x="1269" y="1864"/>
                  </a:cubicBezTo>
                  <a:cubicBezTo>
                    <a:pt x="1280" y="1864"/>
                    <a:pt x="1286" y="1866"/>
                    <a:pt x="1286" y="1866"/>
                  </a:cubicBezTo>
                  <a:cubicBezTo>
                    <a:pt x="1182" y="1464"/>
                    <a:pt x="1124" y="307"/>
                    <a:pt x="1113" y="43"/>
                  </a:cubicBezTo>
                  <a:cubicBezTo>
                    <a:pt x="1111" y="19"/>
                    <a:pt x="1090" y="0"/>
                    <a:pt x="1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1"/>
            <p:cNvSpPr/>
            <p:nvPr/>
          </p:nvSpPr>
          <p:spPr>
            <a:xfrm>
              <a:off x="2742121" y="3923992"/>
              <a:ext cx="179063" cy="150300"/>
            </a:xfrm>
            <a:custGeom>
              <a:avLst/>
              <a:gdLst/>
              <a:ahLst/>
              <a:cxnLst/>
              <a:rect l="l" t="t" r="r" b="b"/>
              <a:pathLst>
                <a:path w="4059" h="3407" extrusionOk="0">
                  <a:moveTo>
                    <a:pt x="2945" y="1"/>
                  </a:moveTo>
                  <a:cubicBezTo>
                    <a:pt x="2120" y="1"/>
                    <a:pt x="1119" y="294"/>
                    <a:pt x="656" y="1052"/>
                  </a:cubicBezTo>
                  <a:cubicBezTo>
                    <a:pt x="1" y="2126"/>
                    <a:pt x="610" y="3407"/>
                    <a:pt x="1849" y="3407"/>
                  </a:cubicBezTo>
                  <a:cubicBezTo>
                    <a:pt x="1991" y="3407"/>
                    <a:pt x="2141" y="3390"/>
                    <a:pt x="2299" y="3354"/>
                  </a:cubicBezTo>
                  <a:cubicBezTo>
                    <a:pt x="3404" y="3104"/>
                    <a:pt x="4059" y="2127"/>
                    <a:pt x="4059" y="2127"/>
                  </a:cubicBezTo>
                  <a:lnTo>
                    <a:pt x="4059" y="261"/>
                  </a:lnTo>
                  <a:cubicBezTo>
                    <a:pt x="3838" y="98"/>
                    <a:pt x="3421" y="1"/>
                    <a:pt x="2945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1"/>
            <p:cNvSpPr/>
            <p:nvPr/>
          </p:nvSpPr>
          <p:spPr>
            <a:xfrm>
              <a:off x="2742077" y="3927918"/>
              <a:ext cx="179063" cy="146329"/>
            </a:xfrm>
            <a:custGeom>
              <a:avLst/>
              <a:gdLst/>
              <a:ahLst/>
              <a:cxnLst/>
              <a:rect l="l" t="t" r="r" b="b"/>
              <a:pathLst>
                <a:path w="4059" h="3317" extrusionOk="0">
                  <a:moveTo>
                    <a:pt x="2144" y="1"/>
                  </a:moveTo>
                  <a:lnTo>
                    <a:pt x="2144" y="1"/>
                  </a:lnTo>
                  <a:cubicBezTo>
                    <a:pt x="1549" y="138"/>
                    <a:pt x="975" y="440"/>
                    <a:pt x="656" y="962"/>
                  </a:cubicBezTo>
                  <a:cubicBezTo>
                    <a:pt x="1" y="2036"/>
                    <a:pt x="610" y="3317"/>
                    <a:pt x="1849" y="3317"/>
                  </a:cubicBezTo>
                  <a:cubicBezTo>
                    <a:pt x="1991" y="3317"/>
                    <a:pt x="2141" y="3300"/>
                    <a:pt x="2299" y="3264"/>
                  </a:cubicBezTo>
                  <a:cubicBezTo>
                    <a:pt x="3403" y="3014"/>
                    <a:pt x="4059" y="2037"/>
                    <a:pt x="4059" y="2037"/>
                  </a:cubicBezTo>
                  <a:lnTo>
                    <a:pt x="4059" y="319"/>
                  </a:lnTo>
                  <a:cubicBezTo>
                    <a:pt x="3825" y="540"/>
                    <a:pt x="3564" y="732"/>
                    <a:pt x="3272" y="886"/>
                  </a:cubicBezTo>
                  <a:cubicBezTo>
                    <a:pt x="3111" y="972"/>
                    <a:pt x="2932" y="1044"/>
                    <a:pt x="2797" y="1170"/>
                  </a:cubicBezTo>
                  <a:cubicBezTo>
                    <a:pt x="2729" y="1234"/>
                    <a:pt x="2688" y="1312"/>
                    <a:pt x="2646" y="1396"/>
                  </a:cubicBezTo>
                  <a:cubicBezTo>
                    <a:pt x="2557" y="1575"/>
                    <a:pt x="2482" y="1762"/>
                    <a:pt x="2358" y="1919"/>
                  </a:cubicBezTo>
                  <a:cubicBezTo>
                    <a:pt x="2272" y="2029"/>
                    <a:pt x="2158" y="2118"/>
                    <a:pt x="2019" y="2118"/>
                  </a:cubicBezTo>
                  <a:cubicBezTo>
                    <a:pt x="1998" y="2118"/>
                    <a:pt x="1978" y="2116"/>
                    <a:pt x="1956" y="2112"/>
                  </a:cubicBezTo>
                  <a:cubicBezTo>
                    <a:pt x="1809" y="2085"/>
                    <a:pt x="1711" y="1986"/>
                    <a:pt x="1663" y="1846"/>
                  </a:cubicBezTo>
                  <a:cubicBezTo>
                    <a:pt x="1546" y="1493"/>
                    <a:pt x="1669" y="1045"/>
                    <a:pt x="1782" y="705"/>
                  </a:cubicBezTo>
                  <a:cubicBezTo>
                    <a:pt x="1865" y="450"/>
                    <a:pt x="2006" y="228"/>
                    <a:pt x="214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1"/>
            <p:cNvSpPr/>
            <p:nvPr/>
          </p:nvSpPr>
          <p:spPr>
            <a:xfrm>
              <a:off x="2748650" y="3927654"/>
              <a:ext cx="99303" cy="152153"/>
            </a:xfrm>
            <a:custGeom>
              <a:avLst/>
              <a:gdLst/>
              <a:ahLst/>
              <a:cxnLst/>
              <a:rect l="l" t="t" r="r" b="b"/>
              <a:pathLst>
                <a:path w="2251" h="3449" extrusionOk="0">
                  <a:moveTo>
                    <a:pt x="2035" y="1"/>
                  </a:moveTo>
                  <a:cubicBezTo>
                    <a:pt x="1115" y="1"/>
                    <a:pt x="0" y="552"/>
                    <a:pt x="120" y="2096"/>
                  </a:cubicBezTo>
                  <a:cubicBezTo>
                    <a:pt x="191" y="3001"/>
                    <a:pt x="887" y="3449"/>
                    <a:pt x="1496" y="3449"/>
                  </a:cubicBezTo>
                  <a:cubicBezTo>
                    <a:pt x="1539" y="3449"/>
                    <a:pt x="1581" y="3447"/>
                    <a:pt x="1623" y="3442"/>
                  </a:cubicBezTo>
                  <a:cubicBezTo>
                    <a:pt x="2013" y="3401"/>
                    <a:pt x="2251" y="3248"/>
                    <a:pt x="2251" y="3248"/>
                  </a:cubicBezTo>
                  <a:lnTo>
                    <a:pt x="2251" y="3248"/>
                  </a:lnTo>
                  <a:cubicBezTo>
                    <a:pt x="2146" y="3279"/>
                    <a:pt x="1962" y="3307"/>
                    <a:pt x="1962" y="3307"/>
                  </a:cubicBezTo>
                  <a:cubicBezTo>
                    <a:pt x="1546" y="3300"/>
                    <a:pt x="610" y="2864"/>
                    <a:pt x="797" y="1444"/>
                  </a:cubicBezTo>
                  <a:cubicBezTo>
                    <a:pt x="961" y="210"/>
                    <a:pt x="2035" y="1"/>
                    <a:pt x="2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1"/>
            <p:cNvSpPr/>
            <p:nvPr/>
          </p:nvSpPr>
          <p:spPr>
            <a:xfrm>
              <a:off x="2804012" y="3981384"/>
              <a:ext cx="608125" cy="90700"/>
            </a:xfrm>
            <a:custGeom>
              <a:avLst/>
              <a:gdLst/>
              <a:ahLst/>
              <a:cxnLst/>
              <a:rect l="l" t="t" r="r" b="b"/>
              <a:pathLst>
                <a:path w="13785" h="2056" extrusionOk="0">
                  <a:moveTo>
                    <a:pt x="5740" y="0"/>
                  </a:moveTo>
                  <a:cubicBezTo>
                    <a:pt x="5733" y="0"/>
                    <a:pt x="5726" y="1"/>
                    <a:pt x="5719" y="1"/>
                  </a:cubicBezTo>
                  <a:lnTo>
                    <a:pt x="2281" y="368"/>
                  </a:lnTo>
                  <a:lnTo>
                    <a:pt x="1" y="1982"/>
                  </a:lnTo>
                  <a:lnTo>
                    <a:pt x="7" y="2055"/>
                  </a:lnTo>
                  <a:lnTo>
                    <a:pt x="6054" y="1519"/>
                  </a:lnTo>
                  <a:cubicBezTo>
                    <a:pt x="6054" y="1519"/>
                    <a:pt x="6331" y="1994"/>
                    <a:pt x="6893" y="1994"/>
                  </a:cubicBezTo>
                  <a:cubicBezTo>
                    <a:pt x="7453" y="1994"/>
                    <a:pt x="7730" y="1519"/>
                    <a:pt x="7730" y="1519"/>
                  </a:cubicBezTo>
                  <a:lnTo>
                    <a:pt x="13778" y="2055"/>
                  </a:lnTo>
                  <a:lnTo>
                    <a:pt x="13784" y="1982"/>
                  </a:lnTo>
                  <a:lnTo>
                    <a:pt x="11505" y="368"/>
                  </a:lnTo>
                  <a:lnTo>
                    <a:pt x="8065" y="1"/>
                  </a:lnTo>
                  <a:cubicBezTo>
                    <a:pt x="8058" y="1"/>
                    <a:pt x="8052" y="0"/>
                    <a:pt x="8045" y="0"/>
                  </a:cubicBezTo>
                  <a:cubicBezTo>
                    <a:pt x="7998" y="0"/>
                    <a:pt x="7953" y="16"/>
                    <a:pt x="7916" y="45"/>
                  </a:cubicBezTo>
                  <a:cubicBezTo>
                    <a:pt x="7755" y="176"/>
                    <a:pt x="7317" y="495"/>
                    <a:pt x="6893" y="495"/>
                  </a:cubicBezTo>
                  <a:cubicBezTo>
                    <a:pt x="6468" y="495"/>
                    <a:pt x="6029" y="176"/>
                    <a:pt x="5869" y="45"/>
                  </a:cubicBezTo>
                  <a:cubicBezTo>
                    <a:pt x="5833" y="16"/>
                    <a:pt x="5787" y="0"/>
                    <a:pt x="5740" y="0"/>
                  </a:cubicBezTo>
                  <a:close/>
                </a:path>
              </a:pathLst>
            </a:custGeom>
            <a:solidFill>
              <a:srgbClr val="B44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1"/>
            <p:cNvSpPr/>
            <p:nvPr/>
          </p:nvSpPr>
          <p:spPr>
            <a:xfrm>
              <a:off x="2804012" y="3981384"/>
              <a:ext cx="608125" cy="90700"/>
            </a:xfrm>
            <a:custGeom>
              <a:avLst/>
              <a:gdLst/>
              <a:ahLst/>
              <a:cxnLst/>
              <a:rect l="l" t="t" r="r" b="b"/>
              <a:pathLst>
                <a:path w="13785" h="2056" extrusionOk="0">
                  <a:moveTo>
                    <a:pt x="5740" y="0"/>
                  </a:moveTo>
                  <a:cubicBezTo>
                    <a:pt x="5733" y="0"/>
                    <a:pt x="5726" y="1"/>
                    <a:pt x="5719" y="1"/>
                  </a:cubicBezTo>
                  <a:lnTo>
                    <a:pt x="2281" y="368"/>
                  </a:lnTo>
                  <a:lnTo>
                    <a:pt x="1" y="1982"/>
                  </a:lnTo>
                  <a:lnTo>
                    <a:pt x="7" y="2055"/>
                  </a:lnTo>
                  <a:lnTo>
                    <a:pt x="6054" y="1519"/>
                  </a:lnTo>
                  <a:cubicBezTo>
                    <a:pt x="6054" y="1519"/>
                    <a:pt x="6331" y="1994"/>
                    <a:pt x="6893" y="1994"/>
                  </a:cubicBezTo>
                  <a:cubicBezTo>
                    <a:pt x="7453" y="1994"/>
                    <a:pt x="7730" y="1519"/>
                    <a:pt x="7730" y="1519"/>
                  </a:cubicBezTo>
                  <a:lnTo>
                    <a:pt x="13778" y="2055"/>
                  </a:lnTo>
                  <a:lnTo>
                    <a:pt x="13784" y="1982"/>
                  </a:lnTo>
                  <a:lnTo>
                    <a:pt x="11505" y="368"/>
                  </a:lnTo>
                  <a:lnTo>
                    <a:pt x="8065" y="1"/>
                  </a:lnTo>
                  <a:cubicBezTo>
                    <a:pt x="8058" y="1"/>
                    <a:pt x="8052" y="0"/>
                    <a:pt x="8045" y="0"/>
                  </a:cubicBezTo>
                  <a:cubicBezTo>
                    <a:pt x="7998" y="0"/>
                    <a:pt x="7953" y="16"/>
                    <a:pt x="7916" y="45"/>
                  </a:cubicBezTo>
                  <a:cubicBezTo>
                    <a:pt x="7755" y="176"/>
                    <a:pt x="7317" y="495"/>
                    <a:pt x="6893" y="495"/>
                  </a:cubicBezTo>
                  <a:cubicBezTo>
                    <a:pt x="6468" y="495"/>
                    <a:pt x="6029" y="176"/>
                    <a:pt x="5869" y="45"/>
                  </a:cubicBezTo>
                  <a:cubicBezTo>
                    <a:pt x="5833" y="16"/>
                    <a:pt x="5787" y="0"/>
                    <a:pt x="5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1"/>
            <p:cNvSpPr/>
            <p:nvPr/>
          </p:nvSpPr>
          <p:spPr>
            <a:xfrm>
              <a:off x="3071077" y="3996691"/>
              <a:ext cx="73937" cy="72657"/>
            </a:xfrm>
            <a:custGeom>
              <a:avLst/>
              <a:gdLst/>
              <a:ahLst/>
              <a:cxnLst/>
              <a:rect l="l" t="t" r="r" b="b"/>
              <a:pathLst>
                <a:path w="1676" h="1647" extrusionOk="0">
                  <a:moveTo>
                    <a:pt x="289" y="1"/>
                  </a:moveTo>
                  <a:lnTo>
                    <a:pt x="41" y="1104"/>
                  </a:lnTo>
                  <a:lnTo>
                    <a:pt x="0" y="1171"/>
                  </a:lnTo>
                  <a:cubicBezTo>
                    <a:pt x="1" y="1172"/>
                    <a:pt x="278" y="1646"/>
                    <a:pt x="839" y="1646"/>
                  </a:cubicBezTo>
                  <a:cubicBezTo>
                    <a:pt x="1401" y="1646"/>
                    <a:pt x="1676" y="1171"/>
                    <a:pt x="1676" y="1171"/>
                  </a:cubicBezTo>
                  <a:lnTo>
                    <a:pt x="1635" y="1104"/>
                  </a:lnTo>
                  <a:lnTo>
                    <a:pt x="1387" y="1"/>
                  </a:lnTo>
                  <a:cubicBezTo>
                    <a:pt x="1218" y="82"/>
                    <a:pt x="1028" y="148"/>
                    <a:pt x="839" y="148"/>
                  </a:cubicBezTo>
                  <a:cubicBezTo>
                    <a:pt x="650" y="148"/>
                    <a:pt x="459" y="84"/>
                    <a:pt x="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1"/>
            <p:cNvSpPr/>
            <p:nvPr/>
          </p:nvSpPr>
          <p:spPr>
            <a:xfrm>
              <a:off x="2804012" y="4044952"/>
              <a:ext cx="608125" cy="29866"/>
            </a:xfrm>
            <a:custGeom>
              <a:avLst/>
              <a:gdLst/>
              <a:ahLst/>
              <a:cxnLst/>
              <a:rect l="l" t="t" r="r" b="b"/>
              <a:pathLst>
                <a:path w="13785" h="677" extrusionOk="0">
                  <a:moveTo>
                    <a:pt x="6091" y="1"/>
                  </a:moveTo>
                  <a:lnTo>
                    <a:pt x="1" y="541"/>
                  </a:lnTo>
                  <a:lnTo>
                    <a:pt x="12" y="676"/>
                  </a:lnTo>
                  <a:lnTo>
                    <a:pt x="6020" y="143"/>
                  </a:lnTo>
                  <a:cubicBezTo>
                    <a:pt x="6100" y="262"/>
                    <a:pt x="6387" y="615"/>
                    <a:pt x="6893" y="615"/>
                  </a:cubicBezTo>
                  <a:cubicBezTo>
                    <a:pt x="7398" y="615"/>
                    <a:pt x="7685" y="262"/>
                    <a:pt x="7766" y="143"/>
                  </a:cubicBezTo>
                  <a:lnTo>
                    <a:pt x="13773" y="676"/>
                  </a:lnTo>
                  <a:lnTo>
                    <a:pt x="13784" y="541"/>
                  </a:lnTo>
                  <a:lnTo>
                    <a:pt x="7693" y="1"/>
                  </a:lnTo>
                  <a:lnTo>
                    <a:pt x="7671" y="37"/>
                  </a:lnTo>
                  <a:cubicBezTo>
                    <a:pt x="7661" y="56"/>
                    <a:pt x="7406" y="479"/>
                    <a:pt x="6893" y="479"/>
                  </a:cubicBezTo>
                  <a:cubicBezTo>
                    <a:pt x="6379" y="479"/>
                    <a:pt x="6125" y="56"/>
                    <a:pt x="6114" y="37"/>
                  </a:cubicBezTo>
                  <a:lnTo>
                    <a:pt x="60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1"/>
            <p:cNvSpPr/>
            <p:nvPr/>
          </p:nvSpPr>
          <p:spPr>
            <a:xfrm>
              <a:off x="2813806" y="3946711"/>
              <a:ext cx="588538" cy="116199"/>
            </a:xfrm>
            <a:custGeom>
              <a:avLst/>
              <a:gdLst/>
              <a:ahLst/>
              <a:cxnLst/>
              <a:rect l="l" t="t" r="r" b="b"/>
              <a:pathLst>
                <a:path w="13341" h="2634" extrusionOk="0">
                  <a:moveTo>
                    <a:pt x="5330" y="1"/>
                  </a:moveTo>
                  <a:cubicBezTo>
                    <a:pt x="5286" y="1"/>
                    <a:pt x="5240" y="3"/>
                    <a:pt x="5194" y="7"/>
                  </a:cubicBezTo>
                  <a:cubicBezTo>
                    <a:pt x="4174" y="94"/>
                    <a:pt x="3833" y="483"/>
                    <a:pt x="2636" y="680"/>
                  </a:cubicBezTo>
                  <a:lnTo>
                    <a:pt x="994" y="1803"/>
                  </a:lnTo>
                  <a:cubicBezTo>
                    <a:pt x="994" y="1803"/>
                    <a:pt x="356" y="2433"/>
                    <a:pt x="1" y="2633"/>
                  </a:cubicBezTo>
                  <a:cubicBezTo>
                    <a:pt x="1" y="2633"/>
                    <a:pt x="1643" y="2547"/>
                    <a:pt x="3371" y="2201"/>
                  </a:cubicBezTo>
                  <a:cubicBezTo>
                    <a:pt x="3825" y="2110"/>
                    <a:pt x="4241" y="2079"/>
                    <a:pt x="4597" y="2079"/>
                  </a:cubicBezTo>
                  <a:cubicBezTo>
                    <a:pt x="5374" y="2079"/>
                    <a:pt x="5869" y="2228"/>
                    <a:pt x="5869" y="2228"/>
                  </a:cubicBezTo>
                  <a:cubicBezTo>
                    <a:pt x="5869" y="2228"/>
                    <a:pt x="6316" y="2150"/>
                    <a:pt x="6671" y="1769"/>
                  </a:cubicBezTo>
                  <a:cubicBezTo>
                    <a:pt x="7025" y="2149"/>
                    <a:pt x="7471" y="2228"/>
                    <a:pt x="7471" y="2228"/>
                  </a:cubicBezTo>
                  <a:cubicBezTo>
                    <a:pt x="7471" y="2228"/>
                    <a:pt x="7967" y="2079"/>
                    <a:pt x="8744" y="2079"/>
                  </a:cubicBezTo>
                  <a:cubicBezTo>
                    <a:pt x="9101" y="2079"/>
                    <a:pt x="9516" y="2110"/>
                    <a:pt x="9970" y="2201"/>
                  </a:cubicBezTo>
                  <a:cubicBezTo>
                    <a:pt x="11699" y="2547"/>
                    <a:pt x="13341" y="2633"/>
                    <a:pt x="13341" y="2633"/>
                  </a:cubicBezTo>
                  <a:cubicBezTo>
                    <a:pt x="12986" y="2434"/>
                    <a:pt x="12346" y="1803"/>
                    <a:pt x="12346" y="1803"/>
                  </a:cubicBezTo>
                  <a:lnTo>
                    <a:pt x="10705" y="680"/>
                  </a:lnTo>
                  <a:cubicBezTo>
                    <a:pt x="9508" y="483"/>
                    <a:pt x="9167" y="94"/>
                    <a:pt x="8148" y="7"/>
                  </a:cubicBezTo>
                  <a:cubicBezTo>
                    <a:pt x="8101" y="3"/>
                    <a:pt x="8055" y="1"/>
                    <a:pt x="8011" y="1"/>
                  </a:cubicBezTo>
                  <a:cubicBezTo>
                    <a:pt x="7088" y="1"/>
                    <a:pt x="6671" y="815"/>
                    <a:pt x="6671" y="815"/>
                  </a:cubicBezTo>
                  <a:cubicBezTo>
                    <a:pt x="6671" y="815"/>
                    <a:pt x="6254" y="1"/>
                    <a:pt x="5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1"/>
            <p:cNvSpPr/>
            <p:nvPr/>
          </p:nvSpPr>
          <p:spPr>
            <a:xfrm>
              <a:off x="2813762" y="3964224"/>
              <a:ext cx="199620" cy="98773"/>
            </a:xfrm>
            <a:custGeom>
              <a:avLst/>
              <a:gdLst/>
              <a:ahLst/>
              <a:cxnLst/>
              <a:rect l="l" t="t" r="r" b="b"/>
              <a:pathLst>
                <a:path w="4525" h="2239" extrusionOk="0">
                  <a:moveTo>
                    <a:pt x="3723" y="0"/>
                  </a:moveTo>
                  <a:cubicBezTo>
                    <a:pt x="3430" y="105"/>
                    <a:pt x="3095" y="208"/>
                    <a:pt x="2635" y="285"/>
                  </a:cubicBezTo>
                  <a:lnTo>
                    <a:pt x="994" y="1408"/>
                  </a:lnTo>
                  <a:cubicBezTo>
                    <a:pt x="994" y="1408"/>
                    <a:pt x="355" y="2039"/>
                    <a:pt x="0" y="2238"/>
                  </a:cubicBezTo>
                  <a:cubicBezTo>
                    <a:pt x="0" y="2238"/>
                    <a:pt x="1641" y="2151"/>
                    <a:pt x="3370" y="1805"/>
                  </a:cubicBezTo>
                  <a:cubicBezTo>
                    <a:pt x="3646" y="1751"/>
                    <a:pt x="3907" y="1718"/>
                    <a:pt x="4149" y="1700"/>
                  </a:cubicBezTo>
                  <a:cubicBezTo>
                    <a:pt x="4150" y="1695"/>
                    <a:pt x="4150" y="1693"/>
                    <a:pt x="4151" y="1690"/>
                  </a:cubicBezTo>
                  <a:cubicBezTo>
                    <a:pt x="4178" y="1429"/>
                    <a:pt x="4129" y="1147"/>
                    <a:pt x="4214" y="896"/>
                  </a:cubicBezTo>
                  <a:cubicBezTo>
                    <a:pt x="4298" y="652"/>
                    <a:pt x="4524" y="282"/>
                    <a:pt x="4191" y="128"/>
                  </a:cubicBezTo>
                  <a:cubicBezTo>
                    <a:pt x="4042" y="58"/>
                    <a:pt x="3880" y="38"/>
                    <a:pt x="372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1"/>
            <p:cNvSpPr/>
            <p:nvPr/>
          </p:nvSpPr>
          <p:spPr>
            <a:xfrm>
              <a:off x="2857611" y="3946711"/>
              <a:ext cx="250441" cy="79583"/>
            </a:xfrm>
            <a:custGeom>
              <a:avLst/>
              <a:gdLst/>
              <a:ahLst/>
              <a:cxnLst/>
              <a:rect l="l" t="t" r="r" b="b"/>
              <a:pathLst>
                <a:path w="5677" h="1804" extrusionOk="0">
                  <a:moveTo>
                    <a:pt x="4335" y="1"/>
                  </a:moveTo>
                  <a:cubicBezTo>
                    <a:pt x="4291" y="1"/>
                    <a:pt x="4245" y="3"/>
                    <a:pt x="4198" y="7"/>
                  </a:cubicBezTo>
                  <a:cubicBezTo>
                    <a:pt x="3179" y="94"/>
                    <a:pt x="2838" y="483"/>
                    <a:pt x="1642" y="680"/>
                  </a:cubicBezTo>
                  <a:lnTo>
                    <a:pt x="0" y="1803"/>
                  </a:lnTo>
                  <a:cubicBezTo>
                    <a:pt x="747" y="1692"/>
                    <a:pt x="2786" y="814"/>
                    <a:pt x="3957" y="814"/>
                  </a:cubicBezTo>
                  <a:cubicBezTo>
                    <a:pt x="4059" y="814"/>
                    <a:pt x="4155" y="821"/>
                    <a:pt x="4243" y="836"/>
                  </a:cubicBezTo>
                  <a:cubicBezTo>
                    <a:pt x="5331" y="1016"/>
                    <a:pt x="5677" y="1769"/>
                    <a:pt x="5677" y="1769"/>
                  </a:cubicBezTo>
                  <a:lnTo>
                    <a:pt x="5677" y="815"/>
                  </a:lnTo>
                  <a:cubicBezTo>
                    <a:pt x="5677" y="815"/>
                    <a:pt x="5259" y="1"/>
                    <a:pt x="4335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1"/>
            <p:cNvSpPr/>
            <p:nvPr/>
          </p:nvSpPr>
          <p:spPr>
            <a:xfrm>
              <a:off x="2857655" y="3965415"/>
              <a:ext cx="151976" cy="60967"/>
            </a:xfrm>
            <a:custGeom>
              <a:avLst/>
              <a:gdLst/>
              <a:ahLst/>
              <a:cxnLst/>
              <a:rect l="l" t="t" r="r" b="b"/>
              <a:pathLst>
                <a:path w="3445" h="1382" extrusionOk="0">
                  <a:moveTo>
                    <a:pt x="2647" y="1"/>
                  </a:moveTo>
                  <a:cubicBezTo>
                    <a:pt x="2373" y="95"/>
                    <a:pt x="2059" y="189"/>
                    <a:pt x="1642" y="258"/>
                  </a:cubicBezTo>
                  <a:lnTo>
                    <a:pt x="0" y="1381"/>
                  </a:lnTo>
                  <a:cubicBezTo>
                    <a:pt x="646" y="1285"/>
                    <a:pt x="2262" y="615"/>
                    <a:pt x="3444" y="437"/>
                  </a:cubicBezTo>
                  <a:cubicBezTo>
                    <a:pt x="3155" y="355"/>
                    <a:pt x="2882" y="181"/>
                    <a:pt x="264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1"/>
            <p:cNvSpPr/>
            <p:nvPr/>
          </p:nvSpPr>
          <p:spPr>
            <a:xfrm>
              <a:off x="3108044" y="3946711"/>
              <a:ext cx="250397" cy="79583"/>
            </a:xfrm>
            <a:custGeom>
              <a:avLst/>
              <a:gdLst/>
              <a:ahLst/>
              <a:cxnLst/>
              <a:rect l="l" t="t" r="r" b="b"/>
              <a:pathLst>
                <a:path w="5676" h="1804" extrusionOk="0">
                  <a:moveTo>
                    <a:pt x="1341" y="1"/>
                  </a:moveTo>
                  <a:cubicBezTo>
                    <a:pt x="418" y="1"/>
                    <a:pt x="1" y="815"/>
                    <a:pt x="1" y="815"/>
                  </a:cubicBezTo>
                  <a:lnTo>
                    <a:pt x="1" y="1769"/>
                  </a:lnTo>
                  <a:cubicBezTo>
                    <a:pt x="1" y="1769"/>
                    <a:pt x="346" y="1016"/>
                    <a:pt x="1435" y="836"/>
                  </a:cubicBezTo>
                  <a:cubicBezTo>
                    <a:pt x="1522" y="821"/>
                    <a:pt x="1618" y="814"/>
                    <a:pt x="1720" y="814"/>
                  </a:cubicBezTo>
                  <a:cubicBezTo>
                    <a:pt x="2890" y="814"/>
                    <a:pt x="4930" y="1692"/>
                    <a:pt x="5676" y="1803"/>
                  </a:cubicBezTo>
                  <a:lnTo>
                    <a:pt x="4035" y="680"/>
                  </a:lnTo>
                  <a:cubicBezTo>
                    <a:pt x="2838" y="483"/>
                    <a:pt x="2497" y="94"/>
                    <a:pt x="1478" y="7"/>
                  </a:cubicBezTo>
                  <a:cubicBezTo>
                    <a:pt x="1431" y="3"/>
                    <a:pt x="1385" y="1"/>
                    <a:pt x="134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1"/>
            <p:cNvSpPr/>
            <p:nvPr/>
          </p:nvSpPr>
          <p:spPr>
            <a:xfrm>
              <a:off x="3108044" y="3969209"/>
              <a:ext cx="47732" cy="55585"/>
            </a:xfrm>
            <a:custGeom>
              <a:avLst/>
              <a:gdLst/>
              <a:ahLst/>
              <a:cxnLst/>
              <a:rect l="l" t="t" r="r" b="b"/>
              <a:pathLst>
                <a:path w="1082" h="1260" extrusionOk="0">
                  <a:moveTo>
                    <a:pt x="222" y="1"/>
                  </a:moveTo>
                  <a:cubicBezTo>
                    <a:pt x="73" y="166"/>
                    <a:pt x="1" y="305"/>
                    <a:pt x="1" y="305"/>
                  </a:cubicBezTo>
                  <a:lnTo>
                    <a:pt x="1" y="1259"/>
                  </a:lnTo>
                  <a:cubicBezTo>
                    <a:pt x="1" y="1259"/>
                    <a:pt x="270" y="675"/>
                    <a:pt x="1082" y="413"/>
                  </a:cubicBezTo>
                  <a:cubicBezTo>
                    <a:pt x="794" y="332"/>
                    <a:pt x="454" y="213"/>
                    <a:pt x="222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1"/>
            <p:cNvSpPr/>
            <p:nvPr/>
          </p:nvSpPr>
          <p:spPr>
            <a:xfrm>
              <a:off x="2955058" y="3966165"/>
              <a:ext cx="45835" cy="37145"/>
            </a:xfrm>
            <a:custGeom>
              <a:avLst/>
              <a:gdLst/>
              <a:ahLst/>
              <a:cxnLst/>
              <a:rect l="l" t="t" r="r" b="b"/>
              <a:pathLst>
                <a:path w="1039" h="842" extrusionOk="0"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1"/>
                  </a:moveTo>
                  <a:lnTo>
                    <a:pt x="2" y="640"/>
                  </a:lnTo>
                  <a:cubicBezTo>
                    <a:pt x="2" y="640"/>
                    <a:pt x="231" y="800"/>
                    <a:pt x="502" y="837"/>
                  </a:cubicBezTo>
                  <a:cubicBezTo>
                    <a:pt x="525" y="840"/>
                    <a:pt x="549" y="842"/>
                    <a:pt x="572" y="842"/>
                  </a:cubicBezTo>
                  <a:cubicBezTo>
                    <a:pt x="824" y="842"/>
                    <a:pt x="1038" y="654"/>
                    <a:pt x="1002" y="474"/>
                  </a:cubicBezTo>
                  <a:cubicBezTo>
                    <a:pt x="980" y="364"/>
                    <a:pt x="806" y="382"/>
                    <a:pt x="578" y="298"/>
                  </a:cubicBezTo>
                  <a:cubicBezTo>
                    <a:pt x="357" y="216"/>
                    <a:pt x="23" y="14"/>
                    <a:pt x="2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1"/>
            <p:cNvSpPr/>
            <p:nvPr/>
          </p:nvSpPr>
          <p:spPr>
            <a:xfrm>
              <a:off x="2955102" y="3966165"/>
              <a:ext cx="42659" cy="37101"/>
            </a:xfrm>
            <a:custGeom>
              <a:avLst/>
              <a:gdLst/>
              <a:ahLst/>
              <a:cxnLst/>
              <a:rect l="l" t="t" r="r" b="b"/>
              <a:pathLst>
                <a:path w="967" h="841" extrusionOk="0">
                  <a:moveTo>
                    <a:pt x="1" y="1"/>
                  </a:moveTo>
                  <a:lnTo>
                    <a:pt x="1" y="639"/>
                  </a:lnTo>
                  <a:cubicBezTo>
                    <a:pt x="1" y="639"/>
                    <a:pt x="231" y="800"/>
                    <a:pt x="501" y="836"/>
                  </a:cubicBezTo>
                  <a:cubicBezTo>
                    <a:pt x="524" y="839"/>
                    <a:pt x="547" y="840"/>
                    <a:pt x="569" y="840"/>
                  </a:cubicBezTo>
                  <a:cubicBezTo>
                    <a:pt x="743" y="840"/>
                    <a:pt x="897" y="752"/>
                    <a:pt x="966" y="637"/>
                  </a:cubicBezTo>
                  <a:cubicBezTo>
                    <a:pt x="962" y="636"/>
                    <a:pt x="959" y="636"/>
                    <a:pt x="956" y="634"/>
                  </a:cubicBezTo>
                  <a:cubicBezTo>
                    <a:pt x="768" y="556"/>
                    <a:pt x="621" y="422"/>
                    <a:pt x="502" y="266"/>
                  </a:cubicBezTo>
                  <a:cubicBezTo>
                    <a:pt x="280" y="17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1"/>
            <p:cNvSpPr/>
            <p:nvPr/>
          </p:nvSpPr>
          <p:spPr>
            <a:xfrm>
              <a:off x="2858052" y="3935594"/>
              <a:ext cx="136359" cy="139271"/>
            </a:xfrm>
            <a:custGeom>
              <a:avLst/>
              <a:gdLst/>
              <a:ahLst/>
              <a:cxnLst/>
              <a:rect l="l" t="t" r="r" b="b"/>
              <a:pathLst>
                <a:path w="3091" h="3157" extrusionOk="0">
                  <a:moveTo>
                    <a:pt x="1431" y="0"/>
                  </a:moveTo>
                  <a:lnTo>
                    <a:pt x="128" y="821"/>
                  </a:lnTo>
                  <a:cubicBezTo>
                    <a:pt x="128" y="821"/>
                    <a:pt x="1" y="1666"/>
                    <a:pt x="333" y="2149"/>
                  </a:cubicBezTo>
                  <a:cubicBezTo>
                    <a:pt x="666" y="2631"/>
                    <a:pt x="593" y="2995"/>
                    <a:pt x="593" y="2995"/>
                  </a:cubicBezTo>
                  <a:cubicBezTo>
                    <a:pt x="593" y="2995"/>
                    <a:pt x="820" y="3157"/>
                    <a:pt x="1033" y="3157"/>
                  </a:cubicBezTo>
                  <a:cubicBezTo>
                    <a:pt x="1040" y="3157"/>
                    <a:pt x="1047" y="3156"/>
                    <a:pt x="1055" y="3156"/>
                  </a:cubicBezTo>
                  <a:cubicBezTo>
                    <a:pt x="1273" y="3145"/>
                    <a:pt x="1368" y="3006"/>
                    <a:pt x="1471" y="2994"/>
                  </a:cubicBezTo>
                  <a:cubicBezTo>
                    <a:pt x="1497" y="2991"/>
                    <a:pt x="1521" y="2990"/>
                    <a:pt x="1544" y="2990"/>
                  </a:cubicBezTo>
                  <a:cubicBezTo>
                    <a:pt x="1659" y="2990"/>
                    <a:pt x="1746" y="3020"/>
                    <a:pt x="1886" y="3020"/>
                  </a:cubicBezTo>
                  <a:cubicBezTo>
                    <a:pt x="1981" y="3020"/>
                    <a:pt x="2100" y="3006"/>
                    <a:pt x="2268" y="2961"/>
                  </a:cubicBezTo>
                  <a:cubicBezTo>
                    <a:pt x="2943" y="2774"/>
                    <a:pt x="3091" y="2146"/>
                    <a:pt x="2906" y="1633"/>
                  </a:cubicBezTo>
                  <a:cubicBezTo>
                    <a:pt x="2693" y="1040"/>
                    <a:pt x="1977" y="255"/>
                    <a:pt x="143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1"/>
            <p:cNvSpPr/>
            <p:nvPr/>
          </p:nvSpPr>
          <p:spPr>
            <a:xfrm>
              <a:off x="2808733" y="2722116"/>
              <a:ext cx="492941" cy="191150"/>
            </a:xfrm>
            <a:custGeom>
              <a:avLst/>
              <a:gdLst/>
              <a:ahLst/>
              <a:cxnLst/>
              <a:rect l="l" t="t" r="r" b="b"/>
              <a:pathLst>
                <a:path w="11174" h="4333" extrusionOk="0">
                  <a:moveTo>
                    <a:pt x="8886" y="0"/>
                  </a:moveTo>
                  <a:cubicBezTo>
                    <a:pt x="8443" y="0"/>
                    <a:pt x="8272" y="722"/>
                    <a:pt x="8687" y="915"/>
                  </a:cubicBezTo>
                  <a:cubicBezTo>
                    <a:pt x="9447" y="1271"/>
                    <a:pt x="10103" y="1875"/>
                    <a:pt x="9314" y="2810"/>
                  </a:cubicBezTo>
                  <a:cubicBezTo>
                    <a:pt x="9039" y="3137"/>
                    <a:pt x="8545" y="3345"/>
                    <a:pt x="8140" y="3424"/>
                  </a:cubicBezTo>
                  <a:cubicBezTo>
                    <a:pt x="7990" y="3453"/>
                    <a:pt x="7843" y="3467"/>
                    <a:pt x="7699" y="3467"/>
                  </a:cubicBezTo>
                  <a:cubicBezTo>
                    <a:pt x="6765" y="3467"/>
                    <a:pt x="5986" y="2873"/>
                    <a:pt x="5552" y="2020"/>
                  </a:cubicBezTo>
                  <a:cubicBezTo>
                    <a:pt x="5485" y="1888"/>
                    <a:pt x="5337" y="1818"/>
                    <a:pt x="5190" y="1818"/>
                  </a:cubicBezTo>
                  <a:cubicBezTo>
                    <a:pt x="5047" y="1818"/>
                    <a:pt x="4905" y="1884"/>
                    <a:pt x="4842" y="2020"/>
                  </a:cubicBezTo>
                  <a:cubicBezTo>
                    <a:pt x="4428" y="1976"/>
                    <a:pt x="4016" y="1932"/>
                    <a:pt x="3602" y="1889"/>
                  </a:cubicBezTo>
                  <a:cubicBezTo>
                    <a:pt x="3562" y="1701"/>
                    <a:pt x="3389" y="1599"/>
                    <a:pt x="3215" y="1599"/>
                  </a:cubicBezTo>
                  <a:cubicBezTo>
                    <a:pt x="3112" y="1599"/>
                    <a:pt x="3008" y="1635"/>
                    <a:pt x="2932" y="1711"/>
                  </a:cubicBezTo>
                  <a:cubicBezTo>
                    <a:pt x="2617" y="2027"/>
                    <a:pt x="2457" y="2147"/>
                    <a:pt x="2001" y="2299"/>
                  </a:cubicBezTo>
                  <a:cubicBezTo>
                    <a:pt x="1821" y="2413"/>
                    <a:pt x="1677" y="2471"/>
                    <a:pt x="1570" y="2471"/>
                  </a:cubicBezTo>
                  <a:cubicBezTo>
                    <a:pt x="1326" y="2471"/>
                    <a:pt x="1268" y="2176"/>
                    <a:pt x="1396" y="1586"/>
                  </a:cubicBezTo>
                  <a:cubicBezTo>
                    <a:pt x="1020" y="853"/>
                    <a:pt x="1208" y="486"/>
                    <a:pt x="1959" y="486"/>
                  </a:cubicBezTo>
                  <a:cubicBezTo>
                    <a:pt x="1980" y="486"/>
                    <a:pt x="2002" y="487"/>
                    <a:pt x="2023" y="487"/>
                  </a:cubicBezTo>
                  <a:cubicBezTo>
                    <a:pt x="2121" y="475"/>
                    <a:pt x="2153" y="341"/>
                    <a:pt x="2048" y="309"/>
                  </a:cubicBezTo>
                  <a:cubicBezTo>
                    <a:pt x="1902" y="263"/>
                    <a:pt x="1760" y="241"/>
                    <a:pt x="1622" y="241"/>
                  </a:cubicBezTo>
                  <a:cubicBezTo>
                    <a:pt x="698" y="241"/>
                    <a:pt x="1" y="1205"/>
                    <a:pt x="350" y="2164"/>
                  </a:cubicBezTo>
                  <a:cubicBezTo>
                    <a:pt x="610" y="2880"/>
                    <a:pt x="1099" y="3150"/>
                    <a:pt x="1639" y="3150"/>
                  </a:cubicBezTo>
                  <a:cubicBezTo>
                    <a:pt x="2109" y="3150"/>
                    <a:pt x="2618" y="2945"/>
                    <a:pt x="3045" y="2651"/>
                  </a:cubicBezTo>
                  <a:lnTo>
                    <a:pt x="3045" y="2651"/>
                  </a:lnTo>
                  <a:cubicBezTo>
                    <a:pt x="3319" y="3088"/>
                    <a:pt x="3774" y="3318"/>
                    <a:pt x="4235" y="3318"/>
                  </a:cubicBezTo>
                  <a:cubicBezTo>
                    <a:pt x="4563" y="3318"/>
                    <a:pt x="4894" y="3202"/>
                    <a:pt x="5164" y="2961"/>
                  </a:cubicBezTo>
                  <a:lnTo>
                    <a:pt x="5164" y="2961"/>
                  </a:lnTo>
                  <a:cubicBezTo>
                    <a:pt x="5809" y="3828"/>
                    <a:pt x="6816" y="4332"/>
                    <a:pt x="7851" y="4332"/>
                  </a:cubicBezTo>
                  <a:cubicBezTo>
                    <a:pt x="8459" y="4332"/>
                    <a:pt x="9077" y="4158"/>
                    <a:pt x="9637" y="3780"/>
                  </a:cubicBezTo>
                  <a:cubicBezTo>
                    <a:pt x="11174" y="2741"/>
                    <a:pt x="10926" y="225"/>
                    <a:pt x="8934" y="3"/>
                  </a:cubicBezTo>
                  <a:cubicBezTo>
                    <a:pt x="8918" y="1"/>
                    <a:pt x="8902" y="0"/>
                    <a:pt x="8886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1"/>
            <p:cNvSpPr/>
            <p:nvPr/>
          </p:nvSpPr>
          <p:spPr>
            <a:xfrm>
              <a:off x="3310129" y="2744658"/>
              <a:ext cx="65114" cy="107199"/>
            </a:xfrm>
            <a:custGeom>
              <a:avLst/>
              <a:gdLst/>
              <a:ahLst/>
              <a:cxnLst/>
              <a:rect l="l" t="t" r="r" b="b"/>
              <a:pathLst>
                <a:path w="1476" h="2430" extrusionOk="0">
                  <a:moveTo>
                    <a:pt x="662" y="0"/>
                  </a:moveTo>
                  <a:cubicBezTo>
                    <a:pt x="326" y="0"/>
                    <a:pt x="1" y="348"/>
                    <a:pt x="210" y="743"/>
                  </a:cubicBezTo>
                  <a:cubicBezTo>
                    <a:pt x="332" y="974"/>
                    <a:pt x="456" y="1211"/>
                    <a:pt x="488" y="1474"/>
                  </a:cubicBezTo>
                  <a:cubicBezTo>
                    <a:pt x="517" y="1731"/>
                    <a:pt x="475" y="1988"/>
                    <a:pt x="494" y="2246"/>
                  </a:cubicBezTo>
                  <a:cubicBezTo>
                    <a:pt x="502" y="2350"/>
                    <a:pt x="584" y="2430"/>
                    <a:pt x="679" y="2430"/>
                  </a:cubicBezTo>
                  <a:cubicBezTo>
                    <a:pt x="709" y="2430"/>
                    <a:pt x="741" y="2422"/>
                    <a:pt x="771" y="2404"/>
                  </a:cubicBezTo>
                  <a:cubicBezTo>
                    <a:pt x="1466" y="2000"/>
                    <a:pt x="1475" y="853"/>
                    <a:pt x="1076" y="238"/>
                  </a:cubicBezTo>
                  <a:cubicBezTo>
                    <a:pt x="967" y="70"/>
                    <a:pt x="814" y="0"/>
                    <a:pt x="662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1"/>
            <p:cNvSpPr/>
            <p:nvPr/>
          </p:nvSpPr>
          <p:spPr>
            <a:xfrm>
              <a:off x="2773177" y="4697260"/>
              <a:ext cx="225560" cy="149241"/>
            </a:xfrm>
            <a:custGeom>
              <a:avLst/>
              <a:gdLst/>
              <a:ahLst/>
              <a:cxnLst/>
              <a:rect l="l" t="t" r="r" b="b"/>
              <a:pathLst>
                <a:path w="5113" h="3383" extrusionOk="0">
                  <a:moveTo>
                    <a:pt x="2378" y="0"/>
                  </a:moveTo>
                  <a:cubicBezTo>
                    <a:pt x="2329" y="808"/>
                    <a:pt x="2266" y="1579"/>
                    <a:pt x="2189" y="2090"/>
                  </a:cubicBezTo>
                  <a:cubicBezTo>
                    <a:pt x="2189" y="2090"/>
                    <a:pt x="1650" y="2274"/>
                    <a:pt x="1138" y="2375"/>
                  </a:cubicBezTo>
                  <a:cubicBezTo>
                    <a:pt x="727" y="2458"/>
                    <a:pt x="159" y="2725"/>
                    <a:pt x="0" y="3382"/>
                  </a:cubicBezTo>
                  <a:lnTo>
                    <a:pt x="4524" y="3382"/>
                  </a:lnTo>
                  <a:lnTo>
                    <a:pt x="4677" y="2090"/>
                  </a:lnTo>
                  <a:cubicBezTo>
                    <a:pt x="4677" y="2090"/>
                    <a:pt x="4829" y="1527"/>
                    <a:pt x="51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2896519" y="4697216"/>
              <a:ext cx="102170" cy="149285"/>
            </a:xfrm>
            <a:custGeom>
              <a:avLst/>
              <a:gdLst/>
              <a:ahLst/>
              <a:cxnLst/>
              <a:rect l="l" t="t" r="r" b="b"/>
              <a:pathLst>
                <a:path w="2316" h="3384" extrusionOk="0">
                  <a:moveTo>
                    <a:pt x="1265" y="0"/>
                  </a:moveTo>
                  <a:lnTo>
                    <a:pt x="1265" y="1"/>
                  </a:lnTo>
                  <a:cubicBezTo>
                    <a:pt x="1314" y="328"/>
                    <a:pt x="1343" y="661"/>
                    <a:pt x="1321" y="990"/>
                  </a:cubicBezTo>
                  <a:cubicBezTo>
                    <a:pt x="1300" y="1319"/>
                    <a:pt x="1227" y="1732"/>
                    <a:pt x="916" y="1911"/>
                  </a:cubicBezTo>
                  <a:cubicBezTo>
                    <a:pt x="968" y="1964"/>
                    <a:pt x="1003" y="2029"/>
                    <a:pt x="1062" y="2076"/>
                  </a:cubicBezTo>
                  <a:cubicBezTo>
                    <a:pt x="1076" y="2087"/>
                    <a:pt x="1068" y="2107"/>
                    <a:pt x="1057" y="2114"/>
                  </a:cubicBezTo>
                  <a:cubicBezTo>
                    <a:pt x="740" y="2322"/>
                    <a:pt x="603" y="2690"/>
                    <a:pt x="390" y="2986"/>
                  </a:cubicBezTo>
                  <a:cubicBezTo>
                    <a:pt x="282" y="3136"/>
                    <a:pt x="148" y="3266"/>
                    <a:pt x="1" y="3383"/>
                  </a:cubicBezTo>
                  <a:lnTo>
                    <a:pt x="1726" y="3383"/>
                  </a:lnTo>
                  <a:lnTo>
                    <a:pt x="1880" y="2090"/>
                  </a:lnTo>
                  <a:cubicBezTo>
                    <a:pt x="1880" y="2090"/>
                    <a:pt x="2031" y="1526"/>
                    <a:pt x="2315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1"/>
            <p:cNvSpPr/>
            <p:nvPr/>
          </p:nvSpPr>
          <p:spPr>
            <a:xfrm>
              <a:off x="2769471" y="4846452"/>
              <a:ext cx="206767" cy="15264"/>
            </a:xfrm>
            <a:custGeom>
              <a:avLst/>
              <a:gdLst/>
              <a:ahLst/>
              <a:cxnLst/>
              <a:rect l="l" t="t" r="r" b="b"/>
              <a:pathLst>
                <a:path w="4687" h="346" extrusionOk="0">
                  <a:moveTo>
                    <a:pt x="105" y="0"/>
                  </a:moveTo>
                  <a:cubicBezTo>
                    <a:pt x="47" y="0"/>
                    <a:pt x="0" y="47"/>
                    <a:pt x="0" y="105"/>
                  </a:cubicBezTo>
                  <a:lnTo>
                    <a:pt x="0" y="346"/>
                  </a:lnTo>
                  <a:lnTo>
                    <a:pt x="4687" y="346"/>
                  </a:lnTo>
                  <a:lnTo>
                    <a:pt x="4687" y="105"/>
                  </a:lnTo>
                  <a:cubicBezTo>
                    <a:pt x="4687" y="47"/>
                    <a:pt x="4639" y="0"/>
                    <a:pt x="4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1"/>
            <p:cNvSpPr/>
            <p:nvPr/>
          </p:nvSpPr>
          <p:spPr>
            <a:xfrm>
              <a:off x="3217931" y="4697260"/>
              <a:ext cx="225560" cy="149241"/>
            </a:xfrm>
            <a:custGeom>
              <a:avLst/>
              <a:gdLst/>
              <a:ahLst/>
              <a:cxnLst/>
              <a:rect l="l" t="t" r="r" b="b"/>
              <a:pathLst>
                <a:path w="5113" h="3383" extrusionOk="0">
                  <a:moveTo>
                    <a:pt x="1" y="0"/>
                  </a:moveTo>
                  <a:cubicBezTo>
                    <a:pt x="284" y="1527"/>
                    <a:pt x="435" y="2090"/>
                    <a:pt x="435" y="2090"/>
                  </a:cubicBezTo>
                  <a:lnTo>
                    <a:pt x="589" y="3382"/>
                  </a:lnTo>
                  <a:lnTo>
                    <a:pt x="5113" y="3382"/>
                  </a:lnTo>
                  <a:cubicBezTo>
                    <a:pt x="4954" y="2725"/>
                    <a:pt x="4386" y="2458"/>
                    <a:pt x="3975" y="2375"/>
                  </a:cubicBezTo>
                  <a:cubicBezTo>
                    <a:pt x="3463" y="2274"/>
                    <a:pt x="2924" y="2090"/>
                    <a:pt x="2924" y="2090"/>
                  </a:cubicBezTo>
                  <a:cubicBezTo>
                    <a:pt x="2847" y="1579"/>
                    <a:pt x="2784" y="808"/>
                    <a:pt x="27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1"/>
            <p:cNvSpPr/>
            <p:nvPr/>
          </p:nvSpPr>
          <p:spPr>
            <a:xfrm>
              <a:off x="3217887" y="4697260"/>
              <a:ext cx="101420" cy="149285"/>
            </a:xfrm>
            <a:custGeom>
              <a:avLst/>
              <a:gdLst/>
              <a:ahLst/>
              <a:cxnLst/>
              <a:rect l="l" t="t" r="r" b="b"/>
              <a:pathLst>
                <a:path w="2299" h="3384" extrusionOk="0">
                  <a:moveTo>
                    <a:pt x="0" y="0"/>
                  </a:moveTo>
                  <a:cubicBezTo>
                    <a:pt x="284" y="1527"/>
                    <a:pt x="435" y="2090"/>
                    <a:pt x="435" y="2090"/>
                  </a:cubicBezTo>
                  <a:lnTo>
                    <a:pt x="589" y="3383"/>
                  </a:lnTo>
                  <a:lnTo>
                    <a:pt x="2298" y="3383"/>
                  </a:lnTo>
                  <a:cubicBezTo>
                    <a:pt x="2065" y="3224"/>
                    <a:pt x="1855" y="3027"/>
                    <a:pt x="1684" y="2800"/>
                  </a:cubicBezTo>
                  <a:cubicBezTo>
                    <a:pt x="1494" y="2546"/>
                    <a:pt x="1371" y="2186"/>
                    <a:pt x="1108" y="1996"/>
                  </a:cubicBezTo>
                  <a:cubicBezTo>
                    <a:pt x="1094" y="1987"/>
                    <a:pt x="1090" y="1970"/>
                    <a:pt x="1103" y="1959"/>
                  </a:cubicBezTo>
                  <a:cubicBezTo>
                    <a:pt x="1344" y="1718"/>
                    <a:pt x="1032" y="1312"/>
                    <a:pt x="945" y="1061"/>
                  </a:cubicBezTo>
                  <a:cubicBezTo>
                    <a:pt x="826" y="725"/>
                    <a:pt x="767" y="361"/>
                    <a:pt x="75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3240385" y="4846452"/>
              <a:ext cx="206767" cy="15264"/>
            </a:xfrm>
            <a:custGeom>
              <a:avLst/>
              <a:gdLst/>
              <a:ahLst/>
              <a:cxnLst/>
              <a:rect l="l" t="t" r="r" b="b"/>
              <a:pathLst>
                <a:path w="4687" h="346" extrusionOk="0">
                  <a:moveTo>
                    <a:pt x="105" y="0"/>
                  </a:moveTo>
                  <a:cubicBezTo>
                    <a:pt x="47" y="0"/>
                    <a:pt x="0" y="47"/>
                    <a:pt x="0" y="105"/>
                  </a:cubicBezTo>
                  <a:lnTo>
                    <a:pt x="0" y="346"/>
                  </a:lnTo>
                  <a:lnTo>
                    <a:pt x="4687" y="346"/>
                  </a:lnTo>
                  <a:lnTo>
                    <a:pt x="4687" y="105"/>
                  </a:lnTo>
                  <a:cubicBezTo>
                    <a:pt x="4687" y="47"/>
                    <a:pt x="4639" y="0"/>
                    <a:pt x="4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1"/>
            <p:cNvSpPr/>
            <p:nvPr/>
          </p:nvSpPr>
          <p:spPr>
            <a:xfrm>
              <a:off x="2873315" y="4846496"/>
              <a:ext cx="102920" cy="15220"/>
            </a:xfrm>
            <a:custGeom>
              <a:avLst/>
              <a:gdLst/>
              <a:ahLst/>
              <a:cxnLst/>
              <a:rect l="l" t="t" r="r" b="b"/>
              <a:pathLst>
                <a:path w="2333" h="345" extrusionOk="0">
                  <a:moveTo>
                    <a:pt x="528" y="0"/>
                  </a:moveTo>
                  <a:cubicBezTo>
                    <a:pt x="409" y="95"/>
                    <a:pt x="283" y="182"/>
                    <a:pt x="155" y="259"/>
                  </a:cubicBezTo>
                  <a:cubicBezTo>
                    <a:pt x="106" y="289"/>
                    <a:pt x="53" y="316"/>
                    <a:pt x="0" y="345"/>
                  </a:cubicBezTo>
                  <a:lnTo>
                    <a:pt x="2333" y="345"/>
                  </a:lnTo>
                  <a:lnTo>
                    <a:pt x="2333" y="104"/>
                  </a:lnTo>
                  <a:cubicBezTo>
                    <a:pt x="2333" y="46"/>
                    <a:pt x="2287" y="0"/>
                    <a:pt x="2229" y="0"/>
                  </a:cubicBezTo>
                  <a:close/>
                </a:path>
              </a:pathLst>
            </a:custGeom>
            <a:solidFill>
              <a:srgbClr val="FFFFFF">
                <a:alpha val="11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1"/>
            <p:cNvSpPr/>
            <p:nvPr/>
          </p:nvSpPr>
          <p:spPr>
            <a:xfrm>
              <a:off x="3240385" y="4846496"/>
              <a:ext cx="108699" cy="15264"/>
            </a:xfrm>
            <a:custGeom>
              <a:avLst/>
              <a:gdLst/>
              <a:ahLst/>
              <a:cxnLst/>
              <a:rect l="l" t="t" r="r" b="b"/>
              <a:pathLst>
                <a:path w="2464" h="346" extrusionOk="0">
                  <a:moveTo>
                    <a:pt x="105" y="0"/>
                  </a:moveTo>
                  <a:cubicBezTo>
                    <a:pt x="47" y="0"/>
                    <a:pt x="0" y="48"/>
                    <a:pt x="0" y="105"/>
                  </a:cubicBezTo>
                  <a:lnTo>
                    <a:pt x="0" y="346"/>
                  </a:lnTo>
                  <a:lnTo>
                    <a:pt x="2464" y="346"/>
                  </a:lnTo>
                  <a:cubicBezTo>
                    <a:pt x="2245" y="263"/>
                    <a:pt x="2034" y="161"/>
                    <a:pt x="1837" y="33"/>
                  </a:cubicBezTo>
                  <a:cubicBezTo>
                    <a:pt x="1822" y="22"/>
                    <a:pt x="1806" y="11"/>
                    <a:pt x="1789" y="0"/>
                  </a:cubicBezTo>
                  <a:close/>
                </a:path>
              </a:pathLst>
            </a:custGeom>
            <a:solidFill>
              <a:srgbClr val="FFFFFF">
                <a:alpha val="11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1"/>
            <p:cNvSpPr/>
            <p:nvPr/>
          </p:nvSpPr>
          <p:spPr>
            <a:xfrm>
              <a:off x="2866830" y="4777856"/>
              <a:ext cx="46012" cy="8029"/>
            </a:xfrm>
            <a:custGeom>
              <a:avLst/>
              <a:gdLst/>
              <a:ahLst/>
              <a:cxnLst/>
              <a:rect l="l" t="t" r="r" b="b"/>
              <a:pathLst>
                <a:path w="1043" h="182" extrusionOk="0">
                  <a:moveTo>
                    <a:pt x="91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41"/>
                    <a:pt x="40" y="181"/>
                    <a:pt x="91" y="181"/>
                  </a:cubicBezTo>
                  <a:lnTo>
                    <a:pt x="952" y="181"/>
                  </a:lnTo>
                  <a:cubicBezTo>
                    <a:pt x="1004" y="181"/>
                    <a:pt x="1043" y="141"/>
                    <a:pt x="1043" y="91"/>
                  </a:cubicBezTo>
                  <a:cubicBezTo>
                    <a:pt x="1043" y="41"/>
                    <a:pt x="1003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2870095" y="4747505"/>
              <a:ext cx="46144" cy="7985"/>
            </a:xfrm>
            <a:custGeom>
              <a:avLst/>
              <a:gdLst/>
              <a:ahLst/>
              <a:cxnLst/>
              <a:rect l="l" t="t" r="r" b="b"/>
              <a:pathLst>
                <a:path w="1046" h="181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cubicBezTo>
                    <a:pt x="1" y="141"/>
                    <a:pt x="42" y="181"/>
                    <a:pt x="91" y="181"/>
                  </a:cubicBezTo>
                  <a:lnTo>
                    <a:pt x="953" y="181"/>
                  </a:lnTo>
                  <a:cubicBezTo>
                    <a:pt x="1004" y="181"/>
                    <a:pt x="1045" y="139"/>
                    <a:pt x="1043" y="91"/>
                  </a:cubicBezTo>
                  <a:cubicBezTo>
                    <a:pt x="1043" y="41"/>
                    <a:pt x="1003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1"/>
            <p:cNvSpPr/>
            <p:nvPr/>
          </p:nvSpPr>
          <p:spPr>
            <a:xfrm>
              <a:off x="2872565" y="4716979"/>
              <a:ext cx="46056" cy="8117"/>
            </a:xfrm>
            <a:custGeom>
              <a:avLst/>
              <a:gdLst/>
              <a:ahLst/>
              <a:cxnLst/>
              <a:rect l="l" t="t" r="r" b="b"/>
              <a:pathLst>
                <a:path w="1044" h="184" extrusionOk="0">
                  <a:moveTo>
                    <a:pt x="91" y="1"/>
                  </a:moveTo>
                  <a:cubicBezTo>
                    <a:pt x="41" y="1"/>
                    <a:pt x="1" y="43"/>
                    <a:pt x="1" y="93"/>
                  </a:cubicBezTo>
                  <a:cubicBezTo>
                    <a:pt x="1" y="143"/>
                    <a:pt x="41" y="184"/>
                    <a:pt x="91" y="184"/>
                  </a:cubicBezTo>
                  <a:lnTo>
                    <a:pt x="952" y="184"/>
                  </a:lnTo>
                  <a:cubicBezTo>
                    <a:pt x="1004" y="184"/>
                    <a:pt x="1044" y="143"/>
                    <a:pt x="1043" y="93"/>
                  </a:cubicBezTo>
                  <a:cubicBezTo>
                    <a:pt x="1043" y="42"/>
                    <a:pt x="1002" y="1"/>
                    <a:pt x="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1"/>
            <p:cNvSpPr/>
            <p:nvPr/>
          </p:nvSpPr>
          <p:spPr>
            <a:xfrm>
              <a:off x="3303732" y="4777856"/>
              <a:ext cx="46056" cy="8029"/>
            </a:xfrm>
            <a:custGeom>
              <a:avLst/>
              <a:gdLst/>
              <a:ahLst/>
              <a:cxnLst/>
              <a:rect l="l" t="t" r="r" b="b"/>
              <a:pathLst>
                <a:path w="1044" h="182" extrusionOk="0">
                  <a:moveTo>
                    <a:pt x="90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41"/>
                    <a:pt x="41" y="181"/>
                    <a:pt x="90" y="181"/>
                  </a:cubicBezTo>
                  <a:lnTo>
                    <a:pt x="953" y="181"/>
                  </a:lnTo>
                  <a:cubicBezTo>
                    <a:pt x="1003" y="181"/>
                    <a:pt x="1043" y="141"/>
                    <a:pt x="1043" y="91"/>
                  </a:cubicBezTo>
                  <a:cubicBezTo>
                    <a:pt x="1043" y="41"/>
                    <a:pt x="1002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1"/>
            <p:cNvSpPr/>
            <p:nvPr/>
          </p:nvSpPr>
          <p:spPr>
            <a:xfrm>
              <a:off x="3300424" y="4747505"/>
              <a:ext cx="46100" cy="7985"/>
            </a:xfrm>
            <a:custGeom>
              <a:avLst/>
              <a:gdLst/>
              <a:ahLst/>
              <a:cxnLst/>
              <a:rect l="l" t="t" r="r" b="b"/>
              <a:pathLst>
                <a:path w="1045" h="181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cubicBezTo>
                    <a:pt x="1" y="141"/>
                    <a:pt x="42" y="181"/>
                    <a:pt x="91" y="181"/>
                  </a:cubicBezTo>
                  <a:lnTo>
                    <a:pt x="952" y="181"/>
                  </a:lnTo>
                  <a:cubicBezTo>
                    <a:pt x="1004" y="181"/>
                    <a:pt x="1045" y="139"/>
                    <a:pt x="1044" y="91"/>
                  </a:cubicBezTo>
                  <a:cubicBezTo>
                    <a:pt x="1044" y="41"/>
                    <a:pt x="1003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3297997" y="4716979"/>
              <a:ext cx="46100" cy="8117"/>
            </a:xfrm>
            <a:custGeom>
              <a:avLst/>
              <a:gdLst/>
              <a:ahLst/>
              <a:cxnLst/>
              <a:rect l="l" t="t" r="r" b="b"/>
              <a:pathLst>
                <a:path w="1045" h="184" extrusionOk="0">
                  <a:moveTo>
                    <a:pt x="91" y="1"/>
                  </a:moveTo>
                  <a:cubicBezTo>
                    <a:pt x="41" y="1"/>
                    <a:pt x="1" y="43"/>
                    <a:pt x="1" y="93"/>
                  </a:cubicBezTo>
                  <a:cubicBezTo>
                    <a:pt x="1" y="143"/>
                    <a:pt x="41" y="184"/>
                    <a:pt x="91" y="184"/>
                  </a:cubicBezTo>
                  <a:lnTo>
                    <a:pt x="953" y="184"/>
                  </a:lnTo>
                  <a:cubicBezTo>
                    <a:pt x="1004" y="184"/>
                    <a:pt x="1044" y="143"/>
                    <a:pt x="1043" y="93"/>
                  </a:cubicBezTo>
                  <a:cubicBezTo>
                    <a:pt x="1043" y="42"/>
                    <a:pt x="1002" y="1"/>
                    <a:pt x="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41"/>
          <p:cNvGrpSpPr/>
          <p:nvPr/>
        </p:nvGrpSpPr>
        <p:grpSpPr>
          <a:xfrm rot="427660">
            <a:off x="371404" y="195816"/>
            <a:ext cx="1742988" cy="2558469"/>
            <a:chOff x="4660757" y="333584"/>
            <a:chExt cx="1302054" cy="1911238"/>
          </a:xfrm>
        </p:grpSpPr>
        <p:sp>
          <p:nvSpPr>
            <p:cNvPr id="1384" name="Google Shape;1384;p41"/>
            <p:cNvSpPr/>
            <p:nvPr/>
          </p:nvSpPr>
          <p:spPr>
            <a:xfrm>
              <a:off x="4660757" y="333584"/>
              <a:ext cx="1302054" cy="1911238"/>
            </a:xfrm>
            <a:custGeom>
              <a:avLst/>
              <a:gdLst/>
              <a:ahLst/>
              <a:cxnLst/>
              <a:rect l="l" t="t" r="r" b="b"/>
              <a:pathLst>
                <a:path w="29515" h="43324" extrusionOk="0">
                  <a:moveTo>
                    <a:pt x="14559" y="0"/>
                  </a:moveTo>
                  <a:cubicBezTo>
                    <a:pt x="13896" y="0"/>
                    <a:pt x="13235" y="97"/>
                    <a:pt x="12611" y="292"/>
                  </a:cubicBezTo>
                  <a:cubicBezTo>
                    <a:pt x="11432" y="660"/>
                    <a:pt x="10361" y="1443"/>
                    <a:pt x="9772" y="2530"/>
                  </a:cubicBezTo>
                  <a:cubicBezTo>
                    <a:pt x="9185" y="3617"/>
                    <a:pt x="9132" y="5010"/>
                    <a:pt x="9757" y="6077"/>
                  </a:cubicBezTo>
                  <a:cubicBezTo>
                    <a:pt x="7688" y="7116"/>
                    <a:pt x="6035" y="8784"/>
                    <a:pt x="4967" y="10839"/>
                  </a:cubicBezTo>
                  <a:cubicBezTo>
                    <a:pt x="4499" y="11743"/>
                    <a:pt x="4148" y="12709"/>
                    <a:pt x="3934" y="13706"/>
                  </a:cubicBezTo>
                  <a:cubicBezTo>
                    <a:pt x="3828" y="14203"/>
                    <a:pt x="3756" y="14707"/>
                    <a:pt x="3722" y="15216"/>
                  </a:cubicBezTo>
                  <a:cubicBezTo>
                    <a:pt x="3675" y="15905"/>
                    <a:pt x="3848" y="16265"/>
                    <a:pt x="3395" y="16863"/>
                  </a:cubicBezTo>
                  <a:cubicBezTo>
                    <a:pt x="2914" y="17496"/>
                    <a:pt x="2653" y="18260"/>
                    <a:pt x="2631" y="19054"/>
                  </a:cubicBezTo>
                  <a:cubicBezTo>
                    <a:pt x="2609" y="19859"/>
                    <a:pt x="3083" y="20603"/>
                    <a:pt x="3093" y="21333"/>
                  </a:cubicBezTo>
                  <a:cubicBezTo>
                    <a:pt x="2490" y="21377"/>
                    <a:pt x="1906" y="21429"/>
                    <a:pt x="1387" y="21780"/>
                  </a:cubicBezTo>
                  <a:cubicBezTo>
                    <a:pt x="923" y="22093"/>
                    <a:pt x="594" y="22576"/>
                    <a:pt x="388" y="23096"/>
                  </a:cubicBezTo>
                  <a:cubicBezTo>
                    <a:pt x="168" y="23652"/>
                    <a:pt x="0" y="24159"/>
                    <a:pt x="94" y="24766"/>
                  </a:cubicBezTo>
                  <a:cubicBezTo>
                    <a:pt x="162" y="25215"/>
                    <a:pt x="310" y="25648"/>
                    <a:pt x="387" y="26096"/>
                  </a:cubicBezTo>
                  <a:cubicBezTo>
                    <a:pt x="539" y="27001"/>
                    <a:pt x="409" y="27921"/>
                    <a:pt x="519" y="28829"/>
                  </a:cubicBezTo>
                  <a:cubicBezTo>
                    <a:pt x="574" y="29271"/>
                    <a:pt x="676" y="29707"/>
                    <a:pt x="891" y="30101"/>
                  </a:cubicBezTo>
                  <a:cubicBezTo>
                    <a:pt x="1220" y="30701"/>
                    <a:pt x="1281" y="30653"/>
                    <a:pt x="954" y="31283"/>
                  </a:cubicBezTo>
                  <a:cubicBezTo>
                    <a:pt x="207" y="32725"/>
                    <a:pt x="174" y="34255"/>
                    <a:pt x="987" y="35687"/>
                  </a:cubicBezTo>
                  <a:cubicBezTo>
                    <a:pt x="1647" y="36851"/>
                    <a:pt x="2644" y="37778"/>
                    <a:pt x="3487" y="38817"/>
                  </a:cubicBezTo>
                  <a:cubicBezTo>
                    <a:pt x="4086" y="39556"/>
                    <a:pt x="4661" y="40393"/>
                    <a:pt x="5547" y="40734"/>
                  </a:cubicBezTo>
                  <a:cubicBezTo>
                    <a:pt x="6111" y="40951"/>
                    <a:pt x="6788" y="40945"/>
                    <a:pt x="7304" y="41280"/>
                  </a:cubicBezTo>
                  <a:cubicBezTo>
                    <a:pt x="7856" y="41636"/>
                    <a:pt x="8241" y="42236"/>
                    <a:pt x="8790" y="42614"/>
                  </a:cubicBezTo>
                  <a:cubicBezTo>
                    <a:pt x="9593" y="43168"/>
                    <a:pt x="10519" y="43324"/>
                    <a:pt x="11483" y="43324"/>
                  </a:cubicBezTo>
                  <a:cubicBezTo>
                    <a:pt x="12705" y="43324"/>
                    <a:pt x="13986" y="43074"/>
                    <a:pt x="15149" y="43074"/>
                  </a:cubicBezTo>
                  <a:cubicBezTo>
                    <a:pt x="15256" y="43074"/>
                    <a:pt x="15362" y="43077"/>
                    <a:pt x="15468" y="43081"/>
                  </a:cubicBezTo>
                  <a:cubicBezTo>
                    <a:pt x="16253" y="43117"/>
                    <a:pt x="17117" y="43269"/>
                    <a:pt x="17962" y="43300"/>
                  </a:cubicBezTo>
                  <a:cubicBezTo>
                    <a:pt x="18057" y="43303"/>
                    <a:pt x="18152" y="43305"/>
                    <a:pt x="18247" y="43305"/>
                  </a:cubicBezTo>
                  <a:cubicBezTo>
                    <a:pt x="19102" y="43305"/>
                    <a:pt x="19925" y="43150"/>
                    <a:pt x="20610" y="42590"/>
                  </a:cubicBezTo>
                  <a:cubicBezTo>
                    <a:pt x="21505" y="41859"/>
                    <a:pt x="21830" y="40695"/>
                    <a:pt x="22952" y="40215"/>
                  </a:cubicBezTo>
                  <a:cubicBezTo>
                    <a:pt x="23449" y="40003"/>
                    <a:pt x="23997" y="39935"/>
                    <a:pt x="24503" y="39740"/>
                  </a:cubicBezTo>
                  <a:cubicBezTo>
                    <a:pt x="25474" y="39364"/>
                    <a:pt x="25825" y="38715"/>
                    <a:pt x="26316" y="37899"/>
                  </a:cubicBezTo>
                  <a:cubicBezTo>
                    <a:pt x="26729" y="37215"/>
                    <a:pt x="27518" y="36852"/>
                    <a:pt x="27964" y="36191"/>
                  </a:cubicBezTo>
                  <a:cubicBezTo>
                    <a:pt x="28311" y="35679"/>
                    <a:pt x="28412" y="35046"/>
                    <a:pt x="28560" y="34447"/>
                  </a:cubicBezTo>
                  <a:cubicBezTo>
                    <a:pt x="28913" y="33026"/>
                    <a:pt x="29515" y="31604"/>
                    <a:pt x="28668" y="30234"/>
                  </a:cubicBezTo>
                  <a:cubicBezTo>
                    <a:pt x="28327" y="29682"/>
                    <a:pt x="27842" y="29232"/>
                    <a:pt x="27324" y="28842"/>
                  </a:cubicBezTo>
                  <a:cubicBezTo>
                    <a:pt x="26751" y="28409"/>
                    <a:pt x="26078" y="28016"/>
                    <a:pt x="25363" y="28016"/>
                  </a:cubicBezTo>
                  <a:cubicBezTo>
                    <a:pt x="25166" y="28016"/>
                    <a:pt x="24966" y="28045"/>
                    <a:pt x="24764" y="28113"/>
                  </a:cubicBezTo>
                  <a:cubicBezTo>
                    <a:pt x="24346" y="28253"/>
                    <a:pt x="23838" y="29127"/>
                    <a:pt x="23384" y="29127"/>
                  </a:cubicBezTo>
                  <a:cubicBezTo>
                    <a:pt x="23354" y="29127"/>
                    <a:pt x="23325" y="29123"/>
                    <a:pt x="23295" y="29115"/>
                  </a:cubicBezTo>
                  <a:cubicBezTo>
                    <a:pt x="22769" y="28972"/>
                    <a:pt x="21958" y="27517"/>
                    <a:pt x="22563" y="27264"/>
                  </a:cubicBezTo>
                  <a:cubicBezTo>
                    <a:pt x="23477" y="26880"/>
                    <a:pt x="24234" y="26164"/>
                    <a:pt x="24707" y="25299"/>
                  </a:cubicBezTo>
                  <a:cubicBezTo>
                    <a:pt x="25181" y="24434"/>
                    <a:pt x="25016" y="23585"/>
                    <a:pt x="25297" y="22717"/>
                  </a:cubicBezTo>
                  <a:cubicBezTo>
                    <a:pt x="25641" y="21654"/>
                    <a:pt x="26515" y="20899"/>
                    <a:pt x="26720" y="19718"/>
                  </a:cubicBezTo>
                  <a:cubicBezTo>
                    <a:pt x="26823" y="19129"/>
                    <a:pt x="26823" y="18399"/>
                    <a:pt x="26608" y="17831"/>
                  </a:cubicBezTo>
                  <a:cubicBezTo>
                    <a:pt x="26425" y="17347"/>
                    <a:pt x="25991" y="17012"/>
                    <a:pt x="25797" y="16534"/>
                  </a:cubicBezTo>
                  <a:cubicBezTo>
                    <a:pt x="25442" y="15660"/>
                    <a:pt x="25575" y="14505"/>
                    <a:pt x="25347" y="13571"/>
                  </a:cubicBezTo>
                  <a:cubicBezTo>
                    <a:pt x="25102" y="12568"/>
                    <a:pt x="24729" y="11600"/>
                    <a:pt x="24244" y="10689"/>
                  </a:cubicBezTo>
                  <a:cubicBezTo>
                    <a:pt x="23304" y="8927"/>
                    <a:pt x="21940" y="7390"/>
                    <a:pt x="20281" y="6275"/>
                  </a:cubicBezTo>
                  <a:cubicBezTo>
                    <a:pt x="20141" y="6180"/>
                    <a:pt x="19991" y="6082"/>
                    <a:pt x="19897" y="5939"/>
                  </a:cubicBezTo>
                  <a:cubicBezTo>
                    <a:pt x="19695" y="5629"/>
                    <a:pt x="19989" y="4998"/>
                    <a:pt x="20006" y="4638"/>
                  </a:cubicBezTo>
                  <a:cubicBezTo>
                    <a:pt x="20027" y="4214"/>
                    <a:pt x="19990" y="3786"/>
                    <a:pt x="19881" y="3375"/>
                  </a:cubicBezTo>
                  <a:cubicBezTo>
                    <a:pt x="19665" y="2561"/>
                    <a:pt x="19175" y="1852"/>
                    <a:pt x="18518" y="1328"/>
                  </a:cubicBezTo>
                  <a:cubicBezTo>
                    <a:pt x="17414" y="447"/>
                    <a:pt x="15981" y="0"/>
                    <a:pt x="14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2880000" algn="bl" rotWithShape="0">
                <a:schemeClr val="accent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1"/>
            <p:cNvSpPr/>
            <p:nvPr/>
          </p:nvSpPr>
          <p:spPr>
            <a:xfrm>
              <a:off x="5470905" y="1662419"/>
              <a:ext cx="382521" cy="477413"/>
            </a:xfrm>
            <a:custGeom>
              <a:avLst/>
              <a:gdLst/>
              <a:ahLst/>
              <a:cxnLst/>
              <a:rect l="l" t="t" r="r" b="b"/>
              <a:pathLst>
                <a:path w="8671" h="10822" extrusionOk="0">
                  <a:moveTo>
                    <a:pt x="7039" y="1"/>
                  </a:moveTo>
                  <a:cubicBezTo>
                    <a:pt x="6968" y="1"/>
                    <a:pt x="6904" y="60"/>
                    <a:pt x="6899" y="146"/>
                  </a:cubicBezTo>
                  <a:cubicBezTo>
                    <a:pt x="6889" y="434"/>
                    <a:pt x="6758" y="696"/>
                    <a:pt x="6594" y="940"/>
                  </a:cubicBezTo>
                  <a:cubicBezTo>
                    <a:pt x="6494" y="1082"/>
                    <a:pt x="6362" y="1180"/>
                    <a:pt x="6244" y="1307"/>
                  </a:cubicBezTo>
                  <a:cubicBezTo>
                    <a:pt x="6132" y="1433"/>
                    <a:pt x="6054" y="1578"/>
                    <a:pt x="6043" y="1823"/>
                  </a:cubicBezTo>
                  <a:cubicBezTo>
                    <a:pt x="6023" y="2164"/>
                    <a:pt x="6494" y="2296"/>
                    <a:pt x="6440" y="2551"/>
                  </a:cubicBezTo>
                  <a:cubicBezTo>
                    <a:pt x="6407" y="2688"/>
                    <a:pt x="6331" y="2787"/>
                    <a:pt x="6252" y="2860"/>
                  </a:cubicBezTo>
                  <a:cubicBezTo>
                    <a:pt x="6163" y="2931"/>
                    <a:pt x="6063" y="2977"/>
                    <a:pt x="5965" y="3014"/>
                  </a:cubicBezTo>
                  <a:cubicBezTo>
                    <a:pt x="5760" y="3082"/>
                    <a:pt x="5573" y="3115"/>
                    <a:pt x="5463" y="3247"/>
                  </a:cubicBezTo>
                  <a:cubicBezTo>
                    <a:pt x="5422" y="3307"/>
                    <a:pt x="5392" y="3368"/>
                    <a:pt x="5377" y="3443"/>
                  </a:cubicBezTo>
                  <a:cubicBezTo>
                    <a:pt x="5370" y="3480"/>
                    <a:pt x="5364" y="3520"/>
                    <a:pt x="5359" y="3560"/>
                  </a:cubicBezTo>
                  <a:cubicBezTo>
                    <a:pt x="5353" y="3599"/>
                    <a:pt x="5344" y="3639"/>
                    <a:pt x="5337" y="3676"/>
                  </a:cubicBezTo>
                  <a:cubicBezTo>
                    <a:pt x="5322" y="3756"/>
                    <a:pt x="5307" y="3840"/>
                    <a:pt x="5267" y="3903"/>
                  </a:cubicBezTo>
                  <a:cubicBezTo>
                    <a:pt x="5229" y="3967"/>
                    <a:pt x="5187" y="4034"/>
                    <a:pt x="5112" y="4056"/>
                  </a:cubicBezTo>
                  <a:cubicBezTo>
                    <a:pt x="5075" y="4071"/>
                    <a:pt x="5035" y="4077"/>
                    <a:pt x="4994" y="4077"/>
                  </a:cubicBezTo>
                  <a:cubicBezTo>
                    <a:pt x="4842" y="4077"/>
                    <a:pt x="4669" y="3989"/>
                    <a:pt x="4510" y="3907"/>
                  </a:cubicBezTo>
                  <a:cubicBezTo>
                    <a:pt x="4318" y="3809"/>
                    <a:pt x="4105" y="3723"/>
                    <a:pt x="3896" y="3723"/>
                  </a:cubicBezTo>
                  <a:cubicBezTo>
                    <a:pt x="3746" y="3723"/>
                    <a:pt x="3598" y="3767"/>
                    <a:pt x="3460" y="3882"/>
                  </a:cubicBezTo>
                  <a:cubicBezTo>
                    <a:pt x="3233" y="4074"/>
                    <a:pt x="3129" y="4324"/>
                    <a:pt x="3047" y="4568"/>
                  </a:cubicBezTo>
                  <a:cubicBezTo>
                    <a:pt x="2964" y="4812"/>
                    <a:pt x="2890" y="5052"/>
                    <a:pt x="2672" y="5255"/>
                  </a:cubicBezTo>
                  <a:cubicBezTo>
                    <a:pt x="2546" y="5376"/>
                    <a:pt x="2392" y="5453"/>
                    <a:pt x="2222" y="5531"/>
                  </a:cubicBezTo>
                  <a:cubicBezTo>
                    <a:pt x="2136" y="5567"/>
                    <a:pt x="2047" y="5600"/>
                    <a:pt x="1955" y="5632"/>
                  </a:cubicBezTo>
                  <a:cubicBezTo>
                    <a:pt x="1866" y="5665"/>
                    <a:pt x="1773" y="5700"/>
                    <a:pt x="1681" y="5735"/>
                  </a:cubicBezTo>
                  <a:cubicBezTo>
                    <a:pt x="1311" y="5873"/>
                    <a:pt x="930" y="6060"/>
                    <a:pt x="723" y="6396"/>
                  </a:cubicBezTo>
                  <a:cubicBezTo>
                    <a:pt x="511" y="6733"/>
                    <a:pt x="515" y="7120"/>
                    <a:pt x="499" y="7464"/>
                  </a:cubicBezTo>
                  <a:cubicBezTo>
                    <a:pt x="490" y="7817"/>
                    <a:pt x="462" y="8125"/>
                    <a:pt x="206" y="8442"/>
                  </a:cubicBezTo>
                  <a:cubicBezTo>
                    <a:pt x="116" y="8550"/>
                    <a:pt x="48" y="8686"/>
                    <a:pt x="32" y="8828"/>
                  </a:cubicBezTo>
                  <a:cubicBezTo>
                    <a:pt x="0" y="9050"/>
                    <a:pt x="103" y="9118"/>
                    <a:pt x="212" y="9166"/>
                  </a:cubicBezTo>
                  <a:cubicBezTo>
                    <a:pt x="323" y="9214"/>
                    <a:pt x="448" y="9247"/>
                    <a:pt x="497" y="9388"/>
                  </a:cubicBezTo>
                  <a:cubicBezTo>
                    <a:pt x="597" y="9658"/>
                    <a:pt x="586" y="9879"/>
                    <a:pt x="594" y="10111"/>
                  </a:cubicBezTo>
                  <a:cubicBezTo>
                    <a:pt x="595" y="10227"/>
                    <a:pt x="612" y="10344"/>
                    <a:pt x="639" y="10464"/>
                  </a:cubicBezTo>
                  <a:cubicBezTo>
                    <a:pt x="672" y="10584"/>
                    <a:pt x="733" y="10705"/>
                    <a:pt x="827" y="10821"/>
                  </a:cubicBezTo>
                  <a:cubicBezTo>
                    <a:pt x="911" y="10690"/>
                    <a:pt x="956" y="10576"/>
                    <a:pt x="989" y="10465"/>
                  </a:cubicBezTo>
                  <a:cubicBezTo>
                    <a:pt x="1027" y="10355"/>
                    <a:pt x="1038" y="10250"/>
                    <a:pt x="1061" y="10148"/>
                  </a:cubicBezTo>
                  <a:cubicBezTo>
                    <a:pt x="1103" y="9944"/>
                    <a:pt x="1153" y="9742"/>
                    <a:pt x="1348" y="9576"/>
                  </a:cubicBezTo>
                  <a:cubicBezTo>
                    <a:pt x="1403" y="9532"/>
                    <a:pt x="1462" y="9520"/>
                    <a:pt x="1524" y="9520"/>
                  </a:cubicBezTo>
                  <a:cubicBezTo>
                    <a:pt x="1581" y="9520"/>
                    <a:pt x="1640" y="9531"/>
                    <a:pt x="1697" y="9538"/>
                  </a:cubicBezTo>
                  <a:cubicBezTo>
                    <a:pt x="1726" y="9541"/>
                    <a:pt x="1753" y="9543"/>
                    <a:pt x="1780" y="9543"/>
                  </a:cubicBezTo>
                  <a:cubicBezTo>
                    <a:pt x="1865" y="9543"/>
                    <a:pt x="1939" y="9519"/>
                    <a:pt x="2003" y="9424"/>
                  </a:cubicBezTo>
                  <a:cubicBezTo>
                    <a:pt x="2051" y="9343"/>
                    <a:pt x="2060" y="9247"/>
                    <a:pt x="2055" y="9150"/>
                  </a:cubicBezTo>
                  <a:cubicBezTo>
                    <a:pt x="2028" y="8858"/>
                    <a:pt x="2244" y="8714"/>
                    <a:pt x="2481" y="8636"/>
                  </a:cubicBezTo>
                  <a:cubicBezTo>
                    <a:pt x="2726" y="8561"/>
                    <a:pt x="2990" y="8542"/>
                    <a:pt x="3159" y="8431"/>
                  </a:cubicBezTo>
                  <a:cubicBezTo>
                    <a:pt x="3322" y="8319"/>
                    <a:pt x="3357" y="8096"/>
                    <a:pt x="3432" y="7870"/>
                  </a:cubicBezTo>
                  <a:cubicBezTo>
                    <a:pt x="3452" y="7816"/>
                    <a:pt x="3472" y="7759"/>
                    <a:pt x="3494" y="7705"/>
                  </a:cubicBezTo>
                  <a:cubicBezTo>
                    <a:pt x="3520" y="7654"/>
                    <a:pt x="3548" y="7607"/>
                    <a:pt x="3580" y="7564"/>
                  </a:cubicBezTo>
                  <a:cubicBezTo>
                    <a:pt x="3642" y="7474"/>
                    <a:pt x="3737" y="7412"/>
                    <a:pt x="3856" y="7397"/>
                  </a:cubicBezTo>
                  <a:cubicBezTo>
                    <a:pt x="3878" y="7393"/>
                    <a:pt x="3900" y="7392"/>
                    <a:pt x="3922" y="7392"/>
                  </a:cubicBezTo>
                  <a:cubicBezTo>
                    <a:pt x="4105" y="7392"/>
                    <a:pt x="4278" y="7491"/>
                    <a:pt x="4460" y="7590"/>
                  </a:cubicBezTo>
                  <a:cubicBezTo>
                    <a:pt x="4632" y="7682"/>
                    <a:pt x="4806" y="7776"/>
                    <a:pt x="5039" y="7776"/>
                  </a:cubicBezTo>
                  <a:cubicBezTo>
                    <a:pt x="5083" y="7776"/>
                    <a:pt x="5129" y="7773"/>
                    <a:pt x="5177" y="7765"/>
                  </a:cubicBezTo>
                  <a:cubicBezTo>
                    <a:pt x="5626" y="7701"/>
                    <a:pt x="6015" y="7196"/>
                    <a:pt x="6180" y="6727"/>
                  </a:cubicBezTo>
                  <a:cubicBezTo>
                    <a:pt x="6283" y="6445"/>
                    <a:pt x="6354" y="6132"/>
                    <a:pt x="6592" y="5871"/>
                  </a:cubicBezTo>
                  <a:cubicBezTo>
                    <a:pt x="6693" y="5769"/>
                    <a:pt x="6790" y="5675"/>
                    <a:pt x="6910" y="5600"/>
                  </a:cubicBezTo>
                  <a:cubicBezTo>
                    <a:pt x="7023" y="5530"/>
                    <a:pt x="7145" y="5453"/>
                    <a:pt x="7271" y="5374"/>
                  </a:cubicBezTo>
                  <a:cubicBezTo>
                    <a:pt x="7333" y="5335"/>
                    <a:pt x="7394" y="5295"/>
                    <a:pt x="7456" y="5258"/>
                  </a:cubicBezTo>
                  <a:cubicBezTo>
                    <a:pt x="7515" y="5216"/>
                    <a:pt x="7571" y="5169"/>
                    <a:pt x="7625" y="5122"/>
                  </a:cubicBezTo>
                  <a:cubicBezTo>
                    <a:pt x="7734" y="5026"/>
                    <a:pt x="7839" y="4920"/>
                    <a:pt x="7906" y="4787"/>
                  </a:cubicBezTo>
                  <a:cubicBezTo>
                    <a:pt x="8079" y="4476"/>
                    <a:pt x="8035" y="4188"/>
                    <a:pt x="7998" y="3907"/>
                  </a:cubicBezTo>
                  <a:cubicBezTo>
                    <a:pt x="7974" y="3762"/>
                    <a:pt x="7951" y="3615"/>
                    <a:pt x="7951" y="3461"/>
                  </a:cubicBezTo>
                  <a:cubicBezTo>
                    <a:pt x="7940" y="3302"/>
                    <a:pt x="7960" y="3135"/>
                    <a:pt x="8009" y="2938"/>
                  </a:cubicBezTo>
                  <a:cubicBezTo>
                    <a:pt x="8048" y="2758"/>
                    <a:pt x="8200" y="2679"/>
                    <a:pt x="8342" y="2553"/>
                  </a:cubicBezTo>
                  <a:cubicBezTo>
                    <a:pt x="8481" y="2430"/>
                    <a:pt x="8642" y="2263"/>
                    <a:pt x="8653" y="1932"/>
                  </a:cubicBezTo>
                  <a:cubicBezTo>
                    <a:pt x="8670" y="1465"/>
                    <a:pt x="8541" y="1198"/>
                    <a:pt x="8391" y="1028"/>
                  </a:cubicBezTo>
                  <a:cubicBezTo>
                    <a:pt x="8247" y="855"/>
                    <a:pt x="8059" y="768"/>
                    <a:pt x="7907" y="636"/>
                  </a:cubicBezTo>
                  <a:cubicBezTo>
                    <a:pt x="7629" y="407"/>
                    <a:pt x="7360" y="241"/>
                    <a:pt x="7135" y="40"/>
                  </a:cubicBezTo>
                  <a:cubicBezTo>
                    <a:pt x="7105" y="13"/>
                    <a:pt x="7071" y="1"/>
                    <a:pt x="70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1"/>
            <p:cNvSpPr/>
            <p:nvPr/>
          </p:nvSpPr>
          <p:spPr>
            <a:xfrm>
              <a:off x="5517974" y="1687078"/>
              <a:ext cx="304879" cy="370875"/>
            </a:xfrm>
            <a:custGeom>
              <a:avLst/>
              <a:gdLst/>
              <a:ahLst/>
              <a:cxnLst/>
              <a:rect l="l" t="t" r="r" b="b"/>
              <a:pathLst>
                <a:path w="6911" h="8407" extrusionOk="0">
                  <a:moveTo>
                    <a:pt x="6120" y="0"/>
                  </a:moveTo>
                  <a:cubicBezTo>
                    <a:pt x="6045" y="324"/>
                    <a:pt x="5916" y="622"/>
                    <a:pt x="5772" y="886"/>
                  </a:cubicBezTo>
                  <a:cubicBezTo>
                    <a:pt x="5716" y="980"/>
                    <a:pt x="5657" y="1074"/>
                    <a:pt x="5662" y="1175"/>
                  </a:cubicBezTo>
                  <a:cubicBezTo>
                    <a:pt x="5658" y="1289"/>
                    <a:pt x="5731" y="1393"/>
                    <a:pt x="5797" y="1501"/>
                  </a:cubicBezTo>
                  <a:cubicBezTo>
                    <a:pt x="5846" y="1592"/>
                    <a:pt x="5888" y="1694"/>
                    <a:pt x="5922" y="1802"/>
                  </a:cubicBezTo>
                  <a:cubicBezTo>
                    <a:pt x="5954" y="1909"/>
                    <a:pt x="5964" y="2021"/>
                    <a:pt x="5967" y="2134"/>
                  </a:cubicBezTo>
                  <a:cubicBezTo>
                    <a:pt x="5964" y="2356"/>
                    <a:pt x="5891" y="2577"/>
                    <a:pt x="5730" y="2732"/>
                  </a:cubicBezTo>
                  <a:cubicBezTo>
                    <a:pt x="5617" y="2853"/>
                    <a:pt x="5441" y="2919"/>
                    <a:pt x="5305" y="2997"/>
                  </a:cubicBezTo>
                  <a:cubicBezTo>
                    <a:pt x="5229" y="3032"/>
                    <a:pt x="5159" y="3068"/>
                    <a:pt x="5101" y="3111"/>
                  </a:cubicBezTo>
                  <a:cubicBezTo>
                    <a:pt x="5043" y="3155"/>
                    <a:pt x="4996" y="3207"/>
                    <a:pt x="4956" y="3270"/>
                  </a:cubicBezTo>
                  <a:cubicBezTo>
                    <a:pt x="4923" y="3329"/>
                    <a:pt x="4908" y="3392"/>
                    <a:pt x="4901" y="3462"/>
                  </a:cubicBezTo>
                  <a:cubicBezTo>
                    <a:pt x="4893" y="3528"/>
                    <a:pt x="4890" y="3596"/>
                    <a:pt x="4890" y="3672"/>
                  </a:cubicBezTo>
                  <a:cubicBezTo>
                    <a:pt x="4890" y="3744"/>
                    <a:pt x="4891" y="3822"/>
                    <a:pt x="4885" y="3899"/>
                  </a:cubicBezTo>
                  <a:cubicBezTo>
                    <a:pt x="4875" y="3973"/>
                    <a:pt x="4859" y="4046"/>
                    <a:pt x="4830" y="4117"/>
                  </a:cubicBezTo>
                  <a:cubicBezTo>
                    <a:pt x="4722" y="4384"/>
                    <a:pt x="4417" y="4536"/>
                    <a:pt x="4133" y="4566"/>
                  </a:cubicBezTo>
                  <a:cubicBezTo>
                    <a:pt x="4067" y="4573"/>
                    <a:pt x="4002" y="4576"/>
                    <a:pt x="3936" y="4576"/>
                  </a:cubicBezTo>
                  <a:cubicBezTo>
                    <a:pt x="3717" y="4576"/>
                    <a:pt x="3500" y="4545"/>
                    <a:pt x="3278" y="4544"/>
                  </a:cubicBezTo>
                  <a:cubicBezTo>
                    <a:pt x="3272" y="4544"/>
                    <a:pt x="3266" y="4544"/>
                    <a:pt x="3259" y="4544"/>
                  </a:cubicBezTo>
                  <a:cubicBezTo>
                    <a:pt x="3107" y="4544"/>
                    <a:pt x="2938" y="4570"/>
                    <a:pt x="2823" y="4679"/>
                  </a:cubicBezTo>
                  <a:cubicBezTo>
                    <a:pt x="2694" y="4804"/>
                    <a:pt x="2674" y="4998"/>
                    <a:pt x="2570" y="5145"/>
                  </a:cubicBezTo>
                  <a:cubicBezTo>
                    <a:pt x="2407" y="5377"/>
                    <a:pt x="2033" y="5354"/>
                    <a:pt x="1728" y="5407"/>
                  </a:cubicBezTo>
                  <a:cubicBezTo>
                    <a:pt x="1575" y="5428"/>
                    <a:pt x="1418" y="5465"/>
                    <a:pt x="1261" y="5514"/>
                  </a:cubicBezTo>
                  <a:cubicBezTo>
                    <a:pt x="1111" y="5571"/>
                    <a:pt x="962" y="5647"/>
                    <a:pt x="848" y="5769"/>
                  </a:cubicBezTo>
                  <a:cubicBezTo>
                    <a:pt x="668" y="5959"/>
                    <a:pt x="605" y="6210"/>
                    <a:pt x="537" y="6437"/>
                  </a:cubicBezTo>
                  <a:cubicBezTo>
                    <a:pt x="363" y="7062"/>
                    <a:pt x="152" y="7664"/>
                    <a:pt x="0" y="8406"/>
                  </a:cubicBezTo>
                  <a:cubicBezTo>
                    <a:pt x="344" y="7734"/>
                    <a:pt x="817" y="7305"/>
                    <a:pt x="1332" y="7127"/>
                  </a:cubicBezTo>
                  <a:cubicBezTo>
                    <a:pt x="1525" y="7064"/>
                    <a:pt x="1726" y="7038"/>
                    <a:pt x="1878" y="6935"/>
                  </a:cubicBezTo>
                  <a:cubicBezTo>
                    <a:pt x="1975" y="6867"/>
                    <a:pt x="2046" y="6779"/>
                    <a:pt x="2107" y="6670"/>
                  </a:cubicBezTo>
                  <a:cubicBezTo>
                    <a:pt x="2172" y="6573"/>
                    <a:pt x="2222" y="6450"/>
                    <a:pt x="2295" y="6344"/>
                  </a:cubicBezTo>
                  <a:cubicBezTo>
                    <a:pt x="2422" y="6139"/>
                    <a:pt x="2605" y="5849"/>
                    <a:pt x="2857" y="5849"/>
                  </a:cubicBezTo>
                  <a:cubicBezTo>
                    <a:pt x="2870" y="5849"/>
                    <a:pt x="2884" y="5849"/>
                    <a:pt x="2897" y="5851"/>
                  </a:cubicBezTo>
                  <a:cubicBezTo>
                    <a:pt x="3061" y="5871"/>
                    <a:pt x="3206" y="5978"/>
                    <a:pt x="3372" y="5978"/>
                  </a:cubicBezTo>
                  <a:cubicBezTo>
                    <a:pt x="3381" y="5978"/>
                    <a:pt x="3390" y="5978"/>
                    <a:pt x="3399" y="5977"/>
                  </a:cubicBezTo>
                  <a:cubicBezTo>
                    <a:pt x="3562" y="5968"/>
                    <a:pt x="3705" y="5849"/>
                    <a:pt x="3819" y="5723"/>
                  </a:cubicBezTo>
                  <a:cubicBezTo>
                    <a:pt x="4026" y="5493"/>
                    <a:pt x="4187" y="5225"/>
                    <a:pt x="4376" y="4981"/>
                  </a:cubicBezTo>
                  <a:cubicBezTo>
                    <a:pt x="4567" y="4734"/>
                    <a:pt x="4796" y="4500"/>
                    <a:pt x="5084" y="4392"/>
                  </a:cubicBezTo>
                  <a:cubicBezTo>
                    <a:pt x="5160" y="4362"/>
                    <a:pt x="5243" y="4346"/>
                    <a:pt x="5327" y="4330"/>
                  </a:cubicBezTo>
                  <a:cubicBezTo>
                    <a:pt x="5407" y="4313"/>
                    <a:pt x="5491" y="4293"/>
                    <a:pt x="5573" y="4274"/>
                  </a:cubicBezTo>
                  <a:cubicBezTo>
                    <a:pt x="5655" y="4253"/>
                    <a:pt x="5739" y="4230"/>
                    <a:pt x="5815" y="4190"/>
                  </a:cubicBezTo>
                  <a:cubicBezTo>
                    <a:pt x="5889" y="4150"/>
                    <a:pt x="5959" y="4099"/>
                    <a:pt x="6020" y="4027"/>
                  </a:cubicBezTo>
                  <a:cubicBezTo>
                    <a:pt x="6091" y="3951"/>
                    <a:pt x="6131" y="3861"/>
                    <a:pt x="6154" y="3768"/>
                  </a:cubicBezTo>
                  <a:cubicBezTo>
                    <a:pt x="6178" y="3674"/>
                    <a:pt x="6189" y="3580"/>
                    <a:pt x="6190" y="3484"/>
                  </a:cubicBezTo>
                  <a:cubicBezTo>
                    <a:pt x="6183" y="3287"/>
                    <a:pt x="6163" y="3100"/>
                    <a:pt x="6161" y="2913"/>
                  </a:cubicBezTo>
                  <a:cubicBezTo>
                    <a:pt x="6174" y="2435"/>
                    <a:pt x="6451" y="2004"/>
                    <a:pt x="6737" y="1592"/>
                  </a:cubicBezTo>
                  <a:cubicBezTo>
                    <a:pt x="6815" y="1474"/>
                    <a:pt x="6903" y="1343"/>
                    <a:pt x="6910" y="1189"/>
                  </a:cubicBezTo>
                  <a:cubicBezTo>
                    <a:pt x="6908" y="1051"/>
                    <a:pt x="6842" y="926"/>
                    <a:pt x="6779" y="817"/>
                  </a:cubicBezTo>
                  <a:cubicBezTo>
                    <a:pt x="6582" y="505"/>
                    <a:pt x="6368" y="228"/>
                    <a:pt x="612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1"/>
            <p:cNvSpPr/>
            <p:nvPr/>
          </p:nvSpPr>
          <p:spPr>
            <a:xfrm>
              <a:off x="5476949" y="1677594"/>
              <a:ext cx="374845" cy="436739"/>
            </a:xfrm>
            <a:custGeom>
              <a:avLst/>
              <a:gdLst/>
              <a:ahLst/>
              <a:cxnLst/>
              <a:rect l="l" t="t" r="r" b="b"/>
              <a:pathLst>
                <a:path w="8497" h="9900" extrusionOk="0">
                  <a:moveTo>
                    <a:pt x="7001" y="0"/>
                  </a:moveTo>
                  <a:cubicBezTo>
                    <a:pt x="6995" y="0"/>
                    <a:pt x="6990" y="1"/>
                    <a:pt x="6984" y="3"/>
                  </a:cubicBezTo>
                  <a:cubicBezTo>
                    <a:pt x="6956" y="14"/>
                    <a:pt x="6941" y="45"/>
                    <a:pt x="6950" y="76"/>
                  </a:cubicBezTo>
                  <a:cubicBezTo>
                    <a:pt x="6950" y="76"/>
                    <a:pt x="6968" y="133"/>
                    <a:pt x="6994" y="220"/>
                  </a:cubicBezTo>
                  <a:cubicBezTo>
                    <a:pt x="7008" y="264"/>
                    <a:pt x="7025" y="313"/>
                    <a:pt x="7040" y="369"/>
                  </a:cubicBezTo>
                  <a:cubicBezTo>
                    <a:pt x="7051" y="425"/>
                    <a:pt x="7064" y="484"/>
                    <a:pt x="7076" y="543"/>
                  </a:cubicBezTo>
                  <a:cubicBezTo>
                    <a:pt x="7105" y="660"/>
                    <a:pt x="7119" y="781"/>
                    <a:pt x="7129" y="872"/>
                  </a:cubicBezTo>
                  <a:cubicBezTo>
                    <a:pt x="7140" y="962"/>
                    <a:pt x="7147" y="1022"/>
                    <a:pt x="7147" y="1022"/>
                  </a:cubicBezTo>
                  <a:cubicBezTo>
                    <a:pt x="7147" y="1022"/>
                    <a:pt x="6962" y="907"/>
                    <a:pt x="6780" y="815"/>
                  </a:cubicBezTo>
                  <a:cubicBezTo>
                    <a:pt x="6691" y="768"/>
                    <a:pt x="6594" y="727"/>
                    <a:pt x="6523" y="700"/>
                  </a:cubicBezTo>
                  <a:cubicBezTo>
                    <a:pt x="6452" y="673"/>
                    <a:pt x="6405" y="655"/>
                    <a:pt x="6405" y="655"/>
                  </a:cubicBezTo>
                  <a:cubicBezTo>
                    <a:pt x="6383" y="681"/>
                    <a:pt x="6359" y="706"/>
                    <a:pt x="6336" y="731"/>
                  </a:cubicBezTo>
                  <a:cubicBezTo>
                    <a:pt x="6336" y="731"/>
                    <a:pt x="6388" y="752"/>
                    <a:pt x="6468" y="782"/>
                  </a:cubicBezTo>
                  <a:cubicBezTo>
                    <a:pt x="6548" y="815"/>
                    <a:pt x="6646" y="864"/>
                    <a:pt x="6749" y="917"/>
                  </a:cubicBezTo>
                  <a:cubicBezTo>
                    <a:pt x="6850" y="972"/>
                    <a:pt x="6957" y="1031"/>
                    <a:pt x="7030" y="1079"/>
                  </a:cubicBezTo>
                  <a:cubicBezTo>
                    <a:pt x="7104" y="1129"/>
                    <a:pt x="7152" y="1162"/>
                    <a:pt x="7152" y="1162"/>
                  </a:cubicBezTo>
                  <a:cubicBezTo>
                    <a:pt x="7152" y="1162"/>
                    <a:pt x="7155" y="1250"/>
                    <a:pt x="7158" y="1383"/>
                  </a:cubicBezTo>
                  <a:cubicBezTo>
                    <a:pt x="7158" y="1448"/>
                    <a:pt x="7152" y="1525"/>
                    <a:pt x="7148" y="1608"/>
                  </a:cubicBezTo>
                  <a:cubicBezTo>
                    <a:pt x="7145" y="1691"/>
                    <a:pt x="7139" y="1779"/>
                    <a:pt x="7125" y="1867"/>
                  </a:cubicBezTo>
                  <a:cubicBezTo>
                    <a:pt x="7111" y="1955"/>
                    <a:pt x="7103" y="2043"/>
                    <a:pt x="7088" y="2124"/>
                  </a:cubicBezTo>
                  <a:cubicBezTo>
                    <a:pt x="7071" y="2206"/>
                    <a:pt x="7054" y="2282"/>
                    <a:pt x="7040" y="2346"/>
                  </a:cubicBezTo>
                  <a:cubicBezTo>
                    <a:pt x="7026" y="2411"/>
                    <a:pt x="7014" y="2465"/>
                    <a:pt x="7002" y="2501"/>
                  </a:cubicBezTo>
                  <a:cubicBezTo>
                    <a:pt x="6989" y="2538"/>
                    <a:pt x="6983" y="2559"/>
                    <a:pt x="6983" y="2559"/>
                  </a:cubicBezTo>
                  <a:cubicBezTo>
                    <a:pt x="6983" y="2559"/>
                    <a:pt x="6929" y="2480"/>
                    <a:pt x="6836" y="2370"/>
                  </a:cubicBezTo>
                  <a:cubicBezTo>
                    <a:pt x="6741" y="2259"/>
                    <a:pt x="6612" y="2119"/>
                    <a:pt x="6483" y="1993"/>
                  </a:cubicBezTo>
                  <a:cubicBezTo>
                    <a:pt x="6343" y="1866"/>
                    <a:pt x="6201" y="1752"/>
                    <a:pt x="6096" y="1676"/>
                  </a:cubicBezTo>
                  <a:cubicBezTo>
                    <a:pt x="5987" y="1598"/>
                    <a:pt x="5910" y="1552"/>
                    <a:pt x="5910" y="1552"/>
                  </a:cubicBezTo>
                  <a:lnTo>
                    <a:pt x="5906" y="1556"/>
                  </a:lnTo>
                  <a:cubicBezTo>
                    <a:pt x="5915" y="1604"/>
                    <a:pt x="5935" y="1646"/>
                    <a:pt x="5954" y="1686"/>
                  </a:cubicBezTo>
                  <a:cubicBezTo>
                    <a:pt x="5954" y="1686"/>
                    <a:pt x="6023" y="1733"/>
                    <a:pt x="6125" y="1813"/>
                  </a:cubicBezTo>
                  <a:cubicBezTo>
                    <a:pt x="6227" y="1893"/>
                    <a:pt x="6359" y="2008"/>
                    <a:pt x="6480" y="2134"/>
                  </a:cubicBezTo>
                  <a:cubicBezTo>
                    <a:pt x="6605" y="2260"/>
                    <a:pt x="6727" y="2398"/>
                    <a:pt x="6805" y="2507"/>
                  </a:cubicBezTo>
                  <a:cubicBezTo>
                    <a:pt x="6888" y="2616"/>
                    <a:pt x="6942" y="2693"/>
                    <a:pt x="6942" y="2693"/>
                  </a:cubicBezTo>
                  <a:cubicBezTo>
                    <a:pt x="6942" y="2693"/>
                    <a:pt x="6921" y="2780"/>
                    <a:pt x="6868" y="2902"/>
                  </a:cubicBezTo>
                  <a:cubicBezTo>
                    <a:pt x="6844" y="2964"/>
                    <a:pt x="6815" y="3036"/>
                    <a:pt x="6784" y="3113"/>
                  </a:cubicBezTo>
                  <a:cubicBezTo>
                    <a:pt x="6748" y="3186"/>
                    <a:pt x="6709" y="3266"/>
                    <a:pt x="6669" y="3345"/>
                  </a:cubicBezTo>
                  <a:cubicBezTo>
                    <a:pt x="6632" y="3426"/>
                    <a:pt x="6585" y="3501"/>
                    <a:pt x="6542" y="3571"/>
                  </a:cubicBezTo>
                  <a:cubicBezTo>
                    <a:pt x="6499" y="3641"/>
                    <a:pt x="6462" y="3710"/>
                    <a:pt x="6422" y="3763"/>
                  </a:cubicBezTo>
                  <a:cubicBezTo>
                    <a:pt x="6343" y="3871"/>
                    <a:pt x="6291" y="3942"/>
                    <a:pt x="6291" y="3942"/>
                  </a:cubicBezTo>
                  <a:cubicBezTo>
                    <a:pt x="6291" y="3942"/>
                    <a:pt x="6266" y="3852"/>
                    <a:pt x="6223" y="3727"/>
                  </a:cubicBezTo>
                  <a:cubicBezTo>
                    <a:pt x="6184" y="3605"/>
                    <a:pt x="6116" y="3439"/>
                    <a:pt x="6039" y="3284"/>
                  </a:cubicBezTo>
                  <a:cubicBezTo>
                    <a:pt x="5968" y="3129"/>
                    <a:pt x="5884" y="2986"/>
                    <a:pt x="5813" y="2879"/>
                  </a:cubicBezTo>
                  <a:cubicBezTo>
                    <a:pt x="5743" y="2774"/>
                    <a:pt x="5696" y="2707"/>
                    <a:pt x="5696" y="2707"/>
                  </a:cubicBezTo>
                  <a:cubicBezTo>
                    <a:pt x="5665" y="2717"/>
                    <a:pt x="5636" y="2726"/>
                    <a:pt x="5607" y="2735"/>
                  </a:cubicBezTo>
                  <a:cubicBezTo>
                    <a:pt x="5607" y="2735"/>
                    <a:pt x="5658" y="2804"/>
                    <a:pt x="5731" y="2917"/>
                  </a:cubicBezTo>
                  <a:cubicBezTo>
                    <a:pt x="5801" y="3029"/>
                    <a:pt x="5883" y="3180"/>
                    <a:pt x="5962" y="3348"/>
                  </a:cubicBezTo>
                  <a:cubicBezTo>
                    <a:pt x="6042" y="3515"/>
                    <a:pt x="6096" y="3683"/>
                    <a:pt x="6141" y="3821"/>
                  </a:cubicBezTo>
                  <a:cubicBezTo>
                    <a:pt x="6162" y="3890"/>
                    <a:pt x="6179" y="3947"/>
                    <a:pt x="6191" y="3988"/>
                  </a:cubicBezTo>
                  <a:cubicBezTo>
                    <a:pt x="6200" y="4029"/>
                    <a:pt x="6205" y="4051"/>
                    <a:pt x="6205" y="4051"/>
                  </a:cubicBezTo>
                  <a:cubicBezTo>
                    <a:pt x="6205" y="4051"/>
                    <a:pt x="6148" y="4116"/>
                    <a:pt x="6059" y="4216"/>
                  </a:cubicBezTo>
                  <a:cubicBezTo>
                    <a:pt x="6017" y="4268"/>
                    <a:pt x="5963" y="4321"/>
                    <a:pt x="5901" y="4378"/>
                  </a:cubicBezTo>
                  <a:cubicBezTo>
                    <a:pt x="5839" y="4433"/>
                    <a:pt x="5779" y="4499"/>
                    <a:pt x="5710" y="4552"/>
                  </a:cubicBezTo>
                  <a:cubicBezTo>
                    <a:pt x="5570" y="4661"/>
                    <a:pt x="5431" y="4771"/>
                    <a:pt x="5318" y="4840"/>
                  </a:cubicBezTo>
                  <a:cubicBezTo>
                    <a:pt x="5205" y="4909"/>
                    <a:pt x="5129" y="4956"/>
                    <a:pt x="5129" y="4956"/>
                  </a:cubicBezTo>
                  <a:cubicBezTo>
                    <a:pt x="5129" y="4956"/>
                    <a:pt x="5175" y="4610"/>
                    <a:pt x="5159" y="4282"/>
                  </a:cubicBezTo>
                  <a:cubicBezTo>
                    <a:pt x="5147" y="4114"/>
                    <a:pt x="5126" y="3956"/>
                    <a:pt x="5105" y="3842"/>
                  </a:cubicBezTo>
                  <a:cubicBezTo>
                    <a:pt x="5096" y="3785"/>
                    <a:pt x="5086" y="3738"/>
                    <a:pt x="5076" y="3703"/>
                  </a:cubicBezTo>
                  <a:cubicBezTo>
                    <a:pt x="5068" y="3670"/>
                    <a:pt x="5062" y="3651"/>
                    <a:pt x="5062" y="3651"/>
                  </a:cubicBezTo>
                  <a:cubicBezTo>
                    <a:pt x="5041" y="3674"/>
                    <a:pt x="5018" y="3693"/>
                    <a:pt x="4988" y="3704"/>
                  </a:cubicBezTo>
                  <a:cubicBezTo>
                    <a:pt x="4988" y="3704"/>
                    <a:pt x="5006" y="3778"/>
                    <a:pt x="5024" y="3896"/>
                  </a:cubicBezTo>
                  <a:cubicBezTo>
                    <a:pt x="5043" y="4014"/>
                    <a:pt x="5062" y="4178"/>
                    <a:pt x="5060" y="4344"/>
                  </a:cubicBezTo>
                  <a:cubicBezTo>
                    <a:pt x="5065" y="4677"/>
                    <a:pt x="5009" y="5024"/>
                    <a:pt x="5009" y="5024"/>
                  </a:cubicBezTo>
                  <a:cubicBezTo>
                    <a:pt x="5009" y="5024"/>
                    <a:pt x="4697" y="5193"/>
                    <a:pt x="4369" y="5338"/>
                  </a:cubicBezTo>
                  <a:cubicBezTo>
                    <a:pt x="4042" y="5485"/>
                    <a:pt x="3716" y="5631"/>
                    <a:pt x="3716" y="5631"/>
                  </a:cubicBezTo>
                  <a:cubicBezTo>
                    <a:pt x="3716" y="5631"/>
                    <a:pt x="3748" y="5491"/>
                    <a:pt x="3799" y="5282"/>
                  </a:cubicBezTo>
                  <a:cubicBezTo>
                    <a:pt x="3851" y="5074"/>
                    <a:pt x="3919" y="4797"/>
                    <a:pt x="3978" y="4523"/>
                  </a:cubicBezTo>
                  <a:cubicBezTo>
                    <a:pt x="4037" y="4247"/>
                    <a:pt x="4081" y="3977"/>
                    <a:pt x="4098" y="3779"/>
                  </a:cubicBezTo>
                  <a:cubicBezTo>
                    <a:pt x="4108" y="3680"/>
                    <a:pt x="4110" y="3598"/>
                    <a:pt x="4113" y="3541"/>
                  </a:cubicBezTo>
                  <a:cubicBezTo>
                    <a:pt x="4114" y="3485"/>
                    <a:pt x="4115" y="3452"/>
                    <a:pt x="4115" y="3452"/>
                  </a:cubicBezTo>
                  <a:cubicBezTo>
                    <a:pt x="4084" y="3442"/>
                    <a:pt x="4055" y="3432"/>
                    <a:pt x="4030" y="3416"/>
                  </a:cubicBezTo>
                  <a:cubicBezTo>
                    <a:pt x="4030" y="3416"/>
                    <a:pt x="4029" y="3549"/>
                    <a:pt x="4004" y="3757"/>
                  </a:cubicBezTo>
                  <a:cubicBezTo>
                    <a:pt x="3981" y="3963"/>
                    <a:pt x="3932" y="4243"/>
                    <a:pt x="3867" y="4530"/>
                  </a:cubicBezTo>
                  <a:cubicBezTo>
                    <a:pt x="3804" y="4815"/>
                    <a:pt x="3729" y="5104"/>
                    <a:pt x="3677" y="5320"/>
                  </a:cubicBezTo>
                  <a:cubicBezTo>
                    <a:pt x="3626" y="5538"/>
                    <a:pt x="3593" y="5682"/>
                    <a:pt x="3593" y="5682"/>
                  </a:cubicBezTo>
                  <a:cubicBezTo>
                    <a:pt x="3593" y="5682"/>
                    <a:pt x="3264" y="5830"/>
                    <a:pt x="2953" y="6016"/>
                  </a:cubicBezTo>
                  <a:cubicBezTo>
                    <a:pt x="2796" y="6106"/>
                    <a:pt x="2649" y="6213"/>
                    <a:pt x="2539" y="6292"/>
                  </a:cubicBezTo>
                  <a:cubicBezTo>
                    <a:pt x="2433" y="6378"/>
                    <a:pt x="2361" y="6434"/>
                    <a:pt x="2361" y="6434"/>
                  </a:cubicBezTo>
                  <a:cubicBezTo>
                    <a:pt x="2361" y="6434"/>
                    <a:pt x="2358" y="6343"/>
                    <a:pt x="2360" y="6203"/>
                  </a:cubicBezTo>
                  <a:cubicBezTo>
                    <a:pt x="2360" y="6060"/>
                    <a:pt x="2374" y="5874"/>
                    <a:pt x="2400" y="5680"/>
                  </a:cubicBezTo>
                  <a:cubicBezTo>
                    <a:pt x="2449" y="5291"/>
                    <a:pt x="2549" y="4907"/>
                    <a:pt x="2549" y="4907"/>
                  </a:cubicBezTo>
                  <a:lnTo>
                    <a:pt x="2539" y="4907"/>
                  </a:lnTo>
                  <a:cubicBezTo>
                    <a:pt x="2495" y="4949"/>
                    <a:pt x="2448" y="4983"/>
                    <a:pt x="2396" y="5018"/>
                  </a:cubicBezTo>
                  <a:cubicBezTo>
                    <a:pt x="2396" y="5018"/>
                    <a:pt x="2375" y="5113"/>
                    <a:pt x="2345" y="5257"/>
                  </a:cubicBezTo>
                  <a:cubicBezTo>
                    <a:pt x="2317" y="5402"/>
                    <a:pt x="2287" y="5599"/>
                    <a:pt x="2267" y="5786"/>
                  </a:cubicBezTo>
                  <a:cubicBezTo>
                    <a:pt x="2248" y="5975"/>
                    <a:pt x="2246" y="6165"/>
                    <a:pt x="2246" y="6300"/>
                  </a:cubicBezTo>
                  <a:cubicBezTo>
                    <a:pt x="2246" y="6369"/>
                    <a:pt x="2249" y="6425"/>
                    <a:pt x="2251" y="6465"/>
                  </a:cubicBezTo>
                  <a:cubicBezTo>
                    <a:pt x="2254" y="6506"/>
                    <a:pt x="2255" y="6528"/>
                    <a:pt x="2255" y="6528"/>
                  </a:cubicBezTo>
                  <a:cubicBezTo>
                    <a:pt x="2255" y="6528"/>
                    <a:pt x="2188" y="6590"/>
                    <a:pt x="2088" y="6683"/>
                  </a:cubicBezTo>
                  <a:cubicBezTo>
                    <a:pt x="1996" y="6780"/>
                    <a:pt x="1864" y="6906"/>
                    <a:pt x="1752" y="7050"/>
                  </a:cubicBezTo>
                  <a:cubicBezTo>
                    <a:pt x="1633" y="7187"/>
                    <a:pt x="1534" y="7337"/>
                    <a:pt x="1453" y="7448"/>
                  </a:cubicBezTo>
                  <a:cubicBezTo>
                    <a:pt x="1381" y="7563"/>
                    <a:pt x="1332" y="7640"/>
                    <a:pt x="1332" y="7640"/>
                  </a:cubicBezTo>
                  <a:cubicBezTo>
                    <a:pt x="1332" y="7640"/>
                    <a:pt x="1156" y="7199"/>
                    <a:pt x="1067" y="6696"/>
                  </a:cubicBezTo>
                  <a:cubicBezTo>
                    <a:pt x="1027" y="6454"/>
                    <a:pt x="994" y="6189"/>
                    <a:pt x="988" y="5995"/>
                  </a:cubicBezTo>
                  <a:cubicBezTo>
                    <a:pt x="980" y="5797"/>
                    <a:pt x="982" y="5661"/>
                    <a:pt x="982" y="5661"/>
                  </a:cubicBezTo>
                  <a:lnTo>
                    <a:pt x="982" y="5661"/>
                  </a:lnTo>
                  <a:cubicBezTo>
                    <a:pt x="937" y="5691"/>
                    <a:pt x="894" y="5724"/>
                    <a:pt x="852" y="5758"/>
                  </a:cubicBezTo>
                  <a:cubicBezTo>
                    <a:pt x="852" y="5758"/>
                    <a:pt x="851" y="5895"/>
                    <a:pt x="864" y="6095"/>
                  </a:cubicBezTo>
                  <a:cubicBezTo>
                    <a:pt x="883" y="6300"/>
                    <a:pt x="908" y="6557"/>
                    <a:pt x="966" y="6811"/>
                  </a:cubicBezTo>
                  <a:cubicBezTo>
                    <a:pt x="992" y="6937"/>
                    <a:pt x="1021" y="7059"/>
                    <a:pt x="1052" y="7172"/>
                  </a:cubicBezTo>
                  <a:cubicBezTo>
                    <a:pt x="1085" y="7287"/>
                    <a:pt x="1120" y="7390"/>
                    <a:pt x="1150" y="7477"/>
                  </a:cubicBezTo>
                  <a:cubicBezTo>
                    <a:pt x="1209" y="7650"/>
                    <a:pt x="1258" y="7762"/>
                    <a:pt x="1258" y="7762"/>
                  </a:cubicBezTo>
                  <a:cubicBezTo>
                    <a:pt x="1258" y="7762"/>
                    <a:pt x="1215" y="7841"/>
                    <a:pt x="1151" y="7961"/>
                  </a:cubicBezTo>
                  <a:cubicBezTo>
                    <a:pt x="1093" y="8085"/>
                    <a:pt x="1010" y="8246"/>
                    <a:pt x="950" y="8417"/>
                  </a:cubicBezTo>
                  <a:cubicBezTo>
                    <a:pt x="880" y="8585"/>
                    <a:pt x="833" y="8761"/>
                    <a:pt x="793" y="8890"/>
                  </a:cubicBezTo>
                  <a:cubicBezTo>
                    <a:pt x="761" y="9022"/>
                    <a:pt x="740" y="9111"/>
                    <a:pt x="740" y="9111"/>
                  </a:cubicBezTo>
                  <a:cubicBezTo>
                    <a:pt x="740" y="9111"/>
                    <a:pt x="694" y="9052"/>
                    <a:pt x="625" y="8965"/>
                  </a:cubicBezTo>
                  <a:cubicBezTo>
                    <a:pt x="554" y="8874"/>
                    <a:pt x="467" y="8752"/>
                    <a:pt x="386" y="8623"/>
                  </a:cubicBezTo>
                  <a:cubicBezTo>
                    <a:pt x="217" y="8366"/>
                    <a:pt x="82" y="8080"/>
                    <a:pt x="82" y="8080"/>
                  </a:cubicBezTo>
                  <a:cubicBezTo>
                    <a:pt x="78" y="8085"/>
                    <a:pt x="75" y="8088"/>
                    <a:pt x="71" y="8094"/>
                  </a:cubicBezTo>
                  <a:cubicBezTo>
                    <a:pt x="47" y="8125"/>
                    <a:pt x="23" y="8160"/>
                    <a:pt x="1" y="8196"/>
                  </a:cubicBezTo>
                  <a:cubicBezTo>
                    <a:pt x="1" y="8196"/>
                    <a:pt x="34" y="8269"/>
                    <a:pt x="97" y="8376"/>
                  </a:cubicBezTo>
                  <a:cubicBezTo>
                    <a:pt x="158" y="8484"/>
                    <a:pt x="242" y="8622"/>
                    <a:pt x="329" y="8753"/>
                  </a:cubicBezTo>
                  <a:cubicBezTo>
                    <a:pt x="421" y="8886"/>
                    <a:pt x="516" y="9011"/>
                    <a:pt x="588" y="9101"/>
                  </a:cubicBezTo>
                  <a:cubicBezTo>
                    <a:pt x="657" y="9190"/>
                    <a:pt x="711" y="9248"/>
                    <a:pt x="711" y="9248"/>
                  </a:cubicBezTo>
                  <a:cubicBezTo>
                    <a:pt x="711" y="9248"/>
                    <a:pt x="685" y="9395"/>
                    <a:pt x="664" y="9542"/>
                  </a:cubicBezTo>
                  <a:lnTo>
                    <a:pt x="635" y="9840"/>
                  </a:lnTo>
                  <a:cubicBezTo>
                    <a:pt x="633" y="9871"/>
                    <a:pt x="657" y="9899"/>
                    <a:pt x="686" y="9900"/>
                  </a:cubicBezTo>
                  <a:cubicBezTo>
                    <a:pt x="686" y="9900"/>
                    <a:pt x="687" y="9900"/>
                    <a:pt x="688" y="9900"/>
                  </a:cubicBezTo>
                  <a:cubicBezTo>
                    <a:pt x="717" y="9900"/>
                    <a:pt x="740" y="9877"/>
                    <a:pt x="741" y="9846"/>
                  </a:cubicBezTo>
                  <a:cubicBezTo>
                    <a:pt x="741" y="9846"/>
                    <a:pt x="754" y="9700"/>
                    <a:pt x="769" y="9556"/>
                  </a:cubicBezTo>
                  <a:cubicBezTo>
                    <a:pt x="789" y="9411"/>
                    <a:pt x="815" y="9268"/>
                    <a:pt x="815" y="9268"/>
                  </a:cubicBezTo>
                  <a:cubicBezTo>
                    <a:pt x="815" y="9268"/>
                    <a:pt x="880" y="9234"/>
                    <a:pt x="985" y="9188"/>
                  </a:cubicBezTo>
                  <a:cubicBezTo>
                    <a:pt x="1090" y="9142"/>
                    <a:pt x="1227" y="9085"/>
                    <a:pt x="1363" y="9037"/>
                  </a:cubicBezTo>
                  <a:cubicBezTo>
                    <a:pt x="1505" y="8990"/>
                    <a:pt x="1645" y="8950"/>
                    <a:pt x="1747" y="8924"/>
                  </a:cubicBezTo>
                  <a:cubicBezTo>
                    <a:pt x="1849" y="8897"/>
                    <a:pt x="1920" y="8885"/>
                    <a:pt x="1920" y="8885"/>
                  </a:cubicBezTo>
                  <a:cubicBezTo>
                    <a:pt x="1923" y="8857"/>
                    <a:pt x="1923" y="8829"/>
                    <a:pt x="1920" y="8801"/>
                  </a:cubicBezTo>
                  <a:lnTo>
                    <a:pt x="1920" y="8789"/>
                  </a:lnTo>
                  <a:cubicBezTo>
                    <a:pt x="1920" y="8789"/>
                    <a:pt x="1647" y="8836"/>
                    <a:pt x="1381" y="8924"/>
                  </a:cubicBezTo>
                  <a:cubicBezTo>
                    <a:pt x="1245" y="8966"/>
                    <a:pt x="1110" y="9017"/>
                    <a:pt x="1011" y="9059"/>
                  </a:cubicBezTo>
                  <a:cubicBezTo>
                    <a:pt x="912" y="9104"/>
                    <a:pt x="845" y="9133"/>
                    <a:pt x="845" y="9133"/>
                  </a:cubicBezTo>
                  <a:cubicBezTo>
                    <a:pt x="845" y="9133"/>
                    <a:pt x="866" y="9047"/>
                    <a:pt x="896" y="8917"/>
                  </a:cubicBezTo>
                  <a:cubicBezTo>
                    <a:pt x="937" y="8790"/>
                    <a:pt x="983" y="8619"/>
                    <a:pt x="1051" y="8455"/>
                  </a:cubicBezTo>
                  <a:cubicBezTo>
                    <a:pt x="1110" y="8288"/>
                    <a:pt x="1192" y="8130"/>
                    <a:pt x="1248" y="8010"/>
                  </a:cubicBezTo>
                  <a:cubicBezTo>
                    <a:pt x="1311" y="7893"/>
                    <a:pt x="1353" y="7815"/>
                    <a:pt x="1353" y="7815"/>
                  </a:cubicBezTo>
                  <a:cubicBezTo>
                    <a:pt x="1353" y="7815"/>
                    <a:pt x="1472" y="7797"/>
                    <a:pt x="1650" y="7786"/>
                  </a:cubicBezTo>
                  <a:cubicBezTo>
                    <a:pt x="1739" y="7778"/>
                    <a:pt x="1841" y="7775"/>
                    <a:pt x="1948" y="7772"/>
                  </a:cubicBezTo>
                  <a:cubicBezTo>
                    <a:pt x="2057" y="7772"/>
                    <a:pt x="2172" y="7777"/>
                    <a:pt x="2286" y="7784"/>
                  </a:cubicBezTo>
                  <a:cubicBezTo>
                    <a:pt x="2507" y="7796"/>
                    <a:pt x="2734" y="7838"/>
                    <a:pt x="2890" y="7870"/>
                  </a:cubicBezTo>
                  <a:cubicBezTo>
                    <a:pt x="3050" y="7907"/>
                    <a:pt x="3152" y="7939"/>
                    <a:pt x="3152" y="7939"/>
                  </a:cubicBezTo>
                  <a:cubicBezTo>
                    <a:pt x="3165" y="7915"/>
                    <a:pt x="3178" y="7891"/>
                    <a:pt x="3188" y="7863"/>
                  </a:cubicBezTo>
                  <a:cubicBezTo>
                    <a:pt x="3188" y="7863"/>
                    <a:pt x="2787" y="7729"/>
                    <a:pt x="2338" y="7689"/>
                  </a:cubicBezTo>
                  <a:cubicBezTo>
                    <a:pt x="2192" y="7677"/>
                    <a:pt x="2038" y="7671"/>
                    <a:pt x="1901" y="7671"/>
                  </a:cubicBezTo>
                  <a:cubicBezTo>
                    <a:pt x="1834" y="7671"/>
                    <a:pt x="1771" y="7672"/>
                    <a:pt x="1714" y="7676"/>
                  </a:cubicBezTo>
                  <a:cubicBezTo>
                    <a:pt x="1542" y="7684"/>
                    <a:pt x="1423" y="7698"/>
                    <a:pt x="1423" y="7698"/>
                  </a:cubicBezTo>
                  <a:cubicBezTo>
                    <a:pt x="1423" y="7698"/>
                    <a:pt x="1470" y="7623"/>
                    <a:pt x="1541" y="7510"/>
                  </a:cubicBezTo>
                  <a:cubicBezTo>
                    <a:pt x="1620" y="7402"/>
                    <a:pt x="1717" y="7253"/>
                    <a:pt x="1834" y="7120"/>
                  </a:cubicBezTo>
                  <a:cubicBezTo>
                    <a:pt x="1943" y="6980"/>
                    <a:pt x="2071" y="6857"/>
                    <a:pt x="2162" y="6759"/>
                  </a:cubicBezTo>
                  <a:cubicBezTo>
                    <a:pt x="2259" y="6670"/>
                    <a:pt x="2325" y="6610"/>
                    <a:pt x="2325" y="6610"/>
                  </a:cubicBezTo>
                  <a:cubicBezTo>
                    <a:pt x="2325" y="6610"/>
                    <a:pt x="2348" y="6614"/>
                    <a:pt x="2386" y="6622"/>
                  </a:cubicBezTo>
                  <a:cubicBezTo>
                    <a:pt x="2423" y="6630"/>
                    <a:pt x="2477" y="6642"/>
                    <a:pt x="2543" y="6659"/>
                  </a:cubicBezTo>
                  <a:cubicBezTo>
                    <a:pt x="2674" y="6693"/>
                    <a:pt x="2839" y="6738"/>
                    <a:pt x="3000" y="6800"/>
                  </a:cubicBezTo>
                  <a:cubicBezTo>
                    <a:pt x="3163" y="6863"/>
                    <a:pt x="3311" y="6932"/>
                    <a:pt x="3422" y="6988"/>
                  </a:cubicBezTo>
                  <a:cubicBezTo>
                    <a:pt x="3536" y="7045"/>
                    <a:pt x="3606" y="7085"/>
                    <a:pt x="3606" y="7085"/>
                  </a:cubicBezTo>
                  <a:cubicBezTo>
                    <a:pt x="3641" y="7068"/>
                    <a:pt x="3680" y="7057"/>
                    <a:pt x="3721" y="7050"/>
                  </a:cubicBezTo>
                  <a:lnTo>
                    <a:pt x="3724" y="7042"/>
                  </a:lnTo>
                  <a:cubicBezTo>
                    <a:pt x="3724" y="7042"/>
                    <a:pt x="3427" y="6868"/>
                    <a:pt x="3109" y="6737"/>
                  </a:cubicBezTo>
                  <a:cubicBezTo>
                    <a:pt x="2949" y="6670"/>
                    <a:pt x="2778" y="6611"/>
                    <a:pt x="2649" y="6578"/>
                  </a:cubicBezTo>
                  <a:cubicBezTo>
                    <a:pt x="2519" y="6541"/>
                    <a:pt x="2429" y="6520"/>
                    <a:pt x="2429" y="6520"/>
                  </a:cubicBezTo>
                  <a:cubicBezTo>
                    <a:pt x="2429" y="6520"/>
                    <a:pt x="2498" y="6464"/>
                    <a:pt x="2602" y="6381"/>
                  </a:cubicBezTo>
                  <a:cubicBezTo>
                    <a:pt x="2710" y="6306"/>
                    <a:pt x="2853" y="6200"/>
                    <a:pt x="3006" y="6111"/>
                  </a:cubicBezTo>
                  <a:cubicBezTo>
                    <a:pt x="3311" y="5929"/>
                    <a:pt x="3637" y="5782"/>
                    <a:pt x="3637" y="5782"/>
                  </a:cubicBezTo>
                  <a:cubicBezTo>
                    <a:pt x="3637" y="5782"/>
                    <a:pt x="3767" y="5853"/>
                    <a:pt x="3961" y="5956"/>
                  </a:cubicBezTo>
                  <a:cubicBezTo>
                    <a:pt x="4155" y="6061"/>
                    <a:pt x="4409" y="6206"/>
                    <a:pt x="4675" y="6344"/>
                  </a:cubicBezTo>
                  <a:cubicBezTo>
                    <a:pt x="4937" y="6484"/>
                    <a:pt x="5216" y="6614"/>
                    <a:pt x="5434" y="6704"/>
                  </a:cubicBezTo>
                  <a:cubicBezTo>
                    <a:pt x="5547" y="6747"/>
                    <a:pt x="5639" y="6783"/>
                    <a:pt x="5705" y="6807"/>
                  </a:cubicBezTo>
                  <a:lnTo>
                    <a:pt x="5811" y="6842"/>
                  </a:lnTo>
                  <a:cubicBezTo>
                    <a:pt x="5836" y="6806"/>
                    <a:pt x="5859" y="6769"/>
                    <a:pt x="5881" y="6731"/>
                  </a:cubicBezTo>
                  <a:cubicBezTo>
                    <a:pt x="5881" y="6731"/>
                    <a:pt x="5843" y="6717"/>
                    <a:pt x="5778" y="6696"/>
                  </a:cubicBezTo>
                  <a:cubicBezTo>
                    <a:pt x="5712" y="6674"/>
                    <a:pt x="5618" y="6646"/>
                    <a:pt x="5512" y="6602"/>
                  </a:cubicBezTo>
                  <a:cubicBezTo>
                    <a:pt x="5297" y="6521"/>
                    <a:pt x="5027" y="6397"/>
                    <a:pt x="4767" y="6266"/>
                  </a:cubicBezTo>
                  <a:cubicBezTo>
                    <a:pt x="4510" y="6133"/>
                    <a:pt x="4261" y="5996"/>
                    <a:pt x="4074" y="5893"/>
                  </a:cubicBezTo>
                  <a:cubicBezTo>
                    <a:pt x="3887" y="5792"/>
                    <a:pt x="3762" y="5724"/>
                    <a:pt x="3762" y="5724"/>
                  </a:cubicBezTo>
                  <a:cubicBezTo>
                    <a:pt x="3762" y="5724"/>
                    <a:pt x="4089" y="5576"/>
                    <a:pt x="4415" y="5430"/>
                  </a:cubicBezTo>
                  <a:cubicBezTo>
                    <a:pt x="4580" y="5357"/>
                    <a:pt x="4743" y="5278"/>
                    <a:pt x="4864" y="5218"/>
                  </a:cubicBezTo>
                  <a:cubicBezTo>
                    <a:pt x="4983" y="5155"/>
                    <a:pt x="5063" y="5113"/>
                    <a:pt x="5063" y="5113"/>
                  </a:cubicBezTo>
                  <a:cubicBezTo>
                    <a:pt x="5063" y="5113"/>
                    <a:pt x="5380" y="5260"/>
                    <a:pt x="5734" y="5360"/>
                  </a:cubicBezTo>
                  <a:cubicBezTo>
                    <a:pt x="5911" y="5413"/>
                    <a:pt x="6095" y="5445"/>
                    <a:pt x="6238" y="5466"/>
                  </a:cubicBezTo>
                  <a:cubicBezTo>
                    <a:pt x="6382" y="5488"/>
                    <a:pt x="6482" y="5498"/>
                    <a:pt x="6482" y="5498"/>
                  </a:cubicBezTo>
                  <a:cubicBezTo>
                    <a:pt x="6525" y="5457"/>
                    <a:pt x="6566" y="5415"/>
                    <a:pt x="6609" y="5377"/>
                  </a:cubicBezTo>
                  <a:cubicBezTo>
                    <a:pt x="6609" y="5377"/>
                    <a:pt x="6585" y="5376"/>
                    <a:pt x="6543" y="5373"/>
                  </a:cubicBezTo>
                  <a:cubicBezTo>
                    <a:pt x="6503" y="5371"/>
                    <a:pt x="6443" y="5366"/>
                    <a:pt x="6369" y="5356"/>
                  </a:cubicBezTo>
                  <a:cubicBezTo>
                    <a:pt x="6225" y="5338"/>
                    <a:pt x="6037" y="5308"/>
                    <a:pt x="5862" y="5268"/>
                  </a:cubicBezTo>
                  <a:cubicBezTo>
                    <a:pt x="5505" y="5181"/>
                    <a:pt x="5186" y="5044"/>
                    <a:pt x="5186" y="5044"/>
                  </a:cubicBezTo>
                  <a:cubicBezTo>
                    <a:pt x="5186" y="5044"/>
                    <a:pt x="5264" y="4998"/>
                    <a:pt x="5381" y="4926"/>
                  </a:cubicBezTo>
                  <a:cubicBezTo>
                    <a:pt x="5497" y="4856"/>
                    <a:pt x="5641" y="4742"/>
                    <a:pt x="5784" y="4631"/>
                  </a:cubicBezTo>
                  <a:cubicBezTo>
                    <a:pt x="5855" y="4574"/>
                    <a:pt x="5918" y="4508"/>
                    <a:pt x="5981" y="4451"/>
                  </a:cubicBezTo>
                  <a:cubicBezTo>
                    <a:pt x="6044" y="4394"/>
                    <a:pt x="6100" y="4338"/>
                    <a:pt x="6143" y="4285"/>
                  </a:cubicBezTo>
                  <a:cubicBezTo>
                    <a:pt x="6233" y="4183"/>
                    <a:pt x="6294" y="4115"/>
                    <a:pt x="6294" y="4115"/>
                  </a:cubicBezTo>
                  <a:cubicBezTo>
                    <a:pt x="6294" y="4115"/>
                    <a:pt x="6317" y="4116"/>
                    <a:pt x="6361" y="4117"/>
                  </a:cubicBezTo>
                  <a:cubicBezTo>
                    <a:pt x="6403" y="4117"/>
                    <a:pt x="6463" y="4116"/>
                    <a:pt x="6535" y="4115"/>
                  </a:cubicBezTo>
                  <a:cubicBezTo>
                    <a:pt x="6678" y="4109"/>
                    <a:pt x="6886" y="4099"/>
                    <a:pt x="7083" y="4067"/>
                  </a:cubicBezTo>
                  <a:cubicBezTo>
                    <a:pt x="7280" y="4035"/>
                    <a:pt x="7488" y="3991"/>
                    <a:pt x="7641" y="3949"/>
                  </a:cubicBezTo>
                  <a:cubicBezTo>
                    <a:pt x="7791" y="3906"/>
                    <a:pt x="7893" y="3872"/>
                    <a:pt x="7893" y="3872"/>
                  </a:cubicBezTo>
                  <a:cubicBezTo>
                    <a:pt x="7892" y="3827"/>
                    <a:pt x="7887" y="3783"/>
                    <a:pt x="7884" y="3739"/>
                  </a:cubicBezTo>
                  <a:cubicBezTo>
                    <a:pt x="7884" y="3739"/>
                    <a:pt x="7787" y="3773"/>
                    <a:pt x="7645" y="3815"/>
                  </a:cubicBezTo>
                  <a:cubicBezTo>
                    <a:pt x="7506" y="3858"/>
                    <a:pt x="7313" y="3904"/>
                    <a:pt x="7123" y="3935"/>
                  </a:cubicBezTo>
                  <a:cubicBezTo>
                    <a:pt x="6933" y="3969"/>
                    <a:pt x="6750" y="3990"/>
                    <a:pt x="6608" y="3995"/>
                  </a:cubicBezTo>
                  <a:cubicBezTo>
                    <a:pt x="6467" y="4004"/>
                    <a:pt x="6378" y="4004"/>
                    <a:pt x="6378" y="4004"/>
                  </a:cubicBezTo>
                  <a:cubicBezTo>
                    <a:pt x="6378" y="4004"/>
                    <a:pt x="6431" y="3931"/>
                    <a:pt x="6511" y="3821"/>
                  </a:cubicBezTo>
                  <a:cubicBezTo>
                    <a:pt x="6552" y="3766"/>
                    <a:pt x="6590" y="3696"/>
                    <a:pt x="6635" y="3624"/>
                  </a:cubicBezTo>
                  <a:cubicBezTo>
                    <a:pt x="6679" y="3551"/>
                    <a:pt x="6729" y="3474"/>
                    <a:pt x="6766" y="3391"/>
                  </a:cubicBezTo>
                  <a:cubicBezTo>
                    <a:pt x="6807" y="3310"/>
                    <a:pt x="6846" y="3228"/>
                    <a:pt x="6884" y="3153"/>
                  </a:cubicBezTo>
                  <a:cubicBezTo>
                    <a:pt x="6916" y="3074"/>
                    <a:pt x="6946" y="3000"/>
                    <a:pt x="6971" y="2937"/>
                  </a:cubicBezTo>
                  <a:cubicBezTo>
                    <a:pt x="7025" y="2811"/>
                    <a:pt x="7047" y="2723"/>
                    <a:pt x="7047" y="2723"/>
                  </a:cubicBezTo>
                  <a:cubicBezTo>
                    <a:pt x="7047" y="2723"/>
                    <a:pt x="7135" y="2692"/>
                    <a:pt x="7268" y="2637"/>
                  </a:cubicBezTo>
                  <a:cubicBezTo>
                    <a:pt x="7403" y="2581"/>
                    <a:pt x="7574" y="2498"/>
                    <a:pt x="7746" y="2402"/>
                  </a:cubicBezTo>
                  <a:cubicBezTo>
                    <a:pt x="7833" y="2353"/>
                    <a:pt x="7921" y="2303"/>
                    <a:pt x="8001" y="2251"/>
                  </a:cubicBezTo>
                  <a:cubicBezTo>
                    <a:pt x="8076" y="2201"/>
                    <a:pt x="8150" y="2149"/>
                    <a:pt x="8212" y="2104"/>
                  </a:cubicBezTo>
                  <a:cubicBezTo>
                    <a:pt x="8337" y="2015"/>
                    <a:pt x="8420" y="1950"/>
                    <a:pt x="8420" y="1950"/>
                  </a:cubicBezTo>
                  <a:cubicBezTo>
                    <a:pt x="8458" y="1888"/>
                    <a:pt x="8481" y="1814"/>
                    <a:pt x="8497" y="1728"/>
                  </a:cubicBezTo>
                  <a:lnTo>
                    <a:pt x="8494" y="1720"/>
                  </a:lnTo>
                  <a:cubicBezTo>
                    <a:pt x="8494" y="1720"/>
                    <a:pt x="8415" y="1793"/>
                    <a:pt x="8287" y="1893"/>
                  </a:cubicBezTo>
                  <a:cubicBezTo>
                    <a:pt x="8157" y="1993"/>
                    <a:pt x="7984" y="2117"/>
                    <a:pt x="7812" y="2225"/>
                  </a:cubicBezTo>
                  <a:cubicBezTo>
                    <a:pt x="7630" y="2333"/>
                    <a:pt x="7450" y="2427"/>
                    <a:pt x="7318" y="2490"/>
                  </a:cubicBezTo>
                  <a:cubicBezTo>
                    <a:pt x="7184" y="2553"/>
                    <a:pt x="7089" y="2587"/>
                    <a:pt x="7089" y="2587"/>
                  </a:cubicBezTo>
                  <a:cubicBezTo>
                    <a:pt x="7089" y="2587"/>
                    <a:pt x="7096" y="2566"/>
                    <a:pt x="7108" y="2528"/>
                  </a:cubicBezTo>
                  <a:cubicBezTo>
                    <a:pt x="7120" y="2491"/>
                    <a:pt x="7133" y="2435"/>
                    <a:pt x="7147" y="2369"/>
                  </a:cubicBezTo>
                  <a:cubicBezTo>
                    <a:pt x="7161" y="2302"/>
                    <a:pt x="7178" y="2224"/>
                    <a:pt x="7197" y="2141"/>
                  </a:cubicBezTo>
                  <a:cubicBezTo>
                    <a:pt x="7213" y="2057"/>
                    <a:pt x="7222" y="1967"/>
                    <a:pt x="7235" y="1877"/>
                  </a:cubicBezTo>
                  <a:cubicBezTo>
                    <a:pt x="7250" y="1788"/>
                    <a:pt x="7255" y="1698"/>
                    <a:pt x="7259" y="1613"/>
                  </a:cubicBezTo>
                  <a:cubicBezTo>
                    <a:pt x="7262" y="1526"/>
                    <a:pt x="7270" y="1448"/>
                    <a:pt x="7270" y="1379"/>
                  </a:cubicBezTo>
                  <a:cubicBezTo>
                    <a:pt x="7265" y="1243"/>
                    <a:pt x="7262" y="1152"/>
                    <a:pt x="7262" y="1152"/>
                  </a:cubicBezTo>
                  <a:cubicBezTo>
                    <a:pt x="7262" y="1152"/>
                    <a:pt x="7309" y="1112"/>
                    <a:pt x="7378" y="1052"/>
                  </a:cubicBezTo>
                  <a:cubicBezTo>
                    <a:pt x="7446" y="990"/>
                    <a:pt x="7530" y="903"/>
                    <a:pt x="7616" y="811"/>
                  </a:cubicBezTo>
                  <a:cubicBezTo>
                    <a:pt x="7700" y="720"/>
                    <a:pt x="7788" y="622"/>
                    <a:pt x="7845" y="546"/>
                  </a:cubicBezTo>
                  <a:cubicBezTo>
                    <a:pt x="7902" y="469"/>
                    <a:pt x="7940" y="417"/>
                    <a:pt x="7940" y="417"/>
                  </a:cubicBezTo>
                  <a:cubicBezTo>
                    <a:pt x="7906" y="394"/>
                    <a:pt x="7872" y="369"/>
                    <a:pt x="7839" y="345"/>
                  </a:cubicBezTo>
                  <a:cubicBezTo>
                    <a:pt x="7839" y="345"/>
                    <a:pt x="7805" y="391"/>
                    <a:pt x="7755" y="460"/>
                  </a:cubicBezTo>
                  <a:cubicBezTo>
                    <a:pt x="7704" y="528"/>
                    <a:pt x="7637" y="616"/>
                    <a:pt x="7560" y="700"/>
                  </a:cubicBezTo>
                  <a:cubicBezTo>
                    <a:pt x="7408" y="868"/>
                    <a:pt x="7255" y="1012"/>
                    <a:pt x="7255" y="1012"/>
                  </a:cubicBezTo>
                  <a:cubicBezTo>
                    <a:pt x="7255" y="1012"/>
                    <a:pt x="7247" y="951"/>
                    <a:pt x="7236" y="857"/>
                  </a:cubicBezTo>
                  <a:cubicBezTo>
                    <a:pt x="7228" y="764"/>
                    <a:pt x="7212" y="641"/>
                    <a:pt x="7181" y="520"/>
                  </a:cubicBezTo>
                  <a:cubicBezTo>
                    <a:pt x="7168" y="459"/>
                    <a:pt x="7155" y="399"/>
                    <a:pt x="7144" y="341"/>
                  </a:cubicBezTo>
                  <a:cubicBezTo>
                    <a:pt x="7129" y="285"/>
                    <a:pt x="7110" y="233"/>
                    <a:pt x="7097" y="189"/>
                  </a:cubicBezTo>
                  <a:cubicBezTo>
                    <a:pt x="7070" y="99"/>
                    <a:pt x="7051" y="40"/>
                    <a:pt x="7051" y="40"/>
                  </a:cubicBezTo>
                  <a:cubicBezTo>
                    <a:pt x="7044" y="16"/>
                    <a:pt x="7023" y="0"/>
                    <a:pt x="700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1"/>
            <p:cNvSpPr/>
            <p:nvPr/>
          </p:nvSpPr>
          <p:spPr>
            <a:xfrm>
              <a:off x="5470685" y="1826698"/>
              <a:ext cx="187312" cy="313128"/>
            </a:xfrm>
            <a:custGeom>
              <a:avLst/>
              <a:gdLst/>
              <a:ahLst/>
              <a:cxnLst/>
              <a:rect l="l" t="t" r="r" b="b"/>
              <a:pathLst>
                <a:path w="4246" h="7098" extrusionOk="0">
                  <a:moveTo>
                    <a:pt x="3898" y="0"/>
                  </a:moveTo>
                  <a:cubicBezTo>
                    <a:pt x="3747" y="0"/>
                    <a:pt x="3599" y="44"/>
                    <a:pt x="3460" y="158"/>
                  </a:cubicBezTo>
                  <a:cubicBezTo>
                    <a:pt x="3234" y="350"/>
                    <a:pt x="3130" y="600"/>
                    <a:pt x="3048" y="844"/>
                  </a:cubicBezTo>
                  <a:cubicBezTo>
                    <a:pt x="2965" y="1088"/>
                    <a:pt x="2891" y="1328"/>
                    <a:pt x="2673" y="1531"/>
                  </a:cubicBezTo>
                  <a:cubicBezTo>
                    <a:pt x="2546" y="1652"/>
                    <a:pt x="2393" y="1729"/>
                    <a:pt x="2223" y="1807"/>
                  </a:cubicBezTo>
                  <a:cubicBezTo>
                    <a:pt x="2137" y="1843"/>
                    <a:pt x="2048" y="1876"/>
                    <a:pt x="1956" y="1908"/>
                  </a:cubicBezTo>
                  <a:cubicBezTo>
                    <a:pt x="1867" y="1941"/>
                    <a:pt x="1775" y="1976"/>
                    <a:pt x="1682" y="2011"/>
                  </a:cubicBezTo>
                  <a:cubicBezTo>
                    <a:pt x="1313" y="2149"/>
                    <a:pt x="931" y="2336"/>
                    <a:pt x="725" y="2672"/>
                  </a:cubicBezTo>
                  <a:cubicBezTo>
                    <a:pt x="511" y="3009"/>
                    <a:pt x="516" y="3396"/>
                    <a:pt x="500" y="3740"/>
                  </a:cubicBezTo>
                  <a:cubicBezTo>
                    <a:pt x="490" y="4093"/>
                    <a:pt x="463" y="4401"/>
                    <a:pt x="207" y="4718"/>
                  </a:cubicBezTo>
                  <a:cubicBezTo>
                    <a:pt x="116" y="4826"/>
                    <a:pt x="49" y="4962"/>
                    <a:pt x="32" y="5104"/>
                  </a:cubicBezTo>
                  <a:cubicBezTo>
                    <a:pt x="1" y="5326"/>
                    <a:pt x="105" y="5394"/>
                    <a:pt x="213" y="5442"/>
                  </a:cubicBezTo>
                  <a:cubicBezTo>
                    <a:pt x="323" y="5490"/>
                    <a:pt x="448" y="5524"/>
                    <a:pt x="499" y="5665"/>
                  </a:cubicBezTo>
                  <a:cubicBezTo>
                    <a:pt x="599" y="5934"/>
                    <a:pt x="588" y="6155"/>
                    <a:pt x="594" y="6387"/>
                  </a:cubicBezTo>
                  <a:cubicBezTo>
                    <a:pt x="596" y="6503"/>
                    <a:pt x="612" y="6621"/>
                    <a:pt x="641" y="6740"/>
                  </a:cubicBezTo>
                  <a:cubicBezTo>
                    <a:pt x="673" y="6860"/>
                    <a:pt x="735" y="6981"/>
                    <a:pt x="828" y="7097"/>
                  </a:cubicBezTo>
                  <a:cubicBezTo>
                    <a:pt x="912" y="6966"/>
                    <a:pt x="957" y="6853"/>
                    <a:pt x="989" y="6741"/>
                  </a:cubicBezTo>
                  <a:cubicBezTo>
                    <a:pt x="1027" y="6632"/>
                    <a:pt x="1039" y="6527"/>
                    <a:pt x="1062" y="6424"/>
                  </a:cubicBezTo>
                  <a:cubicBezTo>
                    <a:pt x="1104" y="6220"/>
                    <a:pt x="1153" y="6018"/>
                    <a:pt x="1349" y="5852"/>
                  </a:cubicBezTo>
                  <a:cubicBezTo>
                    <a:pt x="1403" y="5808"/>
                    <a:pt x="1463" y="5796"/>
                    <a:pt x="1525" y="5796"/>
                  </a:cubicBezTo>
                  <a:cubicBezTo>
                    <a:pt x="1582" y="5796"/>
                    <a:pt x="1640" y="5807"/>
                    <a:pt x="1698" y="5814"/>
                  </a:cubicBezTo>
                  <a:cubicBezTo>
                    <a:pt x="1727" y="5817"/>
                    <a:pt x="1755" y="5820"/>
                    <a:pt x="1782" y="5820"/>
                  </a:cubicBezTo>
                  <a:cubicBezTo>
                    <a:pt x="1867" y="5820"/>
                    <a:pt x="1940" y="5795"/>
                    <a:pt x="2003" y="5700"/>
                  </a:cubicBezTo>
                  <a:cubicBezTo>
                    <a:pt x="2052" y="5619"/>
                    <a:pt x="2061" y="5523"/>
                    <a:pt x="2056" y="5426"/>
                  </a:cubicBezTo>
                  <a:cubicBezTo>
                    <a:pt x="2029" y="5135"/>
                    <a:pt x="2245" y="4990"/>
                    <a:pt x="2481" y="4912"/>
                  </a:cubicBezTo>
                  <a:cubicBezTo>
                    <a:pt x="2696" y="4845"/>
                    <a:pt x="2922" y="4819"/>
                    <a:pt x="3087" y="4742"/>
                  </a:cubicBezTo>
                  <a:cubicBezTo>
                    <a:pt x="3126" y="4554"/>
                    <a:pt x="3147" y="4361"/>
                    <a:pt x="3149" y="4168"/>
                  </a:cubicBezTo>
                  <a:cubicBezTo>
                    <a:pt x="3154" y="3908"/>
                    <a:pt x="3128" y="3649"/>
                    <a:pt x="3075" y="3394"/>
                  </a:cubicBezTo>
                  <a:cubicBezTo>
                    <a:pt x="3024" y="3165"/>
                    <a:pt x="2937" y="2956"/>
                    <a:pt x="2851" y="2740"/>
                  </a:cubicBezTo>
                  <a:cubicBezTo>
                    <a:pt x="2787" y="2574"/>
                    <a:pt x="2738" y="2398"/>
                    <a:pt x="2792" y="2223"/>
                  </a:cubicBezTo>
                  <a:cubicBezTo>
                    <a:pt x="2853" y="2032"/>
                    <a:pt x="3012" y="1885"/>
                    <a:pt x="3142" y="1742"/>
                  </a:cubicBezTo>
                  <a:cubicBezTo>
                    <a:pt x="3440" y="1412"/>
                    <a:pt x="3751" y="1087"/>
                    <a:pt x="3983" y="705"/>
                  </a:cubicBezTo>
                  <a:cubicBezTo>
                    <a:pt x="4104" y="503"/>
                    <a:pt x="4194" y="289"/>
                    <a:pt x="4245" y="67"/>
                  </a:cubicBezTo>
                  <a:cubicBezTo>
                    <a:pt x="4131" y="27"/>
                    <a:pt x="4014" y="0"/>
                    <a:pt x="3898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1"/>
            <p:cNvSpPr/>
            <p:nvPr/>
          </p:nvSpPr>
          <p:spPr>
            <a:xfrm>
              <a:off x="4765042" y="1753734"/>
              <a:ext cx="398888" cy="386006"/>
            </a:xfrm>
            <a:custGeom>
              <a:avLst/>
              <a:gdLst/>
              <a:ahLst/>
              <a:cxnLst/>
              <a:rect l="l" t="t" r="r" b="b"/>
              <a:pathLst>
                <a:path w="9042" h="8750" extrusionOk="0">
                  <a:moveTo>
                    <a:pt x="580" y="0"/>
                  </a:moveTo>
                  <a:cubicBezTo>
                    <a:pt x="511" y="0"/>
                    <a:pt x="444" y="47"/>
                    <a:pt x="435" y="124"/>
                  </a:cubicBezTo>
                  <a:cubicBezTo>
                    <a:pt x="419" y="257"/>
                    <a:pt x="385" y="393"/>
                    <a:pt x="340" y="534"/>
                  </a:cubicBezTo>
                  <a:cubicBezTo>
                    <a:pt x="298" y="671"/>
                    <a:pt x="254" y="818"/>
                    <a:pt x="207" y="971"/>
                  </a:cubicBezTo>
                  <a:cubicBezTo>
                    <a:pt x="153" y="1149"/>
                    <a:pt x="54" y="1308"/>
                    <a:pt x="22" y="1502"/>
                  </a:cubicBezTo>
                  <a:cubicBezTo>
                    <a:pt x="3" y="1601"/>
                    <a:pt x="1" y="1708"/>
                    <a:pt x="25" y="1833"/>
                  </a:cubicBezTo>
                  <a:cubicBezTo>
                    <a:pt x="51" y="1957"/>
                    <a:pt x="113" y="2092"/>
                    <a:pt x="214" y="2248"/>
                  </a:cubicBezTo>
                  <a:cubicBezTo>
                    <a:pt x="518" y="2682"/>
                    <a:pt x="950" y="2427"/>
                    <a:pt x="1141" y="2657"/>
                  </a:cubicBezTo>
                  <a:cubicBezTo>
                    <a:pt x="1564" y="3161"/>
                    <a:pt x="1265" y="3692"/>
                    <a:pt x="1621" y="4094"/>
                  </a:cubicBezTo>
                  <a:cubicBezTo>
                    <a:pt x="1772" y="4254"/>
                    <a:pt x="1987" y="4332"/>
                    <a:pt x="2198" y="4395"/>
                  </a:cubicBezTo>
                  <a:cubicBezTo>
                    <a:pt x="2408" y="4464"/>
                    <a:pt x="2609" y="4528"/>
                    <a:pt x="2746" y="4689"/>
                  </a:cubicBezTo>
                  <a:cubicBezTo>
                    <a:pt x="2912" y="4891"/>
                    <a:pt x="2919" y="5163"/>
                    <a:pt x="2947" y="5422"/>
                  </a:cubicBezTo>
                  <a:cubicBezTo>
                    <a:pt x="2992" y="5842"/>
                    <a:pt x="3188" y="6328"/>
                    <a:pt x="3606" y="6452"/>
                  </a:cubicBezTo>
                  <a:cubicBezTo>
                    <a:pt x="3694" y="6477"/>
                    <a:pt x="3777" y="6487"/>
                    <a:pt x="3857" y="6487"/>
                  </a:cubicBezTo>
                  <a:cubicBezTo>
                    <a:pt x="4245" y="6487"/>
                    <a:pt x="4552" y="6241"/>
                    <a:pt x="4888" y="6241"/>
                  </a:cubicBezTo>
                  <a:cubicBezTo>
                    <a:pt x="4931" y="6241"/>
                    <a:pt x="4976" y="6245"/>
                    <a:pt x="5021" y="6254"/>
                  </a:cubicBezTo>
                  <a:cubicBezTo>
                    <a:pt x="5282" y="6305"/>
                    <a:pt x="5434" y="6528"/>
                    <a:pt x="5554" y="6751"/>
                  </a:cubicBezTo>
                  <a:cubicBezTo>
                    <a:pt x="5675" y="6976"/>
                    <a:pt x="5750" y="7191"/>
                    <a:pt x="5910" y="7250"/>
                  </a:cubicBezTo>
                  <a:cubicBezTo>
                    <a:pt x="5958" y="7269"/>
                    <a:pt x="6012" y="7275"/>
                    <a:pt x="6070" y="7275"/>
                  </a:cubicBezTo>
                  <a:cubicBezTo>
                    <a:pt x="6110" y="7275"/>
                    <a:pt x="6151" y="7272"/>
                    <a:pt x="6194" y="7268"/>
                  </a:cubicBezTo>
                  <a:cubicBezTo>
                    <a:pt x="6254" y="7263"/>
                    <a:pt x="6321" y="7261"/>
                    <a:pt x="6389" y="7261"/>
                  </a:cubicBezTo>
                  <a:cubicBezTo>
                    <a:pt x="6442" y="7261"/>
                    <a:pt x="6496" y="7262"/>
                    <a:pt x="6549" y="7266"/>
                  </a:cubicBezTo>
                  <a:cubicBezTo>
                    <a:pt x="6791" y="7287"/>
                    <a:pt x="7020" y="7375"/>
                    <a:pt x="7057" y="7648"/>
                  </a:cubicBezTo>
                  <a:cubicBezTo>
                    <a:pt x="7069" y="7741"/>
                    <a:pt x="7100" y="7826"/>
                    <a:pt x="7166" y="7885"/>
                  </a:cubicBezTo>
                  <a:cubicBezTo>
                    <a:pt x="7212" y="7928"/>
                    <a:pt x="7259" y="7944"/>
                    <a:pt x="7307" y="7944"/>
                  </a:cubicBezTo>
                  <a:cubicBezTo>
                    <a:pt x="7444" y="7944"/>
                    <a:pt x="7590" y="7814"/>
                    <a:pt x="7740" y="7814"/>
                  </a:cubicBezTo>
                  <a:cubicBezTo>
                    <a:pt x="7767" y="7814"/>
                    <a:pt x="7793" y="7818"/>
                    <a:pt x="7819" y="7827"/>
                  </a:cubicBezTo>
                  <a:cubicBezTo>
                    <a:pt x="8042" y="7911"/>
                    <a:pt x="8135" y="8067"/>
                    <a:pt x="8216" y="8225"/>
                  </a:cubicBezTo>
                  <a:cubicBezTo>
                    <a:pt x="8296" y="8389"/>
                    <a:pt x="8372" y="8537"/>
                    <a:pt x="8553" y="8749"/>
                  </a:cubicBezTo>
                  <a:cubicBezTo>
                    <a:pt x="8731" y="8520"/>
                    <a:pt x="8703" y="8274"/>
                    <a:pt x="8660" y="8073"/>
                  </a:cubicBezTo>
                  <a:cubicBezTo>
                    <a:pt x="8616" y="7863"/>
                    <a:pt x="8550" y="7675"/>
                    <a:pt x="8585" y="7412"/>
                  </a:cubicBezTo>
                  <a:cubicBezTo>
                    <a:pt x="8616" y="7129"/>
                    <a:pt x="9041" y="7159"/>
                    <a:pt x="8908" y="6788"/>
                  </a:cubicBezTo>
                  <a:cubicBezTo>
                    <a:pt x="8864" y="6671"/>
                    <a:pt x="8775" y="6577"/>
                    <a:pt x="8674" y="6508"/>
                  </a:cubicBezTo>
                  <a:cubicBezTo>
                    <a:pt x="8379" y="6312"/>
                    <a:pt x="8319" y="6046"/>
                    <a:pt x="8272" y="5737"/>
                  </a:cubicBezTo>
                  <a:cubicBezTo>
                    <a:pt x="8248" y="5584"/>
                    <a:pt x="8228" y="5422"/>
                    <a:pt x="8174" y="5256"/>
                  </a:cubicBezTo>
                  <a:cubicBezTo>
                    <a:pt x="8119" y="5086"/>
                    <a:pt x="8039" y="4926"/>
                    <a:pt x="7919" y="4791"/>
                  </a:cubicBezTo>
                  <a:cubicBezTo>
                    <a:pt x="7681" y="4524"/>
                    <a:pt x="7329" y="4449"/>
                    <a:pt x="7016" y="4405"/>
                  </a:cubicBezTo>
                  <a:cubicBezTo>
                    <a:pt x="6700" y="4358"/>
                    <a:pt x="6413" y="4330"/>
                    <a:pt x="6242" y="4132"/>
                  </a:cubicBezTo>
                  <a:cubicBezTo>
                    <a:pt x="5958" y="3792"/>
                    <a:pt x="6189" y="3250"/>
                    <a:pt x="5882" y="2864"/>
                  </a:cubicBezTo>
                  <a:cubicBezTo>
                    <a:pt x="5766" y="2714"/>
                    <a:pt x="5589" y="2660"/>
                    <a:pt x="5393" y="2660"/>
                  </a:cubicBezTo>
                  <a:cubicBezTo>
                    <a:pt x="5221" y="2660"/>
                    <a:pt x="5033" y="2702"/>
                    <a:pt x="4860" y="2758"/>
                  </a:cubicBezTo>
                  <a:cubicBezTo>
                    <a:pt x="4702" y="2809"/>
                    <a:pt x="4528" y="2872"/>
                    <a:pt x="4368" y="2872"/>
                  </a:cubicBezTo>
                  <a:cubicBezTo>
                    <a:pt x="4303" y="2872"/>
                    <a:pt x="4240" y="2862"/>
                    <a:pt x="4182" y="2836"/>
                  </a:cubicBezTo>
                  <a:cubicBezTo>
                    <a:pt x="4015" y="2764"/>
                    <a:pt x="3932" y="2598"/>
                    <a:pt x="3862" y="2427"/>
                  </a:cubicBezTo>
                  <a:cubicBezTo>
                    <a:pt x="3785" y="2258"/>
                    <a:pt x="3730" y="2079"/>
                    <a:pt x="3594" y="1979"/>
                  </a:cubicBezTo>
                  <a:cubicBezTo>
                    <a:pt x="3281" y="1734"/>
                    <a:pt x="2748" y="2055"/>
                    <a:pt x="2386" y="1624"/>
                  </a:cubicBezTo>
                  <a:cubicBezTo>
                    <a:pt x="2223" y="1430"/>
                    <a:pt x="2588" y="1087"/>
                    <a:pt x="2378" y="788"/>
                  </a:cubicBezTo>
                  <a:cubicBezTo>
                    <a:pt x="2309" y="678"/>
                    <a:pt x="2229" y="607"/>
                    <a:pt x="2155" y="556"/>
                  </a:cubicBezTo>
                  <a:cubicBezTo>
                    <a:pt x="2079" y="503"/>
                    <a:pt x="1999" y="474"/>
                    <a:pt x="1915" y="456"/>
                  </a:cubicBezTo>
                  <a:cubicBezTo>
                    <a:pt x="1746" y="420"/>
                    <a:pt x="1574" y="427"/>
                    <a:pt x="1415" y="379"/>
                  </a:cubicBezTo>
                  <a:cubicBezTo>
                    <a:pt x="1278" y="339"/>
                    <a:pt x="1137" y="298"/>
                    <a:pt x="1015" y="242"/>
                  </a:cubicBezTo>
                  <a:cubicBezTo>
                    <a:pt x="895" y="189"/>
                    <a:pt x="780" y="123"/>
                    <a:pt x="678" y="36"/>
                  </a:cubicBezTo>
                  <a:cubicBezTo>
                    <a:pt x="649" y="12"/>
                    <a:pt x="614" y="0"/>
                    <a:pt x="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1"/>
            <p:cNvSpPr/>
            <p:nvPr/>
          </p:nvSpPr>
          <p:spPr>
            <a:xfrm>
              <a:off x="4792966" y="1775217"/>
              <a:ext cx="323010" cy="296762"/>
            </a:xfrm>
            <a:custGeom>
              <a:avLst/>
              <a:gdLst/>
              <a:ahLst/>
              <a:cxnLst/>
              <a:rect l="l" t="t" r="r" b="b"/>
              <a:pathLst>
                <a:path w="7322" h="6727" extrusionOk="0">
                  <a:moveTo>
                    <a:pt x="88" y="1"/>
                  </a:moveTo>
                  <a:cubicBezTo>
                    <a:pt x="64" y="151"/>
                    <a:pt x="45" y="305"/>
                    <a:pt x="28" y="464"/>
                  </a:cubicBezTo>
                  <a:cubicBezTo>
                    <a:pt x="17" y="619"/>
                    <a:pt x="11" y="778"/>
                    <a:pt x="6" y="941"/>
                  </a:cubicBezTo>
                  <a:cubicBezTo>
                    <a:pt x="0" y="1057"/>
                    <a:pt x="10" y="1175"/>
                    <a:pt x="73" y="1272"/>
                  </a:cubicBezTo>
                  <a:cubicBezTo>
                    <a:pt x="146" y="1379"/>
                    <a:pt x="271" y="1431"/>
                    <a:pt x="393" y="1473"/>
                  </a:cubicBezTo>
                  <a:cubicBezTo>
                    <a:pt x="805" y="1631"/>
                    <a:pt x="1213" y="1861"/>
                    <a:pt x="1353" y="2261"/>
                  </a:cubicBezTo>
                  <a:cubicBezTo>
                    <a:pt x="1460" y="2565"/>
                    <a:pt x="1413" y="2975"/>
                    <a:pt x="1686" y="3172"/>
                  </a:cubicBezTo>
                  <a:cubicBezTo>
                    <a:pt x="1810" y="3264"/>
                    <a:pt x="1960" y="3278"/>
                    <a:pt x="2115" y="3278"/>
                  </a:cubicBezTo>
                  <a:cubicBezTo>
                    <a:pt x="2179" y="3278"/>
                    <a:pt x="2244" y="3276"/>
                    <a:pt x="2308" y="3276"/>
                  </a:cubicBezTo>
                  <a:cubicBezTo>
                    <a:pt x="2392" y="3276"/>
                    <a:pt x="2475" y="3280"/>
                    <a:pt x="2553" y="3298"/>
                  </a:cubicBezTo>
                  <a:cubicBezTo>
                    <a:pt x="2688" y="3327"/>
                    <a:pt x="2801" y="3398"/>
                    <a:pt x="2900" y="3492"/>
                  </a:cubicBezTo>
                  <a:cubicBezTo>
                    <a:pt x="3000" y="3582"/>
                    <a:pt x="3084" y="3694"/>
                    <a:pt x="3150" y="3815"/>
                  </a:cubicBezTo>
                  <a:cubicBezTo>
                    <a:pt x="3284" y="4052"/>
                    <a:pt x="3371" y="4323"/>
                    <a:pt x="3514" y="4559"/>
                  </a:cubicBezTo>
                  <a:cubicBezTo>
                    <a:pt x="3593" y="4688"/>
                    <a:pt x="3699" y="4823"/>
                    <a:pt x="3851" y="4848"/>
                  </a:cubicBezTo>
                  <a:cubicBezTo>
                    <a:pt x="3871" y="4851"/>
                    <a:pt x="3892" y="4853"/>
                    <a:pt x="3913" y="4853"/>
                  </a:cubicBezTo>
                  <a:cubicBezTo>
                    <a:pt x="4055" y="4853"/>
                    <a:pt x="4196" y="4778"/>
                    <a:pt x="4339" y="4771"/>
                  </a:cubicBezTo>
                  <a:cubicBezTo>
                    <a:pt x="4344" y="4771"/>
                    <a:pt x="4349" y="4771"/>
                    <a:pt x="4354" y="4771"/>
                  </a:cubicBezTo>
                  <a:cubicBezTo>
                    <a:pt x="4603" y="4771"/>
                    <a:pt x="4752" y="5073"/>
                    <a:pt x="4890" y="5279"/>
                  </a:cubicBezTo>
                  <a:cubicBezTo>
                    <a:pt x="5030" y="5490"/>
                    <a:pt x="5148" y="5727"/>
                    <a:pt x="5353" y="5825"/>
                  </a:cubicBezTo>
                  <a:cubicBezTo>
                    <a:pt x="5515" y="5901"/>
                    <a:pt x="5706" y="5882"/>
                    <a:pt x="5890" y="5897"/>
                  </a:cubicBezTo>
                  <a:cubicBezTo>
                    <a:pt x="6385" y="5930"/>
                    <a:pt x="6867" y="6239"/>
                    <a:pt x="7322" y="6726"/>
                  </a:cubicBezTo>
                  <a:cubicBezTo>
                    <a:pt x="7032" y="6121"/>
                    <a:pt x="6791" y="5616"/>
                    <a:pt x="6539" y="5071"/>
                  </a:cubicBezTo>
                  <a:cubicBezTo>
                    <a:pt x="6451" y="4872"/>
                    <a:pt x="6366" y="4656"/>
                    <a:pt x="6197" y="4519"/>
                  </a:cubicBezTo>
                  <a:cubicBezTo>
                    <a:pt x="5979" y="4345"/>
                    <a:pt x="5690" y="4345"/>
                    <a:pt x="5436" y="4329"/>
                  </a:cubicBezTo>
                  <a:cubicBezTo>
                    <a:pt x="5179" y="4314"/>
                    <a:pt x="4847" y="4335"/>
                    <a:pt x="4738" y="4105"/>
                  </a:cubicBezTo>
                  <a:cubicBezTo>
                    <a:pt x="4673" y="3960"/>
                    <a:pt x="4692" y="3772"/>
                    <a:pt x="4602" y="3645"/>
                  </a:cubicBezTo>
                  <a:cubicBezTo>
                    <a:pt x="4518" y="3529"/>
                    <a:pt x="4369" y="3490"/>
                    <a:pt x="4224" y="3475"/>
                  </a:cubicBezTo>
                  <a:cubicBezTo>
                    <a:pt x="3961" y="3451"/>
                    <a:pt x="3692" y="3470"/>
                    <a:pt x="3428" y="3425"/>
                  </a:cubicBezTo>
                  <a:cubicBezTo>
                    <a:pt x="3297" y="3401"/>
                    <a:pt x="3166" y="3358"/>
                    <a:pt x="3050" y="3291"/>
                  </a:cubicBezTo>
                  <a:cubicBezTo>
                    <a:pt x="2938" y="3221"/>
                    <a:pt x="2843" y="3126"/>
                    <a:pt x="2785" y="3006"/>
                  </a:cubicBezTo>
                  <a:cubicBezTo>
                    <a:pt x="2668" y="2745"/>
                    <a:pt x="2733" y="2405"/>
                    <a:pt x="2560" y="2203"/>
                  </a:cubicBezTo>
                  <a:cubicBezTo>
                    <a:pt x="2364" y="1981"/>
                    <a:pt x="1986" y="2055"/>
                    <a:pt x="1692" y="1942"/>
                  </a:cubicBezTo>
                  <a:cubicBezTo>
                    <a:pt x="1307" y="1792"/>
                    <a:pt x="1149" y="1328"/>
                    <a:pt x="1162" y="925"/>
                  </a:cubicBezTo>
                  <a:cubicBezTo>
                    <a:pt x="1161" y="811"/>
                    <a:pt x="1180" y="683"/>
                    <a:pt x="1120" y="592"/>
                  </a:cubicBezTo>
                  <a:cubicBezTo>
                    <a:pt x="1071" y="509"/>
                    <a:pt x="966" y="471"/>
                    <a:pt x="876" y="426"/>
                  </a:cubicBezTo>
                  <a:cubicBezTo>
                    <a:pt x="745" y="366"/>
                    <a:pt x="611" y="301"/>
                    <a:pt x="477" y="232"/>
                  </a:cubicBezTo>
                  <a:cubicBezTo>
                    <a:pt x="350" y="159"/>
                    <a:pt x="220" y="81"/>
                    <a:pt x="88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1"/>
            <p:cNvSpPr/>
            <p:nvPr/>
          </p:nvSpPr>
          <p:spPr>
            <a:xfrm>
              <a:off x="4771174" y="1766880"/>
              <a:ext cx="380139" cy="350758"/>
            </a:xfrm>
            <a:custGeom>
              <a:avLst/>
              <a:gdLst/>
              <a:ahLst/>
              <a:cxnLst/>
              <a:rect l="l" t="t" r="r" b="b"/>
              <a:pathLst>
                <a:path w="8617" h="7951" extrusionOk="0">
                  <a:moveTo>
                    <a:pt x="531" y="1"/>
                  </a:moveTo>
                  <a:cubicBezTo>
                    <a:pt x="524" y="1"/>
                    <a:pt x="517" y="2"/>
                    <a:pt x="510" y="5"/>
                  </a:cubicBezTo>
                  <a:cubicBezTo>
                    <a:pt x="484" y="16"/>
                    <a:pt x="469" y="47"/>
                    <a:pt x="480" y="73"/>
                  </a:cubicBezTo>
                  <a:cubicBezTo>
                    <a:pt x="480" y="73"/>
                    <a:pt x="485" y="86"/>
                    <a:pt x="494" y="109"/>
                  </a:cubicBezTo>
                  <a:cubicBezTo>
                    <a:pt x="502" y="131"/>
                    <a:pt x="515" y="162"/>
                    <a:pt x="533" y="199"/>
                  </a:cubicBezTo>
                  <a:cubicBezTo>
                    <a:pt x="569" y="274"/>
                    <a:pt x="616" y="372"/>
                    <a:pt x="663" y="472"/>
                  </a:cubicBezTo>
                  <a:cubicBezTo>
                    <a:pt x="709" y="573"/>
                    <a:pt x="766" y="667"/>
                    <a:pt x="805" y="739"/>
                  </a:cubicBezTo>
                  <a:cubicBezTo>
                    <a:pt x="845" y="810"/>
                    <a:pt x="873" y="858"/>
                    <a:pt x="873" y="858"/>
                  </a:cubicBezTo>
                  <a:cubicBezTo>
                    <a:pt x="873" y="858"/>
                    <a:pt x="669" y="842"/>
                    <a:pt x="459" y="816"/>
                  </a:cubicBezTo>
                  <a:cubicBezTo>
                    <a:pt x="247" y="793"/>
                    <a:pt x="43" y="750"/>
                    <a:pt x="43" y="750"/>
                  </a:cubicBezTo>
                  <a:cubicBezTo>
                    <a:pt x="29" y="783"/>
                    <a:pt x="15" y="819"/>
                    <a:pt x="1" y="855"/>
                  </a:cubicBezTo>
                  <a:cubicBezTo>
                    <a:pt x="1" y="855"/>
                    <a:pt x="57" y="866"/>
                    <a:pt x="147" y="881"/>
                  </a:cubicBezTo>
                  <a:cubicBezTo>
                    <a:pt x="237" y="894"/>
                    <a:pt x="356" y="910"/>
                    <a:pt x="472" y="925"/>
                  </a:cubicBezTo>
                  <a:cubicBezTo>
                    <a:pt x="707" y="953"/>
                    <a:pt x="934" y="968"/>
                    <a:pt x="934" y="968"/>
                  </a:cubicBezTo>
                  <a:cubicBezTo>
                    <a:pt x="934" y="968"/>
                    <a:pt x="978" y="1035"/>
                    <a:pt x="1044" y="1136"/>
                  </a:cubicBezTo>
                  <a:cubicBezTo>
                    <a:pt x="1108" y="1238"/>
                    <a:pt x="1194" y="1373"/>
                    <a:pt x="1293" y="1499"/>
                  </a:cubicBezTo>
                  <a:cubicBezTo>
                    <a:pt x="1386" y="1629"/>
                    <a:pt x="1483" y="1756"/>
                    <a:pt x="1562" y="1847"/>
                  </a:cubicBezTo>
                  <a:cubicBezTo>
                    <a:pt x="1638" y="1939"/>
                    <a:pt x="1690" y="2001"/>
                    <a:pt x="1690" y="2001"/>
                  </a:cubicBezTo>
                  <a:cubicBezTo>
                    <a:pt x="1690" y="2001"/>
                    <a:pt x="1318" y="2042"/>
                    <a:pt x="930" y="2050"/>
                  </a:cubicBezTo>
                  <a:cubicBezTo>
                    <a:pt x="882" y="2051"/>
                    <a:pt x="833" y="2051"/>
                    <a:pt x="785" y="2051"/>
                  </a:cubicBezTo>
                  <a:cubicBezTo>
                    <a:pt x="454" y="2051"/>
                    <a:pt x="149" y="2032"/>
                    <a:pt x="149" y="2032"/>
                  </a:cubicBezTo>
                  <a:lnTo>
                    <a:pt x="149" y="2040"/>
                  </a:lnTo>
                  <a:cubicBezTo>
                    <a:pt x="198" y="2090"/>
                    <a:pt x="252" y="2127"/>
                    <a:pt x="304" y="2153"/>
                  </a:cubicBezTo>
                  <a:cubicBezTo>
                    <a:pt x="304" y="2153"/>
                    <a:pt x="399" y="2155"/>
                    <a:pt x="539" y="2159"/>
                  </a:cubicBezTo>
                  <a:cubicBezTo>
                    <a:pt x="601" y="2161"/>
                    <a:pt x="671" y="2162"/>
                    <a:pt x="745" y="2162"/>
                  </a:cubicBezTo>
                  <a:cubicBezTo>
                    <a:pt x="841" y="2162"/>
                    <a:pt x="944" y="2160"/>
                    <a:pt x="1049" y="2154"/>
                  </a:cubicBezTo>
                  <a:cubicBezTo>
                    <a:pt x="1234" y="2147"/>
                    <a:pt x="1415" y="2132"/>
                    <a:pt x="1549" y="2121"/>
                  </a:cubicBezTo>
                  <a:cubicBezTo>
                    <a:pt x="1681" y="2110"/>
                    <a:pt x="1772" y="2096"/>
                    <a:pt x="1772" y="2096"/>
                  </a:cubicBezTo>
                  <a:cubicBezTo>
                    <a:pt x="1772" y="2096"/>
                    <a:pt x="1826" y="2155"/>
                    <a:pt x="1907" y="2243"/>
                  </a:cubicBezTo>
                  <a:cubicBezTo>
                    <a:pt x="1986" y="2334"/>
                    <a:pt x="2096" y="2449"/>
                    <a:pt x="2212" y="2560"/>
                  </a:cubicBezTo>
                  <a:cubicBezTo>
                    <a:pt x="2323" y="2674"/>
                    <a:pt x="2441" y="2784"/>
                    <a:pt x="2530" y="2863"/>
                  </a:cubicBezTo>
                  <a:cubicBezTo>
                    <a:pt x="2618" y="2943"/>
                    <a:pt x="2677" y="2998"/>
                    <a:pt x="2677" y="2998"/>
                  </a:cubicBezTo>
                  <a:cubicBezTo>
                    <a:pt x="2677" y="2998"/>
                    <a:pt x="2342" y="3083"/>
                    <a:pt x="1991" y="3153"/>
                  </a:cubicBezTo>
                  <a:cubicBezTo>
                    <a:pt x="1646" y="3220"/>
                    <a:pt x="1285" y="3268"/>
                    <a:pt x="1285" y="3268"/>
                  </a:cubicBezTo>
                  <a:cubicBezTo>
                    <a:pt x="1291" y="3305"/>
                    <a:pt x="1294" y="3340"/>
                    <a:pt x="1301" y="3377"/>
                  </a:cubicBezTo>
                  <a:cubicBezTo>
                    <a:pt x="1301" y="3377"/>
                    <a:pt x="1396" y="3363"/>
                    <a:pt x="1538" y="3342"/>
                  </a:cubicBezTo>
                  <a:cubicBezTo>
                    <a:pt x="1677" y="3321"/>
                    <a:pt x="1863" y="3292"/>
                    <a:pt x="2048" y="3251"/>
                  </a:cubicBezTo>
                  <a:cubicBezTo>
                    <a:pt x="2233" y="3213"/>
                    <a:pt x="2415" y="3171"/>
                    <a:pt x="2548" y="3137"/>
                  </a:cubicBezTo>
                  <a:cubicBezTo>
                    <a:pt x="2681" y="3106"/>
                    <a:pt x="2772" y="3080"/>
                    <a:pt x="2772" y="3080"/>
                  </a:cubicBezTo>
                  <a:cubicBezTo>
                    <a:pt x="2772" y="3080"/>
                    <a:pt x="2832" y="3131"/>
                    <a:pt x="2924" y="3209"/>
                  </a:cubicBezTo>
                  <a:cubicBezTo>
                    <a:pt x="3015" y="3288"/>
                    <a:pt x="3140" y="3388"/>
                    <a:pt x="3266" y="3484"/>
                  </a:cubicBezTo>
                  <a:cubicBezTo>
                    <a:pt x="3389" y="3584"/>
                    <a:pt x="3518" y="3681"/>
                    <a:pt x="3615" y="3750"/>
                  </a:cubicBezTo>
                  <a:cubicBezTo>
                    <a:pt x="3712" y="3820"/>
                    <a:pt x="3776" y="3868"/>
                    <a:pt x="3776" y="3868"/>
                  </a:cubicBezTo>
                  <a:cubicBezTo>
                    <a:pt x="3776" y="3868"/>
                    <a:pt x="3465" y="3983"/>
                    <a:pt x="3143" y="4090"/>
                  </a:cubicBezTo>
                  <a:cubicBezTo>
                    <a:pt x="2822" y="4195"/>
                    <a:pt x="2494" y="4286"/>
                    <a:pt x="2494" y="4286"/>
                  </a:cubicBezTo>
                  <a:cubicBezTo>
                    <a:pt x="2527" y="4311"/>
                    <a:pt x="2560" y="4339"/>
                    <a:pt x="2589" y="4371"/>
                  </a:cubicBezTo>
                  <a:cubicBezTo>
                    <a:pt x="2589" y="4371"/>
                    <a:pt x="2919" y="4279"/>
                    <a:pt x="3242" y="4167"/>
                  </a:cubicBezTo>
                  <a:cubicBezTo>
                    <a:pt x="3563" y="4060"/>
                    <a:pt x="3876" y="3939"/>
                    <a:pt x="3876" y="3939"/>
                  </a:cubicBezTo>
                  <a:cubicBezTo>
                    <a:pt x="3876" y="3939"/>
                    <a:pt x="3941" y="3983"/>
                    <a:pt x="4040" y="4051"/>
                  </a:cubicBezTo>
                  <a:cubicBezTo>
                    <a:pt x="4139" y="4120"/>
                    <a:pt x="4271" y="4208"/>
                    <a:pt x="4406" y="4295"/>
                  </a:cubicBezTo>
                  <a:cubicBezTo>
                    <a:pt x="4538" y="4382"/>
                    <a:pt x="4673" y="4469"/>
                    <a:pt x="4775" y="4529"/>
                  </a:cubicBezTo>
                  <a:cubicBezTo>
                    <a:pt x="4876" y="4593"/>
                    <a:pt x="4945" y="4635"/>
                    <a:pt x="4945" y="4635"/>
                  </a:cubicBezTo>
                  <a:cubicBezTo>
                    <a:pt x="4945" y="4635"/>
                    <a:pt x="4821" y="4691"/>
                    <a:pt x="4633" y="4774"/>
                  </a:cubicBezTo>
                  <a:cubicBezTo>
                    <a:pt x="4443" y="4857"/>
                    <a:pt x="4188" y="4965"/>
                    <a:pt x="3930" y="5065"/>
                  </a:cubicBezTo>
                  <a:cubicBezTo>
                    <a:pt x="3413" y="5274"/>
                    <a:pt x="2873" y="5447"/>
                    <a:pt x="2873" y="5447"/>
                  </a:cubicBezTo>
                  <a:cubicBezTo>
                    <a:pt x="2883" y="5482"/>
                    <a:pt x="2895" y="5516"/>
                    <a:pt x="2900" y="5542"/>
                  </a:cubicBezTo>
                  <a:cubicBezTo>
                    <a:pt x="2900" y="5542"/>
                    <a:pt x="3040" y="5496"/>
                    <a:pt x="3247" y="5426"/>
                  </a:cubicBezTo>
                  <a:cubicBezTo>
                    <a:pt x="3453" y="5354"/>
                    <a:pt x="3728" y="5249"/>
                    <a:pt x="3994" y="5144"/>
                  </a:cubicBezTo>
                  <a:cubicBezTo>
                    <a:pt x="4532" y="4931"/>
                    <a:pt x="5044" y="4691"/>
                    <a:pt x="5044" y="4691"/>
                  </a:cubicBezTo>
                  <a:cubicBezTo>
                    <a:pt x="5044" y="4691"/>
                    <a:pt x="5320" y="4853"/>
                    <a:pt x="5594" y="5013"/>
                  </a:cubicBezTo>
                  <a:cubicBezTo>
                    <a:pt x="5871" y="5170"/>
                    <a:pt x="6139" y="5337"/>
                    <a:pt x="6139" y="5337"/>
                  </a:cubicBezTo>
                  <a:cubicBezTo>
                    <a:pt x="6139" y="5337"/>
                    <a:pt x="5819" y="5480"/>
                    <a:pt x="5506" y="5636"/>
                  </a:cubicBezTo>
                  <a:cubicBezTo>
                    <a:pt x="5189" y="5789"/>
                    <a:pt x="4874" y="5943"/>
                    <a:pt x="4874" y="5943"/>
                  </a:cubicBezTo>
                  <a:lnTo>
                    <a:pt x="4878" y="5951"/>
                  </a:lnTo>
                  <a:cubicBezTo>
                    <a:pt x="4924" y="5960"/>
                    <a:pt x="4966" y="5976"/>
                    <a:pt x="5005" y="5994"/>
                  </a:cubicBezTo>
                  <a:cubicBezTo>
                    <a:pt x="5005" y="5994"/>
                    <a:pt x="5312" y="5843"/>
                    <a:pt x="5620" y="5690"/>
                  </a:cubicBezTo>
                  <a:cubicBezTo>
                    <a:pt x="5926" y="5540"/>
                    <a:pt x="6244" y="5405"/>
                    <a:pt x="6244" y="5405"/>
                  </a:cubicBezTo>
                  <a:cubicBezTo>
                    <a:pt x="6244" y="5405"/>
                    <a:pt x="6512" y="5573"/>
                    <a:pt x="6754" y="5773"/>
                  </a:cubicBezTo>
                  <a:cubicBezTo>
                    <a:pt x="6997" y="5971"/>
                    <a:pt x="7203" y="6209"/>
                    <a:pt x="7203" y="6209"/>
                  </a:cubicBezTo>
                  <a:cubicBezTo>
                    <a:pt x="7203" y="6209"/>
                    <a:pt x="6746" y="6262"/>
                    <a:pt x="6351" y="6418"/>
                  </a:cubicBezTo>
                  <a:cubicBezTo>
                    <a:pt x="5950" y="6567"/>
                    <a:pt x="5584" y="6772"/>
                    <a:pt x="5584" y="6772"/>
                  </a:cubicBezTo>
                  <a:cubicBezTo>
                    <a:pt x="5599" y="6798"/>
                    <a:pt x="5614" y="6820"/>
                    <a:pt x="5631" y="6840"/>
                  </a:cubicBezTo>
                  <a:cubicBezTo>
                    <a:pt x="5631" y="6840"/>
                    <a:pt x="5722" y="6790"/>
                    <a:pt x="5867" y="6719"/>
                  </a:cubicBezTo>
                  <a:cubicBezTo>
                    <a:pt x="6009" y="6650"/>
                    <a:pt x="6204" y="6561"/>
                    <a:pt x="6409" y="6491"/>
                  </a:cubicBezTo>
                  <a:cubicBezTo>
                    <a:pt x="6612" y="6417"/>
                    <a:pt x="6833" y="6370"/>
                    <a:pt x="7002" y="6344"/>
                  </a:cubicBezTo>
                  <a:cubicBezTo>
                    <a:pt x="7171" y="6314"/>
                    <a:pt x="7285" y="6303"/>
                    <a:pt x="7285" y="6303"/>
                  </a:cubicBezTo>
                  <a:cubicBezTo>
                    <a:pt x="7285" y="6303"/>
                    <a:pt x="7491" y="6540"/>
                    <a:pt x="7673" y="6799"/>
                  </a:cubicBezTo>
                  <a:cubicBezTo>
                    <a:pt x="7763" y="6928"/>
                    <a:pt x="7849" y="7059"/>
                    <a:pt x="7909" y="7161"/>
                  </a:cubicBezTo>
                  <a:cubicBezTo>
                    <a:pt x="7970" y="7263"/>
                    <a:pt x="8006" y="7332"/>
                    <a:pt x="8006" y="7332"/>
                  </a:cubicBezTo>
                  <a:cubicBezTo>
                    <a:pt x="8006" y="7332"/>
                    <a:pt x="7754" y="7308"/>
                    <a:pt x="7497" y="7308"/>
                  </a:cubicBezTo>
                  <a:cubicBezTo>
                    <a:pt x="7482" y="7308"/>
                    <a:pt x="7467" y="7308"/>
                    <a:pt x="7452" y="7308"/>
                  </a:cubicBezTo>
                  <a:cubicBezTo>
                    <a:pt x="7177" y="7310"/>
                    <a:pt x="6909" y="7337"/>
                    <a:pt x="6909" y="7337"/>
                  </a:cubicBezTo>
                  <a:cubicBezTo>
                    <a:pt x="6911" y="7340"/>
                    <a:pt x="6911" y="7344"/>
                    <a:pt x="6912" y="7348"/>
                  </a:cubicBezTo>
                  <a:cubicBezTo>
                    <a:pt x="6916" y="7376"/>
                    <a:pt x="6922" y="7402"/>
                    <a:pt x="6929" y="7427"/>
                  </a:cubicBezTo>
                  <a:cubicBezTo>
                    <a:pt x="6929" y="7427"/>
                    <a:pt x="7165" y="7405"/>
                    <a:pt x="7425" y="7405"/>
                  </a:cubicBezTo>
                  <a:cubicBezTo>
                    <a:pt x="7446" y="7405"/>
                    <a:pt x="7468" y="7406"/>
                    <a:pt x="7490" y="7406"/>
                  </a:cubicBezTo>
                  <a:cubicBezTo>
                    <a:pt x="7632" y="7407"/>
                    <a:pt x="7776" y="7415"/>
                    <a:pt x="7883" y="7424"/>
                  </a:cubicBezTo>
                  <a:cubicBezTo>
                    <a:pt x="7991" y="7434"/>
                    <a:pt x="8064" y="7443"/>
                    <a:pt x="8064" y="7443"/>
                  </a:cubicBezTo>
                  <a:cubicBezTo>
                    <a:pt x="8064" y="7443"/>
                    <a:pt x="8077" y="7471"/>
                    <a:pt x="8098" y="7515"/>
                  </a:cubicBezTo>
                  <a:cubicBezTo>
                    <a:pt x="8119" y="7558"/>
                    <a:pt x="8148" y="7616"/>
                    <a:pt x="8172" y="7676"/>
                  </a:cubicBezTo>
                  <a:cubicBezTo>
                    <a:pt x="8224" y="7795"/>
                    <a:pt x="8261" y="7917"/>
                    <a:pt x="8261" y="7917"/>
                  </a:cubicBezTo>
                  <a:cubicBezTo>
                    <a:pt x="8268" y="7937"/>
                    <a:pt x="8289" y="7950"/>
                    <a:pt x="8311" y="7950"/>
                  </a:cubicBezTo>
                  <a:cubicBezTo>
                    <a:pt x="8317" y="7950"/>
                    <a:pt x="8322" y="7950"/>
                    <a:pt x="8327" y="7948"/>
                  </a:cubicBezTo>
                  <a:cubicBezTo>
                    <a:pt x="8357" y="7941"/>
                    <a:pt x="8373" y="7911"/>
                    <a:pt x="8363" y="7884"/>
                  </a:cubicBezTo>
                  <a:cubicBezTo>
                    <a:pt x="8363" y="7884"/>
                    <a:pt x="8324" y="7755"/>
                    <a:pt x="8270" y="7634"/>
                  </a:cubicBezTo>
                  <a:cubicBezTo>
                    <a:pt x="8246" y="7573"/>
                    <a:pt x="8216" y="7513"/>
                    <a:pt x="8195" y="7469"/>
                  </a:cubicBezTo>
                  <a:cubicBezTo>
                    <a:pt x="8174" y="7424"/>
                    <a:pt x="8159" y="7394"/>
                    <a:pt x="8159" y="7394"/>
                  </a:cubicBezTo>
                  <a:cubicBezTo>
                    <a:pt x="8159" y="7394"/>
                    <a:pt x="8194" y="7328"/>
                    <a:pt x="8243" y="7229"/>
                  </a:cubicBezTo>
                  <a:cubicBezTo>
                    <a:pt x="8294" y="7129"/>
                    <a:pt x="8355" y="6993"/>
                    <a:pt x="8411" y="6853"/>
                  </a:cubicBezTo>
                  <a:cubicBezTo>
                    <a:pt x="8527" y="6572"/>
                    <a:pt x="8616" y="6276"/>
                    <a:pt x="8616" y="6276"/>
                  </a:cubicBezTo>
                  <a:cubicBezTo>
                    <a:pt x="8590" y="6250"/>
                    <a:pt x="8563" y="6228"/>
                    <a:pt x="8533" y="6208"/>
                  </a:cubicBezTo>
                  <a:cubicBezTo>
                    <a:pt x="8530" y="6205"/>
                    <a:pt x="8526" y="6203"/>
                    <a:pt x="8522" y="6199"/>
                  </a:cubicBezTo>
                  <a:cubicBezTo>
                    <a:pt x="8522" y="6199"/>
                    <a:pt x="8438" y="6484"/>
                    <a:pt x="8333" y="6756"/>
                  </a:cubicBezTo>
                  <a:cubicBezTo>
                    <a:pt x="8229" y="7029"/>
                    <a:pt x="8100" y="7281"/>
                    <a:pt x="8100" y="7281"/>
                  </a:cubicBezTo>
                  <a:cubicBezTo>
                    <a:pt x="8100" y="7281"/>
                    <a:pt x="8064" y="7208"/>
                    <a:pt x="8001" y="7107"/>
                  </a:cubicBezTo>
                  <a:cubicBezTo>
                    <a:pt x="7941" y="7003"/>
                    <a:pt x="7853" y="6869"/>
                    <a:pt x="7760" y="6738"/>
                  </a:cubicBezTo>
                  <a:cubicBezTo>
                    <a:pt x="7576" y="6475"/>
                    <a:pt x="7366" y="6234"/>
                    <a:pt x="7366" y="6234"/>
                  </a:cubicBezTo>
                  <a:cubicBezTo>
                    <a:pt x="7366" y="6234"/>
                    <a:pt x="7398" y="6121"/>
                    <a:pt x="7434" y="5950"/>
                  </a:cubicBezTo>
                  <a:cubicBezTo>
                    <a:pt x="7473" y="5778"/>
                    <a:pt x="7513" y="5542"/>
                    <a:pt x="7527" y="5291"/>
                  </a:cubicBezTo>
                  <a:cubicBezTo>
                    <a:pt x="7542" y="5043"/>
                    <a:pt x="7535" y="4790"/>
                    <a:pt x="7526" y="4600"/>
                  </a:cubicBezTo>
                  <a:cubicBezTo>
                    <a:pt x="7515" y="4409"/>
                    <a:pt x="7502" y="4282"/>
                    <a:pt x="7502" y="4282"/>
                  </a:cubicBezTo>
                  <a:cubicBezTo>
                    <a:pt x="7461" y="4261"/>
                    <a:pt x="7419" y="4241"/>
                    <a:pt x="7376" y="4224"/>
                  </a:cubicBezTo>
                  <a:lnTo>
                    <a:pt x="7376" y="4224"/>
                  </a:lnTo>
                  <a:cubicBezTo>
                    <a:pt x="7376" y="4224"/>
                    <a:pt x="7432" y="4722"/>
                    <a:pt x="7413" y="5207"/>
                  </a:cubicBezTo>
                  <a:cubicBezTo>
                    <a:pt x="7406" y="5451"/>
                    <a:pt x="7379" y="5688"/>
                    <a:pt x="7344" y="5857"/>
                  </a:cubicBezTo>
                  <a:cubicBezTo>
                    <a:pt x="7313" y="6029"/>
                    <a:pt x="7284" y="6139"/>
                    <a:pt x="7284" y="6139"/>
                  </a:cubicBezTo>
                  <a:cubicBezTo>
                    <a:pt x="7284" y="6139"/>
                    <a:pt x="7072" y="5894"/>
                    <a:pt x="6822" y="5690"/>
                  </a:cubicBezTo>
                  <a:cubicBezTo>
                    <a:pt x="6573" y="5484"/>
                    <a:pt x="6303" y="5314"/>
                    <a:pt x="6303" y="5314"/>
                  </a:cubicBezTo>
                  <a:cubicBezTo>
                    <a:pt x="6303" y="5314"/>
                    <a:pt x="6292" y="4965"/>
                    <a:pt x="6262" y="4616"/>
                  </a:cubicBezTo>
                  <a:cubicBezTo>
                    <a:pt x="6231" y="4266"/>
                    <a:pt x="6201" y="3918"/>
                    <a:pt x="6201" y="3918"/>
                  </a:cubicBezTo>
                  <a:cubicBezTo>
                    <a:pt x="6164" y="3893"/>
                    <a:pt x="6130" y="3864"/>
                    <a:pt x="6100" y="3830"/>
                  </a:cubicBezTo>
                  <a:lnTo>
                    <a:pt x="6093" y="3831"/>
                  </a:lnTo>
                  <a:cubicBezTo>
                    <a:pt x="6093" y="3831"/>
                    <a:pt x="6121" y="4183"/>
                    <a:pt x="6151" y="4537"/>
                  </a:cubicBezTo>
                  <a:cubicBezTo>
                    <a:pt x="6182" y="4892"/>
                    <a:pt x="6198" y="5246"/>
                    <a:pt x="6198" y="5246"/>
                  </a:cubicBezTo>
                  <a:cubicBezTo>
                    <a:pt x="6198" y="5246"/>
                    <a:pt x="5926" y="5078"/>
                    <a:pt x="5649" y="4920"/>
                  </a:cubicBezTo>
                  <a:cubicBezTo>
                    <a:pt x="5376" y="4760"/>
                    <a:pt x="5102" y="4600"/>
                    <a:pt x="5102" y="4600"/>
                  </a:cubicBezTo>
                  <a:cubicBezTo>
                    <a:pt x="5102" y="4600"/>
                    <a:pt x="5069" y="4030"/>
                    <a:pt x="5066" y="3474"/>
                  </a:cubicBezTo>
                  <a:cubicBezTo>
                    <a:pt x="5061" y="2915"/>
                    <a:pt x="5098" y="2368"/>
                    <a:pt x="5098" y="2368"/>
                  </a:cubicBezTo>
                  <a:lnTo>
                    <a:pt x="5098" y="2368"/>
                  </a:lnTo>
                  <a:cubicBezTo>
                    <a:pt x="5066" y="2373"/>
                    <a:pt x="5035" y="2376"/>
                    <a:pt x="5002" y="2383"/>
                  </a:cubicBezTo>
                  <a:cubicBezTo>
                    <a:pt x="5002" y="2383"/>
                    <a:pt x="4965" y="2912"/>
                    <a:pt x="4969" y="3451"/>
                  </a:cubicBezTo>
                  <a:cubicBezTo>
                    <a:pt x="4967" y="3721"/>
                    <a:pt x="4974" y="3992"/>
                    <a:pt x="4981" y="4195"/>
                  </a:cubicBezTo>
                  <a:cubicBezTo>
                    <a:pt x="4991" y="4400"/>
                    <a:pt x="4996" y="4537"/>
                    <a:pt x="4996" y="4537"/>
                  </a:cubicBezTo>
                  <a:cubicBezTo>
                    <a:pt x="4996" y="4537"/>
                    <a:pt x="4929" y="4496"/>
                    <a:pt x="4828" y="4433"/>
                  </a:cubicBezTo>
                  <a:cubicBezTo>
                    <a:pt x="4727" y="4371"/>
                    <a:pt x="4593" y="4287"/>
                    <a:pt x="4460" y="4199"/>
                  </a:cubicBezTo>
                  <a:cubicBezTo>
                    <a:pt x="4326" y="4113"/>
                    <a:pt x="4194" y="4025"/>
                    <a:pt x="4098" y="3957"/>
                  </a:cubicBezTo>
                  <a:cubicBezTo>
                    <a:pt x="4000" y="3891"/>
                    <a:pt x="3935" y="3846"/>
                    <a:pt x="3935" y="3846"/>
                  </a:cubicBezTo>
                  <a:cubicBezTo>
                    <a:pt x="3935" y="3846"/>
                    <a:pt x="3941" y="3509"/>
                    <a:pt x="3963" y="3180"/>
                  </a:cubicBezTo>
                  <a:cubicBezTo>
                    <a:pt x="3982" y="2852"/>
                    <a:pt x="4021" y="2525"/>
                    <a:pt x="4021" y="2525"/>
                  </a:cubicBezTo>
                  <a:cubicBezTo>
                    <a:pt x="3989" y="2507"/>
                    <a:pt x="3958" y="2488"/>
                    <a:pt x="3931" y="2464"/>
                  </a:cubicBezTo>
                  <a:cubicBezTo>
                    <a:pt x="3931" y="2464"/>
                    <a:pt x="3892" y="2786"/>
                    <a:pt x="3868" y="3114"/>
                  </a:cubicBezTo>
                  <a:cubicBezTo>
                    <a:pt x="3845" y="3440"/>
                    <a:pt x="3834" y="3775"/>
                    <a:pt x="3834" y="3775"/>
                  </a:cubicBezTo>
                  <a:cubicBezTo>
                    <a:pt x="3834" y="3775"/>
                    <a:pt x="3769" y="3728"/>
                    <a:pt x="3673" y="3658"/>
                  </a:cubicBezTo>
                  <a:cubicBezTo>
                    <a:pt x="3577" y="3588"/>
                    <a:pt x="3449" y="3494"/>
                    <a:pt x="3326" y="3395"/>
                  </a:cubicBezTo>
                  <a:cubicBezTo>
                    <a:pt x="3200" y="3299"/>
                    <a:pt x="3076" y="3199"/>
                    <a:pt x="2986" y="3122"/>
                  </a:cubicBezTo>
                  <a:cubicBezTo>
                    <a:pt x="2896" y="3046"/>
                    <a:pt x="2836" y="2995"/>
                    <a:pt x="2836" y="2995"/>
                  </a:cubicBezTo>
                  <a:cubicBezTo>
                    <a:pt x="2836" y="2995"/>
                    <a:pt x="2844" y="2905"/>
                    <a:pt x="2865" y="2768"/>
                  </a:cubicBezTo>
                  <a:cubicBezTo>
                    <a:pt x="2885" y="2631"/>
                    <a:pt x="2915" y="2451"/>
                    <a:pt x="2947" y="2274"/>
                  </a:cubicBezTo>
                  <a:cubicBezTo>
                    <a:pt x="2979" y="2097"/>
                    <a:pt x="3018" y="1921"/>
                    <a:pt x="3049" y="1791"/>
                  </a:cubicBezTo>
                  <a:cubicBezTo>
                    <a:pt x="3083" y="1661"/>
                    <a:pt x="3104" y="1575"/>
                    <a:pt x="3104" y="1575"/>
                  </a:cubicBezTo>
                  <a:cubicBezTo>
                    <a:pt x="3072" y="1575"/>
                    <a:pt x="3039" y="1574"/>
                    <a:pt x="3006" y="1574"/>
                  </a:cubicBezTo>
                  <a:cubicBezTo>
                    <a:pt x="3006" y="1574"/>
                    <a:pt x="2921" y="1896"/>
                    <a:pt x="2854" y="2234"/>
                  </a:cubicBezTo>
                  <a:cubicBezTo>
                    <a:pt x="2791" y="2567"/>
                    <a:pt x="2744" y="2915"/>
                    <a:pt x="2744" y="2915"/>
                  </a:cubicBezTo>
                  <a:cubicBezTo>
                    <a:pt x="2744" y="2915"/>
                    <a:pt x="2686" y="2862"/>
                    <a:pt x="2598" y="2782"/>
                  </a:cubicBezTo>
                  <a:cubicBezTo>
                    <a:pt x="2508" y="2704"/>
                    <a:pt x="2393" y="2595"/>
                    <a:pt x="2282" y="2483"/>
                  </a:cubicBezTo>
                  <a:cubicBezTo>
                    <a:pt x="2169" y="2374"/>
                    <a:pt x="2060" y="2259"/>
                    <a:pt x="1981" y="2170"/>
                  </a:cubicBezTo>
                  <a:cubicBezTo>
                    <a:pt x="1901" y="2082"/>
                    <a:pt x="1846" y="2024"/>
                    <a:pt x="1846" y="2024"/>
                  </a:cubicBezTo>
                  <a:cubicBezTo>
                    <a:pt x="1846" y="2024"/>
                    <a:pt x="1866" y="1939"/>
                    <a:pt x="1904" y="1808"/>
                  </a:cubicBezTo>
                  <a:cubicBezTo>
                    <a:pt x="1943" y="1680"/>
                    <a:pt x="1993" y="1511"/>
                    <a:pt x="2050" y="1346"/>
                  </a:cubicBezTo>
                  <a:cubicBezTo>
                    <a:pt x="2104" y="1182"/>
                    <a:pt x="2171" y="1018"/>
                    <a:pt x="2221" y="900"/>
                  </a:cubicBezTo>
                  <a:lnTo>
                    <a:pt x="2307" y="703"/>
                  </a:lnTo>
                  <a:cubicBezTo>
                    <a:pt x="2305" y="657"/>
                    <a:pt x="2296" y="610"/>
                    <a:pt x="2276" y="564"/>
                  </a:cubicBezTo>
                  <a:lnTo>
                    <a:pt x="2271" y="563"/>
                  </a:lnTo>
                  <a:cubicBezTo>
                    <a:pt x="2271" y="563"/>
                    <a:pt x="2120" y="879"/>
                    <a:pt x="1990" y="1225"/>
                  </a:cubicBezTo>
                  <a:cubicBezTo>
                    <a:pt x="1865" y="1566"/>
                    <a:pt x="1767" y="1929"/>
                    <a:pt x="1767" y="1929"/>
                  </a:cubicBezTo>
                  <a:cubicBezTo>
                    <a:pt x="1767" y="1929"/>
                    <a:pt x="1715" y="1868"/>
                    <a:pt x="1640" y="1777"/>
                  </a:cubicBezTo>
                  <a:cubicBezTo>
                    <a:pt x="1563" y="1688"/>
                    <a:pt x="1467" y="1564"/>
                    <a:pt x="1376" y="1434"/>
                  </a:cubicBezTo>
                  <a:cubicBezTo>
                    <a:pt x="1279" y="1309"/>
                    <a:pt x="1193" y="1177"/>
                    <a:pt x="1130" y="1077"/>
                  </a:cubicBezTo>
                  <a:cubicBezTo>
                    <a:pt x="1066" y="977"/>
                    <a:pt x="1022" y="912"/>
                    <a:pt x="1022" y="912"/>
                  </a:cubicBezTo>
                  <a:cubicBezTo>
                    <a:pt x="1022" y="912"/>
                    <a:pt x="1122" y="699"/>
                    <a:pt x="1229" y="501"/>
                  </a:cubicBezTo>
                  <a:cubicBezTo>
                    <a:pt x="1282" y="401"/>
                    <a:pt x="1336" y="304"/>
                    <a:pt x="1378" y="233"/>
                  </a:cubicBezTo>
                  <a:cubicBezTo>
                    <a:pt x="1420" y="161"/>
                    <a:pt x="1451" y="114"/>
                    <a:pt x="1451" y="114"/>
                  </a:cubicBezTo>
                  <a:cubicBezTo>
                    <a:pt x="1419" y="110"/>
                    <a:pt x="1384" y="104"/>
                    <a:pt x="1352" y="98"/>
                  </a:cubicBezTo>
                  <a:cubicBezTo>
                    <a:pt x="1352" y="98"/>
                    <a:pt x="1240" y="267"/>
                    <a:pt x="1148" y="442"/>
                  </a:cubicBezTo>
                  <a:cubicBezTo>
                    <a:pt x="1052" y="616"/>
                    <a:pt x="963" y="803"/>
                    <a:pt x="963" y="803"/>
                  </a:cubicBezTo>
                  <a:lnTo>
                    <a:pt x="898" y="684"/>
                  </a:lnTo>
                  <a:cubicBezTo>
                    <a:pt x="859" y="613"/>
                    <a:pt x="801" y="520"/>
                    <a:pt x="758" y="422"/>
                  </a:cubicBezTo>
                  <a:cubicBezTo>
                    <a:pt x="712" y="325"/>
                    <a:pt x="667" y="227"/>
                    <a:pt x="631" y="154"/>
                  </a:cubicBezTo>
                  <a:cubicBezTo>
                    <a:pt x="612" y="119"/>
                    <a:pt x="599" y="88"/>
                    <a:pt x="591" y="65"/>
                  </a:cubicBezTo>
                  <a:cubicBezTo>
                    <a:pt x="584" y="44"/>
                    <a:pt x="578" y="31"/>
                    <a:pt x="578" y="31"/>
                  </a:cubicBezTo>
                  <a:cubicBezTo>
                    <a:pt x="570" y="12"/>
                    <a:pt x="551" y="1"/>
                    <a:pt x="53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1"/>
            <p:cNvSpPr/>
            <p:nvPr/>
          </p:nvSpPr>
          <p:spPr>
            <a:xfrm>
              <a:off x="5016225" y="1921366"/>
              <a:ext cx="147785" cy="218546"/>
            </a:xfrm>
            <a:custGeom>
              <a:avLst/>
              <a:gdLst/>
              <a:ahLst/>
              <a:cxnLst/>
              <a:rect l="l" t="t" r="r" b="b"/>
              <a:pathLst>
                <a:path w="3350" h="4954" extrusionOk="0">
                  <a:moveTo>
                    <a:pt x="409" y="0"/>
                  </a:moveTo>
                  <a:cubicBezTo>
                    <a:pt x="337" y="82"/>
                    <a:pt x="272" y="173"/>
                    <a:pt x="219" y="276"/>
                  </a:cubicBezTo>
                  <a:cubicBezTo>
                    <a:pt x="54" y="604"/>
                    <a:pt x="2" y="982"/>
                    <a:pt x="1" y="1346"/>
                  </a:cubicBezTo>
                  <a:cubicBezTo>
                    <a:pt x="1" y="1818"/>
                    <a:pt x="113" y="2275"/>
                    <a:pt x="298" y="2705"/>
                  </a:cubicBezTo>
                  <a:cubicBezTo>
                    <a:pt x="392" y="2921"/>
                    <a:pt x="500" y="3131"/>
                    <a:pt x="616" y="3334"/>
                  </a:cubicBezTo>
                  <a:cubicBezTo>
                    <a:pt x="640" y="3378"/>
                    <a:pt x="663" y="3421"/>
                    <a:pt x="685" y="3464"/>
                  </a:cubicBezTo>
                  <a:cubicBezTo>
                    <a:pt x="742" y="3464"/>
                    <a:pt x="799" y="3465"/>
                    <a:pt x="855" y="3470"/>
                  </a:cubicBezTo>
                  <a:cubicBezTo>
                    <a:pt x="1097" y="3491"/>
                    <a:pt x="1326" y="3579"/>
                    <a:pt x="1363" y="3852"/>
                  </a:cubicBezTo>
                  <a:cubicBezTo>
                    <a:pt x="1375" y="3945"/>
                    <a:pt x="1406" y="4030"/>
                    <a:pt x="1472" y="4089"/>
                  </a:cubicBezTo>
                  <a:cubicBezTo>
                    <a:pt x="1518" y="4132"/>
                    <a:pt x="1565" y="4148"/>
                    <a:pt x="1613" y="4148"/>
                  </a:cubicBezTo>
                  <a:cubicBezTo>
                    <a:pt x="1750" y="4148"/>
                    <a:pt x="1896" y="4018"/>
                    <a:pt x="2046" y="4018"/>
                  </a:cubicBezTo>
                  <a:cubicBezTo>
                    <a:pt x="2073" y="4018"/>
                    <a:pt x="2099" y="4022"/>
                    <a:pt x="2125" y="4031"/>
                  </a:cubicBezTo>
                  <a:cubicBezTo>
                    <a:pt x="2349" y="4115"/>
                    <a:pt x="2441" y="4272"/>
                    <a:pt x="2522" y="4429"/>
                  </a:cubicBezTo>
                  <a:cubicBezTo>
                    <a:pt x="2602" y="4593"/>
                    <a:pt x="2678" y="4741"/>
                    <a:pt x="2859" y="4953"/>
                  </a:cubicBezTo>
                  <a:cubicBezTo>
                    <a:pt x="3037" y="4724"/>
                    <a:pt x="3009" y="4479"/>
                    <a:pt x="2966" y="4277"/>
                  </a:cubicBezTo>
                  <a:cubicBezTo>
                    <a:pt x="2922" y="4067"/>
                    <a:pt x="2856" y="3879"/>
                    <a:pt x="2891" y="3616"/>
                  </a:cubicBezTo>
                  <a:cubicBezTo>
                    <a:pt x="2924" y="3336"/>
                    <a:pt x="3349" y="3363"/>
                    <a:pt x="3217" y="2994"/>
                  </a:cubicBezTo>
                  <a:cubicBezTo>
                    <a:pt x="3172" y="2877"/>
                    <a:pt x="3083" y="2782"/>
                    <a:pt x="2983" y="2714"/>
                  </a:cubicBezTo>
                  <a:cubicBezTo>
                    <a:pt x="2687" y="2517"/>
                    <a:pt x="2628" y="2251"/>
                    <a:pt x="2581" y="1944"/>
                  </a:cubicBezTo>
                  <a:cubicBezTo>
                    <a:pt x="2556" y="1789"/>
                    <a:pt x="2536" y="1628"/>
                    <a:pt x="2482" y="1461"/>
                  </a:cubicBezTo>
                  <a:cubicBezTo>
                    <a:pt x="2427" y="1292"/>
                    <a:pt x="2347" y="1131"/>
                    <a:pt x="2228" y="996"/>
                  </a:cubicBezTo>
                  <a:cubicBezTo>
                    <a:pt x="1989" y="730"/>
                    <a:pt x="1637" y="655"/>
                    <a:pt x="1325" y="610"/>
                  </a:cubicBezTo>
                  <a:cubicBezTo>
                    <a:pt x="1010" y="563"/>
                    <a:pt x="722" y="536"/>
                    <a:pt x="550" y="337"/>
                  </a:cubicBezTo>
                  <a:cubicBezTo>
                    <a:pt x="468" y="239"/>
                    <a:pt x="430" y="123"/>
                    <a:pt x="40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1"/>
            <p:cNvSpPr/>
            <p:nvPr/>
          </p:nvSpPr>
          <p:spPr>
            <a:xfrm>
              <a:off x="4824331" y="1769659"/>
              <a:ext cx="110773" cy="90436"/>
            </a:xfrm>
            <a:custGeom>
              <a:avLst/>
              <a:gdLst/>
              <a:ahLst/>
              <a:cxnLst/>
              <a:rect l="l" t="t" r="r" b="b"/>
              <a:pathLst>
                <a:path w="2511" h="2050" extrusionOk="0">
                  <a:moveTo>
                    <a:pt x="1" y="0"/>
                  </a:moveTo>
                  <a:lnTo>
                    <a:pt x="1" y="0"/>
                  </a:lnTo>
                  <a:cubicBezTo>
                    <a:pt x="61" y="157"/>
                    <a:pt x="131" y="309"/>
                    <a:pt x="220" y="452"/>
                  </a:cubicBezTo>
                  <a:cubicBezTo>
                    <a:pt x="719" y="1264"/>
                    <a:pt x="1579" y="1798"/>
                    <a:pt x="2510" y="2049"/>
                  </a:cubicBezTo>
                  <a:cubicBezTo>
                    <a:pt x="2440" y="1886"/>
                    <a:pt x="2383" y="1718"/>
                    <a:pt x="2252" y="1623"/>
                  </a:cubicBezTo>
                  <a:cubicBezTo>
                    <a:pt x="1940" y="1377"/>
                    <a:pt x="1406" y="1698"/>
                    <a:pt x="1044" y="1267"/>
                  </a:cubicBezTo>
                  <a:cubicBezTo>
                    <a:pt x="881" y="1073"/>
                    <a:pt x="1248" y="731"/>
                    <a:pt x="1037" y="431"/>
                  </a:cubicBezTo>
                  <a:cubicBezTo>
                    <a:pt x="968" y="321"/>
                    <a:pt x="887" y="251"/>
                    <a:pt x="813" y="199"/>
                  </a:cubicBezTo>
                  <a:cubicBezTo>
                    <a:pt x="738" y="147"/>
                    <a:pt x="657" y="117"/>
                    <a:pt x="573" y="99"/>
                  </a:cubicBezTo>
                  <a:cubicBezTo>
                    <a:pt x="404" y="64"/>
                    <a:pt x="232" y="70"/>
                    <a:pt x="73" y="23"/>
                  </a:cubicBezTo>
                  <a:cubicBezTo>
                    <a:pt x="50" y="16"/>
                    <a:pt x="26" y="9"/>
                    <a:pt x="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1"/>
            <p:cNvSpPr/>
            <p:nvPr/>
          </p:nvSpPr>
          <p:spPr>
            <a:xfrm>
              <a:off x="5165109" y="426928"/>
              <a:ext cx="287674" cy="242456"/>
            </a:xfrm>
            <a:custGeom>
              <a:avLst/>
              <a:gdLst/>
              <a:ahLst/>
              <a:cxnLst/>
              <a:rect l="l" t="t" r="r" b="b"/>
              <a:pathLst>
                <a:path w="6521" h="5496" extrusionOk="0">
                  <a:moveTo>
                    <a:pt x="3260" y="0"/>
                  </a:moveTo>
                  <a:cubicBezTo>
                    <a:pt x="1941" y="0"/>
                    <a:pt x="0" y="578"/>
                    <a:pt x="0" y="2246"/>
                  </a:cubicBezTo>
                  <a:cubicBezTo>
                    <a:pt x="0" y="3472"/>
                    <a:pt x="1765" y="4746"/>
                    <a:pt x="2698" y="5333"/>
                  </a:cubicBezTo>
                  <a:cubicBezTo>
                    <a:pt x="2871" y="5441"/>
                    <a:pt x="3065" y="5495"/>
                    <a:pt x="3260" y="5495"/>
                  </a:cubicBezTo>
                  <a:cubicBezTo>
                    <a:pt x="3455" y="5495"/>
                    <a:pt x="3651" y="5441"/>
                    <a:pt x="3823" y="5333"/>
                  </a:cubicBezTo>
                  <a:cubicBezTo>
                    <a:pt x="4755" y="4747"/>
                    <a:pt x="6520" y="3474"/>
                    <a:pt x="6519" y="2246"/>
                  </a:cubicBezTo>
                  <a:cubicBezTo>
                    <a:pt x="6519" y="578"/>
                    <a:pt x="4579" y="0"/>
                    <a:pt x="32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1"/>
            <p:cNvSpPr/>
            <p:nvPr/>
          </p:nvSpPr>
          <p:spPr>
            <a:xfrm>
              <a:off x="5165109" y="502098"/>
              <a:ext cx="226486" cy="167284"/>
            </a:xfrm>
            <a:custGeom>
              <a:avLst/>
              <a:gdLst/>
              <a:ahLst/>
              <a:cxnLst/>
              <a:rect l="l" t="t" r="r" b="b"/>
              <a:pathLst>
                <a:path w="5134" h="3792" extrusionOk="0">
                  <a:moveTo>
                    <a:pt x="79" y="0"/>
                  </a:moveTo>
                  <a:cubicBezTo>
                    <a:pt x="30" y="167"/>
                    <a:pt x="0" y="346"/>
                    <a:pt x="0" y="542"/>
                  </a:cubicBezTo>
                  <a:cubicBezTo>
                    <a:pt x="0" y="1770"/>
                    <a:pt x="1765" y="3042"/>
                    <a:pt x="2698" y="3629"/>
                  </a:cubicBezTo>
                  <a:cubicBezTo>
                    <a:pt x="2871" y="3737"/>
                    <a:pt x="3065" y="3791"/>
                    <a:pt x="3260" y="3791"/>
                  </a:cubicBezTo>
                  <a:cubicBezTo>
                    <a:pt x="3455" y="3791"/>
                    <a:pt x="3651" y="3737"/>
                    <a:pt x="3823" y="3629"/>
                  </a:cubicBezTo>
                  <a:cubicBezTo>
                    <a:pt x="4186" y="3401"/>
                    <a:pt x="4673" y="3069"/>
                    <a:pt x="5134" y="2676"/>
                  </a:cubicBezTo>
                  <a:cubicBezTo>
                    <a:pt x="4603" y="2602"/>
                    <a:pt x="4083" y="2463"/>
                    <a:pt x="3586" y="2242"/>
                  </a:cubicBezTo>
                  <a:cubicBezTo>
                    <a:pt x="2988" y="1976"/>
                    <a:pt x="2416" y="1676"/>
                    <a:pt x="1860" y="1330"/>
                  </a:cubicBezTo>
                  <a:cubicBezTo>
                    <a:pt x="1233" y="939"/>
                    <a:pt x="623" y="504"/>
                    <a:pt x="79" y="0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1"/>
            <p:cNvSpPr/>
            <p:nvPr/>
          </p:nvSpPr>
          <p:spPr>
            <a:xfrm>
              <a:off x="5091439" y="1419661"/>
              <a:ext cx="434930" cy="669136"/>
            </a:xfrm>
            <a:custGeom>
              <a:avLst/>
              <a:gdLst/>
              <a:ahLst/>
              <a:cxnLst/>
              <a:rect l="l" t="t" r="r" b="b"/>
              <a:pathLst>
                <a:path w="9859" h="15168" extrusionOk="0">
                  <a:moveTo>
                    <a:pt x="3576" y="1"/>
                  </a:moveTo>
                  <a:lnTo>
                    <a:pt x="3576" y="2312"/>
                  </a:lnTo>
                  <a:lnTo>
                    <a:pt x="1114" y="2737"/>
                  </a:lnTo>
                  <a:cubicBezTo>
                    <a:pt x="1114" y="2737"/>
                    <a:pt x="923" y="4728"/>
                    <a:pt x="768" y="6475"/>
                  </a:cubicBezTo>
                  <a:cubicBezTo>
                    <a:pt x="618" y="8177"/>
                    <a:pt x="272" y="9976"/>
                    <a:pt x="142" y="11817"/>
                  </a:cubicBezTo>
                  <a:cubicBezTo>
                    <a:pt x="0" y="13831"/>
                    <a:pt x="303" y="15168"/>
                    <a:pt x="303" y="15168"/>
                  </a:cubicBezTo>
                  <a:lnTo>
                    <a:pt x="9558" y="15168"/>
                  </a:lnTo>
                  <a:lnTo>
                    <a:pt x="9558" y="15167"/>
                  </a:lnTo>
                  <a:cubicBezTo>
                    <a:pt x="9558" y="15167"/>
                    <a:pt x="9859" y="13829"/>
                    <a:pt x="9718" y="11816"/>
                  </a:cubicBezTo>
                  <a:cubicBezTo>
                    <a:pt x="9588" y="9974"/>
                    <a:pt x="9243" y="8176"/>
                    <a:pt x="9092" y="6474"/>
                  </a:cubicBezTo>
                  <a:cubicBezTo>
                    <a:pt x="8936" y="4727"/>
                    <a:pt x="8746" y="2735"/>
                    <a:pt x="8746" y="2735"/>
                  </a:cubicBezTo>
                  <a:lnTo>
                    <a:pt x="6283" y="2310"/>
                  </a:lnTo>
                  <a:lnTo>
                    <a:pt x="6283" y="1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5091439" y="1527651"/>
              <a:ext cx="434974" cy="561099"/>
            </a:xfrm>
            <a:custGeom>
              <a:avLst/>
              <a:gdLst/>
              <a:ahLst/>
              <a:cxnLst/>
              <a:rect l="l" t="t" r="r" b="b"/>
              <a:pathLst>
                <a:path w="9860" h="12719" extrusionOk="0">
                  <a:moveTo>
                    <a:pt x="7080" y="0"/>
                  </a:moveTo>
                  <a:cubicBezTo>
                    <a:pt x="6966" y="237"/>
                    <a:pt x="6858" y="474"/>
                    <a:pt x="6735" y="705"/>
                  </a:cubicBezTo>
                  <a:cubicBezTo>
                    <a:pt x="6581" y="1002"/>
                    <a:pt x="6405" y="1289"/>
                    <a:pt x="6230" y="1573"/>
                  </a:cubicBezTo>
                  <a:cubicBezTo>
                    <a:pt x="5935" y="2050"/>
                    <a:pt x="5611" y="2539"/>
                    <a:pt x="5206" y="2928"/>
                  </a:cubicBezTo>
                  <a:cubicBezTo>
                    <a:pt x="5115" y="3015"/>
                    <a:pt x="5018" y="3075"/>
                    <a:pt x="4907" y="3075"/>
                  </a:cubicBezTo>
                  <a:cubicBezTo>
                    <a:pt x="4862" y="3075"/>
                    <a:pt x="4815" y="3065"/>
                    <a:pt x="4765" y="3043"/>
                  </a:cubicBezTo>
                  <a:cubicBezTo>
                    <a:pt x="4553" y="2949"/>
                    <a:pt x="4360" y="2759"/>
                    <a:pt x="4196" y="2598"/>
                  </a:cubicBezTo>
                  <a:cubicBezTo>
                    <a:pt x="3815" y="2228"/>
                    <a:pt x="3505" y="1788"/>
                    <a:pt x="3199" y="1356"/>
                  </a:cubicBezTo>
                  <a:cubicBezTo>
                    <a:pt x="2902" y="933"/>
                    <a:pt x="2573" y="527"/>
                    <a:pt x="2311" y="80"/>
                  </a:cubicBezTo>
                  <a:lnTo>
                    <a:pt x="1114" y="287"/>
                  </a:lnTo>
                  <a:cubicBezTo>
                    <a:pt x="1114" y="287"/>
                    <a:pt x="923" y="2278"/>
                    <a:pt x="768" y="4026"/>
                  </a:cubicBezTo>
                  <a:cubicBezTo>
                    <a:pt x="617" y="5728"/>
                    <a:pt x="272" y="7526"/>
                    <a:pt x="142" y="9368"/>
                  </a:cubicBezTo>
                  <a:cubicBezTo>
                    <a:pt x="0" y="11381"/>
                    <a:pt x="302" y="12719"/>
                    <a:pt x="302" y="12719"/>
                  </a:cubicBezTo>
                  <a:lnTo>
                    <a:pt x="9556" y="12719"/>
                  </a:lnTo>
                  <a:cubicBezTo>
                    <a:pt x="9558" y="12719"/>
                    <a:pt x="9860" y="11381"/>
                    <a:pt x="9718" y="9368"/>
                  </a:cubicBezTo>
                  <a:cubicBezTo>
                    <a:pt x="9588" y="7526"/>
                    <a:pt x="9242" y="5728"/>
                    <a:pt x="9092" y="4026"/>
                  </a:cubicBezTo>
                  <a:cubicBezTo>
                    <a:pt x="8936" y="2280"/>
                    <a:pt x="8746" y="287"/>
                    <a:pt x="8746" y="287"/>
                  </a:cubicBezTo>
                  <a:lnTo>
                    <a:pt x="7080" y="0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5477302" y="1540400"/>
              <a:ext cx="169710" cy="334568"/>
            </a:xfrm>
            <a:custGeom>
              <a:avLst/>
              <a:gdLst/>
              <a:ahLst/>
              <a:cxnLst/>
              <a:rect l="l" t="t" r="r" b="b"/>
              <a:pathLst>
                <a:path w="3847" h="7584" extrusionOk="0">
                  <a:moveTo>
                    <a:pt x="0" y="0"/>
                  </a:moveTo>
                  <a:lnTo>
                    <a:pt x="0" y="4825"/>
                  </a:lnTo>
                  <a:cubicBezTo>
                    <a:pt x="0" y="4825"/>
                    <a:pt x="648" y="5837"/>
                    <a:pt x="951" y="6478"/>
                  </a:cubicBezTo>
                  <a:cubicBezTo>
                    <a:pt x="1184" y="6970"/>
                    <a:pt x="1705" y="7584"/>
                    <a:pt x="2460" y="7584"/>
                  </a:cubicBezTo>
                  <a:cubicBezTo>
                    <a:pt x="2616" y="7584"/>
                    <a:pt x="2781" y="7558"/>
                    <a:pt x="2956" y="7499"/>
                  </a:cubicBezTo>
                  <a:cubicBezTo>
                    <a:pt x="3420" y="7345"/>
                    <a:pt x="3846" y="6370"/>
                    <a:pt x="3476" y="5692"/>
                  </a:cubicBezTo>
                  <a:cubicBezTo>
                    <a:pt x="2756" y="4373"/>
                    <a:pt x="2156" y="2460"/>
                    <a:pt x="1470" y="1377"/>
                  </a:cubicBezTo>
                  <a:cubicBezTo>
                    <a:pt x="785" y="2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5477390" y="1540356"/>
              <a:ext cx="161417" cy="334612"/>
            </a:xfrm>
            <a:custGeom>
              <a:avLst/>
              <a:gdLst/>
              <a:ahLst/>
              <a:cxnLst/>
              <a:rect l="l" t="t" r="r" b="b"/>
              <a:pathLst>
                <a:path w="3659" h="7585" extrusionOk="0">
                  <a:moveTo>
                    <a:pt x="0" y="0"/>
                  </a:moveTo>
                  <a:lnTo>
                    <a:pt x="0" y="4826"/>
                  </a:lnTo>
                  <a:cubicBezTo>
                    <a:pt x="0" y="4826"/>
                    <a:pt x="647" y="5838"/>
                    <a:pt x="951" y="6479"/>
                  </a:cubicBezTo>
                  <a:cubicBezTo>
                    <a:pt x="1184" y="6971"/>
                    <a:pt x="1704" y="7585"/>
                    <a:pt x="2459" y="7585"/>
                  </a:cubicBezTo>
                  <a:cubicBezTo>
                    <a:pt x="2615" y="7585"/>
                    <a:pt x="2780" y="7559"/>
                    <a:pt x="2955" y="7500"/>
                  </a:cubicBezTo>
                  <a:cubicBezTo>
                    <a:pt x="3319" y="7378"/>
                    <a:pt x="3658" y="6749"/>
                    <a:pt x="3608" y="6158"/>
                  </a:cubicBezTo>
                  <a:cubicBezTo>
                    <a:pt x="3495" y="5782"/>
                    <a:pt x="3263" y="5455"/>
                    <a:pt x="2906" y="5275"/>
                  </a:cubicBezTo>
                  <a:cubicBezTo>
                    <a:pt x="2664" y="5153"/>
                    <a:pt x="2394" y="5104"/>
                    <a:pt x="2124" y="5104"/>
                  </a:cubicBezTo>
                  <a:cubicBezTo>
                    <a:pt x="2008" y="5104"/>
                    <a:pt x="1892" y="5113"/>
                    <a:pt x="1778" y="5129"/>
                  </a:cubicBezTo>
                  <a:cubicBezTo>
                    <a:pt x="1777" y="5129"/>
                    <a:pt x="1775" y="5129"/>
                    <a:pt x="1774" y="5129"/>
                  </a:cubicBezTo>
                  <a:cubicBezTo>
                    <a:pt x="1758" y="5129"/>
                    <a:pt x="1742" y="5117"/>
                    <a:pt x="1747" y="5099"/>
                  </a:cubicBezTo>
                  <a:cubicBezTo>
                    <a:pt x="1784" y="4972"/>
                    <a:pt x="1815" y="4835"/>
                    <a:pt x="1900" y="4730"/>
                  </a:cubicBezTo>
                  <a:cubicBezTo>
                    <a:pt x="1996" y="4609"/>
                    <a:pt x="2139" y="4535"/>
                    <a:pt x="2266" y="4453"/>
                  </a:cubicBezTo>
                  <a:cubicBezTo>
                    <a:pt x="2428" y="4348"/>
                    <a:pt x="2590" y="4239"/>
                    <a:pt x="2740" y="4118"/>
                  </a:cubicBezTo>
                  <a:cubicBezTo>
                    <a:pt x="2315" y="3114"/>
                    <a:pt x="1909" y="2074"/>
                    <a:pt x="1469" y="1376"/>
                  </a:cubicBezTo>
                  <a:cubicBezTo>
                    <a:pt x="784" y="29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1"/>
            <p:cNvSpPr/>
            <p:nvPr/>
          </p:nvSpPr>
          <p:spPr>
            <a:xfrm>
              <a:off x="5477258" y="1540400"/>
              <a:ext cx="116111" cy="315819"/>
            </a:xfrm>
            <a:custGeom>
              <a:avLst/>
              <a:gdLst/>
              <a:ahLst/>
              <a:cxnLst/>
              <a:rect l="l" t="t" r="r" b="b"/>
              <a:pathLst>
                <a:path w="2632" h="7159" extrusionOk="0">
                  <a:moveTo>
                    <a:pt x="0" y="0"/>
                  </a:moveTo>
                  <a:lnTo>
                    <a:pt x="0" y="4825"/>
                  </a:lnTo>
                  <a:cubicBezTo>
                    <a:pt x="0" y="4825"/>
                    <a:pt x="647" y="5837"/>
                    <a:pt x="951" y="6478"/>
                  </a:cubicBezTo>
                  <a:cubicBezTo>
                    <a:pt x="1057" y="6702"/>
                    <a:pt x="1224" y="6953"/>
                    <a:pt x="1446" y="7159"/>
                  </a:cubicBezTo>
                  <a:cubicBezTo>
                    <a:pt x="1407" y="6857"/>
                    <a:pt x="1372" y="6554"/>
                    <a:pt x="1359" y="6249"/>
                  </a:cubicBezTo>
                  <a:cubicBezTo>
                    <a:pt x="1344" y="5868"/>
                    <a:pt x="1348" y="5466"/>
                    <a:pt x="1451" y="5097"/>
                  </a:cubicBezTo>
                  <a:cubicBezTo>
                    <a:pt x="1541" y="4772"/>
                    <a:pt x="1730" y="4521"/>
                    <a:pt x="1992" y="4313"/>
                  </a:cubicBezTo>
                  <a:cubicBezTo>
                    <a:pt x="2197" y="4148"/>
                    <a:pt x="2422" y="4013"/>
                    <a:pt x="2632" y="3858"/>
                  </a:cubicBezTo>
                  <a:cubicBezTo>
                    <a:pt x="2246" y="2937"/>
                    <a:pt x="1873" y="2013"/>
                    <a:pt x="1470" y="1377"/>
                  </a:cubicBezTo>
                  <a:cubicBezTo>
                    <a:pt x="784" y="2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1"/>
            <p:cNvSpPr/>
            <p:nvPr/>
          </p:nvSpPr>
          <p:spPr>
            <a:xfrm>
              <a:off x="4858210" y="1540356"/>
              <a:ext cx="282424" cy="257411"/>
            </a:xfrm>
            <a:custGeom>
              <a:avLst/>
              <a:gdLst/>
              <a:ahLst/>
              <a:cxnLst/>
              <a:rect l="l" t="t" r="r" b="b"/>
              <a:pathLst>
                <a:path w="6402" h="5835" extrusionOk="0">
                  <a:moveTo>
                    <a:pt x="6254" y="1"/>
                  </a:moveTo>
                  <a:cubicBezTo>
                    <a:pt x="5969" y="1"/>
                    <a:pt x="5294" y="61"/>
                    <a:pt x="4461" y="542"/>
                  </a:cubicBezTo>
                  <a:cubicBezTo>
                    <a:pt x="3350" y="1183"/>
                    <a:pt x="1648" y="2794"/>
                    <a:pt x="396" y="3626"/>
                  </a:cubicBezTo>
                  <a:cubicBezTo>
                    <a:pt x="101" y="3821"/>
                    <a:pt x="1" y="4514"/>
                    <a:pt x="105" y="5015"/>
                  </a:cubicBezTo>
                  <a:cubicBezTo>
                    <a:pt x="186" y="5400"/>
                    <a:pt x="792" y="5835"/>
                    <a:pt x="1410" y="5835"/>
                  </a:cubicBezTo>
                  <a:cubicBezTo>
                    <a:pt x="1644" y="5835"/>
                    <a:pt x="1879" y="5772"/>
                    <a:pt x="2088" y="5622"/>
                  </a:cubicBezTo>
                  <a:cubicBezTo>
                    <a:pt x="3459" y="4634"/>
                    <a:pt x="6402" y="3298"/>
                    <a:pt x="6402" y="3298"/>
                  </a:cubicBezTo>
                  <a:lnTo>
                    <a:pt x="6402" y="8"/>
                  </a:lnTo>
                  <a:cubicBezTo>
                    <a:pt x="6402" y="8"/>
                    <a:pt x="6350" y="1"/>
                    <a:pt x="625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1"/>
            <p:cNvSpPr/>
            <p:nvPr/>
          </p:nvSpPr>
          <p:spPr>
            <a:xfrm>
              <a:off x="4858210" y="1540356"/>
              <a:ext cx="282424" cy="257411"/>
            </a:xfrm>
            <a:custGeom>
              <a:avLst/>
              <a:gdLst/>
              <a:ahLst/>
              <a:cxnLst/>
              <a:rect l="l" t="t" r="r" b="b"/>
              <a:pathLst>
                <a:path w="6402" h="5835" extrusionOk="0">
                  <a:moveTo>
                    <a:pt x="6254" y="1"/>
                  </a:moveTo>
                  <a:cubicBezTo>
                    <a:pt x="5969" y="1"/>
                    <a:pt x="5294" y="61"/>
                    <a:pt x="4461" y="542"/>
                  </a:cubicBezTo>
                  <a:cubicBezTo>
                    <a:pt x="3350" y="1183"/>
                    <a:pt x="1648" y="2794"/>
                    <a:pt x="396" y="3626"/>
                  </a:cubicBezTo>
                  <a:cubicBezTo>
                    <a:pt x="101" y="3821"/>
                    <a:pt x="1" y="4514"/>
                    <a:pt x="105" y="5015"/>
                  </a:cubicBezTo>
                  <a:cubicBezTo>
                    <a:pt x="186" y="5400"/>
                    <a:pt x="792" y="5835"/>
                    <a:pt x="1410" y="5835"/>
                  </a:cubicBezTo>
                  <a:cubicBezTo>
                    <a:pt x="1644" y="5835"/>
                    <a:pt x="1879" y="5772"/>
                    <a:pt x="2088" y="5622"/>
                  </a:cubicBezTo>
                  <a:cubicBezTo>
                    <a:pt x="3459" y="4634"/>
                    <a:pt x="6402" y="3298"/>
                    <a:pt x="6402" y="3298"/>
                  </a:cubicBezTo>
                  <a:lnTo>
                    <a:pt x="6402" y="8"/>
                  </a:lnTo>
                  <a:cubicBezTo>
                    <a:pt x="6402" y="8"/>
                    <a:pt x="6350" y="1"/>
                    <a:pt x="625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5471876" y="1534224"/>
              <a:ext cx="138830" cy="249956"/>
            </a:xfrm>
            <a:custGeom>
              <a:avLst/>
              <a:gdLst/>
              <a:ahLst/>
              <a:cxnLst/>
              <a:rect l="l" t="t" r="r" b="b"/>
              <a:pathLst>
                <a:path w="3147" h="5666" extrusionOk="0">
                  <a:moveTo>
                    <a:pt x="0" y="1"/>
                  </a:moveTo>
                  <a:lnTo>
                    <a:pt x="0" y="5001"/>
                  </a:lnTo>
                  <a:cubicBezTo>
                    <a:pt x="0" y="5001"/>
                    <a:pt x="172" y="5270"/>
                    <a:pt x="369" y="5598"/>
                  </a:cubicBezTo>
                  <a:cubicBezTo>
                    <a:pt x="396" y="5642"/>
                    <a:pt x="441" y="5666"/>
                    <a:pt x="488" y="5666"/>
                  </a:cubicBezTo>
                  <a:cubicBezTo>
                    <a:pt x="519" y="5666"/>
                    <a:pt x="551" y="5655"/>
                    <a:pt x="577" y="5632"/>
                  </a:cubicBezTo>
                  <a:cubicBezTo>
                    <a:pt x="1172" y="5102"/>
                    <a:pt x="2379" y="4301"/>
                    <a:pt x="3096" y="3560"/>
                  </a:cubicBezTo>
                  <a:cubicBezTo>
                    <a:pt x="3136" y="3519"/>
                    <a:pt x="3147" y="3457"/>
                    <a:pt x="3122" y="3405"/>
                  </a:cubicBezTo>
                  <a:cubicBezTo>
                    <a:pt x="2778" y="2662"/>
                    <a:pt x="2024" y="1970"/>
                    <a:pt x="1694" y="1450"/>
                  </a:cubicBezTo>
                  <a:cubicBezTo>
                    <a:pt x="994" y="345"/>
                    <a:pt x="268" y="48"/>
                    <a:pt x="233" y="3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5471876" y="1540974"/>
              <a:ext cx="98509" cy="243118"/>
            </a:xfrm>
            <a:custGeom>
              <a:avLst/>
              <a:gdLst/>
              <a:ahLst/>
              <a:cxnLst/>
              <a:rect l="l" t="t" r="r" b="b"/>
              <a:pathLst>
                <a:path w="2233" h="5511" extrusionOk="0">
                  <a:moveTo>
                    <a:pt x="0" y="1"/>
                  </a:moveTo>
                  <a:lnTo>
                    <a:pt x="0" y="4847"/>
                  </a:lnTo>
                  <a:cubicBezTo>
                    <a:pt x="0" y="4847"/>
                    <a:pt x="171" y="5116"/>
                    <a:pt x="369" y="5443"/>
                  </a:cubicBezTo>
                  <a:cubicBezTo>
                    <a:pt x="395" y="5487"/>
                    <a:pt x="441" y="5511"/>
                    <a:pt x="488" y="5511"/>
                  </a:cubicBezTo>
                  <a:cubicBezTo>
                    <a:pt x="519" y="5511"/>
                    <a:pt x="550" y="5500"/>
                    <a:pt x="576" y="5478"/>
                  </a:cubicBezTo>
                  <a:cubicBezTo>
                    <a:pt x="968" y="5130"/>
                    <a:pt x="1624" y="4663"/>
                    <a:pt x="2233" y="4174"/>
                  </a:cubicBezTo>
                  <a:cubicBezTo>
                    <a:pt x="1995" y="3886"/>
                    <a:pt x="1859" y="3522"/>
                    <a:pt x="1754" y="3168"/>
                  </a:cubicBezTo>
                  <a:cubicBezTo>
                    <a:pt x="1686" y="2943"/>
                    <a:pt x="1656" y="2724"/>
                    <a:pt x="1446" y="2584"/>
                  </a:cubicBezTo>
                  <a:cubicBezTo>
                    <a:pt x="1268" y="2468"/>
                    <a:pt x="1111" y="2362"/>
                    <a:pt x="985" y="2185"/>
                  </a:cubicBezTo>
                  <a:cubicBezTo>
                    <a:pt x="667" y="1744"/>
                    <a:pt x="574" y="1191"/>
                    <a:pt x="450" y="676"/>
                  </a:cubicBezTo>
                  <a:cubicBezTo>
                    <a:pt x="423" y="562"/>
                    <a:pt x="395" y="404"/>
                    <a:pt x="303" y="321"/>
                  </a:cubicBezTo>
                  <a:cubicBezTo>
                    <a:pt x="231" y="256"/>
                    <a:pt x="156" y="204"/>
                    <a:pt x="92" y="127"/>
                  </a:cubicBezTo>
                  <a:cubicBezTo>
                    <a:pt x="58" y="87"/>
                    <a:pt x="27" y="45"/>
                    <a:pt x="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5471920" y="1540974"/>
              <a:ext cx="75613" cy="243118"/>
            </a:xfrm>
            <a:custGeom>
              <a:avLst/>
              <a:gdLst/>
              <a:ahLst/>
              <a:cxnLst/>
              <a:rect l="l" t="t" r="r" b="b"/>
              <a:pathLst>
                <a:path w="1714" h="5511" extrusionOk="0">
                  <a:moveTo>
                    <a:pt x="0" y="1"/>
                  </a:moveTo>
                  <a:lnTo>
                    <a:pt x="0" y="4847"/>
                  </a:lnTo>
                  <a:cubicBezTo>
                    <a:pt x="0" y="4847"/>
                    <a:pt x="173" y="5116"/>
                    <a:pt x="369" y="5443"/>
                  </a:cubicBezTo>
                  <a:cubicBezTo>
                    <a:pt x="396" y="5487"/>
                    <a:pt x="442" y="5511"/>
                    <a:pt x="488" y="5511"/>
                  </a:cubicBezTo>
                  <a:cubicBezTo>
                    <a:pt x="519" y="5511"/>
                    <a:pt x="551" y="5500"/>
                    <a:pt x="577" y="5478"/>
                  </a:cubicBezTo>
                  <a:cubicBezTo>
                    <a:pt x="845" y="5240"/>
                    <a:pt x="1237" y="4946"/>
                    <a:pt x="1652" y="4627"/>
                  </a:cubicBezTo>
                  <a:cubicBezTo>
                    <a:pt x="1663" y="4448"/>
                    <a:pt x="1676" y="4270"/>
                    <a:pt x="1683" y="4093"/>
                  </a:cubicBezTo>
                  <a:cubicBezTo>
                    <a:pt x="1702" y="3656"/>
                    <a:pt x="1714" y="3086"/>
                    <a:pt x="1347" y="2778"/>
                  </a:cubicBezTo>
                  <a:cubicBezTo>
                    <a:pt x="1197" y="2651"/>
                    <a:pt x="1020" y="2556"/>
                    <a:pt x="882" y="2414"/>
                  </a:cubicBezTo>
                  <a:cubicBezTo>
                    <a:pt x="753" y="2284"/>
                    <a:pt x="675" y="2118"/>
                    <a:pt x="624" y="1945"/>
                  </a:cubicBezTo>
                  <a:cubicBezTo>
                    <a:pt x="510" y="1547"/>
                    <a:pt x="494" y="1125"/>
                    <a:pt x="422" y="720"/>
                  </a:cubicBezTo>
                  <a:cubicBezTo>
                    <a:pt x="398" y="589"/>
                    <a:pt x="367" y="460"/>
                    <a:pt x="316" y="339"/>
                  </a:cubicBezTo>
                  <a:cubicBezTo>
                    <a:pt x="311" y="334"/>
                    <a:pt x="309" y="326"/>
                    <a:pt x="304" y="321"/>
                  </a:cubicBezTo>
                  <a:cubicBezTo>
                    <a:pt x="231" y="256"/>
                    <a:pt x="157" y="204"/>
                    <a:pt x="92" y="127"/>
                  </a:cubicBezTo>
                  <a:cubicBezTo>
                    <a:pt x="58" y="87"/>
                    <a:pt x="28" y="45"/>
                    <a:pt x="0" y="1"/>
                  </a:cubicBezTo>
                  <a:close/>
                </a:path>
              </a:pathLst>
            </a:custGeom>
            <a:solidFill>
              <a:srgbClr val="E8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1"/>
            <p:cNvSpPr/>
            <p:nvPr/>
          </p:nvSpPr>
          <p:spPr>
            <a:xfrm>
              <a:off x="4945291" y="1534974"/>
              <a:ext cx="200767" cy="225604"/>
            </a:xfrm>
            <a:custGeom>
              <a:avLst/>
              <a:gdLst/>
              <a:ahLst/>
              <a:cxnLst/>
              <a:rect l="l" t="t" r="r" b="b"/>
              <a:pathLst>
                <a:path w="4551" h="5114" extrusionOk="0">
                  <a:moveTo>
                    <a:pt x="4280" y="0"/>
                  </a:moveTo>
                  <a:cubicBezTo>
                    <a:pt x="3977" y="0"/>
                    <a:pt x="3284" y="64"/>
                    <a:pt x="2426" y="559"/>
                  </a:cubicBezTo>
                  <a:cubicBezTo>
                    <a:pt x="1817" y="911"/>
                    <a:pt x="1058" y="1529"/>
                    <a:pt x="255" y="2185"/>
                  </a:cubicBezTo>
                  <a:cubicBezTo>
                    <a:pt x="193" y="2235"/>
                    <a:pt x="131" y="2285"/>
                    <a:pt x="69" y="2336"/>
                  </a:cubicBezTo>
                  <a:cubicBezTo>
                    <a:pt x="10" y="2384"/>
                    <a:pt x="1" y="2471"/>
                    <a:pt x="50" y="2530"/>
                  </a:cubicBezTo>
                  <a:cubicBezTo>
                    <a:pt x="573" y="3168"/>
                    <a:pt x="1376" y="4359"/>
                    <a:pt x="2113" y="5075"/>
                  </a:cubicBezTo>
                  <a:cubicBezTo>
                    <a:pt x="2139" y="5100"/>
                    <a:pt x="2173" y="5113"/>
                    <a:pt x="2208" y="5113"/>
                  </a:cubicBezTo>
                  <a:cubicBezTo>
                    <a:pt x="2231" y="5113"/>
                    <a:pt x="2254" y="5107"/>
                    <a:pt x="2275" y="5096"/>
                  </a:cubicBezTo>
                  <a:cubicBezTo>
                    <a:pt x="3412" y="4479"/>
                    <a:pt x="4551" y="3498"/>
                    <a:pt x="4551" y="3498"/>
                  </a:cubicBezTo>
                  <a:lnTo>
                    <a:pt x="4551" y="20"/>
                  </a:lnTo>
                  <a:lnTo>
                    <a:pt x="4443" y="8"/>
                  </a:lnTo>
                  <a:cubicBezTo>
                    <a:pt x="4434" y="7"/>
                    <a:pt x="4378" y="0"/>
                    <a:pt x="4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1"/>
            <p:cNvSpPr/>
            <p:nvPr/>
          </p:nvSpPr>
          <p:spPr>
            <a:xfrm>
              <a:off x="4945291" y="1578867"/>
              <a:ext cx="200767" cy="181710"/>
            </a:xfrm>
            <a:custGeom>
              <a:avLst/>
              <a:gdLst/>
              <a:ahLst/>
              <a:cxnLst/>
              <a:rect l="l" t="t" r="r" b="b"/>
              <a:pathLst>
                <a:path w="4551" h="4119" extrusionOk="0">
                  <a:moveTo>
                    <a:pt x="4551" y="0"/>
                  </a:moveTo>
                  <a:cubicBezTo>
                    <a:pt x="4321" y="368"/>
                    <a:pt x="4042" y="702"/>
                    <a:pt x="3734" y="1004"/>
                  </a:cubicBezTo>
                  <a:cubicBezTo>
                    <a:pt x="3407" y="1325"/>
                    <a:pt x="3044" y="1614"/>
                    <a:pt x="2655" y="1861"/>
                  </a:cubicBezTo>
                  <a:cubicBezTo>
                    <a:pt x="2466" y="1981"/>
                    <a:pt x="2271" y="2088"/>
                    <a:pt x="2070" y="2188"/>
                  </a:cubicBezTo>
                  <a:cubicBezTo>
                    <a:pt x="1985" y="2230"/>
                    <a:pt x="1882" y="2288"/>
                    <a:pt x="1782" y="2288"/>
                  </a:cubicBezTo>
                  <a:cubicBezTo>
                    <a:pt x="1771" y="2288"/>
                    <a:pt x="1760" y="2288"/>
                    <a:pt x="1750" y="2286"/>
                  </a:cubicBezTo>
                  <a:cubicBezTo>
                    <a:pt x="1633" y="2271"/>
                    <a:pt x="1569" y="2160"/>
                    <a:pt x="1523" y="2063"/>
                  </a:cubicBezTo>
                  <a:cubicBezTo>
                    <a:pt x="1437" y="1877"/>
                    <a:pt x="1367" y="1682"/>
                    <a:pt x="1294" y="1490"/>
                  </a:cubicBezTo>
                  <a:cubicBezTo>
                    <a:pt x="1185" y="1206"/>
                    <a:pt x="1070" y="917"/>
                    <a:pt x="913" y="656"/>
                  </a:cubicBezTo>
                  <a:cubicBezTo>
                    <a:pt x="698" y="828"/>
                    <a:pt x="480" y="1007"/>
                    <a:pt x="255" y="1190"/>
                  </a:cubicBezTo>
                  <a:cubicBezTo>
                    <a:pt x="193" y="1240"/>
                    <a:pt x="131" y="1290"/>
                    <a:pt x="69" y="1341"/>
                  </a:cubicBezTo>
                  <a:cubicBezTo>
                    <a:pt x="10" y="1389"/>
                    <a:pt x="1" y="1476"/>
                    <a:pt x="50" y="1535"/>
                  </a:cubicBezTo>
                  <a:cubicBezTo>
                    <a:pt x="573" y="2173"/>
                    <a:pt x="1376" y="3364"/>
                    <a:pt x="2113" y="4080"/>
                  </a:cubicBezTo>
                  <a:cubicBezTo>
                    <a:pt x="2139" y="4105"/>
                    <a:pt x="2173" y="4118"/>
                    <a:pt x="2208" y="4118"/>
                  </a:cubicBezTo>
                  <a:cubicBezTo>
                    <a:pt x="2231" y="4118"/>
                    <a:pt x="2254" y="4112"/>
                    <a:pt x="2275" y="4101"/>
                  </a:cubicBezTo>
                  <a:cubicBezTo>
                    <a:pt x="3412" y="3484"/>
                    <a:pt x="4551" y="2503"/>
                    <a:pt x="4551" y="2503"/>
                  </a:cubicBezTo>
                  <a:lnTo>
                    <a:pt x="4551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5052972" y="1578911"/>
              <a:ext cx="93083" cy="176857"/>
            </a:xfrm>
            <a:custGeom>
              <a:avLst/>
              <a:gdLst/>
              <a:ahLst/>
              <a:cxnLst/>
              <a:rect l="l" t="t" r="r" b="b"/>
              <a:pathLst>
                <a:path w="2110" h="4009" extrusionOk="0">
                  <a:moveTo>
                    <a:pt x="2110" y="0"/>
                  </a:moveTo>
                  <a:cubicBezTo>
                    <a:pt x="1886" y="359"/>
                    <a:pt x="1614" y="685"/>
                    <a:pt x="1313" y="983"/>
                  </a:cubicBezTo>
                  <a:cubicBezTo>
                    <a:pt x="1308" y="992"/>
                    <a:pt x="1304" y="1003"/>
                    <a:pt x="1299" y="1013"/>
                  </a:cubicBezTo>
                  <a:cubicBezTo>
                    <a:pt x="1205" y="1200"/>
                    <a:pt x="1105" y="1435"/>
                    <a:pt x="936" y="1568"/>
                  </a:cubicBezTo>
                  <a:cubicBezTo>
                    <a:pt x="793" y="1680"/>
                    <a:pt x="593" y="1718"/>
                    <a:pt x="489" y="1878"/>
                  </a:cubicBezTo>
                  <a:cubicBezTo>
                    <a:pt x="353" y="2087"/>
                    <a:pt x="337" y="2385"/>
                    <a:pt x="307" y="2626"/>
                  </a:cubicBezTo>
                  <a:cubicBezTo>
                    <a:pt x="250" y="3093"/>
                    <a:pt x="131" y="3555"/>
                    <a:pt x="0" y="4008"/>
                  </a:cubicBezTo>
                  <a:cubicBezTo>
                    <a:pt x="1078" y="3389"/>
                    <a:pt x="2110" y="2503"/>
                    <a:pt x="2110" y="2503"/>
                  </a:cubicBezTo>
                  <a:lnTo>
                    <a:pt x="2110" y="0"/>
                  </a:lnTo>
                  <a:close/>
                </a:path>
              </a:pathLst>
            </a:custGeom>
            <a:solidFill>
              <a:srgbClr val="E8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5249278" y="1419705"/>
              <a:ext cx="119508" cy="79672"/>
            </a:xfrm>
            <a:custGeom>
              <a:avLst/>
              <a:gdLst/>
              <a:ahLst/>
              <a:cxnLst/>
              <a:rect l="l" t="t" r="r" b="b"/>
              <a:pathLst>
                <a:path w="2709" h="1806" extrusionOk="0">
                  <a:moveTo>
                    <a:pt x="0" y="1"/>
                  </a:moveTo>
                  <a:lnTo>
                    <a:pt x="0" y="1605"/>
                  </a:lnTo>
                  <a:cubicBezTo>
                    <a:pt x="93" y="1634"/>
                    <a:pt x="187" y="1659"/>
                    <a:pt x="284" y="1682"/>
                  </a:cubicBezTo>
                  <a:cubicBezTo>
                    <a:pt x="675" y="1770"/>
                    <a:pt x="1075" y="1806"/>
                    <a:pt x="1476" y="1806"/>
                  </a:cubicBezTo>
                  <a:cubicBezTo>
                    <a:pt x="1880" y="1806"/>
                    <a:pt x="2285" y="1769"/>
                    <a:pt x="2682" y="1714"/>
                  </a:cubicBezTo>
                  <a:cubicBezTo>
                    <a:pt x="2692" y="1713"/>
                    <a:pt x="2699" y="1712"/>
                    <a:pt x="2709" y="1710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320963" y="1571192"/>
              <a:ext cx="86289" cy="24837"/>
            </a:xfrm>
            <a:custGeom>
              <a:avLst/>
              <a:gdLst/>
              <a:ahLst/>
              <a:cxnLst/>
              <a:rect l="l" t="t" r="r" b="b"/>
              <a:pathLst>
                <a:path w="1956" h="563" extrusionOk="0">
                  <a:moveTo>
                    <a:pt x="1059" y="1"/>
                  </a:moveTo>
                  <a:cubicBezTo>
                    <a:pt x="584" y="1"/>
                    <a:pt x="211" y="239"/>
                    <a:pt x="22" y="462"/>
                  </a:cubicBezTo>
                  <a:cubicBezTo>
                    <a:pt x="1" y="487"/>
                    <a:pt x="3" y="526"/>
                    <a:pt x="29" y="548"/>
                  </a:cubicBezTo>
                  <a:cubicBezTo>
                    <a:pt x="40" y="558"/>
                    <a:pt x="54" y="563"/>
                    <a:pt x="69" y="563"/>
                  </a:cubicBezTo>
                  <a:cubicBezTo>
                    <a:pt x="86" y="563"/>
                    <a:pt x="102" y="555"/>
                    <a:pt x="113" y="540"/>
                  </a:cubicBezTo>
                  <a:cubicBezTo>
                    <a:pt x="276" y="348"/>
                    <a:pt x="622" y="122"/>
                    <a:pt x="1058" y="122"/>
                  </a:cubicBezTo>
                  <a:lnTo>
                    <a:pt x="1895" y="122"/>
                  </a:lnTo>
                  <a:cubicBezTo>
                    <a:pt x="1928" y="122"/>
                    <a:pt x="1956" y="95"/>
                    <a:pt x="1956" y="61"/>
                  </a:cubicBezTo>
                  <a:cubicBezTo>
                    <a:pt x="1956" y="28"/>
                    <a:pt x="1928" y="1"/>
                    <a:pt x="1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210634" y="1571236"/>
              <a:ext cx="86377" cy="24793"/>
            </a:xfrm>
            <a:custGeom>
              <a:avLst/>
              <a:gdLst/>
              <a:ahLst/>
              <a:cxnLst/>
              <a:rect l="l" t="t" r="r" b="b"/>
              <a:pathLst>
                <a:path w="1958" h="562" extrusionOk="0">
                  <a:moveTo>
                    <a:pt x="61" y="1"/>
                  </a:moveTo>
                  <a:cubicBezTo>
                    <a:pt x="28" y="1"/>
                    <a:pt x="0" y="27"/>
                    <a:pt x="0" y="61"/>
                  </a:cubicBezTo>
                  <a:cubicBezTo>
                    <a:pt x="0" y="93"/>
                    <a:pt x="28" y="122"/>
                    <a:pt x="61" y="122"/>
                  </a:cubicBezTo>
                  <a:lnTo>
                    <a:pt x="897" y="122"/>
                  </a:lnTo>
                  <a:cubicBezTo>
                    <a:pt x="1333" y="122"/>
                    <a:pt x="1679" y="348"/>
                    <a:pt x="1843" y="540"/>
                  </a:cubicBezTo>
                  <a:cubicBezTo>
                    <a:pt x="1854" y="554"/>
                    <a:pt x="1872" y="562"/>
                    <a:pt x="1889" y="562"/>
                  </a:cubicBezTo>
                  <a:cubicBezTo>
                    <a:pt x="1903" y="562"/>
                    <a:pt x="1916" y="557"/>
                    <a:pt x="1929" y="548"/>
                  </a:cubicBezTo>
                  <a:cubicBezTo>
                    <a:pt x="1953" y="527"/>
                    <a:pt x="1957" y="487"/>
                    <a:pt x="1935" y="463"/>
                  </a:cubicBezTo>
                  <a:cubicBezTo>
                    <a:pt x="1746" y="239"/>
                    <a:pt x="1373" y="1"/>
                    <a:pt x="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857637" y="1496860"/>
              <a:ext cx="136801" cy="300776"/>
            </a:xfrm>
            <a:custGeom>
              <a:avLst/>
              <a:gdLst/>
              <a:ahLst/>
              <a:cxnLst/>
              <a:rect l="l" t="t" r="r" b="b"/>
              <a:pathLst>
                <a:path w="3101" h="6818" extrusionOk="0">
                  <a:moveTo>
                    <a:pt x="81" y="0"/>
                  </a:moveTo>
                  <a:cubicBezTo>
                    <a:pt x="27" y="0"/>
                    <a:pt x="1" y="2"/>
                    <a:pt x="1" y="2"/>
                  </a:cubicBezTo>
                  <a:lnTo>
                    <a:pt x="1" y="1525"/>
                  </a:lnTo>
                  <a:cubicBezTo>
                    <a:pt x="1" y="1525"/>
                    <a:pt x="260" y="1746"/>
                    <a:pt x="530" y="1809"/>
                  </a:cubicBezTo>
                  <a:cubicBezTo>
                    <a:pt x="320" y="3115"/>
                    <a:pt x="101" y="5072"/>
                    <a:pt x="78" y="5727"/>
                  </a:cubicBezTo>
                  <a:cubicBezTo>
                    <a:pt x="62" y="6169"/>
                    <a:pt x="509" y="6762"/>
                    <a:pt x="1304" y="6815"/>
                  </a:cubicBezTo>
                  <a:cubicBezTo>
                    <a:pt x="1329" y="6817"/>
                    <a:pt x="1355" y="6817"/>
                    <a:pt x="1381" y="6817"/>
                  </a:cubicBezTo>
                  <a:cubicBezTo>
                    <a:pt x="2141" y="6817"/>
                    <a:pt x="2755" y="6077"/>
                    <a:pt x="2814" y="5652"/>
                  </a:cubicBezTo>
                  <a:cubicBezTo>
                    <a:pt x="3100" y="3538"/>
                    <a:pt x="2722" y="1383"/>
                    <a:pt x="2722" y="1383"/>
                  </a:cubicBezTo>
                  <a:cubicBezTo>
                    <a:pt x="2541" y="699"/>
                    <a:pt x="2328" y="290"/>
                    <a:pt x="1294" y="123"/>
                  </a:cubicBezTo>
                  <a:cubicBezTo>
                    <a:pt x="626" y="14"/>
                    <a:pt x="236" y="0"/>
                    <a:pt x="8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857637" y="1496904"/>
              <a:ext cx="71113" cy="152461"/>
            </a:xfrm>
            <a:custGeom>
              <a:avLst/>
              <a:gdLst/>
              <a:ahLst/>
              <a:cxnLst/>
              <a:rect l="l" t="t" r="r" b="b"/>
              <a:pathLst>
                <a:path w="1612" h="3456" extrusionOk="0">
                  <a:moveTo>
                    <a:pt x="77" y="0"/>
                  </a:moveTo>
                  <a:cubicBezTo>
                    <a:pt x="26" y="0"/>
                    <a:pt x="1" y="2"/>
                    <a:pt x="1" y="2"/>
                  </a:cubicBezTo>
                  <a:lnTo>
                    <a:pt x="1" y="1525"/>
                  </a:lnTo>
                  <a:cubicBezTo>
                    <a:pt x="1" y="1525"/>
                    <a:pt x="259" y="1746"/>
                    <a:pt x="530" y="1809"/>
                  </a:cubicBezTo>
                  <a:cubicBezTo>
                    <a:pt x="452" y="2300"/>
                    <a:pt x="371" y="2884"/>
                    <a:pt x="300" y="3455"/>
                  </a:cubicBezTo>
                  <a:cubicBezTo>
                    <a:pt x="302" y="3455"/>
                    <a:pt x="303" y="3452"/>
                    <a:pt x="306" y="3452"/>
                  </a:cubicBezTo>
                  <a:cubicBezTo>
                    <a:pt x="607" y="3448"/>
                    <a:pt x="945" y="3356"/>
                    <a:pt x="1186" y="3173"/>
                  </a:cubicBezTo>
                  <a:cubicBezTo>
                    <a:pt x="1470" y="2956"/>
                    <a:pt x="1445" y="2601"/>
                    <a:pt x="1407" y="2280"/>
                  </a:cubicBezTo>
                  <a:cubicBezTo>
                    <a:pt x="1386" y="2103"/>
                    <a:pt x="1339" y="1877"/>
                    <a:pt x="1338" y="1700"/>
                  </a:cubicBezTo>
                  <a:cubicBezTo>
                    <a:pt x="1338" y="1521"/>
                    <a:pt x="1378" y="1389"/>
                    <a:pt x="1413" y="1215"/>
                  </a:cubicBezTo>
                  <a:cubicBezTo>
                    <a:pt x="1450" y="1031"/>
                    <a:pt x="1497" y="851"/>
                    <a:pt x="1528" y="666"/>
                  </a:cubicBezTo>
                  <a:cubicBezTo>
                    <a:pt x="1556" y="506"/>
                    <a:pt x="1581" y="348"/>
                    <a:pt x="1611" y="189"/>
                  </a:cubicBezTo>
                  <a:cubicBezTo>
                    <a:pt x="1515" y="164"/>
                    <a:pt x="1410" y="142"/>
                    <a:pt x="1294" y="123"/>
                  </a:cubicBezTo>
                  <a:cubicBezTo>
                    <a:pt x="620" y="14"/>
                    <a:pt x="229" y="0"/>
                    <a:pt x="7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5086146" y="1526857"/>
              <a:ext cx="445606" cy="567275"/>
            </a:xfrm>
            <a:custGeom>
              <a:avLst/>
              <a:gdLst/>
              <a:ahLst/>
              <a:cxnLst/>
              <a:rect l="l" t="t" r="r" b="b"/>
              <a:pathLst>
                <a:path w="10101" h="12859" extrusionOk="0">
                  <a:moveTo>
                    <a:pt x="2308" y="0"/>
                  </a:moveTo>
                  <a:cubicBezTo>
                    <a:pt x="2300" y="0"/>
                    <a:pt x="2292" y="1"/>
                    <a:pt x="2284" y="3"/>
                  </a:cubicBezTo>
                  <a:lnTo>
                    <a:pt x="1122" y="203"/>
                  </a:lnTo>
                  <a:lnTo>
                    <a:pt x="1113" y="295"/>
                  </a:lnTo>
                  <a:cubicBezTo>
                    <a:pt x="1113" y="295"/>
                    <a:pt x="923" y="2288"/>
                    <a:pt x="767" y="4034"/>
                  </a:cubicBezTo>
                  <a:cubicBezTo>
                    <a:pt x="701" y="4796"/>
                    <a:pt x="596" y="5565"/>
                    <a:pt x="484" y="6380"/>
                  </a:cubicBezTo>
                  <a:cubicBezTo>
                    <a:pt x="351" y="7354"/>
                    <a:pt x="214" y="8361"/>
                    <a:pt x="141" y="9379"/>
                  </a:cubicBezTo>
                  <a:cubicBezTo>
                    <a:pt x="0" y="11387"/>
                    <a:pt x="291" y="12709"/>
                    <a:pt x="304" y="12764"/>
                  </a:cubicBezTo>
                  <a:lnTo>
                    <a:pt x="325" y="12859"/>
                  </a:lnTo>
                  <a:lnTo>
                    <a:pt x="9775" y="12859"/>
                  </a:lnTo>
                  <a:lnTo>
                    <a:pt x="9796" y="12764"/>
                  </a:lnTo>
                  <a:cubicBezTo>
                    <a:pt x="9809" y="12709"/>
                    <a:pt x="10100" y="11386"/>
                    <a:pt x="9959" y="9379"/>
                  </a:cubicBezTo>
                  <a:cubicBezTo>
                    <a:pt x="9888" y="8361"/>
                    <a:pt x="9750" y="7354"/>
                    <a:pt x="9616" y="6380"/>
                  </a:cubicBezTo>
                  <a:cubicBezTo>
                    <a:pt x="9505" y="5565"/>
                    <a:pt x="9400" y="4796"/>
                    <a:pt x="9332" y="4034"/>
                  </a:cubicBezTo>
                  <a:cubicBezTo>
                    <a:pt x="9177" y="2286"/>
                    <a:pt x="8987" y="295"/>
                    <a:pt x="8987" y="295"/>
                  </a:cubicBezTo>
                  <a:lnTo>
                    <a:pt x="8977" y="203"/>
                  </a:lnTo>
                  <a:lnTo>
                    <a:pt x="7815" y="3"/>
                  </a:lnTo>
                  <a:cubicBezTo>
                    <a:pt x="7808" y="1"/>
                    <a:pt x="7800" y="1"/>
                    <a:pt x="7793" y="1"/>
                  </a:cubicBezTo>
                  <a:cubicBezTo>
                    <a:pt x="7744" y="1"/>
                    <a:pt x="7698" y="27"/>
                    <a:pt x="7674" y="69"/>
                  </a:cubicBezTo>
                  <a:cubicBezTo>
                    <a:pt x="6170" y="2630"/>
                    <a:pt x="5050" y="3346"/>
                    <a:pt x="5050" y="3346"/>
                  </a:cubicBezTo>
                  <a:cubicBezTo>
                    <a:pt x="5050" y="3346"/>
                    <a:pt x="3929" y="2630"/>
                    <a:pt x="2426" y="69"/>
                  </a:cubicBezTo>
                  <a:cubicBezTo>
                    <a:pt x="2402" y="27"/>
                    <a:pt x="2356" y="0"/>
                    <a:pt x="2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5086146" y="1553370"/>
              <a:ext cx="445606" cy="540762"/>
            </a:xfrm>
            <a:custGeom>
              <a:avLst/>
              <a:gdLst/>
              <a:ahLst/>
              <a:cxnLst/>
              <a:rect l="l" t="t" r="r" b="b"/>
              <a:pathLst>
                <a:path w="10101" h="12258" extrusionOk="0">
                  <a:moveTo>
                    <a:pt x="9017" y="0"/>
                  </a:moveTo>
                  <a:cubicBezTo>
                    <a:pt x="8790" y="584"/>
                    <a:pt x="8421" y="1121"/>
                    <a:pt x="7961" y="1526"/>
                  </a:cubicBezTo>
                  <a:cubicBezTo>
                    <a:pt x="7623" y="1823"/>
                    <a:pt x="7221" y="2040"/>
                    <a:pt x="6826" y="2250"/>
                  </a:cubicBezTo>
                  <a:cubicBezTo>
                    <a:pt x="6434" y="2459"/>
                    <a:pt x="6013" y="2648"/>
                    <a:pt x="5662" y="2923"/>
                  </a:cubicBezTo>
                  <a:cubicBezTo>
                    <a:pt x="5537" y="3022"/>
                    <a:pt x="5414" y="3121"/>
                    <a:pt x="5280" y="3208"/>
                  </a:cubicBezTo>
                  <a:cubicBezTo>
                    <a:pt x="5199" y="3262"/>
                    <a:pt x="5083" y="3347"/>
                    <a:pt x="4978" y="3347"/>
                  </a:cubicBezTo>
                  <a:cubicBezTo>
                    <a:pt x="4973" y="3347"/>
                    <a:pt x="4968" y="3347"/>
                    <a:pt x="4963" y="3347"/>
                  </a:cubicBezTo>
                  <a:cubicBezTo>
                    <a:pt x="4837" y="3336"/>
                    <a:pt x="4716" y="3203"/>
                    <a:pt x="4624" y="3128"/>
                  </a:cubicBezTo>
                  <a:cubicBezTo>
                    <a:pt x="4440" y="2981"/>
                    <a:pt x="4209" y="2891"/>
                    <a:pt x="3998" y="2790"/>
                  </a:cubicBezTo>
                  <a:cubicBezTo>
                    <a:pt x="3521" y="2561"/>
                    <a:pt x="3055" y="2329"/>
                    <a:pt x="2557" y="2149"/>
                  </a:cubicBezTo>
                  <a:cubicBezTo>
                    <a:pt x="2339" y="2070"/>
                    <a:pt x="2120" y="1992"/>
                    <a:pt x="1895" y="1936"/>
                  </a:cubicBezTo>
                  <a:cubicBezTo>
                    <a:pt x="1702" y="1886"/>
                    <a:pt x="1503" y="1837"/>
                    <a:pt x="1334" y="1725"/>
                  </a:cubicBezTo>
                  <a:cubicBezTo>
                    <a:pt x="1157" y="1608"/>
                    <a:pt x="1046" y="1422"/>
                    <a:pt x="968" y="1224"/>
                  </a:cubicBezTo>
                  <a:cubicBezTo>
                    <a:pt x="907" y="1887"/>
                    <a:pt x="834" y="2682"/>
                    <a:pt x="767" y="3433"/>
                  </a:cubicBezTo>
                  <a:cubicBezTo>
                    <a:pt x="700" y="4195"/>
                    <a:pt x="595" y="4964"/>
                    <a:pt x="484" y="5779"/>
                  </a:cubicBezTo>
                  <a:cubicBezTo>
                    <a:pt x="351" y="6753"/>
                    <a:pt x="214" y="7760"/>
                    <a:pt x="141" y="8778"/>
                  </a:cubicBezTo>
                  <a:cubicBezTo>
                    <a:pt x="0" y="10786"/>
                    <a:pt x="290" y="12108"/>
                    <a:pt x="304" y="12163"/>
                  </a:cubicBezTo>
                  <a:lnTo>
                    <a:pt x="325" y="12258"/>
                  </a:lnTo>
                  <a:lnTo>
                    <a:pt x="9775" y="12258"/>
                  </a:lnTo>
                  <a:lnTo>
                    <a:pt x="9796" y="12163"/>
                  </a:lnTo>
                  <a:cubicBezTo>
                    <a:pt x="9809" y="12108"/>
                    <a:pt x="10100" y="10785"/>
                    <a:pt x="9959" y="8778"/>
                  </a:cubicBezTo>
                  <a:cubicBezTo>
                    <a:pt x="9888" y="7760"/>
                    <a:pt x="9750" y="6753"/>
                    <a:pt x="9616" y="5779"/>
                  </a:cubicBezTo>
                  <a:cubicBezTo>
                    <a:pt x="9505" y="4964"/>
                    <a:pt x="9400" y="4195"/>
                    <a:pt x="9332" y="3433"/>
                  </a:cubicBezTo>
                  <a:cubicBezTo>
                    <a:pt x="9214" y="2098"/>
                    <a:pt x="9075" y="623"/>
                    <a:pt x="901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5631744" y="1116115"/>
              <a:ext cx="138918" cy="168563"/>
            </a:xfrm>
            <a:custGeom>
              <a:avLst/>
              <a:gdLst/>
              <a:ahLst/>
              <a:cxnLst/>
              <a:rect l="l" t="t" r="r" b="b"/>
              <a:pathLst>
                <a:path w="3149" h="3821" extrusionOk="0">
                  <a:moveTo>
                    <a:pt x="1441" y="0"/>
                  </a:moveTo>
                  <a:cubicBezTo>
                    <a:pt x="592" y="0"/>
                    <a:pt x="211" y="773"/>
                    <a:pt x="211" y="773"/>
                  </a:cubicBezTo>
                  <a:lnTo>
                    <a:pt x="1" y="3595"/>
                  </a:lnTo>
                  <a:cubicBezTo>
                    <a:pt x="164" y="3748"/>
                    <a:pt x="379" y="3820"/>
                    <a:pt x="617" y="3820"/>
                  </a:cubicBezTo>
                  <a:cubicBezTo>
                    <a:pt x="1162" y="3820"/>
                    <a:pt x="1825" y="3442"/>
                    <a:pt x="2250" y="2796"/>
                  </a:cubicBezTo>
                  <a:cubicBezTo>
                    <a:pt x="3148" y="1428"/>
                    <a:pt x="2486" y="181"/>
                    <a:pt x="1745" y="32"/>
                  </a:cubicBezTo>
                  <a:cubicBezTo>
                    <a:pt x="1638" y="10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5631700" y="1116115"/>
              <a:ext cx="102391" cy="168519"/>
            </a:xfrm>
            <a:custGeom>
              <a:avLst/>
              <a:gdLst/>
              <a:ahLst/>
              <a:cxnLst/>
              <a:rect l="l" t="t" r="r" b="b"/>
              <a:pathLst>
                <a:path w="2321" h="3820" extrusionOk="0">
                  <a:moveTo>
                    <a:pt x="1441" y="0"/>
                  </a:moveTo>
                  <a:cubicBezTo>
                    <a:pt x="593" y="0"/>
                    <a:pt x="211" y="773"/>
                    <a:pt x="211" y="773"/>
                  </a:cubicBezTo>
                  <a:lnTo>
                    <a:pt x="1" y="3596"/>
                  </a:lnTo>
                  <a:cubicBezTo>
                    <a:pt x="164" y="3748"/>
                    <a:pt x="378" y="3819"/>
                    <a:pt x="615" y="3819"/>
                  </a:cubicBezTo>
                  <a:cubicBezTo>
                    <a:pt x="854" y="3819"/>
                    <a:pt x="1116" y="3746"/>
                    <a:pt x="1371" y="3609"/>
                  </a:cubicBezTo>
                  <a:cubicBezTo>
                    <a:pt x="1270" y="3191"/>
                    <a:pt x="1187" y="2763"/>
                    <a:pt x="1139" y="2336"/>
                  </a:cubicBezTo>
                  <a:cubicBezTo>
                    <a:pt x="1089" y="1863"/>
                    <a:pt x="1113" y="1358"/>
                    <a:pt x="1401" y="958"/>
                  </a:cubicBezTo>
                  <a:cubicBezTo>
                    <a:pt x="1615" y="662"/>
                    <a:pt x="1952" y="438"/>
                    <a:pt x="2320" y="403"/>
                  </a:cubicBezTo>
                  <a:cubicBezTo>
                    <a:pt x="2156" y="206"/>
                    <a:pt x="1954" y="74"/>
                    <a:pt x="1744" y="32"/>
                  </a:cubicBezTo>
                  <a:cubicBezTo>
                    <a:pt x="1637" y="10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5631611" y="1116204"/>
              <a:ext cx="72878" cy="164372"/>
            </a:xfrm>
            <a:custGeom>
              <a:avLst/>
              <a:gdLst/>
              <a:ahLst/>
              <a:cxnLst/>
              <a:rect l="l" t="t" r="r" b="b"/>
              <a:pathLst>
                <a:path w="1652" h="3726" extrusionOk="0">
                  <a:moveTo>
                    <a:pt x="1442" y="1"/>
                  </a:moveTo>
                  <a:cubicBezTo>
                    <a:pt x="593" y="1"/>
                    <a:pt x="211" y="771"/>
                    <a:pt x="211" y="771"/>
                  </a:cubicBezTo>
                  <a:lnTo>
                    <a:pt x="1" y="3594"/>
                  </a:lnTo>
                  <a:cubicBezTo>
                    <a:pt x="61" y="3650"/>
                    <a:pt x="130" y="3692"/>
                    <a:pt x="201" y="3726"/>
                  </a:cubicBezTo>
                  <a:cubicBezTo>
                    <a:pt x="257" y="3486"/>
                    <a:pt x="308" y="3245"/>
                    <a:pt x="357" y="3003"/>
                  </a:cubicBezTo>
                  <a:cubicBezTo>
                    <a:pt x="459" y="2507"/>
                    <a:pt x="545" y="2007"/>
                    <a:pt x="593" y="1504"/>
                  </a:cubicBezTo>
                  <a:cubicBezTo>
                    <a:pt x="609" y="1345"/>
                    <a:pt x="592" y="1175"/>
                    <a:pt x="676" y="1033"/>
                  </a:cubicBezTo>
                  <a:cubicBezTo>
                    <a:pt x="771" y="872"/>
                    <a:pt x="924" y="752"/>
                    <a:pt x="1065" y="634"/>
                  </a:cubicBezTo>
                  <a:cubicBezTo>
                    <a:pt x="1276" y="457"/>
                    <a:pt x="1494" y="253"/>
                    <a:pt x="1652" y="16"/>
                  </a:cubicBezTo>
                  <a:cubicBezTo>
                    <a:pt x="1579" y="6"/>
                    <a:pt x="1509" y="1"/>
                    <a:pt x="1442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847843" y="1116115"/>
              <a:ext cx="138874" cy="168563"/>
            </a:xfrm>
            <a:custGeom>
              <a:avLst/>
              <a:gdLst/>
              <a:ahLst/>
              <a:cxnLst/>
              <a:rect l="l" t="t" r="r" b="b"/>
              <a:pathLst>
                <a:path w="3148" h="3821" extrusionOk="0">
                  <a:moveTo>
                    <a:pt x="1707" y="0"/>
                  </a:moveTo>
                  <a:cubicBezTo>
                    <a:pt x="1612" y="0"/>
                    <a:pt x="1511" y="10"/>
                    <a:pt x="1404" y="32"/>
                  </a:cubicBezTo>
                  <a:cubicBezTo>
                    <a:pt x="662" y="181"/>
                    <a:pt x="0" y="1428"/>
                    <a:pt x="898" y="2796"/>
                  </a:cubicBezTo>
                  <a:cubicBezTo>
                    <a:pt x="1323" y="3442"/>
                    <a:pt x="1986" y="3820"/>
                    <a:pt x="2531" y="3820"/>
                  </a:cubicBezTo>
                  <a:cubicBezTo>
                    <a:pt x="2769" y="3820"/>
                    <a:pt x="2984" y="3748"/>
                    <a:pt x="3148" y="3595"/>
                  </a:cubicBezTo>
                  <a:lnTo>
                    <a:pt x="2938" y="773"/>
                  </a:lnTo>
                  <a:cubicBezTo>
                    <a:pt x="2938" y="773"/>
                    <a:pt x="2556" y="0"/>
                    <a:pt x="1707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884502" y="1116115"/>
              <a:ext cx="102214" cy="168519"/>
            </a:xfrm>
            <a:custGeom>
              <a:avLst/>
              <a:gdLst/>
              <a:ahLst/>
              <a:cxnLst/>
              <a:rect l="l" t="t" r="r" b="b"/>
              <a:pathLst>
                <a:path w="2317" h="3820" extrusionOk="0">
                  <a:moveTo>
                    <a:pt x="876" y="0"/>
                  </a:moveTo>
                  <a:cubicBezTo>
                    <a:pt x="781" y="0"/>
                    <a:pt x="680" y="10"/>
                    <a:pt x="573" y="32"/>
                  </a:cubicBezTo>
                  <a:cubicBezTo>
                    <a:pt x="364" y="74"/>
                    <a:pt x="164" y="205"/>
                    <a:pt x="0" y="397"/>
                  </a:cubicBezTo>
                  <a:cubicBezTo>
                    <a:pt x="11" y="397"/>
                    <a:pt x="21" y="397"/>
                    <a:pt x="32" y="397"/>
                  </a:cubicBezTo>
                  <a:cubicBezTo>
                    <a:pt x="215" y="397"/>
                    <a:pt x="399" y="432"/>
                    <a:pt x="569" y="508"/>
                  </a:cubicBezTo>
                  <a:cubicBezTo>
                    <a:pt x="939" y="675"/>
                    <a:pt x="1206" y="1037"/>
                    <a:pt x="1283" y="1432"/>
                  </a:cubicBezTo>
                  <a:cubicBezTo>
                    <a:pt x="1329" y="1666"/>
                    <a:pt x="1314" y="1908"/>
                    <a:pt x="1281" y="2141"/>
                  </a:cubicBezTo>
                  <a:cubicBezTo>
                    <a:pt x="1239" y="2429"/>
                    <a:pt x="1186" y="2717"/>
                    <a:pt x="1129" y="3002"/>
                  </a:cubicBezTo>
                  <a:cubicBezTo>
                    <a:pt x="1084" y="3213"/>
                    <a:pt x="1039" y="3423"/>
                    <a:pt x="992" y="3633"/>
                  </a:cubicBezTo>
                  <a:cubicBezTo>
                    <a:pt x="1233" y="3754"/>
                    <a:pt x="1479" y="3819"/>
                    <a:pt x="1705" y="3819"/>
                  </a:cubicBezTo>
                  <a:cubicBezTo>
                    <a:pt x="1941" y="3819"/>
                    <a:pt x="2154" y="3748"/>
                    <a:pt x="2317" y="3596"/>
                  </a:cubicBezTo>
                  <a:lnTo>
                    <a:pt x="2107" y="773"/>
                  </a:lnTo>
                  <a:cubicBezTo>
                    <a:pt x="2107" y="773"/>
                    <a:pt x="1725" y="0"/>
                    <a:pt x="876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922440" y="1116248"/>
              <a:ext cx="64320" cy="166534"/>
            </a:xfrm>
            <a:custGeom>
              <a:avLst/>
              <a:gdLst/>
              <a:ahLst/>
              <a:cxnLst/>
              <a:rect l="l" t="t" r="r" b="b"/>
              <a:pathLst>
                <a:path w="1458" h="3775" extrusionOk="0">
                  <a:moveTo>
                    <a:pt x="18" y="0"/>
                  </a:moveTo>
                  <a:cubicBezTo>
                    <a:pt x="12" y="0"/>
                    <a:pt x="6" y="0"/>
                    <a:pt x="1" y="0"/>
                  </a:cubicBezTo>
                  <a:cubicBezTo>
                    <a:pt x="127" y="215"/>
                    <a:pt x="276" y="419"/>
                    <a:pt x="416" y="630"/>
                  </a:cubicBezTo>
                  <a:cubicBezTo>
                    <a:pt x="523" y="792"/>
                    <a:pt x="632" y="962"/>
                    <a:pt x="698" y="1146"/>
                  </a:cubicBezTo>
                  <a:cubicBezTo>
                    <a:pt x="769" y="1345"/>
                    <a:pt x="791" y="1561"/>
                    <a:pt x="810" y="1771"/>
                  </a:cubicBezTo>
                  <a:cubicBezTo>
                    <a:pt x="848" y="2243"/>
                    <a:pt x="899" y="2710"/>
                    <a:pt x="990" y="3177"/>
                  </a:cubicBezTo>
                  <a:cubicBezTo>
                    <a:pt x="1030" y="3378"/>
                    <a:pt x="1080" y="3577"/>
                    <a:pt x="1132" y="3774"/>
                  </a:cubicBezTo>
                  <a:cubicBezTo>
                    <a:pt x="1253" y="3738"/>
                    <a:pt x="1365" y="3681"/>
                    <a:pt x="1458" y="3593"/>
                  </a:cubicBezTo>
                  <a:lnTo>
                    <a:pt x="1248" y="770"/>
                  </a:lnTo>
                  <a:cubicBezTo>
                    <a:pt x="1248" y="770"/>
                    <a:pt x="865" y="0"/>
                    <a:pt x="18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943173" y="669377"/>
              <a:ext cx="731559" cy="800555"/>
            </a:xfrm>
            <a:custGeom>
              <a:avLst/>
              <a:gdLst/>
              <a:ahLst/>
              <a:cxnLst/>
              <a:rect l="l" t="t" r="r" b="b"/>
              <a:pathLst>
                <a:path w="16583" h="18147" extrusionOk="0">
                  <a:moveTo>
                    <a:pt x="8298" y="1"/>
                  </a:moveTo>
                  <a:cubicBezTo>
                    <a:pt x="3656" y="1"/>
                    <a:pt x="0" y="3960"/>
                    <a:pt x="371" y="8587"/>
                  </a:cubicBezTo>
                  <a:lnTo>
                    <a:pt x="709" y="12813"/>
                  </a:lnTo>
                  <a:cubicBezTo>
                    <a:pt x="915" y="15363"/>
                    <a:pt x="2850" y="17438"/>
                    <a:pt x="5380" y="17822"/>
                  </a:cubicBezTo>
                  <a:lnTo>
                    <a:pt x="6749" y="18030"/>
                  </a:lnTo>
                  <a:cubicBezTo>
                    <a:pt x="7262" y="18107"/>
                    <a:pt x="7779" y="18146"/>
                    <a:pt x="8297" y="18146"/>
                  </a:cubicBezTo>
                  <a:cubicBezTo>
                    <a:pt x="8814" y="18146"/>
                    <a:pt x="9331" y="18107"/>
                    <a:pt x="9844" y="18030"/>
                  </a:cubicBezTo>
                  <a:lnTo>
                    <a:pt x="11213" y="17822"/>
                  </a:lnTo>
                  <a:cubicBezTo>
                    <a:pt x="13745" y="17438"/>
                    <a:pt x="15679" y="15363"/>
                    <a:pt x="15884" y="12813"/>
                  </a:cubicBezTo>
                  <a:lnTo>
                    <a:pt x="16211" y="8743"/>
                  </a:lnTo>
                  <a:cubicBezTo>
                    <a:pt x="16582" y="4111"/>
                    <a:pt x="12990" y="27"/>
                    <a:pt x="8344" y="1"/>
                  </a:cubicBezTo>
                  <a:cubicBezTo>
                    <a:pt x="8329" y="1"/>
                    <a:pt x="8313" y="1"/>
                    <a:pt x="8298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5417704" y="1019727"/>
              <a:ext cx="132654" cy="33572"/>
            </a:xfrm>
            <a:custGeom>
              <a:avLst/>
              <a:gdLst/>
              <a:ahLst/>
              <a:cxnLst/>
              <a:rect l="l" t="t" r="r" b="b"/>
              <a:pathLst>
                <a:path w="3007" h="761" extrusionOk="0">
                  <a:moveTo>
                    <a:pt x="1503" y="0"/>
                  </a:moveTo>
                  <a:cubicBezTo>
                    <a:pt x="969" y="0"/>
                    <a:pt x="456" y="194"/>
                    <a:pt x="55" y="547"/>
                  </a:cubicBezTo>
                  <a:cubicBezTo>
                    <a:pt x="5" y="592"/>
                    <a:pt x="0" y="669"/>
                    <a:pt x="45" y="720"/>
                  </a:cubicBezTo>
                  <a:cubicBezTo>
                    <a:pt x="69" y="746"/>
                    <a:pt x="103" y="760"/>
                    <a:pt x="137" y="760"/>
                  </a:cubicBezTo>
                  <a:cubicBezTo>
                    <a:pt x="165" y="760"/>
                    <a:pt x="194" y="750"/>
                    <a:pt x="216" y="730"/>
                  </a:cubicBezTo>
                  <a:cubicBezTo>
                    <a:pt x="573" y="416"/>
                    <a:pt x="1030" y="244"/>
                    <a:pt x="1503" y="244"/>
                  </a:cubicBezTo>
                  <a:cubicBezTo>
                    <a:pt x="1978" y="244"/>
                    <a:pt x="2435" y="416"/>
                    <a:pt x="2790" y="730"/>
                  </a:cubicBezTo>
                  <a:cubicBezTo>
                    <a:pt x="2813" y="749"/>
                    <a:pt x="2842" y="760"/>
                    <a:pt x="2871" y="760"/>
                  </a:cubicBezTo>
                  <a:cubicBezTo>
                    <a:pt x="2904" y="760"/>
                    <a:pt x="2937" y="747"/>
                    <a:pt x="2963" y="720"/>
                  </a:cubicBezTo>
                  <a:cubicBezTo>
                    <a:pt x="3007" y="668"/>
                    <a:pt x="3002" y="592"/>
                    <a:pt x="2952" y="547"/>
                  </a:cubicBezTo>
                  <a:cubicBezTo>
                    <a:pt x="2552" y="194"/>
                    <a:pt x="2038" y="0"/>
                    <a:pt x="1503" y="0"/>
                  </a:cubicBezTo>
                  <a:close/>
                </a:path>
              </a:pathLst>
            </a:custGeom>
            <a:solidFill>
              <a:srgbClr val="B536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5068147" y="1019727"/>
              <a:ext cx="132698" cy="33572"/>
            </a:xfrm>
            <a:custGeom>
              <a:avLst/>
              <a:gdLst/>
              <a:ahLst/>
              <a:cxnLst/>
              <a:rect l="l" t="t" r="r" b="b"/>
              <a:pathLst>
                <a:path w="3008" h="761" extrusionOk="0">
                  <a:moveTo>
                    <a:pt x="1504" y="0"/>
                  </a:moveTo>
                  <a:cubicBezTo>
                    <a:pt x="969" y="0"/>
                    <a:pt x="456" y="194"/>
                    <a:pt x="55" y="547"/>
                  </a:cubicBezTo>
                  <a:cubicBezTo>
                    <a:pt x="6" y="592"/>
                    <a:pt x="1" y="669"/>
                    <a:pt x="45" y="720"/>
                  </a:cubicBezTo>
                  <a:cubicBezTo>
                    <a:pt x="68" y="746"/>
                    <a:pt x="101" y="760"/>
                    <a:pt x="135" y="760"/>
                  </a:cubicBezTo>
                  <a:cubicBezTo>
                    <a:pt x="165" y="760"/>
                    <a:pt x="193" y="751"/>
                    <a:pt x="217" y="730"/>
                  </a:cubicBezTo>
                  <a:cubicBezTo>
                    <a:pt x="571" y="417"/>
                    <a:pt x="1029" y="244"/>
                    <a:pt x="1504" y="244"/>
                  </a:cubicBezTo>
                  <a:cubicBezTo>
                    <a:pt x="1978" y="244"/>
                    <a:pt x="2435" y="416"/>
                    <a:pt x="2791" y="730"/>
                  </a:cubicBezTo>
                  <a:cubicBezTo>
                    <a:pt x="2814" y="751"/>
                    <a:pt x="2843" y="761"/>
                    <a:pt x="2872" y="761"/>
                  </a:cubicBezTo>
                  <a:cubicBezTo>
                    <a:pt x="2905" y="761"/>
                    <a:pt x="2938" y="747"/>
                    <a:pt x="2962" y="720"/>
                  </a:cubicBezTo>
                  <a:cubicBezTo>
                    <a:pt x="3007" y="668"/>
                    <a:pt x="3002" y="592"/>
                    <a:pt x="2952" y="547"/>
                  </a:cubicBezTo>
                  <a:cubicBezTo>
                    <a:pt x="2551" y="194"/>
                    <a:pt x="2038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4943217" y="669244"/>
              <a:ext cx="731559" cy="506352"/>
            </a:xfrm>
            <a:custGeom>
              <a:avLst/>
              <a:gdLst/>
              <a:ahLst/>
              <a:cxnLst/>
              <a:rect l="l" t="t" r="r" b="b"/>
              <a:pathLst>
                <a:path w="16583" h="11478" extrusionOk="0">
                  <a:moveTo>
                    <a:pt x="8298" y="0"/>
                  </a:moveTo>
                  <a:cubicBezTo>
                    <a:pt x="3655" y="0"/>
                    <a:pt x="0" y="3961"/>
                    <a:pt x="372" y="8588"/>
                  </a:cubicBezTo>
                  <a:lnTo>
                    <a:pt x="596" y="11380"/>
                  </a:lnTo>
                  <a:cubicBezTo>
                    <a:pt x="608" y="11375"/>
                    <a:pt x="620" y="11368"/>
                    <a:pt x="632" y="11363"/>
                  </a:cubicBezTo>
                  <a:cubicBezTo>
                    <a:pt x="838" y="11263"/>
                    <a:pt x="1039" y="11150"/>
                    <a:pt x="1244" y="11046"/>
                  </a:cubicBezTo>
                  <a:cubicBezTo>
                    <a:pt x="2265" y="10531"/>
                    <a:pt x="3233" y="9909"/>
                    <a:pt x="3980" y="9032"/>
                  </a:cubicBezTo>
                  <a:cubicBezTo>
                    <a:pt x="4699" y="8188"/>
                    <a:pt x="5250" y="7205"/>
                    <a:pt x="5682" y="6186"/>
                  </a:cubicBezTo>
                  <a:cubicBezTo>
                    <a:pt x="5686" y="6178"/>
                    <a:pt x="5693" y="6174"/>
                    <a:pt x="5700" y="6174"/>
                  </a:cubicBezTo>
                  <a:cubicBezTo>
                    <a:pt x="5709" y="6174"/>
                    <a:pt x="5719" y="6179"/>
                    <a:pt x="5724" y="6186"/>
                  </a:cubicBezTo>
                  <a:cubicBezTo>
                    <a:pt x="6060" y="6679"/>
                    <a:pt x="6458" y="7120"/>
                    <a:pt x="6838" y="7578"/>
                  </a:cubicBezTo>
                  <a:cubicBezTo>
                    <a:pt x="7173" y="7980"/>
                    <a:pt x="7537" y="8356"/>
                    <a:pt x="7933" y="8698"/>
                  </a:cubicBezTo>
                  <a:cubicBezTo>
                    <a:pt x="8630" y="9302"/>
                    <a:pt x="9412" y="9801"/>
                    <a:pt x="10231" y="10227"/>
                  </a:cubicBezTo>
                  <a:cubicBezTo>
                    <a:pt x="11086" y="10671"/>
                    <a:pt x="11983" y="11018"/>
                    <a:pt x="12921" y="11233"/>
                  </a:cubicBezTo>
                  <a:cubicBezTo>
                    <a:pt x="13595" y="11387"/>
                    <a:pt x="14287" y="11477"/>
                    <a:pt x="14979" y="11477"/>
                  </a:cubicBezTo>
                  <a:cubicBezTo>
                    <a:pt x="15261" y="11477"/>
                    <a:pt x="15542" y="11462"/>
                    <a:pt x="15822" y="11431"/>
                  </a:cubicBezTo>
                  <a:cubicBezTo>
                    <a:pt x="15880" y="11425"/>
                    <a:pt x="15940" y="11415"/>
                    <a:pt x="15997" y="11408"/>
                  </a:cubicBezTo>
                  <a:lnTo>
                    <a:pt x="16211" y="8744"/>
                  </a:lnTo>
                  <a:cubicBezTo>
                    <a:pt x="16583" y="4112"/>
                    <a:pt x="12990" y="27"/>
                    <a:pt x="8344" y="1"/>
                  </a:cubicBezTo>
                  <a:cubicBezTo>
                    <a:pt x="8329" y="1"/>
                    <a:pt x="8313" y="0"/>
                    <a:pt x="8298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4916749" y="637174"/>
              <a:ext cx="784409" cy="514910"/>
            </a:xfrm>
            <a:custGeom>
              <a:avLst/>
              <a:gdLst/>
              <a:ahLst/>
              <a:cxnLst/>
              <a:rect l="l" t="t" r="r" b="b"/>
              <a:pathLst>
                <a:path w="17781" h="11672" extrusionOk="0">
                  <a:moveTo>
                    <a:pt x="8898" y="1"/>
                  </a:moveTo>
                  <a:cubicBezTo>
                    <a:pt x="7123" y="1"/>
                    <a:pt x="6166" y="827"/>
                    <a:pt x="6166" y="827"/>
                  </a:cubicBezTo>
                  <a:cubicBezTo>
                    <a:pt x="4693" y="993"/>
                    <a:pt x="3536" y="1696"/>
                    <a:pt x="2534" y="2775"/>
                  </a:cubicBezTo>
                  <a:cubicBezTo>
                    <a:pt x="885" y="4552"/>
                    <a:pt x="0" y="6667"/>
                    <a:pt x="0" y="9376"/>
                  </a:cubicBezTo>
                  <a:cubicBezTo>
                    <a:pt x="0" y="10839"/>
                    <a:pt x="1160" y="11671"/>
                    <a:pt x="1160" y="11671"/>
                  </a:cubicBezTo>
                  <a:cubicBezTo>
                    <a:pt x="1160" y="11671"/>
                    <a:pt x="4810" y="9804"/>
                    <a:pt x="6167" y="5431"/>
                  </a:cubicBezTo>
                  <a:cubicBezTo>
                    <a:pt x="6167" y="5431"/>
                    <a:pt x="11961" y="10759"/>
                    <a:pt x="16634" y="11670"/>
                  </a:cubicBezTo>
                  <a:cubicBezTo>
                    <a:pt x="16634" y="11670"/>
                    <a:pt x="17780" y="10869"/>
                    <a:pt x="17780" y="9530"/>
                  </a:cubicBezTo>
                  <a:cubicBezTo>
                    <a:pt x="17780" y="6969"/>
                    <a:pt x="16890" y="4618"/>
                    <a:pt x="15222" y="2800"/>
                  </a:cubicBezTo>
                  <a:cubicBezTo>
                    <a:pt x="13578" y="1007"/>
                    <a:pt x="11349" y="13"/>
                    <a:pt x="8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4930204" y="1138613"/>
              <a:ext cx="85318" cy="312864"/>
            </a:xfrm>
            <a:custGeom>
              <a:avLst/>
              <a:gdLst/>
              <a:ahLst/>
              <a:cxnLst/>
              <a:rect l="l" t="t" r="r" b="b"/>
              <a:pathLst>
                <a:path w="1934" h="7092" extrusionOk="0">
                  <a:moveTo>
                    <a:pt x="859" y="1"/>
                  </a:moveTo>
                  <a:cubicBezTo>
                    <a:pt x="827" y="1"/>
                    <a:pt x="796" y="22"/>
                    <a:pt x="793" y="55"/>
                  </a:cubicBezTo>
                  <a:cubicBezTo>
                    <a:pt x="792" y="70"/>
                    <a:pt x="662" y="1507"/>
                    <a:pt x="272" y="3536"/>
                  </a:cubicBezTo>
                  <a:cubicBezTo>
                    <a:pt x="0" y="4944"/>
                    <a:pt x="108" y="5957"/>
                    <a:pt x="593" y="6542"/>
                  </a:cubicBezTo>
                  <a:cubicBezTo>
                    <a:pt x="890" y="6900"/>
                    <a:pt x="1332" y="7091"/>
                    <a:pt x="1872" y="7091"/>
                  </a:cubicBezTo>
                  <a:cubicBezTo>
                    <a:pt x="1905" y="7091"/>
                    <a:pt x="1932" y="7065"/>
                    <a:pt x="1933" y="7030"/>
                  </a:cubicBezTo>
                  <a:cubicBezTo>
                    <a:pt x="1933" y="6998"/>
                    <a:pt x="1907" y="6970"/>
                    <a:pt x="1873" y="6970"/>
                  </a:cubicBezTo>
                  <a:cubicBezTo>
                    <a:pt x="1363" y="6970"/>
                    <a:pt x="964" y="6800"/>
                    <a:pt x="687" y="6466"/>
                  </a:cubicBezTo>
                  <a:cubicBezTo>
                    <a:pt x="228" y="5909"/>
                    <a:pt x="128" y="4932"/>
                    <a:pt x="392" y="3559"/>
                  </a:cubicBezTo>
                  <a:cubicBezTo>
                    <a:pt x="783" y="1524"/>
                    <a:pt x="913" y="81"/>
                    <a:pt x="914" y="66"/>
                  </a:cubicBezTo>
                  <a:cubicBezTo>
                    <a:pt x="917" y="33"/>
                    <a:pt x="892" y="3"/>
                    <a:pt x="8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5603070" y="1138613"/>
              <a:ext cx="85318" cy="312864"/>
            </a:xfrm>
            <a:custGeom>
              <a:avLst/>
              <a:gdLst/>
              <a:ahLst/>
              <a:cxnLst/>
              <a:rect l="l" t="t" r="r" b="b"/>
              <a:pathLst>
                <a:path w="1934" h="7092" extrusionOk="0">
                  <a:moveTo>
                    <a:pt x="1075" y="1"/>
                  </a:moveTo>
                  <a:cubicBezTo>
                    <a:pt x="1041" y="3"/>
                    <a:pt x="1017" y="33"/>
                    <a:pt x="1019" y="66"/>
                  </a:cubicBezTo>
                  <a:cubicBezTo>
                    <a:pt x="1020" y="81"/>
                    <a:pt x="1151" y="1524"/>
                    <a:pt x="1543" y="3559"/>
                  </a:cubicBezTo>
                  <a:cubicBezTo>
                    <a:pt x="1806" y="4932"/>
                    <a:pt x="1706" y="5909"/>
                    <a:pt x="1246" y="6466"/>
                  </a:cubicBezTo>
                  <a:cubicBezTo>
                    <a:pt x="970" y="6800"/>
                    <a:pt x="571" y="6970"/>
                    <a:pt x="61" y="6970"/>
                  </a:cubicBezTo>
                  <a:cubicBezTo>
                    <a:pt x="28" y="6970"/>
                    <a:pt x="0" y="6997"/>
                    <a:pt x="0" y="7030"/>
                  </a:cubicBezTo>
                  <a:cubicBezTo>
                    <a:pt x="0" y="7063"/>
                    <a:pt x="27" y="7091"/>
                    <a:pt x="61" y="7091"/>
                  </a:cubicBezTo>
                  <a:cubicBezTo>
                    <a:pt x="600" y="7091"/>
                    <a:pt x="1044" y="6902"/>
                    <a:pt x="1341" y="6542"/>
                  </a:cubicBezTo>
                  <a:cubicBezTo>
                    <a:pt x="1824" y="5957"/>
                    <a:pt x="1933" y="4945"/>
                    <a:pt x="1661" y="3536"/>
                  </a:cubicBezTo>
                  <a:cubicBezTo>
                    <a:pt x="1272" y="1507"/>
                    <a:pt x="1141" y="70"/>
                    <a:pt x="1140" y="55"/>
                  </a:cubicBezTo>
                  <a:cubicBezTo>
                    <a:pt x="1138" y="23"/>
                    <a:pt x="1108" y="1"/>
                    <a:pt x="1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4916837" y="971952"/>
              <a:ext cx="230457" cy="180166"/>
            </a:xfrm>
            <a:custGeom>
              <a:avLst/>
              <a:gdLst/>
              <a:ahLst/>
              <a:cxnLst/>
              <a:rect l="l" t="t" r="r" b="b"/>
              <a:pathLst>
                <a:path w="5224" h="4084" extrusionOk="0">
                  <a:moveTo>
                    <a:pt x="5224" y="1"/>
                  </a:moveTo>
                  <a:lnTo>
                    <a:pt x="5224" y="1"/>
                  </a:lnTo>
                  <a:cubicBezTo>
                    <a:pt x="5128" y="93"/>
                    <a:pt x="5033" y="188"/>
                    <a:pt x="4933" y="279"/>
                  </a:cubicBezTo>
                  <a:cubicBezTo>
                    <a:pt x="4448" y="722"/>
                    <a:pt x="3909" y="1116"/>
                    <a:pt x="3316" y="1401"/>
                  </a:cubicBezTo>
                  <a:cubicBezTo>
                    <a:pt x="2866" y="1619"/>
                    <a:pt x="2321" y="1785"/>
                    <a:pt x="1795" y="1785"/>
                  </a:cubicBezTo>
                  <a:cubicBezTo>
                    <a:pt x="1353" y="1785"/>
                    <a:pt x="923" y="1668"/>
                    <a:pt x="573" y="1367"/>
                  </a:cubicBezTo>
                  <a:cubicBezTo>
                    <a:pt x="297" y="1128"/>
                    <a:pt x="149" y="812"/>
                    <a:pt x="76" y="471"/>
                  </a:cubicBezTo>
                  <a:cubicBezTo>
                    <a:pt x="27" y="894"/>
                    <a:pt x="0" y="1332"/>
                    <a:pt x="0" y="1788"/>
                  </a:cubicBezTo>
                  <a:cubicBezTo>
                    <a:pt x="0" y="3253"/>
                    <a:pt x="1159" y="4084"/>
                    <a:pt x="1159" y="4084"/>
                  </a:cubicBezTo>
                  <a:cubicBezTo>
                    <a:pt x="1159" y="4084"/>
                    <a:pt x="3593" y="2838"/>
                    <a:pt x="5224" y="1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5382501" y="900841"/>
              <a:ext cx="318643" cy="251147"/>
            </a:xfrm>
            <a:custGeom>
              <a:avLst/>
              <a:gdLst/>
              <a:ahLst/>
              <a:cxnLst/>
              <a:rect l="l" t="t" r="r" b="b"/>
              <a:pathLst>
                <a:path w="7223" h="5693" extrusionOk="0">
                  <a:moveTo>
                    <a:pt x="6601" y="0"/>
                  </a:moveTo>
                  <a:cubicBezTo>
                    <a:pt x="6626" y="473"/>
                    <a:pt x="6534" y="947"/>
                    <a:pt x="6277" y="1353"/>
                  </a:cubicBezTo>
                  <a:cubicBezTo>
                    <a:pt x="5626" y="2382"/>
                    <a:pt x="4275" y="2738"/>
                    <a:pt x="3150" y="2908"/>
                  </a:cubicBezTo>
                  <a:cubicBezTo>
                    <a:pt x="2673" y="2980"/>
                    <a:pt x="2188" y="3018"/>
                    <a:pt x="1703" y="3018"/>
                  </a:cubicBezTo>
                  <a:cubicBezTo>
                    <a:pt x="1132" y="3018"/>
                    <a:pt x="560" y="2966"/>
                    <a:pt x="1" y="2858"/>
                  </a:cubicBezTo>
                  <a:lnTo>
                    <a:pt x="1" y="2858"/>
                  </a:lnTo>
                  <a:cubicBezTo>
                    <a:pt x="1870" y="4103"/>
                    <a:pt x="4075" y="5303"/>
                    <a:pt x="6076" y="5692"/>
                  </a:cubicBezTo>
                  <a:cubicBezTo>
                    <a:pt x="6076" y="5692"/>
                    <a:pt x="7222" y="4890"/>
                    <a:pt x="7222" y="3552"/>
                  </a:cubicBezTo>
                  <a:cubicBezTo>
                    <a:pt x="7222" y="2307"/>
                    <a:pt x="7010" y="1111"/>
                    <a:pt x="6601" y="0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5505755" y="1209195"/>
              <a:ext cx="129257" cy="129257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1465" y="1"/>
                  </a:moveTo>
                  <a:cubicBezTo>
                    <a:pt x="656" y="1"/>
                    <a:pt x="0" y="657"/>
                    <a:pt x="0" y="1465"/>
                  </a:cubicBezTo>
                  <a:cubicBezTo>
                    <a:pt x="0" y="2274"/>
                    <a:pt x="656" y="2930"/>
                    <a:pt x="1465" y="2930"/>
                  </a:cubicBezTo>
                  <a:cubicBezTo>
                    <a:pt x="2273" y="2930"/>
                    <a:pt x="2929" y="2274"/>
                    <a:pt x="2929" y="1465"/>
                  </a:cubicBezTo>
                  <a:cubicBezTo>
                    <a:pt x="2929" y="657"/>
                    <a:pt x="2273" y="1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4983493" y="1209195"/>
              <a:ext cx="129257" cy="129257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1465" y="1"/>
                  </a:moveTo>
                  <a:cubicBezTo>
                    <a:pt x="656" y="1"/>
                    <a:pt x="0" y="657"/>
                    <a:pt x="0" y="1465"/>
                  </a:cubicBezTo>
                  <a:cubicBezTo>
                    <a:pt x="0" y="2274"/>
                    <a:pt x="656" y="2930"/>
                    <a:pt x="1465" y="2930"/>
                  </a:cubicBezTo>
                  <a:cubicBezTo>
                    <a:pt x="2274" y="2930"/>
                    <a:pt x="2929" y="2274"/>
                    <a:pt x="2929" y="1465"/>
                  </a:cubicBezTo>
                  <a:cubicBezTo>
                    <a:pt x="2929" y="657"/>
                    <a:pt x="2274" y="1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5290039" y="1297819"/>
              <a:ext cx="38336" cy="15970"/>
            </a:xfrm>
            <a:custGeom>
              <a:avLst/>
              <a:gdLst/>
              <a:ahLst/>
              <a:cxnLst/>
              <a:rect l="l" t="t" r="r" b="b"/>
              <a:pathLst>
                <a:path w="869" h="362" extrusionOk="0">
                  <a:moveTo>
                    <a:pt x="768" y="1"/>
                  </a:moveTo>
                  <a:cubicBezTo>
                    <a:pt x="760" y="1"/>
                    <a:pt x="752" y="2"/>
                    <a:pt x="745" y="4"/>
                  </a:cubicBezTo>
                  <a:lnTo>
                    <a:pt x="79" y="183"/>
                  </a:lnTo>
                  <a:cubicBezTo>
                    <a:pt x="30" y="196"/>
                    <a:pt x="1" y="246"/>
                    <a:pt x="14" y="295"/>
                  </a:cubicBezTo>
                  <a:cubicBezTo>
                    <a:pt x="25" y="336"/>
                    <a:pt x="62" y="362"/>
                    <a:pt x="103" y="362"/>
                  </a:cubicBezTo>
                  <a:cubicBezTo>
                    <a:pt x="110" y="362"/>
                    <a:pt x="118" y="360"/>
                    <a:pt x="126" y="359"/>
                  </a:cubicBezTo>
                  <a:lnTo>
                    <a:pt x="792" y="180"/>
                  </a:lnTo>
                  <a:cubicBezTo>
                    <a:pt x="840" y="167"/>
                    <a:pt x="869" y="117"/>
                    <a:pt x="856" y="69"/>
                  </a:cubicBezTo>
                  <a:cubicBezTo>
                    <a:pt x="844" y="27"/>
                    <a:pt x="80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5213458" y="1353491"/>
              <a:ext cx="191547" cy="32425"/>
            </a:xfrm>
            <a:custGeom>
              <a:avLst/>
              <a:gdLst/>
              <a:ahLst/>
              <a:cxnLst/>
              <a:rect l="l" t="t" r="r" b="b"/>
              <a:pathLst>
                <a:path w="4342" h="735" extrusionOk="0">
                  <a:moveTo>
                    <a:pt x="102" y="1"/>
                  </a:moveTo>
                  <a:cubicBezTo>
                    <a:pt x="75" y="1"/>
                    <a:pt x="47" y="13"/>
                    <a:pt x="30" y="37"/>
                  </a:cubicBezTo>
                  <a:cubicBezTo>
                    <a:pt x="0" y="77"/>
                    <a:pt x="9" y="135"/>
                    <a:pt x="48" y="164"/>
                  </a:cubicBezTo>
                  <a:cubicBezTo>
                    <a:pt x="79" y="188"/>
                    <a:pt x="821" y="735"/>
                    <a:pt x="2171" y="735"/>
                  </a:cubicBezTo>
                  <a:cubicBezTo>
                    <a:pt x="3521" y="735"/>
                    <a:pt x="4262" y="188"/>
                    <a:pt x="4293" y="164"/>
                  </a:cubicBezTo>
                  <a:cubicBezTo>
                    <a:pt x="4334" y="135"/>
                    <a:pt x="4341" y="78"/>
                    <a:pt x="4311" y="37"/>
                  </a:cubicBezTo>
                  <a:cubicBezTo>
                    <a:pt x="4293" y="13"/>
                    <a:pt x="4267" y="1"/>
                    <a:pt x="4239" y="1"/>
                  </a:cubicBezTo>
                  <a:cubicBezTo>
                    <a:pt x="4220" y="1"/>
                    <a:pt x="4200" y="7"/>
                    <a:pt x="4184" y="19"/>
                  </a:cubicBezTo>
                  <a:cubicBezTo>
                    <a:pt x="4176" y="24"/>
                    <a:pt x="3460" y="552"/>
                    <a:pt x="2171" y="552"/>
                  </a:cubicBezTo>
                  <a:cubicBezTo>
                    <a:pt x="885" y="552"/>
                    <a:pt x="165" y="24"/>
                    <a:pt x="158" y="19"/>
                  </a:cubicBezTo>
                  <a:cubicBezTo>
                    <a:pt x="141" y="7"/>
                    <a:pt x="122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5049487" y="1168566"/>
              <a:ext cx="169931" cy="21528"/>
            </a:xfrm>
            <a:custGeom>
              <a:avLst/>
              <a:gdLst/>
              <a:ahLst/>
              <a:cxnLst/>
              <a:rect l="l" t="t" r="r" b="b"/>
              <a:pathLst>
                <a:path w="3852" h="488" extrusionOk="0">
                  <a:moveTo>
                    <a:pt x="3716" y="1"/>
                  </a:moveTo>
                  <a:cubicBezTo>
                    <a:pt x="3705" y="1"/>
                    <a:pt x="3694" y="2"/>
                    <a:pt x="3684" y="5"/>
                  </a:cubicBezTo>
                  <a:cubicBezTo>
                    <a:pt x="3311" y="109"/>
                    <a:pt x="2723" y="245"/>
                    <a:pt x="1926" y="245"/>
                  </a:cubicBezTo>
                  <a:cubicBezTo>
                    <a:pt x="1128" y="245"/>
                    <a:pt x="539" y="107"/>
                    <a:pt x="167" y="5"/>
                  </a:cubicBezTo>
                  <a:cubicBezTo>
                    <a:pt x="157" y="2"/>
                    <a:pt x="147" y="1"/>
                    <a:pt x="136" y="1"/>
                  </a:cubicBezTo>
                  <a:cubicBezTo>
                    <a:pt x="83" y="1"/>
                    <a:pt x="33" y="36"/>
                    <a:pt x="17" y="90"/>
                  </a:cubicBezTo>
                  <a:cubicBezTo>
                    <a:pt x="0" y="154"/>
                    <a:pt x="38" y="221"/>
                    <a:pt x="103" y="240"/>
                  </a:cubicBezTo>
                  <a:cubicBezTo>
                    <a:pt x="489" y="346"/>
                    <a:pt x="1098" y="488"/>
                    <a:pt x="1926" y="488"/>
                  </a:cubicBezTo>
                  <a:cubicBezTo>
                    <a:pt x="2754" y="488"/>
                    <a:pt x="3363" y="346"/>
                    <a:pt x="3748" y="240"/>
                  </a:cubicBezTo>
                  <a:cubicBezTo>
                    <a:pt x="3814" y="221"/>
                    <a:pt x="3852" y="154"/>
                    <a:pt x="3834" y="90"/>
                  </a:cubicBezTo>
                  <a:cubicBezTo>
                    <a:pt x="3818" y="35"/>
                    <a:pt x="3770" y="1"/>
                    <a:pt x="3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5029989" y="1147083"/>
              <a:ext cx="35292" cy="31189"/>
            </a:xfrm>
            <a:custGeom>
              <a:avLst/>
              <a:gdLst/>
              <a:ahLst/>
              <a:cxnLst/>
              <a:rect l="l" t="t" r="r" b="b"/>
              <a:pathLst>
                <a:path w="800" h="707" extrusionOk="0">
                  <a:moveTo>
                    <a:pt x="104" y="1"/>
                  </a:moveTo>
                  <a:cubicBezTo>
                    <a:pt x="78" y="1"/>
                    <a:pt x="53" y="11"/>
                    <a:pt x="35" y="32"/>
                  </a:cubicBezTo>
                  <a:cubicBezTo>
                    <a:pt x="1" y="70"/>
                    <a:pt x="5" y="128"/>
                    <a:pt x="43" y="161"/>
                  </a:cubicBezTo>
                  <a:lnTo>
                    <a:pt x="637" y="683"/>
                  </a:lnTo>
                  <a:cubicBezTo>
                    <a:pt x="653" y="698"/>
                    <a:pt x="675" y="706"/>
                    <a:pt x="696" y="706"/>
                  </a:cubicBezTo>
                  <a:cubicBezTo>
                    <a:pt x="722" y="706"/>
                    <a:pt x="747" y="696"/>
                    <a:pt x="765" y="676"/>
                  </a:cubicBezTo>
                  <a:cubicBezTo>
                    <a:pt x="799" y="637"/>
                    <a:pt x="795" y="580"/>
                    <a:pt x="757" y="546"/>
                  </a:cubicBezTo>
                  <a:lnTo>
                    <a:pt x="164" y="24"/>
                  </a:lnTo>
                  <a:cubicBezTo>
                    <a:pt x="146" y="8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5069912" y="1181359"/>
              <a:ext cx="129125" cy="53909"/>
            </a:xfrm>
            <a:custGeom>
              <a:avLst/>
              <a:gdLst/>
              <a:ahLst/>
              <a:cxnLst/>
              <a:rect l="l" t="t" r="r" b="b"/>
              <a:pathLst>
                <a:path w="2927" h="1222" extrusionOk="0">
                  <a:moveTo>
                    <a:pt x="461" y="0"/>
                  </a:moveTo>
                  <a:cubicBezTo>
                    <a:pt x="183" y="278"/>
                    <a:pt x="9" y="667"/>
                    <a:pt x="1" y="1098"/>
                  </a:cubicBezTo>
                  <a:cubicBezTo>
                    <a:pt x="284" y="1151"/>
                    <a:pt x="791" y="1221"/>
                    <a:pt x="1464" y="1221"/>
                  </a:cubicBezTo>
                  <a:cubicBezTo>
                    <a:pt x="2137" y="1221"/>
                    <a:pt x="2643" y="1151"/>
                    <a:pt x="2926" y="1098"/>
                  </a:cubicBezTo>
                  <a:cubicBezTo>
                    <a:pt x="2919" y="667"/>
                    <a:pt x="2743" y="278"/>
                    <a:pt x="2467" y="0"/>
                  </a:cubicBezTo>
                  <a:cubicBezTo>
                    <a:pt x="2173" y="46"/>
                    <a:pt x="1840" y="76"/>
                    <a:pt x="1464" y="76"/>
                  </a:cubicBezTo>
                  <a:cubicBezTo>
                    <a:pt x="1087" y="76"/>
                    <a:pt x="755" y="46"/>
                    <a:pt x="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5399044" y="1168566"/>
              <a:ext cx="169975" cy="21528"/>
            </a:xfrm>
            <a:custGeom>
              <a:avLst/>
              <a:gdLst/>
              <a:ahLst/>
              <a:cxnLst/>
              <a:rect l="l" t="t" r="r" b="b"/>
              <a:pathLst>
                <a:path w="3853" h="488" extrusionOk="0">
                  <a:moveTo>
                    <a:pt x="3716" y="1"/>
                  </a:moveTo>
                  <a:cubicBezTo>
                    <a:pt x="3705" y="1"/>
                    <a:pt x="3695" y="2"/>
                    <a:pt x="3684" y="5"/>
                  </a:cubicBezTo>
                  <a:cubicBezTo>
                    <a:pt x="3311" y="109"/>
                    <a:pt x="2724" y="245"/>
                    <a:pt x="1925" y="245"/>
                  </a:cubicBezTo>
                  <a:cubicBezTo>
                    <a:pt x="1127" y="245"/>
                    <a:pt x="539" y="107"/>
                    <a:pt x="167" y="5"/>
                  </a:cubicBezTo>
                  <a:cubicBezTo>
                    <a:pt x="156" y="2"/>
                    <a:pt x="146" y="1"/>
                    <a:pt x="136" y="1"/>
                  </a:cubicBezTo>
                  <a:cubicBezTo>
                    <a:pt x="82" y="1"/>
                    <a:pt x="33" y="36"/>
                    <a:pt x="18" y="90"/>
                  </a:cubicBezTo>
                  <a:cubicBezTo>
                    <a:pt x="1" y="154"/>
                    <a:pt x="39" y="221"/>
                    <a:pt x="103" y="240"/>
                  </a:cubicBezTo>
                  <a:cubicBezTo>
                    <a:pt x="489" y="346"/>
                    <a:pt x="1099" y="488"/>
                    <a:pt x="1925" y="488"/>
                  </a:cubicBezTo>
                  <a:cubicBezTo>
                    <a:pt x="2754" y="488"/>
                    <a:pt x="3362" y="346"/>
                    <a:pt x="3748" y="240"/>
                  </a:cubicBezTo>
                  <a:cubicBezTo>
                    <a:pt x="3813" y="221"/>
                    <a:pt x="3852" y="154"/>
                    <a:pt x="3833" y="90"/>
                  </a:cubicBezTo>
                  <a:cubicBezTo>
                    <a:pt x="3818" y="35"/>
                    <a:pt x="3769" y="1"/>
                    <a:pt x="3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5553221" y="1147039"/>
              <a:ext cx="35204" cy="31233"/>
            </a:xfrm>
            <a:custGeom>
              <a:avLst/>
              <a:gdLst/>
              <a:ahLst/>
              <a:cxnLst/>
              <a:rect l="l" t="t" r="r" b="b"/>
              <a:pathLst>
                <a:path w="798" h="708" extrusionOk="0">
                  <a:moveTo>
                    <a:pt x="696" y="1"/>
                  </a:moveTo>
                  <a:cubicBezTo>
                    <a:pt x="675" y="1"/>
                    <a:pt x="653" y="9"/>
                    <a:pt x="636" y="24"/>
                  </a:cubicBezTo>
                  <a:lnTo>
                    <a:pt x="42" y="546"/>
                  </a:lnTo>
                  <a:cubicBezTo>
                    <a:pt x="5" y="579"/>
                    <a:pt x="1" y="637"/>
                    <a:pt x="34" y="676"/>
                  </a:cubicBezTo>
                  <a:cubicBezTo>
                    <a:pt x="52" y="697"/>
                    <a:pt x="78" y="707"/>
                    <a:pt x="102" y="707"/>
                  </a:cubicBezTo>
                  <a:cubicBezTo>
                    <a:pt x="123" y="707"/>
                    <a:pt x="146" y="699"/>
                    <a:pt x="163" y="683"/>
                  </a:cubicBezTo>
                  <a:lnTo>
                    <a:pt x="756" y="161"/>
                  </a:lnTo>
                  <a:cubicBezTo>
                    <a:pt x="793" y="127"/>
                    <a:pt x="797" y="69"/>
                    <a:pt x="764" y="32"/>
                  </a:cubicBezTo>
                  <a:cubicBezTo>
                    <a:pt x="746" y="11"/>
                    <a:pt x="721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5419424" y="1181359"/>
              <a:ext cx="129080" cy="53909"/>
            </a:xfrm>
            <a:custGeom>
              <a:avLst/>
              <a:gdLst/>
              <a:ahLst/>
              <a:cxnLst/>
              <a:rect l="l" t="t" r="r" b="b"/>
              <a:pathLst>
                <a:path w="2926" h="1222" extrusionOk="0">
                  <a:moveTo>
                    <a:pt x="460" y="0"/>
                  </a:moveTo>
                  <a:cubicBezTo>
                    <a:pt x="183" y="278"/>
                    <a:pt x="8" y="667"/>
                    <a:pt x="1" y="1098"/>
                  </a:cubicBezTo>
                  <a:cubicBezTo>
                    <a:pt x="285" y="1151"/>
                    <a:pt x="790" y="1221"/>
                    <a:pt x="1463" y="1221"/>
                  </a:cubicBezTo>
                  <a:cubicBezTo>
                    <a:pt x="2137" y="1221"/>
                    <a:pt x="2642" y="1151"/>
                    <a:pt x="2926" y="1098"/>
                  </a:cubicBezTo>
                  <a:cubicBezTo>
                    <a:pt x="2918" y="667"/>
                    <a:pt x="2744" y="278"/>
                    <a:pt x="2467" y="0"/>
                  </a:cubicBezTo>
                  <a:cubicBezTo>
                    <a:pt x="2173" y="46"/>
                    <a:pt x="1841" y="76"/>
                    <a:pt x="1463" y="76"/>
                  </a:cubicBezTo>
                  <a:cubicBezTo>
                    <a:pt x="1086" y="76"/>
                    <a:pt x="754" y="46"/>
                    <a:pt x="4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5044061" y="722048"/>
              <a:ext cx="511602" cy="137727"/>
            </a:xfrm>
            <a:custGeom>
              <a:avLst/>
              <a:gdLst/>
              <a:ahLst/>
              <a:cxnLst/>
              <a:rect l="l" t="t" r="r" b="b"/>
              <a:pathLst>
                <a:path w="11597" h="3122" extrusionOk="0">
                  <a:moveTo>
                    <a:pt x="9874" y="1"/>
                  </a:moveTo>
                  <a:cubicBezTo>
                    <a:pt x="9500" y="1"/>
                    <a:pt x="9250" y="599"/>
                    <a:pt x="9650" y="882"/>
                  </a:cubicBezTo>
                  <a:cubicBezTo>
                    <a:pt x="10114" y="1209"/>
                    <a:pt x="10138" y="1768"/>
                    <a:pt x="9740" y="2084"/>
                  </a:cubicBezTo>
                  <a:cubicBezTo>
                    <a:pt x="9561" y="2224"/>
                    <a:pt x="9281" y="2252"/>
                    <a:pt x="9021" y="2252"/>
                  </a:cubicBezTo>
                  <a:cubicBezTo>
                    <a:pt x="8909" y="2252"/>
                    <a:pt x="8801" y="2247"/>
                    <a:pt x="8706" y="2243"/>
                  </a:cubicBezTo>
                  <a:cubicBezTo>
                    <a:pt x="7948" y="2216"/>
                    <a:pt x="7414" y="1887"/>
                    <a:pt x="6806" y="1491"/>
                  </a:cubicBezTo>
                  <a:cubicBezTo>
                    <a:pt x="6564" y="1333"/>
                    <a:pt x="6361" y="1266"/>
                    <a:pt x="6169" y="1266"/>
                  </a:cubicBezTo>
                  <a:cubicBezTo>
                    <a:pt x="5876" y="1266"/>
                    <a:pt x="5610" y="1424"/>
                    <a:pt x="5276" y="1661"/>
                  </a:cubicBezTo>
                  <a:cubicBezTo>
                    <a:pt x="4994" y="1863"/>
                    <a:pt x="4696" y="2105"/>
                    <a:pt x="4345" y="2105"/>
                  </a:cubicBezTo>
                  <a:cubicBezTo>
                    <a:pt x="4169" y="2105"/>
                    <a:pt x="3980" y="2044"/>
                    <a:pt x="3772" y="1887"/>
                  </a:cubicBezTo>
                  <a:cubicBezTo>
                    <a:pt x="3630" y="1781"/>
                    <a:pt x="3552" y="1579"/>
                    <a:pt x="3421" y="1454"/>
                  </a:cubicBezTo>
                  <a:cubicBezTo>
                    <a:pt x="3232" y="1275"/>
                    <a:pt x="3054" y="1139"/>
                    <a:pt x="2782" y="1112"/>
                  </a:cubicBezTo>
                  <a:cubicBezTo>
                    <a:pt x="2755" y="1109"/>
                    <a:pt x="2727" y="1107"/>
                    <a:pt x="2700" y="1107"/>
                  </a:cubicBezTo>
                  <a:cubicBezTo>
                    <a:pt x="2460" y="1107"/>
                    <a:pt x="2230" y="1213"/>
                    <a:pt x="2011" y="1306"/>
                  </a:cubicBezTo>
                  <a:cubicBezTo>
                    <a:pt x="1777" y="1406"/>
                    <a:pt x="1486" y="1665"/>
                    <a:pt x="1242" y="1714"/>
                  </a:cubicBezTo>
                  <a:cubicBezTo>
                    <a:pt x="1148" y="1781"/>
                    <a:pt x="1054" y="1847"/>
                    <a:pt x="959" y="1913"/>
                  </a:cubicBezTo>
                  <a:cubicBezTo>
                    <a:pt x="713" y="1693"/>
                    <a:pt x="692" y="1485"/>
                    <a:pt x="898" y="1288"/>
                  </a:cubicBezTo>
                  <a:cubicBezTo>
                    <a:pt x="966" y="1181"/>
                    <a:pt x="867" y="1043"/>
                    <a:pt x="755" y="1043"/>
                  </a:cubicBezTo>
                  <a:cubicBezTo>
                    <a:pt x="729" y="1043"/>
                    <a:pt x="702" y="1050"/>
                    <a:pt x="676" y="1068"/>
                  </a:cubicBezTo>
                  <a:cubicBezTo>
                    <a:pt x="0" y="1525"/>
                    <a:pt x="14" y="2529"/>
                    <a:pt x="745" y="2529"/>
                  </a:cubicBezTo>
                  <a:cubicBezTo>
                    <a:pt x="849" y="2529"/>
                    <a:pt x="967" y="2509"/>
                    <a:pt x="1099" y="2464"/>
                  </a:cubicBezTo>
                  <a:cubicBezTo>
                    <a:pt x="1608" y="2292"/>
                    <a:pt x="2014" y="1880"/>
                    <a:pt x="2480" y="1880"/>
                  </a:cubicBezTo>
                  <a:cubicBezTo>
                    <a:pt x="2670" y="1880"/>
                    <a:pt x="2870" y="1949"/>
                    <a:pt x="3091" y="2131"/>
                  </a:cubicBezTo>
                  <a:cubicBezTo>
                    <a:pt x="3295" y="2297"/>
                    <a:pt x="3388" y="2522"/>
                    <a:pt x="3632" y="2657"/>
                  </a:cubicBezTo>
                  <a:cubicBezTo>
                    <a:pt x="3850" y="2777"/>
                    <a:pt x="4079" y="2828"/>
                    <a:pt x="4310" y="2828"/>
                  </a:cubicBezTo>
                  <a:cubicBezTo>
                    <a:pt x="4716" y="2828"/>
                    <a:pt x="5126" y="2671"/>
                    <a:pt x="5480" y="2462"/>
                  </a:cubicBezTo>
                  <a:cubicBezTo>
                    <a:pt x="5752" y="2300"/>
                    <a:pt x="5916" y="2203"/>
                    <a:pt x="6104" y="2203"/>
                  </a:cubicBezTo>
                  <a:cubicBezTo>
                    <a:pt x="6246" y="2203"/>
                    <a:pt x="6402" y="2259"/>
                    <a:pt x="6627" y="2386"/>
                  </a:cubicBezTo>
                  <a:cubicBezTo>
                    <a:pt x="6977" y="2583"/>
                    <a:pt x="7282" y="2798"/>
                    <a:pt x="7671" y="2924"/>
                  </a:cubicBezTo>
                  <a:cubicBezTo>
                    <a:pt x="8063" y="3051"/>
                    <a:pt x="8495" y="3122"/>
                    <a:pt x="8924" y="3122"/>
                  </a:cubicBezTo>
                  <a:cubicBezTo>
                    <a:pt x="9308" y="3122"/>
                    <a:pt x="9689" y="3065"/>
                    <a:pt x="10041" y="2941"/>
                  </a:cubicBezTo>
                  <a:cubicBezTo>
                    <a:pt x="11597" y="2388"/>
                    <a:pt x="11245" y="882"/>
                    <a:pt x="10115" y="84"/>
                  </a:cubicBezTo>
                  <a:cubicBezTo>
                    <a:pt x="10033" y="26"/>
                    <a:pt x="9951" y="1"/>
                    <a:pt x="9874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5520401" y="1766527"/>
              <a:ext cx="122949" cy="107596"/>
            </a:xfrm>
            <a:custGeom>
              <a:avLst/>
              <a:gdLst/>
              <a:ahLst/>
              <a:cxnLst/>
              <a:rect l="l" t="t" r="r" b="b"/>
              <a:pathLst>
                <a:path w="2787" h="2439" extrusionOk="0">
                  <a:moveTo>
                    <a:pt x="1371" y="1"/>
                  </a:moveTo>
                  <a:cubicBezTo>
                    <a:pt x="1249" y="1"/>
                    <a:pt x="1122" y="14"/>
                    <a:pt x="993" y="40"/>
                  </a:cubicBezTo>
                  <a:cubicBezTo>
                    <a:pt x="538" y="133"/>
                    <a:pt x="0" y="645"/>
                    <a:pt x="201" y="1538"/>
                  </a:cubicBezTo>
                  <a:cubicBezTo>
                    <a:pt x="346" y="2179"/>
                    <a:pt x="986" y="2438"/>
                    <a:pt x="1520" y="2438"/>
                  </a:cubicBezTo>
                  <a:cubicBezTo>
                    <a:pt x="1776" y="2438"/>
                    <a:pt x="2007" y="2379"/>
                    <a:pt x="2147" y="2273"/>
                  </a:cubicBezTo>
                  <a:cubicBezTo>
                    <a:pt x="2635" y="1909"/>
                    <a:pt x="2786" y="1286"/>
                    <a:pt x="2589" y="739"/>
                  </a:cubicBezTo>
                  <a:cubicBezTo>
                    <a:pt x="2426" y="287"/>
                    <a:pt x="1951" y="1"/>
                    <a:pt x="1371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5525959" y="1795245"/>
              <a:ext cx="53423" cy="78260"/>
            </a:xfrm>
            <a:custGeom>
              <a:avLst/>
              <a:gdLst/>
              <a:ahLst/>
              <a:cxnLst/>
              <a:rect l="l" t="t" r="r" b="b"/>
              <a:pathLst>
                <a:path w="1211" h="1774" extrusionOk="0">
                  <a:moveTo>
                    <a:pt x="253" y="1"/>
                  </a:moveTo>
                  <a:cubicBezTo>
                    <a:pt x="209" y="1"/>
                    <a:pt x="164" y="14"/>
                    <a:pt x="119" y="43"/>
                  </a:cubicBezTo>
                  <a:cubicBezTo>
                    <a:pt x="30" y="269"/>
                    <a:pt x="0" y="550"/>
                    <a:pt x="77" y="886"/>
                  </a:cubicBezTo>
                  <a:cubicBezTo>
                    <a:pt x="205" y="1453"/>
                    <a:pt x="723" y="1720"/>
                    <a:pt x="1210" y="1774"/>
                  </a:cubicBezTo>
                  <a:cubicBezTo>
                    <a:pt x="1076" y="1698"/>
                    <a:pt x="972" y="1573"/>
                    <a:pt x="924" y="1385"/>
                  </a:cubicBezTo>
                  <a:cubicBezTo>
                    <a:pt x="880" y="1211"/>
                    <a:pt x="901" y="1028"/>
                    <a:pt x="887" y="849"/>
                  </a:cubicBezTo>
                  <a:cubicBezTo>
                    <a:pt x="876" y="705"/>
                    <a:pt x="822" y="579"/>
                    <a:pt x="751" y="453"/>
                  </a:cubicBezTo>
                  <a:cubicBezTo>
                    <a:pt x="663" y="293"/>
                    <a:pt x="464" y="1"/>
                    <a:pt x="253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5093910" y="1641376"/>
              <a:ext cx="430165" cy="355258"/>
            </a:xfrm>
            <a:custGeom>
              <a:avLst/>
              <a:gdLst/>
              <a:ahLst/>
              <a:cxnLst/>
              <a:rect l="l" t="t" r="r" b="b"/>
              <a:pathLst>
                <a:path w="9751" h="8053" extrusionOk="0">
                  <a:moveTo>
                    <a:pt x="1022" y="0"/>
                  </a:moveTo>
                  <a:cubicBezTo>
                    <a:pt x="1022" y="0"/>
                    <a:pt x="612" y="151"/>
                    <a:pt x="1" y="548"/>
                  </a:cubicBezTo>
                  <a:lnTo>
                    <a:pt x="157" y="6777"/>
                  </a:lnTo>
                  <a:cubicBezTo>
                    <a:pt x="157" y="6777"/>
                    <a:pt x="2921" y="6829"/>
                    <a:pt x="4875" y="8052"/>
                  </a:cubicBezTo>
                  <a:cubicBezTo>
                    <a:pt x="6829" y="6830"/>
                    <a:pt x="9594" y="6778"/>
                    <a:pt x="9594" y="6777"/>
                  </a:cubicBezTo>
                  <a:lnTo>
                    <a:pt x="9750" y="548"/>
                  </a:lnTo>
                  <a:cubicBezTo>
                    <a:pt x="9138" y="151"/>
                    <a:pt x="8728" y="0"/>
                    <a:pt x="8728" y="0"/>
                  </a:cubicBezTo>
                  <a:cubicBezTo>
                    <a:pt x="6326" y="298"/>
                    <a:pt x="4875" y="2150"/>
                    <a:pt x="4875" y="2150"/>
                  </a:cubicBezTo>
                  <a:cubicBezTo>
                    <a:pt x="4875" y="2150"/>
                    <a:pt x="3424" y="298"/>
                    <a:pt x="10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5093954" y="1649449"/>
              <a:ext cx="430165" cy="347185"/>
            </a:xfrm>
            <a:custGeom>
              <a:avLst/>
              <a:gdLst/>
              <a:ahLst/>
              <a:cxnLst/>
              <a:rect l="l" t="t" r="r" b="b"/>
              <a:pathLst>
                <a:path w="9751" h="7870" extrusionOk="0">
                  <a:moveTo>
                    <a:pt x="9125" y="0"/>
                  </a:moveTo>
                  <a:cubicBezTo>
                    <a:pt x="8716" y="90"/>
                    <a:pt x="8316" y="218"/>
                    <a:pt x="7923" y="366"/>
                  </a:cubicBezTo>
                  <a:cubicBezTo>
                    <a:pt x="7465" y="539"/>
                    <a:pt x="7013" y="733"/>
                    <a:pt x="6563" y="924"/>
                  </a:cubicBezTo>
                  <a:cubicBezTo>
                    <a:pt x="6259" y="1053"/>
                    <a:pt x="5942" y="1184"/>
                    <a:pt x="5614" y="1233"/>
                  </a:cubicBezTo>
                  <a:cubicBezTo>
                    <a:pt x="5133" y="1637"/>
                    <a:pt x="4874" y="1967"/>
                    <a:pt x="4874" y="1967"/>
                  </a:cubicBezTo>
                  <a:cubicBezTo>
                    <a:pt x="4874" y="1967"/>
                    <a:pt x="4424" y="1392"/>
                    <a:pt x="3611" y="832"/>
                  </a:cubicBezTo>
                  <a:cubicBezTo>
                    <a:pt x="3027" y="723"/>
                    <a:pt x="2465" y="519"/>
                    <a:pt x="1892" y="370"/>
                  </a:cubicBezTo>
                  <a:cubicBezTo>
                    <a:pt x="1463" y="258"/>
                    <a:pt x="977" y="137"/>
                    <a:pt x="509" y="137"/>
                  </a:cubicBezTo>
                  <a:cubicBezTo>
                    <a:pt x="462" y="137"/>
                    <a:pt x="414" y="138"/>
                    <a:pt x="367" y="141"/>
                  </a:cubicBezTo>
                  <a:cubicBezTo>
                    <a:pt x="256" y="205"/>
                    <a:pt x="133" y="278"/>
                    <a:pt x="1" y="365"/>
                  </a:cubicBezTo>
                  <a:lnTo>
                    <a:pt x="157" y="6595"/>
                  </a:lnTo>
                  <a:cubicBezTo>
                    <a:pt x="157" y="6595"/>
                    <a:pt x="2921" y="6647"/>
                    <a:pt x="4875" y="7869"/>
                  </a:cubicBezTo>
                  <a:cubicBezTo>
                    <a:pt x="6830" y="6647"/>
                    <a:pt x="9594" y="6595"/>
                    <a:pt x="9594" y="6595"/>
                  </a:cubicBezTo>
                  <a:lnTo>
                    <a:pt x="9750" y="365"/>
                  </a:lnTo>
                  <a:cubicBezTo>
                    <a:pt x="9503" y="204"/>
                    <a:pt x="9293" y="87"/>
                    <a:pt x="9125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5080940" y="1661933"/>
              <a:ext cx="456193" cy="337656"/>
            </a:xfrm>
            <a:custGeom>
              <a:avLst/>
              <a:gdLst/>
              <a:ahLst/>
              <a:cxnLst/>
              <a:rect l="l" t="t" r="r" b="b"/>
              <a:pathLst>
                <a:path w="10341" h="7654" extrusionOk="0">
                  <a:moveTo>
                    <a:pt x="90" y="1"/>
                  </a:moveTo>
                  <a:lnTo>
                    <a:pt x="1" y="77"/>
                  </a:lnTo>
                  <a:lnTo>
                    <a:pt x="401" y="6461"/>
                  </a:lnTo>
                  <a:cubicBezTo>
                    <a:pt x="401" y="6461"/>
                    <a:pt x="2948" y="6512"/>
                    <a:pt x="4660" y="7194"/>
                  </a:cubicBezTo>
                  <a:cubicBezTo>
                    <a:pt x="4660" y="7194"/>
                    <a:pt x="4525" y="7653"/>
                    <a:pt x="5169" y="7653"/>
                  </a:cubicBezTo>
                  <a:cubicBezTo>
                    <a:pt x="5812" y="7653"/>
                    <a:pt x="5678" y="7194"/>
                    <a:pt x="5681" y="7194"/>
                  </a:cubicBezTo>
                  <a:cubicBezTo>
                    <a:pt x="7392" y="6512"/>
                    <a:pt x="9940" y="6461"/>
                    <a:pt x="9940" y="6461"/>
                  </a:cubicBezTo>
                  <a:lnTo>
                    <a:pt x="10340" y="77"/>
                  </a:lnTo>
                  <a:lnTo>
                    <a:pt x="10251" y="1"/>
                  </a:lnTo>
                  <a:cubicBezTo>
                    <a:pt x="7338" y="1"/>
                    <a:pt x="5814" y="1417"/>
                    <a:pt x="5644" y="1584"/>
                  </a:cubicBezTo>
                  <a:cubicBezTo>
                    <a:pt x="5634" y="1595"/>
                    <a:pt x="5632" y="1608"/>
                    <a:pt x="5632" y="1623"/>
                  </a:cubicBezTo>
                  <a:cubicBezTo>
                    <a:pt x="5634" y="1732"/>
                    <a:pt x="5481" y="1836"/>
                    <a:pt x="5170" y="1836"/>
                  </a:cubicBezTo>
                  <a:cubicBezTo>
                    <a:pt x="4859" y="1836"/>
                    <a:pt x="4706" y="1732"/>
                    <a:pt x="4709" y="1623"/>
                  </a:cubicBezTo>
                  <a:cubicBezTo>
                    <a:pt x="4709" y="1608"/>
                    <a:pt x="4707" y="1595"/>
                    <a:pt x="4697" y="1584"/>
                  </a:cubicBezTo>
                  <a:cubicBezTo>
                    <a:pt x="4528" y="1417"/>
                    <a:pt x="3004" y="1"/>
                    <a:pt x="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5080984" y="1665286"/>
              <a:ext cx="456105" cy="337568"/>
            </a:xfrm>
            <a:custGeom>
              <a:avLst/>
              <a:gdLst/>
              <a:ahLst/>
              <a:cxnLst/>
              <a:rect l="l" t="t" r="r" b="b"/>
              <a:pathLst>
                <a:path w="10339" h="7652" extrusionOk="0">
                  <a:moveTo>
                    <a:pt x="1" y="1"/>
                  </a:moveTo>
                  <a:lnTo>
                    <a:pt x="222" y="6590"/>
                  </a:lnTo>
                  <a:cubicBezTo>
                    <a:pt x="222" y="6616"/>
                    <a:pt x="243" y="6637"/>
                    <a:pt x="270" y="6638"/>
                  </a:cubicBezTo>
                  <a:cubicBezTo>
                    <a:pt x="635" y="6648"/>
                    <a:pt x="3079" y="6741"/>
                    <a:pt x="4660" y="7370"/>
                  </a:cubicBezTo>
                  <a:cubicBezTo>
                    <a:pt x="4660" y="7370"/>
                    <a:pt x="4524" y="7652"/>
                    <a:pt x="5168" y="7652"/>
                  </a:cubicBezTo>
                  <a:cubicBezTo>
                    <a:pt x="5811" y="7652"/>
                    <a:pt x="5677" y="7370"/>
                    <a:pt x="5679" y="7370"/>
                  </a:cubicBezTo>
                  <a:cubicBezTo>
                    <a:pt x="7260" y="6741"/>
                    <a:pt x="9704" y="6649"/>
                    <a:pt x="10069" y="6638"/>
                  </a:cubicBezTo>
                  <a:cubicBezTo>
                    <a:pt x="10096" y="6637"/>
                    <a:pt x="10116" y="6616"/>
                    <a:pt x="10117" y="6590"/>
                  </a:cubicBezTo>
                  <a:lnTo>
                    <a:pt x="10338" y="1"/>
                  </a:lnTo>
                  <a:cubicBezTo>
                    <a:pt x="7451" y="1"/>
                    <a:pt x="5896" y="1352"/>
                    <a:pt x="5700" y="1534"/>
                  </a:cubicBezTo>
                  <a:cubicBezTo>
                    <a:pt x="5686" y="1546"/>
                    <a:pt x="5686" y="1564"/>
                    <a:pt x="5692" y="1582"/>
                  </a:cubicBezTo>
                  <a:cubicBezTo>
                    <a:pt x="5727" y="1699"/>
                    <a:pt x="5479" y="1835"/>
                    <a:pt x="5169" y="1835"/>
                  </a:cubicBezTo>
                  <a:cubicBezTo>
                    <a:pt x="4860" y="1835"/>
                    <a:pt x="4612" y="1698"/>
                    <a:pt x="4647" y="1582"/>
                  </a:cubicBezTo>
                  <a:cubicBezTo>
                    <a:pt x="4653" y="1564"/>
                    <a:pt x="4653" y="1546"/>
                    <a:pt x="4639" y="1534"/>
                  </a:cubicBezTo>
                  <a:cubicBezTo>
                    <a:pt x="4442" y="1352"/>
                    <a:pt x="2887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5331285" y="1726516"/>
              <a:ext cx="195871" cy="263940"/>
            </a:xfrm>
            <a:custGeom>
              <a:avLst/>
              <a:gdLst/>
              <a:ahLst/>
              <a:cxnLst/>
              <a:rect l="l" t="t" r="r" b="b"/>
              <a:pathLst>
                <a:path w="4440" h="5983" extrusionOk="0">
                  <a:moveTo>
                    <a:pt x="194" y="0"/>
                  </a:moveTo>
                  <a:cubicBezTo>
                    <a:pt x="110" y="68"/>
                    <a:pt x="51" y="120"/>
                    <a:pt x="22" y="146"/>
                  </a:cubicBezTo>
                  <a:cubicBezTo>
                    <a:pt x="9" y="158"/>
                    <a:pt x="9" y="176"/>
                    <a:pt x="14" y="194"/>
                  </a:cubicBezTo>
                  <a:cubicBezTo>
                    <a:pt x="21" y="217"/>
                    <a:pt x="14" y="241"/>
                    <a:pt x="1" y="264"/>
                  </a:cubicBezTo>
                  <a:lnTo>
                    <a:pt x="1" y="5982"/>
                  </a:lnTo>
                  <a:cubicBezTo>
                    <a:pt x="1584" y="5353"/>
                    <a:pt x="4029" y="5261"/>
                    <a:pt x="4392" y="5250"/>
                  </a:cubicBezTo>
                  <a:cubicBezTo>
                    <a:pt x="4418" y="5249"/>
                    <a:pt x="4439" y="5228"/>
                    <a:pt x="4439" y="5202"/>
                  </a:cubicBezTo>
                  <a:lnTo>
                    <a:pt x="4439" y="5202"/>
                  </a:lnTo>
                  <a:cubicBezTo>
                    <a:pt x="4439" y="5202"/>
                    <a:pt x="4435" y="5202"/>
                    <a:pt x="4426" y="5202"/>
                  </a:cubicBezTo>
                  <a:cubicBezTo>
                    <a:pt x="4222" y="5202"/>
                    <a:pt x="1772" y="5153"/>
                    <a:pt x="972" y="2810"/>
                  </a:cubicBezTo>
                  <a:cubicBezTo>
                    <a:pt x="574" y="1647"/>
                    <a:pt x="336" y="687"/>
                    <a:pt x="194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5090733" y="1726163"/>
              <a:ext cx="195209" cy="264161"/>
            </a:xfrm>
            <a:custGeom>
              <a:avLst/>
              <a:gdLst/>
              <a:ahLst/>
              <a:cxnLst/>
              <a:rect l="l" t="t" r="r" b="b"/>
              <a:pathLst>
                <a:path w="4425" h="5988" extrusionOk="0">
                  <a:moveTo>
                    <a:pt x="4234" y="0"/>
                  </a:moveTo>
                  <a:cubicBezTo>
                    <a:pt x="4092" y="687"/>
                    <a:pt x="3854" y="1652"/>
                    <a:pt x="3456" y="2819"/>
                  </a:cubicBezTo>
                  <a:cubicBezTo>
                    <a:pt x="2653" y="5168"/>
                    <a:pt x="195" y="5211"/>
                    <a:pt x="0" y="5211"/>
                  </a:cubicBezTo>
                  <a:cubicBezTo>
                    <a:pt x="1" y="5237"/>
                    <a:pt x="21" y="5258"/>
                    <a:pt x="48" y="5260"/>
                  </a:cubicBezTo>
                  <a:cubicBezTo>
                    <a:pt x="411" y="5271"/>
                    <a:pt x="2843" y="5362"/>
                    <a:pt x="4424" y="5987"/>
                  </a:cubicBezTo>
                  <a:lnTo>
                    <a:pt x="4424" y="249"/>
                  </a:lnTo>
                  <a:cubicBezTo>
                    <a:pt x="4421" y="231"/>
                    <a:pt x="4421" y="215"/>
                    <a:pt x="4424" y="202"/>
                  </a:cubicBezTo>
                  <a:lnTo>
                    <a:pt x="4424" y="170"/>
                  </a:lnTo>
                  <a:cubicBezTo>
                    <a:pt x="4423" y="165"/>
                    <a:pt x="4422" y="158"/>
                    <a:pt x="4417" y="154"/>
                  </a:cubicBezTo>
                  <a:cubicBezTo>
                    <a:pt x="4387" y="126"/>
                    <a:pt x="4323" y="71"/>
                    <a:pt x="4234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5020196" y="1932747"/>
              <a:ext cx="513984" cy="216781"/>
            </a:xfrm>
            <a:custGeom>
              <a:avLst/>
              <a:gdLst/>
              <a:ahLst/>
              <a:cxnLst/>
              <a:rect l="l" t="t" r="r" b="b"/>
              <a:pathLst>
                <a:path w="11651" h="4914" extrusionOk="0">
                  <a:moveTo>
                    <a:pt x="1602" y="0"/>
                  </a:moveTo>
                  <a:cubicBezTo>
                    <a:pt x="897" y="0"/>
                    <a:pt x="396" y="417"/>
                    <a:pt x="231" y="909"/>
                  </a:cubicBezTo>
                  <a:cubicBezTo>
                    <a:pt x="0" y="1593"/>
                    <a:pt x="50" y="2558"/>
                    <a:pt x="1263" y="3174"/>
                  </a:cubicBezTo>
                  <a:cubicBezTo>
                    <a:pt x="3158" y="4139"/>
                    <a:pt x="6126" y="4548"/>
                    <a:pt x="7057" y="4656"/>
                  </a:cubicBezTo>
                  <a:cubicBezTo>
                    <a:pt x="7947" y="4759"/>
                    <a:pt x="8973" y="4914"/>
                    <a:pt x="9819" y="4914"/>
                  </a:cubicBezTo>
                  <a:cubicBezTo>
                    <a:pt x="10765" y="4914"/>
                    <a:pt x="11486" y="4721"/>
                    <a:pt x="11544" y="4050"/>
                  </a:cubicBezTo>
                  <a:cubicBezTo>
                    <a:pt x="11651" y="2834"/>
                    <a:pt x="10827" y="2043"/>
                    <a:pt x="9862" y="2043"/>
                  </a:cubicBezTo>
                  <a:cubicBezTo>
                    <a:pt x="9794" y="2043"/>
                    <a:pt x="9726" y="2046"/>
                    <a:pt x="9657" y="2054"/>
                  </a:cubicBezTo>
                  <a:cubicBezTo>
                    <a:pt x="8850" y="2148"/>
                    <a:pt x="8499" y="2310"/>
                    <a:pt x="7919" y="2310"/>
                  </a:cubicBezTo>
                  <a:cubicBezTo>
                    <a:pt x="7825" y="2310"/>
                    <a:pt x="7724" y="2306"/>
                    <a:pt x="7615" y="2296"/>
                  </a:cubicBezTo>
                  <a:cubicBezTo>
                    <a:pt x="6099" y="1834"/>
                    <a:pt x="2424" y="173"/>
                    <a:pt x="2424" y="173"/>
                  </a:cubicBezTo>
                  <a:cubicBezTo>
                    <a:pt x="2128" y="53"/>
                    <a:pt x="1853" y="0"/>
                    <a:pt x="160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5020196" y="1932747"/>
              <a:ext cx="513984" cy="216781"/>
            </a:xfrm>
            <a:custGeom>
              <a:avLst/>
              <a:gdLst/>
              <a:ahLst/>
              <a:cxnLst/>
              <a:rect l="l" t="t" r="r" b="b"/>
              <a:pathLst>
                <a:path w="11651" h="4914" extrusionOk="0">
                  <a:moveTo>
                    <a:pt x="1602" y="0"/>
                  </a:moveTo>
                  <a:cubicBezTo>
                    <a:pt x="897" y="0"/>
                    <a:pt x="396" y="417"/>
                    <a:pt x="231" y="909"/>
                  </a:cubicBezTo>
                  <a:cubicBezTo>
                    <a:pt x="0" y="1593"/>
                    <a:pt x="50" y="2558"/>
                    <a:pt x="1263" y="3174"/>
                  </a:cubicBezTo>
                  <a:cubicBezTo>
                    <a:pt x="3158" y="4139"/>
                    <a:pt x="6126" y="4548"/>
                    <a:pt x="7057" y="4656"/>
                  </a:cubicBezTo>
                  <a:cubicBezTo>
                    <a:pt x="7947" y="4759"/>
                    <a:pt x="8973" y="4914"/>
                    <a:pt x="9819" y="4914"/>
                  </a:cubicBezTo>
                  <a:cubicBezTo>
                    <a:pt x="10765" y="4914"/>
                    <a:pt x="11486" y="4721"/>
                    <a:pt x="11544" y="4050"/>
                  </a:cubicBezTo>
                  <a:cubicBezTo>
                    <a:pt x="11651" y="2834"/>
                    <a:pt x="10827" y="2043"/>
                    <a:pt x="9862" y="2043"/>
                  </a:cubicBezTo>
                  <a:cubicBezTo>
                    <a:pt x="9794" y="2043"/>
                    <a:pt x="9726" y="2046"/>
                    <a:pt x="9657" y="2054"/>
                  </a:cubicBezTo>
                  <a:cubicBezTo>
                    <a:pt x="8850" y="2148"/>
                    <a:pt x="8499" y="2310"/>
                    <a:pt x="7919" y="2310"/>
                  </a:cubicBezTo>
                  <a:cubicBezTo>
                    <a:pt x="7825" y="2310"/>
                    <a:pt x="7724" y="2306"/>
                    <a:pt x="7615" y="2296"/>
                  </a:cubicBezTo>
                  <a:cubicBezTo>
                    <a:pt x="6099" y="1834"/>
                    <a:pt x="2424" y="173"/>
                    <a:pt x="2424" y="173"/>
                  </a:cubicBezTo>
                  <a:cubicBezTo>
                    <a:pt x="2128" y="53"/>
                    <a:pt x="1853" y="0"/>
                    <a:pt x="160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5024034" y="1995829"/>
              <a:ext cx="510058" cy="153741"/>
            </a:xfrm>
            <a:custGeom>
              <a:avLst/>
              <a:gdLst/>
              <a:ahLst/>
              <a:cxnLst/>
              <a:rect l="l" t="t" r="r" b="b"/>
              <a:pathLst>
                <a:path w="11562" h="3485" extrusionOk="0">
                  <a:moveTo>
                    <a:pt x="39" y="0"/>
                  </a:moveTo>
                  <a:lnTo>
                    <a:pt x="39" y="0"/>
                  </a:lnTo>
                  <a:cubicBezTo>
                    <a:pt x="0" y="598"/>
                    <a:pt x="246" y="1273"/>
                    <a:pt x="1175" y="1745"/>
                  </a:cubicBezTo>
                  <a:cubicBezTo>
                    <a:pt x="3070" y="2710"/>
                    <a:pt x="6038" y="3119"/>
                    <a:pt x="6969" y="3227"/>
                  </a:cubicBezTo>
                  <a:cubicBezTo>
                    <a:pt x="7859" y="3330"/>
                    <a:pt x="8885" y="3485"/>
                    <a:pt x="9731" y="3485"/>
                  </a:cubicBezTo>
                  <a:cubicBezTo>
                    <a:pt x="10677" y="3485"/>
                    <a:pt x="11398" y="3292"/>
                    <a:pt x="11456" y="2621"/>
                  </a:cubicBezTo>
                  <a:cubicBezTo>
                    <a:pt x="11562" y="1405"/>
                    <a:pt x="10740" y="613"/>
                    <a:pt x="9775" y="613"/>
                  </a:cubicBezTo>
                  <a:cubicBezTo>
                    <a:pt x="9706" y="613"/>
                    <a:pt x="9637" y="617"/>
                    <a:pt x="9568" y="625"/>
                  </a:cubicBezTo>
                  <a:cubicBezTo>
                    <a:pt x="8764" y="719"/>
                    <a:pt x="8412" y="880"/>
                    <a:pt x="7833" y="880"/>
                  </a:cubicBezTo>
                  <a:cubicBezTo>
                    <a:pt x="7739" y="880"/>
                    <a:pt x="7638" y="876"/>
                    <a:pt x="7528" y="866"/>
                  </a:cubicBezTo>
                  <a:cubicBezTo>
                    <a:pt x="7169" y="756"/>
                    <a:pt x="6686" y="578"/>
                    <a:pt x="6161" y="372"/>
                  </a:cubicBezTo>
                  <a:cubicBezTo>
                    <a:pt x="5867" y="410"/>
                    <a:pt x="5572" y="442"/>
                    <a:pt x="5276" y="462"/>
                  </a:cubicBezTo>
                  <a:cubicBezTo>
                    <a:pt x="4929" y="484"/>
                    <a:pt x="4582" y="490"/>
                    <a:pt x="4234" y="490"/>
                  </a:cubicBezTo>
                  <a:cubicBezTo>
                    <a:pt x="3908" y="490"/>
                    <a:pt x="3582" y="485"/>
                    <a:pt x="3257" y="481"/>
                  </a:cubicBezTo>
                  <a:cubicBezTo>
                    <a:pt x="2582" y="474"/>
                    <a:pt x="1901" y="456"/>
                    <a:pt x="1232" y="348"/>
                  </a:cubicBezTo>
                  <a:cubicBezTo>
                    <a:pt x="827" y="283"/>
                    <a:pt x="410" y="182"/>
                    <a:pt x="3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5013270" y="1931379"/>
              <a:ext cx="251941" cy="190841"/>
            </a:xfrm>
            <a:custGeom>
              <a:avLst/>
              <a:gdLst/>
              <a:ahLst/>
              <a:cxnLst/>
              <a:rect l="l" t="t" r="r" b="b"/>
              <a:pathLst>
                <a:path w="5711" h="4326" extrusionOk="0">
                  <a:moveTo>
                    <a:pt x="1761" y="1"/>
                  </a:moveTo>
                  <a:cubicBezTo>
                    <a:pt x="1477" y="1"/>
                    <a:pt x="1250" y="68"/>
                    <a:pt x="1084" y="144"/>
                  </a:cubicBezTo>
                  <a:cubicBezTo>
                    <a:pt x="737" y="304"/>
                    <a:pt x="472" y="590"/>
                    <a:pt x="358" y="931"/>
                  </a:cubicBezTo>
                  <a:cubicBezTo>
                    <a:pt x="205" y="1386"/>
                    <a:pt x="1" y="2518"/>
                    <a:pt x="1404" y="3233"/>
                  </a:cubicBezTo>
                  <a:cubicBezTo>
                    <a:pt x="2395" y="3737"/>
                    <a:pt x="3678" y="4088"/>
                    <a:pt x="4807" y="4325"/>
                  </a:cubicBezTo>
                  <a:cubicBezTo>
                    <a:pt x="5105" y="3840"/>
                    <a:pt x="5599" y="2849"/>
                    <a:pt x="5711" y="1522"/>
                  </a:cubicBezTo>
                  <a:cubicBezTo>
                    <a:pt x="4201" y="902"/>
                    <a:pt x="2617" y="186"/>
                    <a:pt x="2591" y="175"/>
                  </a:cubicBezTo>
                  <a:cubicBezTo>
                    <a:pt x="2276" y="48"/>
                    <a:pt x="1999" y="1"/>
                    <a:pt x="1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5023504" y="1998564"/>
              <a:ext cx="240824" cy="123698"/>
            </a:xfrm>
            <a:custGeom>
              <a:avLst/>
              <a:gdLst/>
              <a:ahLst/>
              <a:cxnLst/>
              <a:rect l="l" t="t" r="r" b="b"/>
              <a:pathLst>
                <a:path w="5459" h="2804" extrusionOk="0">
                  <a:moveTo>
                    <a:pt x="17" y="0"/>
                  </a:moveTo>
                  <a:lnTo>
                    <a:pt x="17" y="0"/>
                  </a:lnTo>
                  <a:cubicBezTo>
                    <a:pt x="1" y="531"/>
                    <a:pt x="206" y="1220"/>
                    <a:pt x="1171" y="1712"/>
                  </a:cubicBezTo>
                  <a:cubicBezTo>
                    <a:pt x="2161" y="2215"/>
                    <a:pt x="3444" y="2566"/>
                    <a:pt x="4573" y="2803"/>
                  </a:cubicBezTo>
                  <a:cubicBezTo>
                    <a:pt x="4860" y="2336"/>
                    <a:pt x="5323" y="1401"/>
                    <a:pt x="5459" y="151"/>
                  </a:cubicBezTo>
                  <a:lnTo>
                    <a:pt x="5459" y="151"/>
                  </a:lnTo>
                  <a:cubicBezTo>
                    <a:pt x="5221" y="276"/>
                    <a:pt x="4949" y="325"/>
                    <a:pt x="4677" y="336"/>
                  </a:cubicBezTo>
                  <a:cubicBezTo>
                    <a:pt x="4627" y="339"/>
                    <a:pt x="4577" y="340"/>
                    <a:pt x="4526" y="340"/>
                  </a:cubicBezTo>
                  <a:cubicBezTo>
                    <a:pt x="4237" y="340"/>
                    <a:pt x="3948" y="308"/>
                    <a:pt x="3658" y="294"/>
                  </a:cubicBezTo>
                  <a:cubicBezTo>
                    <a:pt x="3525" y="288"/>
                    <a:pt x="3392" y="284"/>
                    <a:pt x="3258" y="284"/>
                  </a:cubicBezTo>
                  <a:cubicBezTo>
                    <a:pt x="3101" y="284"/>
                    <a:pt x="2945" y="289"/>
                    <a:pt x="2789" y="299"/>
                  </a:cubicBezTo>
                  <a:cubicBezTo>
                    <a:pt x="2479" y="317"/>
                    <a:pt x="2168" y="360"/>
                    <a:pt x="1875" y="465"/>
                  </a:cubicBezTo>
                  <a:cubicBezTo>
                    <a:pt x="1719" y="521"/>
                    <a:pt x="1572" y="596"/>
                    <a:pt x="1432" y="687"/>
                  </a:cubicBezTo>
                  <a:cubicBezTo>
                    <a:pt x="1340" y="747"/>
                    <a:pt x="1279" y="831"/>
                    <a:pt x="1203" y="906"/>
                  </a:cubicBezTo>
                  <a:cubicBezTo>
                    <a:pt x="1153" y="953"/>
                    <a:pt x="1107" y="973"/>
                    <a:pt x="1061" y="973"/>
                  </a:cubicBezTo>
                  <a:cubicBezTo>
                    <a:pt x="998" y="973"/>
                    <a:pt x="936" y="935"/>
                    <a:pt x="868" y="880"/>
                  </a:cubicBezTo>
                  <a:cubicBezTo>
                    <a:pt x="727" y="764"/>
                    <a:pt x="614" y="620"/>
                    <a:pt x="485" y="494"/>
                  </a:cubicBezTo>
                  <a:cubicBezTo>
                    <a:pt x="323" y="334"/>
                    <a:pt x="160" y="177"/>
                    <a:pt x="1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5403499" y="2021459"/>
              <a:ext cx="129698" cy="129345"/>
            </a:xfrm>
            <a:custGeom>
              <a:avLst/>
              <a:gdLst/>
              <a:ahLst/>
              <a:cxnLst/>
              <a:rect l="l" t="t" r="r" b="b"/>
              <a:pathLst>
                <a:path w="2940" h="2932" extrusionOk="0">
                  <a:moveTo>
                    <a:pt x="1170" y="1"/>
                  </a:moveTo>
                  <a:cubicBezTo>
                    <a:pt x="1101" y="1"/>
                    <a:pt x="1032" y="5"/>
                    <a:pt x="963" y="13"/>
                  </a:cubicBezTo>
                  <a:cubicBezTo>
                    <a:pt x="645" y="50"/>
                    <a:pt x="400" y="97"/>
                    <a:pt x="183" y="140"/>
                  </a:cubicBezTo>
                  <a:cubicBezTo>
                    <a:pt x="405" y="189"/>
                    <a:pt x="692" y="265"/>
                    <a:pt x="890" y="373"/>
                  </a:cubicBezTo>
                  <a:cubicBezTo>
                    <a:pt x="1322" y="608"/>
                    <a:pt x="1673" y="1295"/>
                    <a:pt x="1673" y="1808"/>
                  </a:cubicBezTo>
                  <a:cubicBezTo>
                    <a:pt x="1673" y="2322"/>
                    <a:pt x="1195" y="2535"/>
                    <a:pt x="806" y="2682"/>
                  </a:cubicBezTo>
                  <a:cubicBezTo>
                    <a:pt x="674" y="2733"/>
                    <a:pt x="252" y="2818"/>
                    <a:pt x="1" y="2865"/>
                  </a:cubicBezTo>
                  <a:cubicBezTo>
                    <a:pt x="390" y="2903"/>
                    <a:pt x="773" y="2931"/>
                    <a:pt x="1126" y="2931"/>
                  </a:cubicBezTo>
                  <a:cubicBezTo>
                    <a:pt x="1130" y="2931"/>
                    <a:pt x="1134" y="2931"/>
                    <a:pt x="1137" y="2931"/>
                  </a:cubicBezTo>
                  <a:cubicBezTo>
                    <a:pt x="1757" y="2931"/>
                    <a:pt x="2286" y="2848"/>
                    <a:pt x="2594" y="2598"/>
                  </a:cubicBezTo>
                  <a:cubicBezTo>
                    <a:pt x="2766" y="2460"/>
                    <a:pt x="2864" y="2272"/>
                    <a:pt x="2884" y="2042"/>
                  </a:cubicBezTo>
                  <a:cubicBezTo>
                    <a:pt x="2939" y="1415"/>
                    <a:pt x="2752" y="859"/>
                    <a:pt x="2358" y="475"/>
                  </a:cubicBezTo>
                  <a:cubicBezTo>
                    <a:pt x="2042" y="168"/>
                    <a:pt x="1617" y="1"/>
                    <a:pt x="11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5403455" y="2021459"/>
              <a:ext cx="127625" cy="129125"/>
            </a:xfrm>
            <a:custGeom>
              <a:avLst/>
              <a:gdLst/>
              <a:ahLst/>
              <a:cxnLst/>
              <a:rect l="l" t="t" r="r" b="b"/>
              <a:pathLst>
                <a:path w="2893" h="2927" extrusionOk="0">
                  <a:moveTo>
                    <a:pt x="1171" y="1"/>
                  </a:moveTo>
                  <a:cubicBezTo>
                    <a:pt x="1102" y="1"/>
                    <a:pt x="1033" y="5"/>
                    <a:pt x="964" y="13"/>
                  </a:cubicBezTo>
                  <a:cubicBezTo>
                    <a:pt x="646" y="50"/>
                    <a:pt x="401" y="97"/>
                    <a:pt x="183" y="140"/>
                  </a:cubicBezTo>
                  <a:cubicBezTo>
                    <a:pt x="406" y="189"/>
                    <a:pt x="693" y="265"/>
                    <a:pt x="891" y="373"/>
                  </a:cubicBezTo>
                  <a:cubicBezTo>
                    <a:pt x="1323" y="608"/>
                    <a:pt x="1674" y="1295"/>
                    <a:pt x="1674" y="1808"/>
                  </a:cubicBezTo>
                  <a:cubicBezTo>
                    <a:pt x="1673" y="2323"/>
                    <a:pt x="1195" y="2538"/>
                    <a:pt x="806" y="2686"/>
                  </a:cubicBezTo>
                  <a:cubicBezTo>
                    <a:pt x="674" y="2735"/>
                    <a:pt x="251" y="2821"/>
                    <a:pt x="1" y="2868"/>
                  </a:cubicBezTo>
                  <a:cubicBezTo>
                    <a:pt x="308" y="2898"/>
                    <a:pt x="607" y="2918"/>
                    <a:pt x="896" y="2926"/>
                  </a:cubicBezTo>
                  <a:cubicBezTo>
                    <a:pt x="978" y="2898"/>
                    <a:pt x="1058" y="2868"/>
                    <a:pt x="1138" y="2834"/>
                  </a:cubicBezTo>
                  <a:cubicBezTo>
                    <a:pt x="1526" y="2672"/>
                    <a:pt x="1899" y="2466"/>
                    <a:pt x="2252" y="2238"/>
                  </a:cubicBezTo>
                  <a:cubicBezTo>
                    <a:pt x="2474" y="2094"/>
                    <a:pt x="2686" y="1939"/>
                    <a:pt x="2893" y="1776"/>
                  </a:cubicBezTo>
                  <a:cubicBezTo>
                    <a:pt x="2880" y="1259"/>
                    <a:pt x="2696" y="804"/>
                    <a:pt x="2358" y="475"/>
                  </a:cubicBezTo>
                  <a:cubicBezTo>
                    <a:pt x="2043" y="168"/>
                    <a:pt x="1618" y="1"/>
                    <a:pt x="117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5485374" y="1800406"/>
              <a:ext cx="69746" cy="68290"/>
            </a:xfrm>
            <a:custGeom>
              <a:avLst/>
              <a:gdLst/>
              <a:ahLst/>
              <a:cxnLst/>
              <a:rect l="l" t="t" r="r" b="b"/>
              <a:pathLst>
                <a:path w="1581" h="1548" extrusionOk="0">
                  <a:moveTo>
                    <a:pt x="874" y="1"/>
                  </a:moveTo>
                  <a:cubicBezTo>
                    <a:pt x="658" y="1"/>
                    <a:pt x="496" y="61"/>
                    <a:pt x="456" y="163"/>
                  </a:cubicBezTo>
                  <a:cubicBezTo>
                    <a:pt x="456" y="163"/>
                    <a:pt x="277" y="166"/>
                    <a:pt x="204" y="270"/>
                  </a:cubicBezTo>
                  <a:cubicBezTo>
                    <a:pt x="130" y="375"/>
                    <a:pt x="209" y="486"/>
                    <a:pt x="209" y="486"/>
                  </a:cubicBezTo>
                  <a:cubicBezTo>
                    <a:pt x="1" y="620"/>
                    <a:pt x="293" y="928"/>
                    <a:pt x="293" y="928"/>
                  </a:cubicBezTo>
                  <a:cubicBezTo>
                    <a:pt x="292" y="1127"/>
                    <a:pt x="484" y="1304"/>
                    <a:pt x="631" y="1395"/>
                  </a:cubicBezTo>
                  <a:cubicBezTo>
                    <a:pt x="811" y="1508"/>
                    <a:pt x="934" y="1547"/>
                    <a:pt x="1027" y="1547"/>
                  </a:cubicBezTo>
                  <a:cubicBezTo>
                    <a:pt x="1112" y="1547"/>
                    <a:pt x="1170" y="1514"/>
                    <a:pt x="1224" y="1476"/>
                  </a:cubicBezTo>
                  <a:cubicBezTo>
                    <a:pt x="1337" y="1395"/>
                    <a:pt x="1465" y="1135"/>
                    <a:pt x="1530" y="774"/>
                  </a:cubicBezTo>
                  <a:cubicBezTo>
                    <a:pt x="1581" y="474"/>
                    <a:pt x="1530" y="138"/>
                    <a:pt x="1322" y="73"/>
                  </a:cubicBezTo>
                  <a:cubicBezTo>
                    <a:pt x="1162" y="23"/>
                    <a:pt x="1008" y="1"/>
                    <a:pt x="87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5083719" y="1932747"/>
              <a:ext cx="514072" cy="216781"/>
            </a:xfrm>
            <a:custGeom>
              <a:avLst/>
              <a:gdLst/>
              <a:ahLst/>
              <a:cxnLst/>
              <a:rect l="l" t="t" r="r" b="b"/>
              <a:pathLst>
                <a:path w="11653" h="4914" extrusionOk="0">
                  <a:moveTo>
                    <a:pt x="10049" y="0"/>
                  </a:moveTo>
                  <a:cubicBezTo>
                    <a:pt x="9799" y="0"/>
                    <a:pt x="9523" y="53"/>
                    <a:pt x="9228" y="173"/>
                  </a:cubicBezTo>
                  <a:cubicBezTo>
                    <a:pt x="9228" y="173"/>
                    <a:pt x="5554" y="1834"/>
                    <a:pt x="4037" y="2296"/>
                  </a:cubicBezTo>
                  <a:cubicBezTo>
                    <a:pt x="3927" y="2306"/>
                    <a:pt x="3827" y="2310"/>
                    <a:pt x="3732" y="2310"/>
                  </a:cubicBezTo>
                  <a:cubicBezTo>
                    <a:pt x="3152" y="2310"/>
                    <a:pt x="2801" y="2148"/>
                    <a:pt x="1995" y="2054"/>
                  </a:cubicBezTo>
                  <a:cubicBezTo>
                    <a:pt x="1926" y="2046"/>
                    <a:pt x="1858" y="2043"/>
                    <a:pt x="1790" y="2043"/>
                  </a:cubicBezTo>
                  <a:cubicBezTo>
                    <a:pt x="826" y="2043"/>
                    <a:pt x="1" y="2834"/>
                    <a:pt x="108" y="4050"/>
                  </a:cubicBezTo>
                  <a:cubicBezTo>
                    <a:pt x="166" y="4721"/>
                    <a:pt x="887" y="4914"/>
                    <a:pt x="1833" y="4914"/>
                  </a:cubicBezTo>
                  <a:cubicBezTo>
                    <a:pt x="2679" y="4914"/>
                    <a:pt x="3705" y="4759"/>
                    <a:pt x="4595" y="4656"/>
                  </a:cubicBezTo>
                  <a:cubicBezTo>
                    <a:pt x="5527" y="4548"/>
                    <a:pt x="8495" y="4139"/>
                    <a:pt x="10389" y="3174"/>
                  </a:cubicBezTo>
                  <a:cubicBezTo>
                    <a:pt x="11602" y="2558"/>
                    <a:pt x="11653" y="1593"/>
                    <a:pt x="11421" y="909"/>
                  </a:cubicBezTo>
                  <a:cubicBezTo>
                    <a:pt x="11256" y="417"/>
                    <a:pt x="10755" y="0"/>
                    <a:pt x="10049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5087028" y="1962921"/>
              <a:ext cx="510763" cy="186651"/>
            </a:xfrm>
            <a:custGeom>
              <a:avLst/>
              <a:gdLst/>
              <a:ahLst/>
              <a:cxnLst/>
              <a:rect l="l" t="t" r="r" b="b"/>
              <a:pathLst>
                <a:path w="11578" h="4231" extrusionOk="0">
                  <a:moveTo>
                    <a:pt x="11246" y="0"/>
                  </a:moveTo>
                  <a:cubicBezTo>
                    <a:pt x="11053" y="509"/>
                    <a:pt x="10691" y="940"/>
                    <a:pt x="10295" y="1303"/>
                  </a:cubicBezTo>
                  <a:cubicBezTo>
                    <a:pt x="8757" y="2718"/>
                    <a:pt x="6581" y="3312"/>
                    <a:pt x="4548" y="3524"/>
                  </a:cubicBezTo>
                  <a:cubicBezTo>
                    <a:pt x="4072" y="3574"/>
                    <a:pt x="3593" y="3604"/>
                    <a:pt x="3114" y="3604"/>
                  </a:cubicBezTo>
                  <a:cubicBezTo>
                    <a:pt x="2944" y="3604"/>
                    <a:pt x="2774" y="3601"/>
                    <a:pt x="2605" y="3592"/>
                  </a:cubicBezTo>
                  <a:cubicBezTo>
                    <a:pt x="2290" y="3577"/>
                    <a:pt x="1981" y="3542"/>
                    <a:pt x="1671" y="3498"/>
                  </a:cubicBezTo>
                  <a:cubicBezTo>
                    <a:pt x="1439" y="3465"/>
                    <a:pt x="1206" y="3426"/>
                    <a:pt x="987" y="3345"/>
                  </a:cubicBezTo>
                  <a:cubicBezTo>
                    <a:pt x="550" y="3183"/>
                    <a:pt x="274" y="2841"/>
                    <a:pt x="216" y="2377"/>
                  </a:cubicBezTo>
                  <a:cubicBezTo>
                    <a:pt x="212" y="2354"/>
                    <a:pt x="211" y="2330"/>
                    <a:pt x="210" y="2306"/>
                  </a:cubicBezTo>
                  <a:cubicBezTo>
                    <a:pt x="68" y="2605"/>
                    <a:pt x="0" y="2962"/>
                    <a:pt x="36" y="3367"/>
                  </a:cubicBezTo>
                  <a:cubicBezTo>
                    <a:pt x="95" y="4038"/>
                    <a:pt x="816" y="4231"/>
                    <a:pt x="1761" y="4231"/>
                  </a:cubicBezTo>
                  <a:cubicBezTo>
                    <a:pt x="2607" y="4231"/>
                    <a:pt x="3633" y="4076"/>
                    <a:pt x="4523" y="3973"/>
                  </a:cubicBezTo>
                  <a:cubicBezTo>
                    <a:pt x="5453" y="3865"/>
                    <a:pt x="8421" y="3456"/>
                    <a:pt x="10317" y="2491"/>
                  </a:cubicBezTo>
                  <a:cubicBezTo>
                    <a:pt x="11529" y="1874"/>
                    <a:pt x="11578" y="909"/>
                    <a:pt x="11347" y="225"/>
                  </a:cubicBezTo>
                  <a:cubicBezTo>
                    <a:pt x="11321" y="147"/>
                    <a:pt x="11288" y="73"/>
                    <a:pt x="11246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5352769" y="1931379"/>
              <a:ext cx="251941" cy="190841"/>
            </a:xfrm>
            <a:custGeom>
              <a:avLst/>
              <a:gdLst/>
              <a:ahLst/>
              <a:cxnLst/>
              <a:rect l="l" t="t" r="r" b="b"/>
              <a:pathLst>
                <a:path w="5711" h="4326" extrusionOk="0">
                  <a:moveTo>
                    <a:pt x="3949" y="1"/>
                  </a:moveTo>
                  <a:cubicBezTo>
                    <a:pt x="3711" y="1"/>
                    <a:pt x="3434" y="48"/>
                    <a:pt x="3119" y="175"/>
                  </a:cubicBezTo>
                  <a:cubicBezTo>
                    <a:pt x="3094" y="186"/>
                    <a:pt x="1509" y="902"/>
                    <a:pt x="0" y="1522"/>
                  </a:cubicBezTo>
                  <a:cubicBezTo>
                    <a:pt x="112" y="2849"/>
                    <a:pt x="605" y="3840"/>
                    <a:pt x="904" y="4325"/>
                  </a:cubicBezTo>
                  <a:cubicBezTo>
                    <a:pt x="2033" y="4088"/>
                    <a:pt x="3316" y="3737"/>
                    <a:pt x="4305" y="3233"/>
                  </a:cubicBezTo>
                  <a:cubicBezTo>
                    <a:pt x="5710" y="2518"/>
                    <a:pt x="5506" y="1386"/>
                    <a:pt x="5353" y="931"/>
                  </a:cubicBezTo>
                  <a:cubicBezTo>
                    <a:pt x="5238" y="590"/>
                    <a:pt x="4973" y="304"/>
                    <a:pt x="4626" y="144"/>
                  </a:cubicBezTo>
                  <a:cubicBezTo>
                    <a:pt x="4459" y="68"/>
                    <a:pt x="4232" y="1"/>
                    <a:pt x="3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5381443" y="1961288"/>
              <a:ext cx="223266" cy="160887"/>
            </a:xfrm>
            <a:custGeom>
              <a:avLst/>
              <a:gdLst/>
              <a:ahLst/>
              <a:cxnLst/>
              <a:rect l="l" t="t" r="r" b="b"/>
              <a:pathLst>
                <a:path w="5061" h="3647" extrusionOk="0">
                  <a:moveTo>
                    <a:pt x="4584" y="1"/>
                  </a:moveTo>
                  <a:cubicBezTo>
                    <a:pt x="4397" y="526"/>
                    <a:pt x="4025" y="967"/>
                    <a:pt x="3621" y="1340"/>
                  </a:cubicBezTo>
                  <a:cubicBezTo>
                    <a:pt x="2614" y="2266"/>
                    <a:pt x="1335" y="2840"/>
                    <a:pt x="1" y="3185"/>
                  </a:cubicBezTo>
                  <a:cubicBezTo>
                    <a:pt x="91" y="3369"/>
                    <a:pt x="179" y="3524"/>
                    <a:pt x="254" y="3646"/>
                  </a:cubicBezTo>
                  <a:cubicBezTo>
                    <a:pt x="1384" y="3409"/>
                    <a:pt x="2666" y="3058"/>
                    <a:pt x="3655" y="2554"/>
                  </a:cubicBezTo>
                  <a:cubicBezTo>
                    <a:pt x="5060" y="1839"/>
                    <a:pt x="4855" y="706"/>
                    <a:pt x="4703" y="253"/>
                  </a:cubicBezTo>
                  <a:cubicBezTo>
                    <a:pt x="4672" y="165"/>
                    <a:pt x="4634" y="80"/>
                    <a:pt x="458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5084734" y="2021459"/>
              <a:ext cx="129742" cy="129345"/>
            </a:xfrm>
            <a:custGeom>
              <a:avLst/>
              <a:gdLst/>
              <a:ahLst/>
              <a:cxnLst/>
              <a:rect l="l" t="t" r="r" b="b"/>
              <a:pathLst>
                <a:path w="2941" h="2932" extrusionOk="0">
                  <a:moveTo>
                    <a:pt x="1771" y="1"/>
                  </a:moveTo>
                  <a:cubicBezTo>
                    <a:pt x="1323" y="1"/>
                    <a:pt x="898" y="168"/>
                    <a:pt x="583" y="475"/>
                  </a:cubicBezTo>
                  <a:cubicBezTo>
                    <a:pt x="189" y="859"/>
                    <a:pt x="1" y="1415"/>
                    <a:pt x="56" y="2042"/>
                  </a:cubicBezTo>
                  <a:cubicBezTo>
                    <a:pt x="76" y="2272"/>
                    <a:pt x="174" y="2460"/>
                    <a:pt x="346" y="2598"/>
                  </a:cubicBezTo>
                  <a:cubicBezTo>
                    <a:pt x="654" y="2848"/>
                    <a:pt x="1181" y="2931"/>
                    <a:pt x="1803" y="2931"/>
                  </a:cubicBezTo>
                  <a:cubicBezTo>
                    <a:pt x="1807" y="2931"/>
                    <a:pt x="1811" y="2931"/>
                    <a:pt x="1815" y="2931"/>
                  </a:cubicBezTo>
                  <a:cubicBezTo>
                    <a:pt x="2168" y="2931"/>
                    <a:pt x="2550" y="2903"/>
                    <a:pt x="2940" y="2865"/>
                  </a:cubicBezTo>
                  <a:cubicBezTo>
                    <a:pt x="2689" y="2818"/>
                    <a:pt x="2267" y="2733"/>
                    <a:pt x="2133" y="2682"/>
                  </a:cubicBezTo>
                  <a:cubicBezTo>
                    <a:pt x="1745" y="2535"/>
                    <a:pt x="1267" y="2322"/>
                    <a:pt x="1267" y="1808"/>
                  </a:cubicBezTo>
                  <a:cubicBezTo>
                    <a:pt x="1267" y="1295"/>
                    <a:pt x="1618" y="608"/>
                    <a:pt x="2049" y="373"/>
                  </a:cubicBezTo>
                  <a:cubicBezTo>
                    <a:pt x="2248" y="265"/>
                    <a:pt x="2536" y="189"/>
                    <a:pt x="2757" y="140"/>
                  </a:cubicBezTo>
                  <a:cubicBezTo>
                    <a:pt x="2541" y="97"/>
                    <a:pt x="2295" y="50"/>
                    <a:pt x="1978" y="13"/>
                  </a:cubicBezTo>
                  <a:cubicBezTo>
                    <a:pt x="1908" y="5"/>
                    <a:pt x="1839" y="1"/>
                    <a:pt x="1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5085572" y="2062220"/>
              <a:ext cx="128904" cy="88671"/>
            </a:xfrm>
            <a:custGeom>
              <a:avLst/>
              <a:gdLst/>
              <a:ahLst/>
              <a:cxnLst/>
              <a:rect l="l" t="t" r="r" b="b"/>
              <a:pathLst>
                <a:path w="2922" h="2010" extrusionOk="0">
                  <a:moveTo>
                    <a:pt x="237" y="1"/>
                  </a:moveTo>
                  <a:cubicBezTo>
                    <a:pt x="71" y="323"/>
                    <a:pt x="1" y="706"/>
                    <a:pt x="36" y="1120"/>
                  </a:cubicBezTo>
                  <a:cubicBezTo>
                    <a:pt x="55" y="1349"/>
                    <a:pt x="154" y="1536"/>
                    <a:pt x="326" y="1675"/>
                  </a:cubicBezTo>
                  <a:cubicBezTo>
                    <a:pt x="636" y="1926"/>
                    <a:pt x="1168" y="2009"/>
                    <a:pt x="1796" y="2009"/>
                  </a:cubicBezTo>
                  <a:cubicBezTo>
                    <a:pt x="2149" y="2009"/>
                    <a:pt x="2531" y="1982"/>
                    <a:pt x="2921" y="1943"/>
                  </a:cubicBezTo>
                  <a:cubicBezTo>
                    <a:pt x="2670" y="1896"/>
                    <a:pt x="2248" y="1811"/>
                    <a:pt x="2114" y="1762"/>
                  </a:cubicBezTo>
                  <a:cubicBezTo>
                    <a:pt x="1812" y="1646"/>
                    <a:pt x="1457" y="1487"/>
                    <a:pt x="1314" y="1178"/>
                  </a:cubicBezTo>
                  <a:cubicBezTo>
                    <a:pt x="1214" y="1156"/>
                    <a:pt x="1114" y="1130"/>
                    <a:pt x="1019" y="1094"/>
                  </a:cubicBezTo>
                  <a:cubicBezTo>
                    <a:pt x="581" y="932"/>
                    <a:pt x="306" y="590"/>
                    <a:pt x="248" y="127"/>
                  </a:cubicBezTo>
                  <a:cubicBezTo>
                    <a:pt x="242" y="85"/>
                    <a:pt x="239" y="43"/>
                    <a:pt x="23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4763763" y="1369372"/>
              <a:ext cx="160358" cy="33483"/>
            </a:xfrm>
            <a:custGeom>
              <a:avLst/>
              <a:gdLst/>
              <a:ahLst/>
              <a:cxnLst/>
              <a:rect l="l" t="t" r="r" b="b"/>
              <a:pathLst>
                <a:path w="3635" h="759" extrusionOk="0">
                  <a:moveTo>
                    <a:pt x="413" y="1"/>
                  </a:moveTo>
                  <a:cubicBezTo>
                    <a:pt x="258" y="1"/>
                    <a:pt x="125" y="109"/>
                    <a:pt x="96" y="261"/>
                  </a:cubicBezTo>
                  <a:lnTo>
                    <a:pt x="0" y="758"/>
                  </a:lnTo>
                  <a:lnTo>
                    <a:pt x="3634" y="758"/>
                  </a:lnTo>
                  <a:lnTo>
                    <a:pt x="3541" y="261"/>
                  </a:lnTo>
                  <a:cubicBezTo>
                    <a:pt x="3513" y="111"/>
                    <a:pt x="3379" y="1"/>
                    <a:pt x="3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4763719" y="1380400"/>
              <a:ext cx="160314" cy="22455"/>
            </a:xfrm>
            <a:custGeom>
              <a:avLst/>
              <a:gdLst/>
              <a:ahLst/>
              <a:cxnLst/>
              <a:rect l="l" t="t" r="r" b="b"/>
              <a:pathLst>
                <a:path w="3634" h="509" extrusionOk="0">
                  <a:moveTo>
                    <a:pt x="100" y="1"/>
                  </a:moveTo>
                  <a:cubicBezTo>
                    <a:pt x="99" y="5"/>
                    <a:pt x="96" y="8"/>
                    <a:pt x="96" y="11"/>
                  </a:cubicBezTo>
                  <a:lnTo>
                    <a:pt x="0" y="508"/>
                  </a:lnTo>
                  <a:lnTo>
                    <a:pt x="3633" y="508"/>
                  </a:lnTo>
                  <a:lnTo>
                    <a:pt x="3550" y="72"/>
                  </a:lnTo>
                  <a:cubicBezTo>
                    <a:pt x="3032" y="297"/>
                    <a:pt x="2451" y="377"/>
                    <a:pt x="1888" y="379"/>
                  </a:cubicBezTo>
                  <a:cubicBezTo>
                    <a:pt x="1877" y="379"/>
                    <a:pt x="1866" y="379"/>
                    <a:pt x="1854" y="379"/>
                  </a:cubicBezTo>
                  <a:cubicBezTo>
                    <a:pt x="1474" y="379"/>
                    <a:pt x="1091" y="345"/>
                    <a:pt x="721" y="253"/>
                  </a:cubicBezTo>
                  <a:cubicBezTo>
                    <a:pt x="551" y="210"/>
                    <a:pt x="274" y="140"/>
                    <a:pt x="10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4767865" y="1402722"/>
              <a:ext cx="152064" cy="212899"/>
            </a:xfrm>
            <a:custGeom>
              <a:avLst/>
              <a:gdLst/>
              <a:ahLst/>
              <a:cxnLst/>
              <a:rect l="l" t="t" r="r" b="b"/>
              <a:pathLst>
                <a:path w="3447" h="4826" extrusionOk="0">
                  <a:moveTo>
                    <a:pt x="1" y="0"/>
                  </a:moveTo>
                  <a:lnTo>
                    <a:pt x="202" y="4677"/>
                  </a:lnTo>
                  <a:cubicBezTo>
                    <a:pt x="206" y="4760"/>
                    <a:pt x="274" y="4825"/>
                    <a:pt x="357" y="4825"/>
                  </a:cubicBezTo>
                  <a:lnTo>
                    <a:pt x="3092" y="4825"/>
                  </a:lnTo>
                  <a:cubicBezTo>
                    <a:pt x="3175" y="4825"/>
                    <a:pt x="3243" y="4761"/>
                    <a:pt x="3246" y="4677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4767865" y="1402810"/>
              <a:ext cx="152197" cy="212943"/>
            </a:xfrm>
            <a:custGeom>
              <a:avLst/>
              <a:gdLst/>
              <a:ahLst/>
              <a:cxnLst/>
              <a:rect l="l" t="t" r="r" b="b"/>
              <a:pathLst>
                <a:path w="3450" h="4827" extrusionOk="0">
                  <a:moveTo>
                    <a:pt x="1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1"/>
                  </a:moveTo>
                  <a:lnTo>
                    <a:pt x="29" y="661"/>
                  </a:lnTo>
                  <a:cubicBezTo>
                    <a:pt x="34" y="661"/>
                    <a:pt x="39" y="661"/>
                    <a:pt x="44" y="661"/>
                  </a:cubicBezTo>
                  <a:cubicBezTo>
                    <a:pt x="379" y="661"/>
                    <a:pt x="719" y="733"/>
                    <a:pt x="1052" y="763"/>
                  </a:cubicBezTo>
                  <a:cubicBezTo>
                    <a:pt x="1500" y="804"/>
                    <a:pt x="1951" y="806"/>
                    <a:pt x="2402" y="814"/>
                  </a:cubicBezTo>
                  <a:cubicBezTo>
                    <a:pt x="2414" y="814"/>
                    <a:pt x="2427" y="825"/>
                    <a:pt x="2427" y="838"/>
                  </a:cubicBezTo>
                  <a:cubicBezTo>
                    <a:pt x="2418" y="1063"/>
                    <a:pt x="2423" y="1294"/>
                    <a:pt x="2482" y="1513"/>
                  </a:cubicBezTo>
                  <a:cubicBezTo>
                    <a:pt x="2515" y="1633"/>
                    <a:pt x="2566" y="1728"/>
                    <a:pt x="2650" y="1819"/>
                  </a:cubicBezTo>
                  <a:cubicBezTo>
                    <a:pt x="2697" y="1869"/>
                    <a:pt x="2753" y="1922"/>
                    <a:pt x="2764" y="1992"/>
                  </a:cubicBezTo>
                  <a:cubicBezTo>
                    <a:pt x="2773" y="2058"/>
                    <a:pt x="2750" y="2129"/>
                    <a:pt x="2738" y="2193"/>
                  </a:cubicBezTo>
                  <a:cubicBezTo>
                    <a:pt x="2718" y="2289"/>
                    <a:pt x="2715" y="2385"/>
                    <a:pt x="2717" y="2484"/>
                  </a:cubicBezTo>
                  <a:cubicBezTo>
                    <a:pt x="2719" y="2710"/>
                    <a:pt x="2751" y="2932"/>
                    <a:pt x="2759" y="3157"/>
                  </a:cubicBezTo>
                  <a:cubicBezTo>
                    <a:pt x="2770" y="3531"/>
                    <a:pt x="2680" y="3862"/>
                    <a:pt x="2446" y="4157"/>
                  </a:cubicBezTo>
                  <a:cubicBezTo>
                    <a:pt x="2236" y="4424"/>
                    <a:pt x="1930" y="4683"/>
                    <a:pt x="1613" y="4811"/>
                  </a:cubicBezTo>
                  <a:cubicBezTo>
                    <a:pt x="1596" y="4817"/>
                    <a:pt x="1579" y="4821"/>
                    <a:pt x="1563" y="4826"/>
                  </a:cubicBezTo>
                  <a:lnTo>
                    <a:pt x="3095" y="4826"/>
                  </a:lnTo>
                  <a:cubicBezTo>
                    <a:pt x="3177" y="4826"/>
                    <a:pt x="3246" y="4760"/>
                    <a:pt x="3249" y="4677"/>
                  </a:cubicBezTo>
                  <a:lnTo>
                    <a:pt x="3450" y="1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4755866" y="1399722"/>
              <a:ext cx="176107" cy="24396"/>
            </a:xfrm>
            <a:custGeom>
              <a:avLst/>
              <a:gdLst/>
              <a:ahLst/>
              <a:cxnLst/>
              <a:rect l="l" t="t" r="r" b="b"/>
              <a:pathLst>
                <a:path w="3992" h="553" extrusionOk="0">
                  <a:moveTo>
                    <a:pt x="214" y="1"/>
                  </a:moveTo>
                  <a:cubicBezTo>
                    <a:pt x="131" y="1"/>
                    <a:pt x="62" y="62"/>
                    <a:pt x="51" y="144"/>
                  </a:cubicBezTo>
                  <a:lnTo>
                    <a:pt x="5" y="492"/>
                  </a:lnTo>
                  <a:cubicBezTo>
                    <a:pt x="1" y="524"/>
                    <a:pt x="25" y="552"/>
                    <a:pt x="58" y="552"/>
                  </a:cubicBezTo>
                  <a:lnTo>
                    <a:pt x="3935" y="552"/>
                  </a:lnTo>
                  <a:cubicBezTo>
                    <a:pt x="3967" y="552"/>
                    <a:pt x="3992" y="524"/>
                    <a:pt x="3988" y="492"/>
                  </a:cubicBezTo>
                  <a:lnTo>
                    <a:pt x="3942" y="144"/>
                  </a:lnTo>
                  <a:cubicBezTo>
                    <a:pt x="3930" y="62"/>
                    <a:pt x="3861" y="1"/>
                    <a:pt x="3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4755911" y="1404266"/>
              <a:ext cx="176151" cy="19852"/>
            </a:xfrm>
            <a:custGeom>
              <a:avLst/>
              <a:gdLst/>
              <a:ahLst/>
              <a:cxnLst/>
              <a:rect l="l" t="t" r="r" b="b"/>
              <a:pathLst>
                <a:path w="3993" h="450" extrusionOk="0">
                  <a:moveTo>
                    <a:pt x="64" y="1"/>
                  </a:moveTo>
                  <a:cubicBezTo>
                    <a:pt x="59" y="14"/>
                    <a:pt x="53" y="26"/>
                    <a:pt x="51" y="41"/>
                  </a:cubicBezTo>
                  <a:lnTo>
                    <a:pt x="5" y="389"/>
                  </a:lnTo>
                  <a:cubicBezTo>
                    <a:pt x="1" y="421"/>
                    <a:pt x="25" y="449"/>
                    <a:pt x="58" y="449"/>
                  </a:cubicBezTo>
                  <a:lnTo>
                    <a:pt x="3935" y="449"/>
                  </a:lnTo>
                  <a:cubicBezTo>
                    <a:pt x="3967" y="449"/>
                    <a:pt x="3992" y="421"/>
                    <a:pt x="3988" y="389"/>
                  </a:cubicBezTo>
                  <a:lnTo>
                    <a:pt x="3942" y="41"/>
                  </a:lnTo>
                  <a:cubicBezTo>
                    <a:pt x="3933" y="36"/>
                    <a:pt x="3930" y="34"/>
                    <a:pt x="3924" y="30"/>
                  </a:cubicBezTo>
                  <a:cubicBezTo>
                    <a:pt x="3741" y="94"/>
                    <a:pt x="3559" y="158"/>
                    <a:pt x="3369" y="202"/>
                  </a:cubicBezTo>
                  <a:cubicBezTo>
                    <a:pt x="2952" y="299"/>
                    <a:pt x="2522" y="340"/>
                    <a:pt x="2093" y="344"/>
                  </a:cubicBezTo>
                  <a:cubicBezTo>
                    <a:pt x="2053" y="344"/>
                    <a:pt x="2013" y="345"/>
                    <a:pt x="1973" y="345"/>
                  </a:cubicBezTo>
                  <a:cubicBezTo>
                    <a:pt x="1593" y="345"/>
                    <a:pt x="1206" y="333"/>
                    <a:pt x="832" y="269"/>
                  </a:cubicBezTo>
                  <a:cubicBezTo>
                    <a:pt x="667" y="240"/>
                    <a:pt x="505" y="193"/>
                    <a:pt x="347" y="137"/>
                  </a:cubicBezTo>
                  <a:cubicBezTo>
                    <a:pt x="248" y="104"/>
                    <a:pt x="148" y="63"/>
                    <a:pt x="6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4777085" y="1528931"/>
              <a:ext cx="24925" cy="78745"/>
            </a:xfrm>
            <a:custGeom>
              <a:avLst/>
              <a:gdLst/>
              <a:ahLst/>
              <a:cxnLst/>
              <a:rect l="l" t="t" r="r" b="b"/>
              <a:pathLst>
                <a:path w="565" h="1785" extrusionOk="0">
                  <a:moveTo>
                    <a:pt x="283" y="1"/>
                  </a:moveTo>
                  <a:cubicBezTo>
                    <a:pt x="141" y="1"/>
                    <a:pt x="0" y="88"/>
                    <a:pt x="19" y="258"/>
                  </a:cubicBezTo>
                  <a:cubicBezTo>
                    <a:pt x="70" y="731"/>
                    <a:pt x="82" y="1227"/>
                    <a:pt x="197" y="1689"/>
                  </a:cubicBezTo>
                  <a:cubicBezTo>
                    <a:pt x="214" y="1752"/>
                    <a:pt x="273" y="1785"/>
                    <a:pt x="332" y="1785"/>
                  </a:cubicBezTo>
                  <a:cubicBezTo>
                    <a:pt x="388" y="1785"/>
                    <a:pt x="442" y="1754"/>
                    <a:pt x="455" y="1689"/>
                  </a:cubicBezTo>
                  <a:cubicBezTo>
                    <a:pt x="544" y="1224"/>
                    <a:pt x="529" y="733"/>
                    <a:pt x="555" y="258"/>
                  </a:cubicBezTo>
                  <a:cubicBezTo>
                    <a:pt x="564" y="85"/>
                    <a:pt x="423" y="1"/>
                    <a:pt x="283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4879605" y="1452041"/>
              <a:ext cx="100141" cy="119905"/>
            </a:xfrm>
            <a:custGeom>
              <a:avLst/>
              <a:gdLst/>
              <a:ahLst/>
              <a:cxnLst/>
              <a:rect l="l" t="t" r="r" b="b"/>
              <a:pathLst>
                <a:path w="2270" h="2718" extrusionOk="0">
                  <a:moveTo>
                    <a:pt x="229" y="1"/>
                  </a:moveTo>
                  <a:cubicBezTo>
                    <a:pt x="165" y="1"/>
                    <a:pt x="111" y="16"/>
                    <a:pt x="81" y="52"/>
                  </a:cubicBezTo>
                  <a:cubicBezTo>
                    <a:pt x="1" y="150"/>
                    <a:pt x="5" y="315"/>
                    <a:pt x="219" y="527"/>
                  </a:cubicBezTo>
                  <a:cubicBezTo>
                    <a:pt x="380" y="687"/>
                    <a:pt x="487" y="797"/>
                    <a:pt x="550" y="1106"/>
                  </a:cubicBezTo>
                  <a:cubicBezTo>
                    <a:pt x="641" y="1547"/>
                    <a:pt x="458" y="2124"/>
                    <a:pt x="839" y="2718"/>
                  </a:cubicBezTo>
                  <a:lnTo>
                    <a:pt x="2268" y="2718"/>
                  </a:lnTo>
                  <a:cubicBezTo>
                    <a:pt x="2269" y="2716"/>
                    <a:pt x="2192" y="1714"/>
                    <a:pt x="1787" y="1196"/>
                  </a:cubicBezTo>
                  <a:cubicBezTo>
                    <a:pt x="1417" y="724"/>
                    <a:pt x="785" y="273"/>
                    <a:pt x="641" y="151"/>
                  </a:cubicBezTo>
                  <a:cubicBezTo>
                    <a:pt x="542" y="69"/>
                    <a:pt x="363" y="1"/>
                    <a:pt x="229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004756" y="1055018"/>
              <a:ext cx="608919" cy="259352"/>
            </a:xfrm>
            <a:custGeom>
              <a:avLst/>
              <a:gdLst/>
              <a:ahLst/>
              <a:cxnLst/>
              <a:rect l="l" t="t" r="r" b="b"/>
              <a:pathLst>
                <a:path w="13803" h="5879" extrusionOk="0">
                  <a:moveTo>
                    <a:pt x="2941" y="367"/>
                  </a:moveTo>
                  <a:cubicBezTo>
                    <a:pt x="4360" y="367"/>
                    <a:pt x="5515" y="1522"/>
                    <a:pt x="5515" y="2941"/>
                  </a:cubicBezTo>
                  <a:cubicBezTo>
                    <a:pt x="5515" y="4359"/>
                    <a:pt x="4360" y="5515"/>
                    <a:pt x="2941" y="5515"/>
                  </a:cubicBezTo>
                  <a:cubicBezTo>
                    <a:pt x="1522" y="5515"/>
                    <a:pt x="367" y="4360"/>
                    <a:pt x="367" y="2941"/>
                  </a:cubicBezTo>
                  <a:cubicBezTo>
                    <a:pt x="367" y="1522"/>
                    <a:pt x="1522" y="367"/>
                    <a:pt x="2941" y="367"/>
                  </a:cubicBezTo>
                  <a:close/>
                  <a:moveTo>
                    <a:pt x="10863" y="367"/>
                  </a:moveTo>
                  <a:cubicBezTo>
                    <a:pt x="12283" y="367"/>
                    <a:pt x="13437" y="1522"/>
                    <a:pt x="13437" y="2941"/>
                  </a:cubicBezTo>
                  <a:cubicBezTo>
                    <a:pt x="13438" y="4359"/>
                    <a:pt x="12283" y="5515"/>
                    <a:pt x="10863" y="5515"/>
                  </a:cubicBezTo>
                  <a:cubicBezTo>
                    <a:pt x="9444" y="5515"/>
                    <a:pt x="8289" y="4360"/>
                    <a:pt x="8289" y="2941"/>
                  </a:cubicBezTo>
                  <a:cubicBezTo>
                    <a:pt x="8289" y="1522"/>
                    <a:pt x="9444" y="367"/>
                    <a:pt x="10863" y="367"/>
                  </a:cubicBezTo>
                  <a:close/>
                  <a:moveTo>
                    <a:pt x="2939" y="1"/>
                  </a:moveTo>
                  <a:cubicBezTo>
                    <a:pt x="1319" y="1"/>
                    <a:pt x="0" y="1319"/>
                    <a:pt x="0" y="2940"/>
                  </a:cubicBezTo>
                  <a:cubicBezTo>
                    <a:pt x="0" y="4560"/>
                    <a:pt x="1319" y="5879"/>
                    <a:pt x="2939" y="5879"/>
                  </a:cubicBezTo>
                  <a:cubicBezTo>
                    <a:pt x="4527" y="5879"/>
                    <a:pt x="5822" y="4613"/>
                    <a:pt x="5873" y="3037"/>
                  </a:cubicBezTo>
                  <a:cubicBezTo>
                    <a:pt x="6009" y="2947"/>
                    <a:pt x="6371" y="2744"/>
                    <a:pt x="6900" y="2744"/>
                  </a:cubicBezTo>
                  <a:cubicBezTo>
                    <a:pt x="7429" y="2744"/>
                    <a:pt x="7793" y="2947"/>
                    <a:pt x="7927" y="3037"/>
                  </a:cubicBezTo>
                  <a:cubicBezTo>
                    <a:pt x="7980" y="4613"/>
                    <a:pt x="9273" y="5879"/>
                    <a:pt x="10860" y="5879"/>
                  </a:cubicBezTo>
                  <a:cubicBezTo>
                    <a:pt x="12481" y="5879"/>
                    <a:pt x="13800" y="4560"/>
                    <a:pt x="13800" y="2940"/>
                  </a:cubicBezTo>
                  <a:cubicBezTo>
                    <a:pt x="13803" y="1319"/>
                    <a:pt x="12483" y="1"/>
                    <a:pt x="10863" y="1"/>
                  </a:cubicBezTo>
                  <a:cubicBezTo>
                    <a:pt x="9349" y="1"/>
                    <a:pt x="8099" y="1152"/>
                    <a:pt x="7942" y="2625"/>
                  </a:cubicBezTo>
                  <a:cubicBezTo>
                    <a:pt x="7716" y="2509"/>
                    <a:pt x="7364" y="2379"/>
                    <a:pt x="6902" y="2379"/>
                  </a:cubicBezTo>
                  <a:cubicBezTo>
                    <a:pt x="6440" y="2379"/>
                    <a:pt x="6087" y="2509"/>
                    <a:pt x="5862" y="2625"/>
                  </a:cubicBezTo>
                  <a:cubicBezTo>
                    <a:pt x="5704" y="1151"/>
                    <a:pt x="4454" y="1"/>
                    <a:pt x="2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020946" y="1071208"/>
              <a:ext cx="227104" cy="227148"/>
            </a:xfrm>
            <a:custGeom>
              <a:avLst/>
              <a:gdLst/>
              <a:ahLst/>
              <a:cxnLst/>
              <a:rect l="l" t="t" r="r" b="b"/>
              <a:pathLst>
                <a:path w="5148" h="5149" extrusionOk="0">
                  <a:moveTo>
                    <a:pt x="2574" y="0"/>
                  </a:moveTo>
                  <a:cubicBezTo>
                    <a:pt x="1155" y="0"/>
                    <a:pt x="0" y="1155"/>
                    <a:pt x="0" y="2574"/>
                  </a:cubicBezTo>
                  <a:cubicBezTo>
                    <a:pt x="0" y="3993"/>
                    <a:pt x="1155" y="5148"/>
                    <a:pt x="2574" y="5148"/>
                  </a:cubicBezTo>
                  <a:cubicBezTo>
                    <a:pt x="3993" y="5148"/>
                    <a:pt x="5148" y="3992"/>
                    <a:pt x="5148" y="2574"/>
                  </a:cubicBezTo>
                  <a:cubicBezTo>
                    <a:pt x="5148" y="1155"/>
                    <a:pt x="3993" y="0"/>
                    <a:pt x="2574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370414" y="1071208"/>
              <a:ext cx="227192" cy="227148"/>
            </a:xfrm>
            <a:custGeom>
              <a:avLst/>
              <a:gdLst/>
              <a:ahLst/>
              <a:cxnLst/>
              <a:rect l="l" t="t" r="r" b="b"/>
              <a:pathLst>
                <a:path w="5150" h="5149" extrusionOk="0">
                  <a:moveTo>
                    <a:pt x="2574" y="0"/>
                  </a:moveTo>
                  <a:cubicBezTo>
                    <a:pt x="1155" y="0"/>
                    <a:pt x="0" y="1155"/>
                    <a:pt x="0" y="2574"/>
                  </a:cubicBezTo>
                  <a:cubicBezTo>
                    <a:pt x="0" y="3993"/>
                    <a:pt x="1155" y="5148"/>
                    <a:pt x="2574" y="5148"/>
                  </a:cubicBezTo>
                  <a:cubicBezTo>
                    <a:pt x="3994" y="5148"/>
                    <a:pt x="5149" y="3992"/>
                    <a:pt x="5148" y="2574"/>
                  </a:cubicBezTo>
                  <a:cubicBezTo>
                    <a:pt x="5148" y="1155"/>
                    <a:pt x="3994" y="0"/>
                    <a:pt x="2574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030915" y="1185815"/>
              <a:ext cx="61232" cy="81480"/>
            </a:xfrm>
            <a:custGeom>
              <a:avLst/>
              <a:gdLst/>
              <a:ahLst/>
              <a:cxnLst/>
              <a:rect l="l" t="t" r="r" b="b"/>
              <a:pathLst>
                <a:path w="1388" h="1847" extrusionOk="0">
                  <a:moveTo>
                    <a:pt x="480" y="1"/>
                  </a:moveTo>
                  <a:cubicBezTo>
                    <a:pt x="239" y="1"/>
                    <a:pt x="0" y="193"/>
                    <a:pt x="49" y="543"/>
                  </a:cubicBezTo>
                  <a:cubicBezTo>
                    <a:pt x="105" y="938"/>
                    <a:pt x="340" y="1342"/>
                    <a:pt x="616" y="1625"/>
                  </a:cubicBezTo>
                  <a:cubicBezTo>
                    <a:pt x="709" y="1720"/>
                    <a:pt x="946" y="1847"/>
                    <a:pt x="1129" y="1847"/>
                  </a:cubicBezTo>
                  <a:cubicBezTo>
                    <a:pt x="1251" y="1847"/>
                    <a:pt x="1350" y="1791"/>
                    <a:pt x="1367" y="1632"/>
                  </a:cubicBezTo>
                  <a:cubicBezTo>
                    <a:pt x="1388" y="1443"/>
                    <a:pt x="1198" y="1244"/>
                    <a:pt x="1110" y="1090"/>
                  </a:cubicBezTo>
                  <a:cubicBezTo>
                    <a:pt x="994" y="881"/>
                    <a:pt x="952" y="659"/>
                    <a:pt x="923" y="425"/>
                  </a:cubicBezTo>
                  <a:cubicBezTo>
                    <a:pt x="887" y="136"/>
                    <a:pt x="683" y="1"/>
                    <a:pt x="480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089101" y="1257808"/>
              <a:ext cx="33042" cy="25719"/>
            </a:xfrm>
            <a:custGeom>
              <a:avLst/>
              <a:gdLst/>
              <a:ahLst/>
              <a:cxnLst/>
              <a:rect l="l" t="t" r="r" b="b"/>
              <a:pathLst>
                <a:path w="749" h="583" extrusionOk="0">
                  <a:moveTo>
                    <a:pt x="374" y="1"/>
                  </a:moveTo>
                  <a:cubicBezTo>
                    <a:pt x="0" y="1"/>
                    <a:pt x="0" y="583"/>
                    <a:pt x="374" y="583"/>
                  </a:cubicBezTo>
                  <a:cubicBezTo>
                    <a:pt x="748" y="583"/>
                    <a:pt x="748" y="1"/>
                    <a:pt x="374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5397147" y="1223488"/>
              <a:ext cx="96877" cy="62334"/>
            </a:xfrm>
            <a:custGeom>
              <a:avLst/>
              <a:gdLst/>
              <a:ahLst/>
              <a:cxnLst/>
              <a:rect l="l" t="t" r="r" b="b"/>
              <a:pathLst>
                <a:path w="2196" h="1413" extrusionOk="0">
                  <a:moveTo>
                    <a:pt x="583" y="0"/>
                  </a:moveTo>
                  <a:cubicBezTo>
                    <a:pt x="276" y="0"/>
                    <a:pt x="0" y="359"/>
                    <a:pt x="282" y="684"/>
                  </a:cubicBezTo>
                  <a:cubicBezTo>
                    <a:pt x="499" y="934"/>
                    <a:pt x="762" y="1154"/>
                    <a:pt x="1075" y="1272"/>
                  </a:cubicBezTo>
                  <a:cubicBezTo>
                    <a:pt x="1261" y="1343"/>
                    <a:pt x="1489" y="1413"/>
                    <a:pt x="1705" y="1413"/>
                  </a:cubicBezTo>
                  <a:cubicBezTo>
                    <a:pt x="1800" y="1413"/>
                    <a:pt x="1893" y="1399"/>
                    <a:pt x="1979" y="1365"/>
                  </a:cubicBezTo>
                  <a:cubicBezTo>
                    <a:pt x="2103" y="1315"/>
                    <a:pt x="2195" y="1135"/>
                    <a:pt x="2067" y="1031"/>
                  </a:cubicBezTo>
                  <a:cubicBezTo>
                    <a:pt x="1883" y="883"/>
                    <a:pt x="1658" y="816"/>
                    <a:pt x="1466" y="678"/>
                  </a:cubicBezTo>
                  <a:cubicBezTo>
                    <a:pt x="1271" y="537"/>
                    <a:pt x="1072" y="382"/>
                    <a:pt x="927" y="187"/>
                  </a:cubicBezTo>
                  <a:cubicBezTo>
                    <a:pt x="828" y="55"/>
                    <a:pt x="704" y="0"/>
                    <a:pt x="583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93203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5A89FE-EFEF-4D45-25C6-B4B6C4D86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171" y="523876"/>
            <a:ext cx="6509657" cy="366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503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A51C13E-5230-4A07-44F0-78798637F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771" y="138539"/>
            <a:ext cx="6265800" cy="766779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</a:rPr>
              <a:t>Sample questions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B18B2E-3099-93E9-995E-10EE0987E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05318"/>
            <a:ext cx="9144000" cy="42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467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9866-7DC9-AD70-F5AC-A721519A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4270"/>
            <a:ext cx="5363307" cy="833265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Sample questions </a:t>
            </a:r>
            <a:endParaRPr lang="en-US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1E25D4-B6ED-3840-A199-8DF82A3C2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32209F-15D2-9769-180E-CDB8AD4A2459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77AF1-268E-96C9-88CA-53E9797A9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8" y="720356"/>
            <a:ext cx="8766444" cy="44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0783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BE4C7E-3118-6503-D559-210E2AF3B3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-791265" y="149"/>
            <a:ext cx="5696700" cy="45810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Autour One" panose="020B0604020202020204" charset="0"/>
              </a:rPr>
              <a:t>Sample questions </a:t>
            </a:r>
            <a:endParaRPr lang="en-US" sz="2800" b="1" dirty="0">
              <a:latin typeface="Autour One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11B4A6-6017-C330-3185-2A24AB07C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46" y="526523"/>
            <a:ext cx="8647307" cy="46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759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57AEC16C-972B-391B-95D9-E1ED1844E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287704" y="-150162"/>
            <a:ext cx="7047390" cy="5293477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topics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Holidays and travel 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Shopping 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Health and sports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Dining and entertainment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News 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Housing 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Friends and family, etc.</a:t>
            </a:r>
            <a:endParaRPr lang="en-US" sz="4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6 Best Questions to Ask During a Job Interview | Inc.com">
            <a:extLst>
              <a:ext uri="{FF2B5EF4-FFF2-40B4-BE49-F238E27FC236}">
                <a16:creationId xmlns:a16="http://schemas.microsoft.com/office/drawing/2014/main" id="{31F21C8D-74BD-6FC1-FCF4-231F1ECBA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4862" y="985936"/>
            <a:ext cx="4199138" cy="2062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087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D75C76-6AF4-53C8-9305-07B0710333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8067FB-735E-98EA-E022-B8F1FED4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1" y="664011"/>
            <a:ext cx="7358484" cy="4479489"/>
          </a:xfrm>
          <a:prstGeom prst="rect">
            <a:avLst/>
          </a:prstGeom>
        </p:spPr>
      </p:pic>
      <p:sp>
        <p:nvSpPr>
          <p:cNvPr id="5" name="Subtitle 5">
            <a:extLst>
              <a:ext uri="{FF2B5EF4-FFF2-40B4-BE49-F238E27FC236}">
                <a16:creationId xmlns:a16="http://schemas.microsoft.com/office/drawing/2014/main" id="{80C63567-00E7-A8BF-23F0-CF5FC0E60E85}"/>
              </a:ext>
            </a:extLst>
          </p:cNvPr>
          <p:cNvSpPr txBox="1">
            <a:spLocks/>
          </p:cNvSpPr>
          <p:nvPr/>
        </p:nvSpPr>
        <p:spPr>
          <a:xfrm rot="181">
            <a:off x="818038" y="107847"/>
            <a:ext cx="704739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6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ellota Text"/>
              <a:buNone/>
              <a:defRPr sz="1400" b="0" i="0" u="none" strike="noStrike" cap="none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Topics and relevant content</a:t>
            </a:r>
          </a:p>
        </p:txBody>
      </p:sp>
    </p:spTree>
    <p:extLst>
      <p:ext uri="{BB962C8B-B14F-4D97-AF65-F5344CB8AC3E}">
        <p14:creationId xmlns:p14="http://schemas.microsoft.com/office/powerpoint/2010/main" val="1561555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4111C2C-95FC-467C-6A98-1A08A9D8A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12" y="271236"/>
            <a:ext cx="4415620" cy="45810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Autour One" panose="020B0604020202020204" charset="0"/>
              </a:rPr>
              <a:t>Marking criteria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C23DC2-7385-3A8F-9CE6-375069F60E6B}"/>
              </a:ext>
            </a:extLst>
          </p:cNvPr>
          <p:cNvSpPr txBox="1"/>
          <p:nvPr/>
        </p:nvSpPr>
        <p:spPr>
          <a:xfrm>
            <a:off x="553938" y="1004782"/>
            <a:ext cx="7723414" cy="3133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Pronunciation, Stress, Intonation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Cohesion of ideas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and Completeness of Content</a:t>
            </a:r>
          </a:p>
        </p:txBody>
      </p:sp>
    </p:spTree>
    <p:extLst>
      <p:ext uri="{BB962C8B-B14F-4D97-AF65-F5344CB8AC3E}">
        <p14:creationId xmlns:p14="http://schemas.microsoft.com/office/powerpoint/2010/main" val="3888441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57AEC16C-972B-391B-95D9-E1ED1844E6C3}"/>
              </a:ext>
            </a:extLst>
          </p:cNvPr>
          <p:cNvSpPr txBox="1">
            <a:spLocks/>
          </p:cNvSpPr>
          <p:nvPr/>
        </p:nvSpPr>
        <p:spPr>
          <a:xfrm rot="181">
            <a:off x="165" y="170362"/>
            <a:ext cx="9143836" cy="497313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8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Things to remember </a:t>
            </a:r>
            <a:endParaRPr lang="en-US" sz="4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Quickly analyze prompt and questions. Key words in prompt? Needed information to response?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Think of keywords that helps to answer.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Begin your answer with a topic sentence restating prompt, then add your own information.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7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Explain main reason &amp; provide personal details to support.</a:t>
            </a:r>
            <a:endParaRPr lang="en-US" sz="27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0" y="1986975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‘ </a:t>
            </a:r>
          </a:p>
        </p:txBody>
      </p:sp>
    </p:spTree>
    <p:extLst>
      <p:ext uri="{BB962C8B-B14F-4D97-AF65-F5344CB8AC3E}">
        <p14:creationId xmlns:p14="http://schemas.microsoft.com/office/powerpoint/2010/main" val="216815906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1"/>
          <p:cNvSpPr/>
          <p:nvPr/>
        </p:nvSpPr>
        <p:spPr>
          <a:xfrm>
            <a:off x="3675188" y="1305642"/>
            <a:ext cx="1793854" cy="975116"/>
          </a:xfrm>
          <a:custGeom>
            <a:avLst/>
            <a:gdLst/>
            <a:ahLst/>
            <a:cxnLst/>
            <a:rect l="l" t="t" r="r" b="b"/>
            <a:pathLst>
              <a:path w="32865" h="17865" extrusionOk="0">
                <a:moveTo>
                  <a:pt x="15172" y="909"/>
                </a:moveTo>
                <a:cubicBezTo>
                  <a:pt x="8394" y="1524"/>
                  <a:pt x="-2919" y="9604"/>
                  <a:pt x="734" y="15347"/>
                </a:cubicBezTo>
                <a:cubicBezTo>
                  <a:pt x="3482" y="19667"/>
                  <a:pt x="10908" y="14115"/>
                  <a:pt x="16021" y="13860"/>
                </a:cubicBezTo>
                <a:cubicBezTo>
                  <a:pt x="20874" y="13618"/>
                  <a:pt x="26411" y="20028"/>
                  <a:pt x="30247" y="17045"/>
                </a:cubicBezTo>
                <a:cubicBezTo>
                  <a:pt x="32296" y="15452"/>
                  <a:pt x="33986" y="10690"/>
                  <a:pt x="31733" y="9402"/>
                </a:cubicBezTo>
                <a:cubicBezTo>
                  <a:pt x="29080" y="7886"/>
                  <a:pt x="24805" y="9598"/>
                  <a:pt x="22816" y="7278"/>
                </a:cubicBezTo>
                <a:cubicBezTo>
                  <a:pt x="21664" y="5935"/>
                  <a:pt x="22494" y="3515"/>
                  <a:pt x="21329" y="2183"/>
                </a:cubicBezTo>
                <a:cubicBezTo>
                  <a:pt x="19555" y="155"/>
                  <a:pt x="16088" y="-381"/>
                  <a:pt x="13474" y="272"/>
                </a:cubicBezTo>
              </a:path>
            </a:pathLst>
          </a:custGeom>
          <a:noFill/>
          <a:ln w="3810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93" name="Google Shape;1293;p41"/>
          <p:cNvSpPr txBox="1">
            <a:spLocks noGrp="1"/>
          </p:cNvSpPr>
          <p:nvPr>
            <p:ph type="title" idx="2"/>
          </p:nvPr>
        </p:nvSpPr>
        <p:spPr>
          <a:xfrm>
            <a:off x="1723450" y="2471050"/>
            <a:ext cx="5696700" cy="109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400" dirty="0"/>
              <a:t>Walk through </a:t>
            </a:r>
          </a:p>
        </p:txBody>
      </p:sp>
      <p:sp>
        <p:nvSpPr>
          <p:cNvPr id="1294" name="Google Shape;1294;p41"/>
          <p:cNvSpPr txBox="1">
            <a:spLocks noGrp="1"/>
          </p:cNvSpPr>
          <p:nvPr>
            <p:ph type="title"/>
          </p:nvPr>
        </p:nvSpPr>
        <p:spPr>
          <a:xfrm>
            <a:off x="3796849" y="1115354"/>
            <a:ext cx="1991181" cy="13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02</a:t>
            </a:r>
            <a:endParaRPr sz="6000" dirty="0"/>
          </a:p>
        </p:txBody>
      </p:sp>
      <p:grpSp>
        <p:nvGrpSpPr>
          <p:cNvPr id="1296" name="Google Shape;1296;p41"/>
          <p:cNvGrpSpPr/>
          <p:nvPr/>
        </p:nvGrpSpPr>
        <p:grpSpPr>
          <a:xfrm rot="-253591">
            <a:off x="7356619" y="714819"/>
            <a:ext cx="1407971" cy="3057795"/>
            <a:chOff x="2571048" y="2507724"/>
            <a:chExt cx="1132829" cy="2460249"/>
          </a:xfrm>
        </p:grpSpPr>
        <p:sp>
          <p:nvSpPr>
            <p:cNvPr id="1297" name="Google Shape;1297;p41"/>
            <p:cNvSpPr/>
            <p:nvPr/>
          </p:nvSpPr>
          <p:spPr>
            <a:xfrm>
              <a:off x="2571048" y="2507724"/>
              <a:ext cx="1132829" cy="2460249"/>
            </a:xfrm>
            <a:custGeom>
              <a:avLst/>
              <a:gdLst/>
              <a:ahLst/>
              <a:cxnLst/>
              <a:rect l="l" t="t" r="r" b="b"/>
              <a:pathLst>
                <a:path w="25679" h="55769" extrusionOk="0">
                  <a:moveTo>
                    <a:pt x="8997" y="1"/>
                  </a:moveTo>
                  <a:cubicBezTo>
                    <a:pt x="8290" y="1"/>
                    <a:pt x="7567" y="307"/>
                    <a:pt x="7137" y="878"/>
                  </a:cubicBezTo>
                  <a:cubicBezTo>
                    <a:pt x="6887" y="1208"/>
                    <a:pt x="6723" y="1611"/>
                    <a:pt x="6398" y="1866"/>
                  </a:cubicBezTo>
                  <a:cubicBezTo>
                    <a:pt x="6123" y="2080"/>
                    <a:pt x="5771" y="2161"/>
                    <a:pt x="5440" y="2268"/>
                  </a:cubicBezTo>
                  <a:cubicBezTo>
                    <a:pt x="3155" y="3001"/>
                    <a:pt x="1492" y="5343"/>
                    <a:pt x="1552" y="7743"/>
                  </a:cubicBezTo>
                  <a:cubicBezTo>
                    <a:pt x="1582" y="8977"/>
                    <a:pt x="2018" y="10150"/>
                    <a:pt x="2157" y="11368"/>
                  </a:cubicBezTo>
                  <a:cubicBezTo>
                    <a:pt x="2288" y="12509"/>
                    <a:pt x="2025" y="13663"/>
                    <a:pt x="2025" y="14807"/>
                  </a:cubicBezTo>
                  <a:cubicBezTo>
                    <a:pt x="2011" y="15018"/>
                    <a:pt x="1996" y="15241"/>
                    <a:pt x="1883" y="15421"/>
                  </a:cubicBezTo>
                  <a:cubicBezTo>
                    <a:pt x="1773" y="15597"/>
                    <a:pt x="1586" y="15706"/>
                    <a:pt x="1418" y="15828"/>
                  </a:cubicBezTo>
                  <a:cubicBezTo>
                    <a:pt x="478" y="16509"/>
                    <a:pt x="1" y="17724"/>
                    <a:pt x="74" y="18883"/>
                  </a:cubicBezTo>
                  <a:cubicBezTo>
                    <a:pt x="136" y="19850"/>
                    <a:pt x="549" y="20776"/>
                    <a:pt x="1146" y="21530"/>
                  </a:cubicBezTo>
                  <a:cubicBezTo>
                    <a:pt x="1421" y="21877"/>
                    <a:pt x="1735" y="22169"/>
                    <a:pt x="2101" y="22419"/>
                  </a:cubicBezTo>
                  <a:cubicBezTo>
                    <a:pt x="2305" y="22558"/>
                    <a:pt x="3258" y="22845"/>
                    <a:pt x="3339" y="22997"/>
                  </a:cubicBezTo>
                  <a:cubicBezTo>
                    <a:pt x="3933" y="24120"/>
                    <a:pt x="4793" y="25069"/>
                    <a:pt x="5836" y="25769"/>
                  </a:cubicBezTo>
                  <a:cubicBezTo>
                    <a:pt x="5536" y="26074"/>
                    <a:pt x="5223" y="26456"/>
                    <a:pt x="4920" y="26934"/>
                  </a:cubicBezTo>
                  <a:cubicBezTo>
                    <a:pt x="4170" y="28119"/>
                    <a:pt x="3655" y="29428"/>
                    <a:pt x="3087" y="30705"/>
                  </a:cubicBezTo>
                  <a:cubicBezTo>
                    <a:pt x="2507" y="32012"/>
                    <a:pt x="1832" y="33399"/>
                    <a:pt x="2104" y="34871"/>
                  </a:cubicBezTo>
                  <a:cubicBezTo>
                    <a:pt x="2235" y="35584"/>
                    <a:pt x="2609" y="36244"/>
                    <a:pt x="3129" y="36746"/>
                  </a:cubicBezTo>
                  <a:cubicBezTo>
                    <a:pt x="3226" y="36839"/>
                    <a:pt x="4545" y="37658"/>
                    <a:pt x="4705" y="37658"/>
                  </a:cubicBezTo>
                  <a:cubicBezTo>
                    <a:pt x="4715" y="37658"/>
                    <a:pt x="4720" y="37656"/>
                    <a:pt x="4721" y="37649"/>
                  </a:cubicBezTo>
                  <a:lnTo>
                    <a:pt x="4721" y="37649"/>
                  </a:lnTo>
                  <a:cubicBezTo>
                    <a:pt x="4611" y="38467"/>
                    <a:pt x="5016" y="39157"/>
                    <a:pt x="5178" y="39924"/>
                  </a:cubicBezTo>
                  <a:cubicBezTo>
                    <a:pt x="5345" y="40722"/>
                    <a:pt x="5273" y="41578"/>
                    <a:pt x="5228" y="42384"/>
                  </a:cubicBezTo>
                  <a:cubicBezTo>
                    <a:pt x="5092" y="44804"/>
                    <a:pt x="5124" y="47262"/>
                    <a:pt x="4895" y="49672"/>
                  </a:cubicBezTo>
                  <a:cubicBezTo>
                    <a:pt x="4885" y="49783"/>
                    <a:pt x="4872" y="49898"/>
                    <a:pt x="4809" y="49987"/>
                  </a:cubicBezTo>
                  <a:cubicBezTo>
                    <a:pt x="4737" y="50090"/>
                    <a:pt x="4613" y="50141"/>
                    <a:pt x="4499" y="50192"/>
                  </a:cubicBezTo>
                  <a:cubicBezTo>
                    <a:pt x="2418" y="51127"/>
                    <a:pt x="2299" y="53449"/>
                    <a:pt x="2380" y="55460"/>
                  </a:cubicBezTo>
                  <a:cubicBezTo>
                    <a:pt x="2384" y="55548"/>
                    <a:pt x="6278" y="55682"/>
                    <a:pt x="6543" y="55692"/>
                  </a:cubicBezTo>
                  <a:cubicBezTo>
                    <a:pt x="7345" y="55725"/>
                    <a:pt x="8148" y="55753"/>
                    <a:pt x="8951" y="55753"/>
                  </a:cubicBezTo>
                  <a:cubicBezTo>
                    <a:pt x="9153" y="55753"/>
                    <a:pt x="9354" y="55752"/>
                    <a:pt x="9556" y="55748"/>
                  </a:cubicBezTo>
                  <a:cubicBezTo>
                    <a:pt x="9571" y="55747"/>
                    <a:pt x="9586" y="55747"/>
                    <a:pt x="9602" y="55747"/>
                  </a:cubicBezTo>
                  <a:cubicBezTo>
                    <a:pt x="9790" y="55747"/>
                    <a:pt x="10022" y="55768"/>
                    <a:pt x="10254" y="55768"/>
                  </a:cubicBezTo>
                  <a:cubicBezTo>
                    <a:pt x="10581" y="55768"/>
                    <a:pt x="10909" y="55726"/>
                    <a:pt x="11113" y="55524"/>
                  </a:cubicBezTo>
                  <a:cubicBezTo>
                    <a:pt x="11482" y="55156"/>
                    <a:pt x="11312" y="54405"/>
                    <a:pt x="11326" y="53935"/>
                  </a:cubicBezTo>
                  <a:cubicBezTo>
                    <a:pt x="11348" y="53248"/>
                    <a:pt x="11394" y="52563"/>
                    <a:pt x="11468" y="51881"/>
                  </a:cubicBezTo>
                  <a:cubicBezTo>
                    <a:pt x="11609" y="50558"/>
                    <a:pt x="11851" y="49246"/>
                    <a:pt x="12189" y="47959"/>
                  </a:cubicBezTo>
                  <a:cubicBezTo>
                    <a:pt x="12543" y="50453"/>
                    <a:pt x="12896" y="52947"/>
                    <a:pt x="13252" y="55440"/>
                  </a:cubicBezTo>
                  <a:cubicBezTo>
                    <a:pt x="13838" y="55564"/>
                    <a:pt x="14446" y="55598"/>
                    <a:pt x="15056" y="55598"/>
                  </a:cubicBezTo>
                  <a:cubicBezTo>
                    <a:pt x="15729" y="55598"/>
                    <a:pt x="16405" y="55557"/>
                    <a:pt x="17061" y="55553"/>
                  </a:cubicBezTo>
                  <a:cubicBezTo>
                    <a:pt x="18452" y="55544"/>
                    <a:pt x="19843" y="55537"/>
                    <a:pt x="21233" y="55528"/>
                  </a:cubicBezTo>
                  <a:cubicBezTo>
                    <a:pt x="21414" y="55527"/>
                    <a:pt x="21600" y="55524"/>
                    <a:pt x="21762" y="55443"/>
                  </a:cubicBezTo>
                  <a:cubicBezTo>
                    <a:pt x="22202" y="55221"/>
                    <a:pt x="22057" y="54381"/>
                    <a:pt x="22051" y="53987"/>
                  </a:cubicBezTo>
                  <a:cubicBezTo>
                    <a:pt x="22039" y="53194"/>
                    <a:pt x="21849" y="52422"/>
                    <a:pt x="21514" y="51703"/>
                  </a:cubicBezTo>
                  <a:cubicBezTo>
                    <a:pt x="21216" y="51062"/>
                    <a:pt x="21273" y="50825"/>
                    <a:pt x="21898" y="50338"/>
                  </a:cubicBezTo>
                  <a:cubicBezTo>
                    <a:pt x="23374" y="49191"/>
                    <a:pt x="24473" y="47586"/>
                    <a:pt x="25070" y="45819"/>
                  </a:cubicBezTo>
                  <a:cubicBezTo>
                    <a:pt x="25433" y="44747"/>
                    <a:pt x="25679" y="43431"/>
                    <a:pt x="25676" y="42179"/>
                  </a:cubicBezTo>
                  <a:cubicBezTo>
                    <a:pt x="25675" y="41541"/>
                    <a:pt x="25609" y="40920"/>
                    <a:pt x="25460" y="40357"/>
                  </a:cubicBezTo>
                  <a:cubicBezTo>
                    <a:pt x="25259" y="39574"/>
                    <a:pt x="24914" y="38782"/>
                    <a:pt x="24587" y="38041"/>
                  </a:cubicBezTo>
                  <a:cubicBezTo>
                    <a:pt x="24206" y="37179"/>
                    <a:pt x="23506" y="36522"/>
                    <a:pt x="22520" y="36522"/>
                  </a:cubicBezTo>
                  <a:cubicBezTo>
                    <a:pt x="22268" y="36522"/>
                    <a:pt x="21049" y="36748"/>
                    <a:pt x="21015" y="37133"/>
                  </a:cubicBezTo>
                  <a:lnTo>
                    <a:pt x="21015" y="37133"/>
                  </a:lnTo>
                  <a:cubicBezTo>
                    <a:pt x="21083" y="36336"/>
                    <a:pt x="21471" y="35520"/>
                    <a:pt x="21291" y="34712"/>
                  </a:cubicBezTo>
                  <a:cubicBezTo>
                    <a:pt x="21117" y="33929"/>
                    <a:pt x="20496" y="33751"/>
                    <a:pt x="19892" y="33347"/>
                  </a:cubicBezTo>
                  <a:cubicBezTo>
                    <a:pt x="19439" y="33046"/>
                    <a:pt x="19203" y="32621"/>
                    <a:pt x="19020" y="32125"/>
                  </a:cubicBezTo>
                  <a:cubicBezTo>
                    <a:pt x="18913" y="31831"/>
                    <a:pt x="18764" y="31472"/>
                    <a:pt x="18841" y="31156"/>
                  </a:cubicBezTo>
                  <a:cubicBezTo>
                    <a:pt x="19749" y="31109"/>
                    <a:pt x="20670" y="31033"/>
                    <a:pt x="21529" y="30731"/>
                  </a:cubicBezTo>
                  <a:cubicBezTo>
                    <a:pt x="22387" y="30431"/>
                    <a:pt x="23191" y="29878"/>
                    <a:pt x="23620" y="29075"/>
                  </a:cubicBezTo>
                  <a:cubicBezTo>
                    <a:pt x="24124" y="28128"/>
                    <a:pt x="24046" y="26980"/>
                    <a:pt x="23835" y="25928"/>
                  </a:cubicBezTo>
                  <a:cubicBezTo>
                    <a:pt x="23576" y="24637"/>
                    <a:pt x="23134" y="23383"/>
                    <a:pt x="22528" y="22213"/>
                  </a:cubicBezTo>
                  <a:cubicBezTo>
                    <a:pt x="23610" y="21357"/>
                    <a:pt x="24350" y="19957"/>
                    <a:pt x="24288" y="18564"/>
                  </a:cubicBezTo>
                  <a:cubicBezTo>
                    <a:pt x="24241" y="17475"/>
                    <a:pt x="23728" y="16414"/>
                    <a:pt x="22906" y="15700"/>
                  </a:cubicBezTo>
                  <a:cubicBezTo>
                    <a:pt x="22809" y="15614"/>
                    <a:pt x="22707" y="15533"/>
                    <a:pt x="22639" y="15422"/>
                  </a:cubicBezTo>
                  <a:cubicBezTo>
                    <a:pt x="22566" y="15301"/>
                    <a:pt x="22544" y="15154"/>
                    <a:pt x="22523" y="15013"/>
                  </a:cubicBezTo>
                  <a:lnTo>
                    <a:pt x="22109" y="12192"/>
                  </a:lnTo>
                  <a:cubicBezTo>
                    <a:pt x="21916" y="10883"/>
                    <a:pt x="22617" y="9544"/>
                    <a:pt x="22753" y="8258"/>
                  </a:cubicBezTo>
                  <a:cubicBezTo>
                    <a:pt x="22885" y="7003"/>
                    <a:pt x="22612" y="5701"/>
                    <a:pt x="21952" y="4621"/>
                  </a:cubicBezTo>
                  <a:cubicBezTo>
                    <a:pt x="21379" y="3681"/>
                    <a:pt x="20544" y="2969"/>
                    <a:pt x="19576" y="2460"/>
                  </a:cubicBezTo>
                  <a:cubicBezTo>
                    <a:pt x="18998" y="2156"/>
                    <a:pt x="18397" y="2165"/>
                    <a:pt x="17772" y="2008"/>
                  </a:cubicBezTo>
                  <a:cubicBezTo>
                    <a:pt x="17138" y="1849"/>
                    <a:pt x="16528" y="1606"/>
                    <a:pt x="15919" y="1372"/>
                  </a:cubicBezTo>
                  <a:cubicBezTo>
                    <a:pt x="14923" y="991"/>
                    <a:pt x="13886" y="588"/>
                    <a:pt x="12812" y="588"/>
                  </a:cubicBezTo>
                  <a:cubicBezTo>
                    <a:pt x="12641" y="588"/>
                    <a:pt x="12470" y="598"/>
                    <a:pt x="12298" y="620"/>
                  </a:cubicBezTo>
                  <a:cubicBezTo>
                    <a:pt x="11993" y="658"/>
                    <a:pt x="11687" y="733"/>
                    <a:pt x="11383" y="733"/>
                  </a:cubicBezTo>
                  <a:cubicBezTo>
                    <a:pt x="11298" y="733"/>
                    <a:pt x="11213" y="728"/>
                    <a:pt x="11128" y="713"/>
                  </a:cubicBezTo>
                  <a:cubicBezTo>
                    <a:pt x="10357" y="582"/>
                    <a:pt x="9823" y="4"/>
                    <a:pt x="9004" y="1"/>
                  </a:cubicBezTo>
                  <a:cubicBezTo>
                    <a:pt x="9002" y="1"/>
                    <a:pt x="8999" y="1"/>
                    <a:pt x="89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2880000" algn="bl" rotWithShape="0">
                <a:schemeClr val="accent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1"/>
            <p:cNvSpPr/>
            <p:nvPr/>
          </p:nvSpPr>
          <p:spPr>
            <a:xfrm>
              <a:off x="3305894" y="4212098"/>
              <a:ext cx="303599" cy="630977"/>
            </a:xfrm>
            <a:custGeom>
              <a:avLst/>
              <a:gdLst/>
              <a:ahLst/>
              <a:cxnLst/>
              <a:rect l="l" t="t" r="r" b="b"/>
              <a:pathLst>
                <a:path w="6882" h="14303" extrusionOk="0">
                  <a:moveTo>
                    <a:pt x="5863" y="1"/>
                  </a:moveTo>
                  <a:cubicBezTo>
                    <a:pt x="5846" y="1"/>
                    <a:pt x="5829" y="16"/>
                    <a:pt x="5822" y="45"/>
                  </a:cubicBezTo>
                  <a:cubicBezTo>
                    <a:pt x="5614" y="892"/>
                    <a:pt x="5173" y="1472"/>
                    <a:pt x="4845" y="2060"/>
                  </a:cubicBezTo>
                  <a:cubicBezTo>
                    <a:pt x="4668" y="2374"/>
                    <a:pt x="4553" y="2666"/>
                    <a:pt x="4430" y="2992"/>
                  </a:cubicBezTo>
                  <a:cubicBezTo>
                    <a:pt x="4299" y="3314"/>
                    <a:pt x="4169" y="3673"/>
                    <a:pt x="3929" y="4082"/>
                  </a:cubicBezTo>
                  <a:cubicBezTo>
                    <a:pt x="3627" y="4606"/>
                    <a:pt x="3274" y="5054"/>
                    <a:pt x="2955" y="5521"/>
                  </a:cubicBezTo>
                  <a:cubicBezTo>
                    <a:pt x="2795" y="5755"/>
                    <a:pt x="2642" y="5992"/>
                    <a:pt x="2504" y="6249"/>
                  </a:cubicBezTo>
                  <a:cubicBezTo>
                    <a:pt x="2369" y="6501"/>
                    <a:pt x="2236" y="6795"/>
                    <a:pt x="2163" y="7044"/>
                  </a:cubicBezTo>
                  <a:cubicBezTo>
                    <a:pt x="2019" y="7506"/>
                    <a:pt x="1868" y="8008"/>
                    <a:pt x="1561" y="8516"/>
                  </a:cubicBezTo>
                  <a:cubicBezTo>
                    <a:pt x="1332" y="8896"/>
                    <a:pt x="1020" y="9265"/>
                    <a:pt x="728" y="9695"/>
                  </a:cubicBezTo>
                  <a:cubicBezTo>
                    <a:pt x="440" y="10121"/>
                    <a:pt x="164" y="10594"/>
                    <a:pt x="51" y="11109"/>
                  </a:cubicBezTo>
                  <a:cubicBezTo>
                    <a:pt x="1" y="11287"/>
                    <a:pt x="14" y="11525"/>
                    <a:pt x="32" y="11775"/>
                  </a:cubicBezTo>
                  <a:cubicBezTo>
                    <a:pt x="41" y="11901"/>
                    <a:pt x="71" y="12034"/>
                    <a:pt x="96" y="12170"/>
                  </a:cubicBezTo>
                  <a:cubicBezTo>
                    <a:pt x="123" y="12305"/>
                    <a:pt x="146" y="12443"/>
                    <a:pt x="190" y="12584"/>
                  </a:cubicBezTo>
                  <a:cubicBezTo>
                    <a:pt x="324" y="13147"/>
                    <a:pt x="538" y="13714"/>
                    <a:pt x="580" y="14302"/>
                  </a:cubicBezTo>
                  <a:cubicBezTo>
                    <a:pt x="648" y="13709"/>
                    <a:pt x="948" y="13187"/>
                    <a:pt x="1297" y="12824"/>
                  </a:cubicBezTo>
                  <a:cubicBezTo>
                    <a:pt x="1376" y="12731"/>
                    <a:pt x="1473" y="12651"/>
                    <a:pt x="1557" y="12575"/>
                  </a:cubicBezTo>
                  <a:cubicBezTo>
                    <a:pt x="1644" y="12502"/>
                    <a:pt x="1719" y="12431"/>
                    <a:pt x="1799" y="12370"/>
                  </a:cubicBezTo>
                  <a:cubicBezTo>
                    <a:pt x="1963" y="12250"/>
                    <a:pt x="2078" y="12144"/>
                    <a:pt x="2168" y="12049"/>
                  </a:cubicBezTo>
                  <a:cubicBezTo>
                    <a:pt x="2387" y="11779"/>
                    <a:pt x="2591" y="11486"/>
                    <a:pt x="2818" y="11168"/>
                  </a:cubicBezTo>
                  <a:cubicBezTo>
                    <a:pt x="3045" y="10854"/>
                    <a:pt x="3318" y="10520"/>
                    <a:pt x="3645" y="10216"/>
                  </a:cubicBezTo>
                  <a:cubicBezTo>
                    <a:pt x="4085" y="9807"/>
                    <a:pt x="4614" y="9462"/>
                    <a:pt x="5097" y="8967"/>
                  </a:cubicBezTo>
                  <a:cubicBezTo>
                    <a:pt x="5387" y="8662"/>
                    <a:pt x="5582" y="8395"/>
                    <a:pt x="5764" y="8090"/>
                  </a:cubicBezTo>
                  <a:cubicBezTo>
                    <a:pt x="5943" y="7790"/>
                    <a:pt x="6088" y="7467"/>
                    <a:pt x="6210" y="7131"/>
                  </a:cubicBezTo>
                  <a:cubicBezTo>
                    <a:pt x="6454" y="6457"/>
                    <a:pt x="6597" y="5724"/>
                    <a:pt x="6704" y="4963"/>
                  </a:cubicBezTo>
                  <a:cubicBezTo>
                    <a:pt x="6790" y="4364"/>
                    <a:pt x="6841" y="3887"/>
                    <a:pt x="6864" y="3461"/>
                  </a:cubicBezTo>
                  <a:cubicBezTo>
                    <a:pt x="6882" y="3032"/>
                    <a:pt x="6863" y="2653"/>
                    <a:pt x="6761" y="2258"/>
                  </a:cubicBezTo>
                  <a:cubicBezTo>
                    <a:pt x="6565" y="1512"/>
                    <a:pt x="6173" y="871"/>
                    <a:pt x="5905" y="42"/>
                  </a:cubicBezTo>
                  <a:cubicBezTo>
                    <a:pt x="5896" y="14"/>
                    <a:pt x="5880" y="1"/>
                    <a:pt x="58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1"/>
            <p:cNvSpPr/>
            <p:nvPr/>
          </p:nvSpPr>
          <p:spPr>
            <a:xfrm>
              <a:off x="3337082" y="4280210"/>
              <a:ext cx="231736" cy="484030"/>
            </a:xfrm>
            <a:custGeom>
              <a:avLst/>
              <a:gdLst/>
              <a:ahLst/>
              <a:cxnLst/>
              <a:rect l="l" t="t" r="r" b="b"/>
              <a:pathLst>
                <a:path w="5253" h="10972" extrusionOk="0">
                  <a:moveTo>
                    <a:pt x="5143" y="0"/>
                  </a:moveTo>
                  <a:cubicBezTo>
                    <a:pt x="4963" y="851"/>
                    <a:pt x="4716" y="1512"/>
                    <a:pt x="4415" y="2125"/>
                  </a:cubicBezTo>
                  <a:cubicBezTo>
                    <a:pt x="4110" y="2735"/>
                    <a:pt x="3750" y="3298"/>
                    <a:pt x="3271" y="3937"/>
                  </a:cubicBezTo>
                  <a:cubicBezTo>
                    <a:pt x="2919" y="4404"/>
                    <a:pt x="2699" y="4963"/>
                    <a:pt x="2463" y="5530"/>
                  </a:cubicBezTo>
                  <a:cubicBezTo>
                    <a:pt x="2383" y="5730"/>
                    <a:pt x="2331" y="5909"/>
                    <a:pt x="2283" y="6098"/>
                  </a:cubicBezTo>
                  <a:cubicBezTo>
                    <a:pt x="2233" y="6287"/>
                    <a:pt x="2178" y="6476"/>
                    <a:pt x="2109" y="6666"/>
                  </a:cubicBezTo>
                  <a:cubicBezTo>
                    <a:pt x="1858" y="7326"/>
                    <a:pt x="1356" y="7931"/>
                    <a:pt x="953" y="8596"/>
                  </a:cubicBezTo>
                  <a:cubicBezTo>
                    <a:pt x="746" y="8922"/>
                    <a:pt x="471" y="9333"/>
                    <a:pt x="279" y="9764"/>
                  </a:cubicBezTo>
                  <a:cubicBezTo>
                    <a:pt x="79" y="10193"/>
                    <a:pt x="1" y="10650"/>
                    <a:pt x="81" y="10971"/>
                  </a:cubicBezTo>
                  <a:cubicBezTo>
                    <a:pt x="314" y="10729"/>
                    <a:pt x="473" y="10346"/>
                    <a:pt x="689" y="9963"/>
                  </a:cubicBezTo>
                  <a:cubicBezTo>
                    <a:pt x="896" y="9578"/>
                    <a:pt x="1127" y="9180"/>
                    <a:pt x="1377" y="8905"/>
                  </a:cubicBezTo>
                  <a:cubicBezTo>
                    <a:pt x="1864" y="8350"/>
                    <a:pt x="2403" y="7800"/>
                    <a:pt x="2993" y="7324"/>
                  </a:cubicBezTo>
                  <a:cubicBezTo>
                    <a:pt x="3162" y="7185"/>
                    <a:pt x="3340" y="7057"/>
                    <a:pt x="3509" y="6911"/>
                  </a:cubicBezTo>
                  <a:cubicBezTo>
                    <a:pt x="3678" y="6764"/>
                    <a:pt x="3849" y="6603"/>
                    <a:pt x="3982" y="6428"/>
                  </a:cubicBezTo>
                  <a:cubicBezTo>
                    <a:pt x="4389" y="5909"/>
                    <a:pt x="4775" y="5334"/>
                    <a:pt x="4927" y="4681"/>
                  </a:cubicBezTo>
                  <a:cubicBezTo>
                    <a:pt x="5131" y="3796"/>
                    <a:pt x="5206" y="3054"/>
                    <a:pt x="5231" y="2322"/>
                  </a:cubicBezTo>
                  <a:cubicBezTo>
                    <a:pt x="5252" y="1591"/>
                    <a:pt x="5225" y="867"/>
                    <a:pt x="514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1"/>
            <p:cNvSpPr/>
            <p:nvPr/>
          </p:nvSpPr>
          <p:spPr>
            <a:xfrm>
              <a:off x="3332230" y="4239184"/>
              <a:ext cx="271572" cy="561319"/>
            </a:xfrm>
            <a:custGeom>
              <a:avLst/>
              <a:gdLst/>
              <a:ahLst/>
              <a:cxnLst/>
              <a:rect l="l" t="t" r="r" b="b"/>
              <a:pathLst>
                <a:path w="6156" h="12724" extrusionOk="0">
                  <a:moveTo>
                    <a:pt x="5281" y="0"/>
                  </a:moveTo>
                  <a:cubicBezTo>
                    <a:pt x="5252" y="0"/>
                    <a:pt x="5227" y="30"/>
                    <a:pt x="5227" y="65"/>
                  </a:cubicBezTo>
                  <a:cubicBezTo>
                    <a:pt x="5227" y="65"/>
                    <a:pt x="5226" y="128"/>
                    <a:pt x="5225" y="240"/>
                  </a:cubicBezTo>
                  <a:cubicBezTo>
                    <a:pt x="5221" y="351"/>
                    <a:pt x="5226" y="510"/>
                    <a:pt x="5214" y="700"/>
                  </a:cubicBezTo>
                  <a:cubicBezTo>
                    <a:pt x="5198" y="1082"/>
                    <a:pt x="5162" y="1590"/>
                    <a:pt x="5087" y="2092"/>
                  </a:cubicBezTo>
                  <a:cubicBezTo>
                    <a:pt x="5009" y="2594"/>
                    <a:pt x="4906" y="3093"/>
                    <a:pt x="4800" y="3460"/>
                  </a:cubicBezTo>
                  <a:cubicBezTo>
                    <a:pt x="4754" y="3645"/>
                    <a:pt x="4701" y="3794"/>
                    <a:pt x="4669" y="3901"/>
                  </a:cubicBezTo>
                  <a:cubicBezTo>
                    <a:pt x="4635" y="4007"/>
                    <a:pt x="4616" y="4068"/>
                    <a:pt x="4616" y="4068"/>
                  </a:cubicBezTo>
                  <a:cubicBezTo>
                    <a:pt x="4678" y="3397"/>
                    <a:pt x="4560" y="2882"/>
                    <a:pt x="4449" y="2546"/>
                  </a:cubicBezTo>
                  <a:cubicBezTo>
                    <a:pt x="4325" y="2206"/>
                    <a:pt x="4208" y="2035"/>
                    <a:pt x="4196" y="2020"/>
                  </a:cubicBezTo>
                  <a:cubicBezTo>
                    <a:pt x="4185" y="2005"/>
                    <a:pt x="4170" y="1998"/>
                    <a:pt x="4155" y="1998"/>
                  </a:cubicBezTo>
                  <a:cubicBezTo>
                    <a:pt x="4143" y="1998"/>
                    <a:pt x="4131" y="2002"/>
                    <a:pt x="4122" y="2011"/>
                  </a:cubicBezTo>
                  <a:cubicBezTo>
                    <a:pt x="4100" y="2032"/>
                    <a:pt x="4094" y="2069"/>
                    <a:pt x="4111" y="2094"/>
                  </a:cubicBezTo>
                  <a:cubicBezTo>
                    <a:pt x="4112" y="2095"/>
                    <a:pt x="4122" y="2110"/>
                    <a:pt x="4137" y="2136"/>
                  </a:cubicBezTo>
                  <a:cubicBezTo>
                    <a:pt x="4153" y="2163"/>
                    <a:pt x="4175" y="2201"/>
                    <a:pt x="4202" y="2254"/>
                  </a:cubicBezTo>
                  <a:cubicBezTo>
                    <a:pt x="4254" y="2359"/>
                    <a:pt x="4328" y="2517"/>
                    <a:pt x="4385" y="2725"/>
                  </a:cubicBezTo>
                  <a:cubicBezTo>
                    <a:pt x="4511" y="3140"/>
                    <a:pt x="4602" y="3780"/>
                    <a:pt x="4427" y="4584"/>
                  </a:cubicBezTo>
                  <a:cubicBezTo>
                    <a:pt x="4427" y="4584"/>
                    <a:pt x="4137" y="5337"/>
                    <a:pt x="3754" y="6050"/>
                  </a:cubicBezTo>
                  <a:cubicBezTo>
                    <a:pt x="3567" y="6408"/>
                    <a:pt x="3362" y="6758"/>
                    <a:pt x="3208" y="7017"/>
                  </a:cubicBezTo>
                  <a:cubicBezTo>
                    <a:pt x="3050" y="7275"/>
                    <a:pt x="2939" y="7443"/>
                    <a:pt x="2939" y="7443"/>
                  </a:cubicBezTo>
                  <a:cubicBezTo>
                    <a:pt x="3222" y="6603"/>
                    <a:pt x="3189" y="5904"/>
                    <a:pt x="3094" y="5446"/>
                  </a:cubicBezTo>
                  <a:cubicBezTo>
                    <a:pt x="3045" y="5212"/>
                    <a:pt x="2979" y="5037"/>
                    <a:pt x="2928" y="4918"/>
                  </a:cubicBezTo>
                  <a:cubicBezTo>
                    <a:pt x="2902" y="4859"/>
                    <a:pt x="2879" y="4815"/>
                    <a:pt x="2862" y="4784"/>
                  </a:cubicBezTo>
                  <a:cubicBezTo>
                    <a:pt x="2844" y="4753"/>
                    <a:pt x="2835" y="4736"/>
                    <a:pt x="2834" y="4734"/>
                  </a:cubicBezTo>
                  <a:cubicBezTo>
                    <a:pt x="2824" y="4720"/>
                    <a:pt x="2809" y="4713"/>
                    <a:pt x="2793" y="4713"/>
                  </a:cubicBezTo>
                  <a:cubicBezTo>
                    <a:pt x="2782" y="4713"/>
                    <a:pt x="2770" y="4717"/>
                    <a:pt x="2760" y="4725"/>
                  </a:cubicBezTo>
                  <a:cubicBezTo>
                    <a:pt x="2736" y="4743"/>
                    <a:pt x="2726" y="4779"/>
                    <a:pt x="2748" y="4800"/>
                  </a:cubicBezTo>
                  <a:cubicBezTo>
                    <a:pt x="2748" y="4801"/>
                    <a:pt x="2760" y="4821"/>
                    <a:pt x="2778" y="4854"/>
                  </a:cubicBezTo>
                  <a:cubicBezTo>
                    <a:pt x="2795" y="4890"/>
                    <a:pt x="2821" y="4941"/>
                    <a:pt x="2849" y="5010"/>
                  </a:cubicBezTo>
                  <a:cubicBezTo>
                    <a:pt x="2905" y="5144"/>
                    <a:pt x="2977" y="5347"/>
                    <a:pt x="3015" y="5611"/>
                  </a:cubicBezTo>
                  <a:cubicBezTo>
                    <a:pt x="3061" y="5874"/>
                    <a:pt x="3075" y="6202"/>
                    <a:pt x="3029" y="6583"/>
                  </a:cubicBezTo>
                  <a:cubicBezTo>
                    <a:pt x="2983" y="6967"/>
                    <a:pt x="2878" y="7390"/>
                    <a:pt x="2650" y="7852"/>
                  </a:cubicBezTo>
                  <a:cubicBezTo>
                    <a:pt x="2650" y="7852"/>
                    <a:pt x="2529" y="8011"/>
                    <a:pt x="2346" y="8248"/>
                  </a:cubicBezTo>
                  <a:cubicBezTo>
                    <a:pt x="2157" y="8482"/>
                    <a:pt x="1906" y="8792"/>
                    <a:pt x="1654" y="9103"/>
                  </a:cubicBezTo>
                  <a:cubicBezTo>
                    <a:pt x="1403" y="9414"/>
                    <a:pt x="1160" y="9735"/>
                    <a:pt x="996" y="9989"/>
                  </a:cubicBezTo>
                  <a:cubicBezTo>
                    <a:pt x="828" y="10239"/>
                    <a:pt x="734" y="10418"/>
                    <a:pt x="734" y="10418"/>
                  </a:cubicBezTo>
                  <a:cubicBezTo>
                    <a:pt x="927" y="9767"/>
                    <a:pt x="1077" y="9239"/>
                    <a:pt x="1142" y="8860"/>
                  </a:cubicBezTo>
                  <a:cubicBezTo>
                    <a:pt x="1211" y="8487"/>
                    <a:pt x="1206" y="8262"/>
                    <a:pt x="1203" y="8243"/>
                  </a:cubicBezTo>
                  <a:cubicBezTo>
                    <a:pt x="1202" y="8216"/>
                    <a:pt x="1182" y="8199"/>
                    <a:pt x="1157" y="8199"/>
                  </a:cubicBezTo>
                  <a:cubicBezTo>
                    <a:pt x="1152" y="8199"/>
                    <a:pt x="1148" y="8199"/>
                    <a:pt x="1143" y="8200"/>
                  </a:cubicBezTo>
                  <a:cubicBezTo>
                    <a:pt x="1112" y="8210"/>
                    <a:pt x="1087" y="8241"/>
                    <a:pt x="1088" y="8274"/>
                  </a:cubicBezTo>
                  <a:lnTo>
                    <a:pt x="1088" y="8326"/>
                  </a:lnTo>
                  <a:cubicBezTo>
                    <a:pt x="1087" y="8361"/>
                    <a:pt x="1084" y="8409"/>
                    <a:pt x="1079" y="8472"/>
                  </a:cubicBezTo>
                  <a:cubicBezTo>
                    <a:pt x="1069" y="8598"/>
                    <a:pt x="1045" y="8777"/>
                    <a:pt x="997" y="9009"/>
                  </a:cubicBezTo>
                  <a:cubicBezTo>
                    <a:pt x="908" y="9470"/>
                    <a:pt x="704" y="10118"/>
                    <a:pt x="481" y="10916"/>
                  </a:cubicBezTo>
                  <a:cubicBezTo>
                    <a:pt x="481" y="10916"/>
                    <a:pt x="470" y="10942"/>
                    <a:pt x="449" y="10987"/>
                  </a:cubicBezTo>
                  <a:cubicBezTo>
                    <a:pt x="426" y="11032"/>
                    <a:pt x="402" y="11098"/>
                    <a:pt x="372" y="11178"/>
                  </a:cubicBezTo>
                  <a:cubicBezTo>
                    <a:pt x="344" y="11257"/>
                    <a:pt x="308" y="11350"/>
                    <a:pt x="271" y="11450"/>
                  </a:cubicBezTo>
                  <a:cubicBezTo>
                    <a:pt x="236" y="11549"/>
                    <a:pt x="209" y="11660"/>
                    <a:pt x="178" y="11767"/>
                  </a:cubicBezTo>
                  <a:cubicBezTo>
                    <a:pt x="108" y="11982"/>
                    <a:pt x="79" y="12207"/>
                    <a:pt x="44" y="12373"/>
                  </a:cubicBezTo>
                  <a:cubicBezTo>
                    <a:pt x="27" y="12455"/>
                    <a:pt x="16" y="12525"/>
                    <a:pt x="13" y="12575"/>
                  </a:cubicBezTo>
                  <a:cubicBezTo>
                    <a:pt x="8" y="12624"/>
                    <a:pt x="4" y="12653"/>
                    <a:pt x="4" y="12653"/>
                  </a:cubicBezTo>
                  <a:cubicBezTo>
                    <a:pt x="0" y="12687"/>
                    <a:pt x="21" y="12719"/>
                    <a:pt x="51" y="12723"/>
                  </a:cubicBezTo>
                  <a:cubicBezTo>
                    <a:pt x="53" y="12723"/>
                    <a:pt x="55" y="12723"/>
                    <a:pt x="57" y="12723"/>
                  </a:cubicBezTo>
                  <a:cubicBezTo>
                    <a:pt x="83" y="12723"/>
                    <a:pt x="106" y="12698"/>
                    <a:pt x="110" y="12665"/>
                  </a:cubicBezTo>
                  <a:cubicBezTo>
                    <a:pt x="110" y="12665"/>
                    <a:pt x="113" y="12638"/>
                    <a:pt x="118" y="12590"/>
                  </a:cubicBezTo>
                  <a:cubicBezTo>
                    <a:pt x="121" y="12540"/>
                    <a:pt x="132" y="12473"/>
                    <a:pt x="149" y="12391"/>
                  </a:cubicBezTo>
                  <a:cubicBezTo>
                    <a:pt x="183" y="12228"/>
                    <a:pt x="212" y="12006"/>
                    <a:pt x="281" y="11795"/>
                  </a:cubicBezTo>
                  <a:cubicBezTo>
                    <a:pt x="312" y="11688"/>
                    <a:pt x="339" y="11581"/>
                    <a:pt x="372" y="11482"/>
                  </a:cubicBezTo>
                  <a:cubicBezTo>
                    <a:pt x="409" y="11386"/>
                    <a:pt x="444" y="11293"/>
                    <a:pt x="472" y="11215"/>
                  </a:cubicBezTo>
                  <a:cubicBezTo>
                    <a:pt x="501" y="11139"/>
                    <a:pt x="524" y="11073"/>
                    <a:pt x="547" y="11029"/>
                  </a:cubicBezTo>
                  <a:cubicBezTo>
                    <a:pt x="568" y="10984"/>
                    <a:pt x="580" y="10960"/>
                    <a:pt x="580" y="10960"/>
                  </a:cubicBezTo>
                  <a:cubicBezTo>
                    <a:pt x="1037" y="10275"/>
                    <a:pt x="1596" y="9959"/>
                    <a:pt x="1993" y="9778"/>
                  </a:cubicBezTo>
                  <a:cubicBezTo>
                    <a:pt x="2191" y="9690"/>
                    <a:pt x="2361" y="9634"/>
                    <a:pt x="2478" y="9602"/>
                  </a:cubicBezTo>
                  <a:cubicBezTo>
                    <a:pt x="2535" y="9585"/>
                    <a:pt x="2582" y="9574"/>
                    <a:pt x="2613" y="9568"/>
                  </a:cubicBezTo>
                  <a:cubicBezTo>
                    <a:pt x="2645" y="9563"/>
                    <a:pt x="2661" y="9559"/>
                    <a:pt x="2662" y="9559"/>
                  </a:cubicBezTo>
                  <a:cubicBezTo>
                    <a:pt x="2694" y="9553"/>
                    <a:pt x="2721" y="9522"/>
                    <a:pt x="2723" y="9489"/>
                  </a:cubicBezTo>
                  <a:cubicBezTo>
                    <a:pt x="2724" y="9459"/>
                    <a:pt x="2704" y="9438"/>
                    <a:pt x="2677" y="9438"/>
                  </a:cubicBezTo>
                  <a:cubicBezTo>
                    <a:pt x="2674" y="9438"/>
                    <a:pt x="2671" y="9438"/>
                    <a:pt x="2668" y="9439"/>
                  </a:cubicBezTo>
                  <a:cubicBezTo>
                    <a:pt x="2647" y="9443"/>
                    <a:pt x="2431" y="9477"/>
                    <a:pt x="2089" y="9613"/>
                  </a:cubicBezTo>
                  <a:cubicBezTo>
                    <a:pt x="1754" y="9753"/>
                    <a:pt x="1284" y="9983"/>
                    <a:pt x="825" y="10473"/>
                  </a:cubicBezTo>
                  <a:cubicBezTo>
                    <a:pt x="825" y="10473"/>
                    <a:pt x="917" y="10298"/>
                    <a:pt x="1084" y="10049"/>
                  </a:cubicBezTo>
                  <a:cubicBezTo>
                    <a:pt x="1247" y="9800"/>
                    <a:pt x="1486" y="9482"/>
                    <a:pt x="1737" y="9171"/>
                  </a:cubicBezTo>
                  <a:cubicBezTo>
                    <a:pt x="1989" y="8860"/>
                    <a:pt x="2240" y="8550"/>
                    <a:pt x="2429" y="8316"/>
                  </a:cubicBezTo>
                  <a:cubicBezTo>
                    <a:pt x="2613" y="8077"/>
                    <a:pt x="2735" y="7919"/>
                    <a:pt x="2735" y="7919"/>
                  </a:cubicBezTo>
                  <a:cubicBezTo>
                    <a:pt x="3105" y="7563"/>
                    <a:pt x="3456" y="7255"/>
                    <a:pt x="3770" y="7016"/>
                  </a:cubicBezTo>
                  <a:cubicBezTo>
                    <a:pt x="4086" y="6776"/>
                    <a:pt x="4381" y="6596"/>
                    <a:pt x="4632" y="6456"/>
                  </a:cubicBezTo>
                  <a:cubicBezTo>
                    <a:pt x="4888" y="6322"/>
                    <a:pt x="5098" y="6227"/>
                    <a:pt x="5247" y="6169"/>
                  </a:cubicBezTo>
                  <a:cubicBezTo>
                    <a:pt x="5321" y="6141"/>
                    <a:pt x="5381" y="6122"/>
                    <a:pt x="5423" y="6109"/>
                  </a:cubicBezTo>
                  <a:cubicBezTo>
                    <a:pt x="5463" y="6097"/>
                    <a:pt x="5487" y="6091"/>
                    <a:pt x="5488" y="6091"/>
                  </a:cubicBezTo>
                  <a:cubicBezTo>
                    <a:pt x="5520" y="6083"/>
                    <a:pt x="5547" y="6048"/>
                    <a:pt x="5547" y="6010"/>
                  </a:cubicBezTo>
                  <a:cubicBezTo>
                    <a:pt x="5547" y="5977"/>
                    <a:pt x="5530" y="5954"/>
                    <a:pt x="5505" y="5954"/>
                  </a:cubicBezTo>
                  <a:cubicBezTo>
                    <a:pt x="5501" y="5954"/>
                    <a:pt x="5497" y="5954"/>
                    <a:pt x="5493" y="5955"/>
                  </a:cubicBezTo>
                  <a:cubicBezTo>
                    <a:pt x="5492" y="5955"/>
                    <a:pt x="5471" y="5961"/>
                    <a:pt x="5435" y="5972"/>
                  </a:cubicBezTo>
                  <a:cubicBezTo>
                    <a:pt x="5398" y="5985"/>
                    <a:pt x="5346" y="6003"/>
                    <a:pt x="5279" y="6026"/>
                  </a:cubicBezTo>
                  <a:cubicBezTo>
                    <a:pt x="5147" y="6076"/>
                    <a:pt x="4959" y="6156"/>
                    <a:pt x="4735" y="6273"/>
                  </a:cubicBezTo>
                  <a:cubicBezTo>
                    <a:pt x="4279" y="6509"/>
                    <a:pt x="3688" y="6888"/>
                    <a:pt x="3031" y="7500"/>
                  </a:cubicBezTo>
                  <a:cubicBezTo>
                    <a:pt x="3031" y="7500"/>
                    <a:pt x="3144" y="7329"/>
                    <a:pt x="3303" y="7070"/>
                  </a:cubicBezTo>
                  <a:cubicBezTo>
                    <a:pt x="3460" y="6807"/>
                    <a:pt x="3665" y="6457"/>
                    <a:pt x="3853" y="6097"/>
                  </a:cubicBezTo>
                  <a:cubicBezTo>
                    <a:pt x="4239" y="5379"/>
                    <a:pt x="4531" y="4619"/>
                    <a:pt x="4531" y="4619"/>
                  </a:cubicBezTo>
                  <a:cubicBezTo>
                    <a:pt x="4946" y="3904"/>
                    <a:pt x="5329" y="3360"/>
                    <a:pt x="5619" y="2984"/>
                  </a:cubicBezTo>
                  <a:cubicBezTo>
                    <a:pt x="5768" y="2799"/>
                    <a:pt x="5887" y="2656"/>
                    <a:pt x="5976" y="2560"/>
                  </a:cubicBezTo>
                  <a:cubicBezTo>
                    <a:pt x="6020" y="2512"/>
                    <a:pt x="6056" y="2476"/>
                    <a:pt x="6081" y="2453"/>
                  </a:cubicBezTo>
                  <a:cubicBezTo>
                    <a:pt x="6106" y="2428"/>
                    <a:pt x="6119" y="2416"/>
                    <a:pt x="6120" y="2415"/>
                  </a:cubicBezTo>
                  <a:cubicBezTo>
                    <a:pt x="6145" y="2392"/>
                    <a:pt x="6156" y="2349"/>
                    <a:pt x="6140" y="2317"/>
                  </a:cubicBezTo>
                  <a:cubicBezTo>
                    <a:pt x="6130" y="2298"/>
                    <a:pt x="6115" y="2288"/>
                    <a:pt x="6098" y="2288"/>
                  </a:cubicBezTo>
                  <a:cubicBezTo>
                    <a:pt x="6087" y="2288"/>
                    <a:pt x="6076" y="2292"/>
                    <a:pt x="6066" y="2301"/>
                  </a:cubicBezTo>
                  <a:cubicBezTo>
                    <a:pt x="6022" y="2325"/>
                    <a:pt x="5418" y="2947"/>
                    <a:pt x="4719" y="4099"/>
                  </a:cubicBezTo>
                  <a:cubicBezTo>
                    <a:pt x="4719" y="4099"/>
                    <a:pt x="4737" y="4039"/>
                    <a:pt x="4772" y="3931"/>
                  </a:cubicBezTo>
                  <a:cubicBezTo>
                    <a:pt x="4803" y="3824"/>
                    <a:pt x="4857" y="3672"/>
                    <a:pt x="4903" y="3486"/>
                  </a:cubicBezTo>
                  <a:cubicBezTo>
                    <a:pt x="5009" y="3116"/>
                    <a:pt x="5113" y="2614"/>
                    <a:pt x="5192" y="2107"/>
                  </a:cubicBezTo>
                  <a:cubicBezTo>
                    <a:pt x="5268" y="1601"/>
                    <a:pt x="5305" y="1088"/>
                    <a:pt x="5320" y="704"/>
                  </a:cubicBezTo>
                  <a:cubicBezTo>
                    <a:pt x="5332" y="513"/>
                    <a:pt x="5327" y="352"/>
                    <a:pt x="5331" y="241"/>
                  </a:cubicBezTo>
                  <a:cubicBezTo>
                    <a:pt x="5332" y="130"/>
                    <a:pt x="5334" y="65"/>
                    <a:pt x="5334" y="65"/>
                  </a:cubicBezTo>
                  <a:cubicBezTo>
                    <a:pt x="5334" y="30"/>
                    <a:pt x="5310" y="0"/>
                    <a:pt x="528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1"/>
            <p:cNvSpPr/>
            <p:nvPr/>
          </p:nvSpPr>
          <p:spPr>
            <a:xfrm>
              <a:off x="3305938" y="4607974"/>
              <a:ext cx="76010" cy="235133"/>
            </a:xfrm>
            <a:custGeom>
              <a:avLst/>
              <a:gdLst/>
              <a:ahLst/>
              <a:cxnLst/>
              <a:rect l="l" t="t" r="r" b="b"/>
              <a:pathLst>
                <a:path w="1723" h="5330" extrusionOk="0">
                  <a:moveTo>
                    <a:pt x="1250" y="1"/>
                  </a:moveTo>
                  <a:cubicBezTo>
                    <a:pt x="1083" y="229"/>
                    <a:pt x="903" y="464"/>
                    <a:pt x="728" y="722"/>
                  </a:cubicBezTo>
                  <a:cubicBezTo>
                    <a:pt x="441" y="1148"/>
                    <a:pt x="164" y="1621"/>
                    <a:pt x="52" y="2136"/>
                  </a:cubicBezTo>
                  <a:cubicBezTo>
                    <a:pt x="1" y="2316"/>
                    <a:pt x="13" y="2554"/>
                    <a:pt x="32" y="2802"/>
                  </a:cubicBezTo>
                  <a:cubicBezTo>
                    <a:pt x="43" y="2928"/>
                    <a:pt x="73" y="3062"/>
                    <a:pt x="96" y="3197"/>
                  </a:cubicBezTo>
                  <a:cubicBezTo>
                    <a:pt x="123" y="3332"/>
                    <a:pt x="147" y="3470"/>
                    <a:pt x="190" y="3611"/>
                  </a:cubicBezTo>
                  <a:cubicBezTo>
                    <a:pt x="325" y="4174"/>
                    <a:pt x="538" y="4741"/>
                    <a:pt x="580" y="5329"/>
                  </a:cubicBezTo>
                  <a:cubicBezTo>
                    <a:pt x="648" y="4736"/>
                    <a:pt x="947" y="4214"/>
                    <a:pt x="1298" y="3852"/>
                  </a:cubicBezTo>
                  <a:cubicBezTo>
                    <a:pt x="1377" y="3759"/>
                    <a:pt x="1473" y="3679"/>
                    <a:pt x="1558" y="3604"/>
                  </a:cubicBezTo>
                  <a:cubicBezTo>
                    <a:pt x="1617" y="3554"/>
                    <a:pt x="1670" y="3507"/>
                    <a:pt x="1722" y="3464"/>
                  </a:cubicBezTo>
                  <a:cubicBezTo>
                    <a:pt x="1392" y="3278"/>
                    <a:pt x="1248" y="2910"/>
                    <a:pt x="1189" y="2553"/>
                  </a:cubicBezTo>
                  <a:cubicBezTo>
                    <a:pt x="1092" y="1965"/>
                    <a:pt x="1181" y="1361"/>
                    <a:pt x="1210" y="772"/>
                  </a:cubicBezTo>
                  <a:cubicBezTo>
                    <a:pt x="1223" y="515"/>
                    <a:pt x="1236" y="257"/>
                    <a:pt x="125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1"/>
            <p:cNvSpPr/>
            <p:nvPr/>
          </p:nvSpPr>
          <p:spPr>
            <a:xfrm>
              <a:off x="3016596" y="3654017"/>
              <a:ext cx="183386" cy="60967"/>
            </a:xfrm>
            <a:custGeom>
              <a:avLst/>
              <a:gdLst/>
              <a:ahLst/>
              <a:cxnLst/>
              <a:rect l="l" t="t" r="r" b="b"/>
              <a:pathLst>
                <a:path w="4157" h="1382" extrusionOk="0">
                  <a:moveTo>
                    <a:pt x="624" y="1"/>
                  </a:moveTo>
                  <a:lnTo>
                    <a:pt x="1" y="569"/>
                  </a:lnTo>
                  <a:lnTo>
                    <a:pt x="1" y="1381"/>
                  </a:lnTo>
                  <a:lnTo>
                    <a:pt x="4157" y="1381"/>
                  </a:lnTo>
                  <a:lnTo>
                    <a:pt x="4157" y="569"/>
                  </a:lnTo>
                  <a:lnTo>
                    <a:pt x="3535" y="1"/>
                  </a:lnTo>
                  <a:cubicBezTo>
                    <a:pt x="3535" y="1"/>
                    <a:pt x="2640" y="270"/>
                    <a:pt x="2079" y="270"/>
                  </a:cubicBezTo>
                  <a:cubicBezTo>
                    <a:pt x="1518" y="270"/>
                    <a:pt x="624" y="1"/>
                    <a:pt x="624" y="1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1"/>
            <p:cNvSpPr/>
            <p:nvPr/>
          </p:nvSpPr>
          <p:spPr>
            <a:xfrm>
              <a:off x="3016596" y="3654017"/>
              <a:ext cx="183386" cy="60967"/>
            </a:xfrm>
            <a:custGeom>
              <a:avLst/>
              <a:gdLst/>
              <a:ahLst/>
              <a:cxnLst/>
              <a:rect l="l" t="t" r="r" b="b"/>
              <a:pathLst>
                <a:path w="4157" h="1382" extrusionOk="0">
                  <a:moveTo>
                    <a:pt x="624" y="1"/>
                  </a:moveTo>
                  <a:lnTo>
                    <a:pt x="1" y="569"/>
                  </a:lnTo>
                  <a:lnTo>
                    <a:pt x="1" y="1381"/>
                  </a:lnTo>
                  <a:lnTo>
                    <a:pt x="4157" y="1381"/>
                  </a:lnTo>
                  <a:lnTo>
                    <a:pt x="4157" y="569"/>
                  </a:lnTo>
                  <a:lnTo>
                    <a:pt x="3535" y="1"/>
                  </a:lnTo>
                  <a:cubicBezTo>
                    <a:pt x="3535" y="1"/>
                    <a:pt x="2640" y="270"/>
                    <a:pt x="2079" y="270"/>
                  </a:cubicBezTo>
                  <a:cubicBezTo>
                    <a:pt x="1518" y="270"/>
                    <a:pt x="624" y="1"/>
                    <a:pt x="624" y="1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1"/>
            <p:cNvSpPr/>
            <p:nvPr/>
          </p:nvSpPr>
          <p:spPr>
            <a:xfrm>
              <a:off x="2890563" y="3569363"/>
              <a:ext cx="434886" cy="669092"/>
            </a:xfrm>
            <a:custGeom>
              <a:avLst/>
              <a:gdLst/>
              <a:ahLst/>
              <a:cxnLst/>
              <a:rect l="l" t="t" r="r" b="b"/>
              <a:pathLst>
                <a:path w="9858" h="15167" extrusionOk="0">
                  <a:moveTo>
                    <a:pt x="3576" y="1"/>
                  </a:moveTo>
                  <a:lnTo>
                    <a:pt x="3576" y="2310"/>
                  </a:lnTo>
                  <a:lnTo>
                    <a:pt x="1114" y="2735"/>
                  </a:lnTo>
                  <a:cubicBezTo>
                    <a:pt x="1114" y="2735"/>
                    <a:pt x="924" y="4726"/>
                    <a:pt x="769" y="6474"/>
                  </a:cubicBezTo>
                  <a:cubicBezTo>
                    <a:pt x="618" y="8176"/>
                    <a:pt x="272" y="9974"/>
                    <a:pt x="142" y="11816"/>
                  </a:cubicBezTo>
                  <a:cubicBezTo>
                    <a:pt x="0" y="13829"/>
                    <a:pt x="303" y="15167"/>
                    <a:pt x="303" y="15167"/>
                  </a:cubicBezTo>
                  <a:lnTo>
                    <a:pt x="9557" y="15167"/>
                  </a:lnTo>
                  <a:cubicBezTo>
                    <a:pt x="9557" y="15167"/>
                    <a:pt x="9858" y="13829"/>
                    <a:pt x="9717" y="11816"/>
                  </a:cubicBezTo>
                  <a:cubicBezTo>
                    <a:pt x="9587" y="9974"/>
                    <a:pt x="9242" y="8176"/>
                    <a:pt x="9091" y="6474"/>
                  </a:cubicBezTo>
                  <a:cubicBezTo>
                    <a:pt x="8935" y="4728"/>
                    <a:pt x="8706" y="2310"/>
                    <a:pt x="8706" y="2310"/>
                  </a:cubicBezTo>
                  <a:lnTo>
                    <a:pt x="6285" y="2310"/>
                  </a:lnTo>
                  <a:lnTo>
                    <a:pt x="6285" y="1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1"/>
            <p:cNvSpPr/>
            <p:nvPr/>
          </p:nvSpPr>
          <p:spPr>
            <a:xfrm>
              <a:off x="3048314" y="3569319"/>
              <a:ext cx="119508" cy="77907"/>
            </a:xfrm>
            <a:custGeom>
              <a:avLst/>
              <a:gdLst/>
              <a:ahLst/>
              <a:cxnLst/>
              <a:rect l="l" t="t" r="r" b="b"/>
              <a:pathLst>
                <a:path w="2709" h="1766" extrusionOk="0">
                  <a:moveTo>
                    <a:pt x="0" y="0"/>
                  </a:moveTo>
                  <a:lnTo>
                    <a:pt x="0" y="1765"/>
                  </a:lnTo>
                  <a:cubicBezTo>
                    <a:pt x="394" y="1720"/>
                    <a:pt x="784" y="1648"/>
                    <a:pt x="1174" y="1583"/>
                  </a:cubicBezTo>
                  <a:cubicBezTo>
                    <a:pt x="1688" y="1495"/>
                    <a:pt x="2200" y="1397"/>
                    <a:pt x="2709" y="1284"/>
                  </a:cubicBezTo>
                  <a:lnTo>
                    <a:pt x="2709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1"/>
            <p:cNvSpPr/>
            <p:nvPr/>
          </p:nvSpPr>
          <p:spPr>
            <a:xfrm>
              <a:off x="3274617" y="3391982"/>
              <a:ext cx="261823" cy="402505"/>
            </a:xfrm>
            <a:custGeom>
              <a:avLst/>
              <a:gdLst/>
              <a:ahLst/>
              <a:cxnLst/>
              <a:rect l="l" t="t" r="r" b="b"/>
              <a:pathLst>
                <a:path w="5935" h="9124" extrusionOk="0">
                  <a:moveTo>
                    <a:pt x="3386" y="0"/>
                  </a:moveTo>
                  <a:cubicBezTo>
                    <a:pt x="3367" y="0"/>
                    <a:pt x="3347" y="3"/>
                    <a:pt x="3325" y="11"/>
                  </a:cubicBezTo>
                  <a:cubicBezTo>
                    <a:pt x="3207" y="58"/>
                    <a:pt x="3159" y="230"/>
                    <a:pt x="3159" y="230"/>
                  </a:cubicBezTo>
                  <a:cubicBezTo>
                    <a:pt x="2985" y="255"/>
                    <a:pt x="2817" y="825"/>
                    <a:pt x="2827" y="1264"/>
                  </a:cubicBezTo>
                  <a:cubicBezTo>
                    <a:pt x="2832" y="1422"/>
                    <a:pt x="2876" y="1836"/>
                    <a:pt x="2735" y="1854"/>
                  </a:cubicBezTo>
                  <a:cubicBezTo>
                    <a:pt x="2595" y="1834"/>
                    <a:pt x="2615" y="1754"/>
                    <a:pt x="2512" y="1551"/>
                  </a:cubicBezTo>
                  <a:cubicBezTo>
                    <a:pt x="2403" y="1340"/>
                    <a:pt x="2283" y="1262"/>
                    <a:pt x="2179" y="1262"/>
                  </a:cubicBezTo>
                  <a:cubicBezTo>
                    <a:pt x="2152" y="1262"/>
                    <a:pt x="2126" y="1268"/>
                    <a:pt x="2102" y="1277"/>
                  </a:cubicBezTo>
                  <a:cubicBezTo>
                    <a:pt x="1966" y="1333"/>
                    <a:pt x="1956" y="1666"/>
                    <a:pt x="2029" y="1842"/>
                  </a:cubicBezTo>
                  <a:cubicBezTo>
                    <a:pt x="2103" y="2015"/>
                    <a:pt x="2316" y="3048"/>
                    <a:pt x="2696" y="3250"/>
                  </a:cubicBezTo>
                  <a:lnTo>
                    <a:pt x="3284" y="6328"/>
                  </a:lnTo>
                  <a:lnTo>
                    <a:pt x="0" y="6328"/>
                  </a:lnTo>
                  <a:lnTo>
                    <a:pt x="0" y="9123"/>
                  </a:lnTo>
                  <a:lnTo>
                    <a:pt x="4551" y="8735"/>
                  </a:lnTo>
                  <a:cubicBezTo>
                    <a:pt x="4989" y="8699"/>
                    <a:pt x="5385" y="8465"/>
                    <a:pt x="5628" y="8100"/>
                  </a:cubicBezTo>
                  <a:cubicBezTo>
                    <a:pt x="5866" y="7748"/>
                    <a:pt x="5934" y="7306"/>
                    <a:pt x="5813" y="6895"/>
                  </a:cubicBezTo>
                  <a:lnTo>
                    <a:pt x="4529" y="2519"/>
                  </a:lnTo>
                  <a:cubicBezTo>
                    <a:pt x="4529" y="2519"/>
                    <a:pt x="4440" y="1090"/>
                    <a:pt x="4314" y="702"/>
                  </a:cubicBezTo>
                  <a:cubicBezTo>
                    <a:pt x="4260" y="537"/>
                    <a:pt x="4137" y="306"/>
                    <a:pt x="3942" y="258"/>
                  </a:cubicBezTo>
                  <a:cubicBezTo>
                    <a:pt x="3942" y="258"/>
                    <a:pt x="3792" y="24"/>
                    <a:pt x="3639" y="24"/>
                  </a:cubicBezTo>
                  <a:cubicBezTo>
                    <a:pt x="3604" y="24"/>
                    <a:pt x="3568" y="37"/>
                    <a:pt x="3533" y="69"/>
                  </a:cubicBezTo>
                  <a:cubicBezTo>
                    <a:pt x="3533" y="69"/>
                    <a:pt x="3473" y="0"/>
                    <a:pt x="3386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1"/>
            <p:cNvSpPr/>
            <p:nvPr/>
          </p:nvSpPr>
          <p:spPr>
            <a:xfrm>
              <a:off x="3274529" y="3392070"/>
              <a:ext cx="261911" cy="402505"/>
            </a:xfrm>
            <a:custGeom>
              <a:avLst/>
              <a:gdLst/>
              <a:ahLst/>
              <a:cxnLst/>
              <a:rect l="l" t="t" r="r" b="b"/>
              <a:pathLst>
                <a:path w="5937" h="9124" extrusionOk="0">
                  <a:moveTo>
                    <a:pt x="3387" y="1"/>
                  </a:moveTo>
                  <a:cubicBezTo>
                    <a:pt x="3368" y="1"/>
                    <a:pt x="3347" y="4"/>
                    <a:pt x="3325" y="13"/>
                  </a:cubicBezTo>
                  <a:cubicBezTo>
                    <a:pt x="3208" y="58"/>
                    <a:pt x="3160" y="230"/>
                    <a:pt x="3160" y="230"/>
                  </a:cubicBezTo>
                  <a:cubicBezTo>
                    <a:pt x="2985" y="255"/>
                    <a:pt x="2817" y="825"/>
                    <a:pt x="2827" y="1264"/>
                  </a:cubicBezTo>
                  <a:cubicBezTo>
                    <a:pt x="2832" y="1422"/>
                    <a:pt x="2877" y="1836"/>
                    <a:pt x="2736" y="1855"/>
                  </a:cubicBezTo>
                  <a:cubicBezTo>
                    <a:pt x="2595" y="1835"/>
                    <a:pt x="2616" y="1756"/>
                    <a:pt x="2512" y="1552"/>
                  </a:cubicBezTo>
                  <a:cubicBezTo>
                    <a:pt x="2403" y="1341"/>
                    <a:pt x="2284" y="1263"/>
                    <a:pt x="2180" y="1263"/>
                  </a:cubicBezTo>
                  <a:cubicBezTo>
                    <a:pt x="2152" y="1263"/>
                    <a:pt x="2126" y="1269"/>
                    <a:pt x="2101" y="1279"/>
                  </a:cubicBezTo>
                  <a:cubicBezTo>
                    <a:pt x="1966" y="1333"/>
                    <a:pt x="1955" y="1667"/>
                    <a:pt x="2029" y="1842"/>
                  </a:cubicBezTo>
                  <a:cubicBezTo>
                    <a:pt x="2104" y="2015"/>
                    <a:pt x="2317" y="3049"/>
                    <a:pt x="2696" y="3250"/>
                  </a:cubicBezTo>
                  <a:lnTo>
                    <a:pt x="3285" y="6328"/>
                  </a:lnTo>
                  <a:lnTo>
                    <a:pt x="0" y="6328"/>
                  </a:lnTo>
                  <a:lnTo>
                    <a:pt x="0" y="9123"/>
                  </a:lnTo>
                  <a:lnTo>
                    <a:pt x="4552" y="8736"/>
                  </a:lnTo>
                  <a:cubicBezTo>
                    <a:pt x="4989" y="8700"/>
                    <a:pt x="5384" y="8466"/>
                    <a:pt x="5629" y="8100"/>
                  </a:cubicBezTo>
                  <a:cubicBezTo>
                    <a:pt x="5868" y="7746"/>
                    <a:pt x="5936" y="7304"/>
                    <a:pt x="5815" y="6893"/>
                  </a:cubicBezTo>
                  <a:lnTo>
                    <a:pt x="4919" y="3841"/>
                  </a:lnTo>
                  <a:cubicBezTo>
                    <a:pt x="4772" y="3917"/>
                    <a:pt x="4621" y="3985"/>
                    <a:pt x="4473" y="4046"/>
                  </a:cubicBezTo>
                  <a:cubicBezTo>
                    <a:pt x="4212" y="4152"/>
                    <a:pt x="3900" y="4267"/>
                    <a:pt x="3603" y="4267"/>
                  </a:cubicBezTo>
                  <a:cubicBezTo>
                    <a:pt x="3523" y="4267"/>
                    <a:pt x="3445" y="4259"/>
                    <a:pt x="3369" y="4240"/>
                  </a:cubicBezTo>
                  <a:cubicBezTo>
                    <a:pt x="2960" y="4138"/>
                    <a:pt x="2933" y="3674"/>
                    <a:pt x="3015" y="3329"/>
                  </a:cubicBezTo>
                  <a:cubicBezTo>
                    <a:pt x="3084" y="3045"/>
                    <a:pt x="3241" y="2819"/>
                    <a:pt x="3413" y="2585"/>
                  </a:cubicBezTo>
                  <a:cubicBezTo>
                    <a:pt x="3509" y="2451"/>
                    <a:pt x="3609" y="2320"/>
                    <a:pt x="3697" y="2179"/>
                  </a:cubicBezTo>
                  <a:cubicBezTo>
                    <a:pt x="3788" y="2035"/>
                    <a:pt x="3833" y="1888"/>
                    <a:pt x="3895" y="1731"/>
                  </a:cubicBezTo>
                  <a:cubicBezTo>
                    <a:pt x="3933" y="1635"/>
                    <a:pt x="3980" y="1551"/>
                    <a:pt x="4079" y="1505"/>
                  </a:cubicBezTo>
                  <a:cubicBezTo>
                    <a:pt x="4170" y="1463"/>
                    <a:pt x="4274" y="1449"/>
                    <a:pt x="4373" y="1435"/>
                  </a:cubicBezTo>
                  <a:lnTo>
                    <a:pt x="4436" y="1427"/>
                  </a:lnTo>
                  <a:cubicBezTo>
                    <a:pt x="4401" y="1126"/>
                    <a:pt x="4360" y="844"/>
                    <a:pt x="4315" y="702"/>
                  </a:cubicBezTo>
                  <a:cubicBezTo>
                    <a:pt x="4260" y="538"/>
                    <a:pt x="4137" y="307"/>
                    <a:pt x="3943" y="260"/>
                  </a:cubicBezTo>
                  <a:cubicBezTo>
                    <a:pt x="3943" y="260"/>
                    <a:pt x="3793" y="25"/>
                    <a:pt x="3641" y="25"/>
                  </a:cubicBezTo>
                  <a:cubicBezTo>
                    <a:pt x="3605" y="25"/>
                    <a:pt x="3569" y="38"/>
                    <a:pt x="3534" y="70"/>
                  </a:cubicBezTo>
                  <a:cubicBezTo>
                    <a:pt x="3534" y="70"/>
                    <a:pt x="3475" y="1"/>
                    <a:pt x="338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1"/>
            <p:cNvSpPr/>
            <p:nvPr/>
          </p:nvSpPr>
          <p:spPr>
            <a:xfrm>
              <a:off x="3360727" y="3392026"/>
              <a:ext cx="108346" cy="137154"/>
            </a:xfrm>
            <a:custGeom>
              <a:avLst/>
              <a:gdLst/>
              <a:ahLst/>
              <a:cxnLst/>
              <a:rect l="l" t="t" r="r" b="b"/>
              <a:pathLst>
                <a:path w="2456" h="3109" extrusionOk="0">
                  <a:moveTo>
                    <a:pt x="1432" y="0"/>
                  </a:moveTo>
                  <a:cubicBezTo>
                    <a:pt x="1412" y="0"/>
                    <a:pt x="1392" y="3"/>
                    <a:pt x="1370" y="12"/>
                  </a:cubicBezTo>
                  <a:cubicBezTo>
                    <a:pt x="1253" y="58"/>
                    <a:pt x="1204" y="230"/>
                    <a:pt x="1204" y="230"/>
                  </a:cubicBezTo>
                  <a:cubicBezTo>
                    <a:pt x="1030" y="255"/>
                    <a:pt x="862" y="825"/>
                    <a:pt x="872" y="1264"/>
                  </a:cubicBezTo>
                  <a:cubicBezTo>
                    <a:pt x="877" y="1422"/>
                    <a:pt x="921" y="1836"/>
                    <a:pt x="781" y="1854"/>
                  </a:cubicBezTo>
                  <a:cubicBezTo>
                    <a:pt x="640" y="1835"/>
                    <a:pt x="661" y="1754"/>
                    <a:pt x="557" y="1551"/>
                  </a:cubicBezTo>
                  <a:cubicBezTo>
                    <a:pt x="448" y="1341"/>
                    <a:pt x="328" y="1263"/>
                    <a:pt x="225" y="1263"/>
                  </a:cubicBezTo>
                  <a:cubicBezTo>
                    <a:pt x="197" y="1263"/>
                    <a:pt x="171" y="1269"/>
                    <a:pt x="146" y="1279"/>
                  </a:cubicBezTo>
                  <a:cubicBezTo>
                    <a:pt x="11" y="1333"/>
                    <a:pt x="0" y="1667"/>
                    <a:pt x="74" y="1842"/>
                  </a:cubicBezTo>
                  <a:cubicBezTo>
                    <a:pt x="139" y="1991"/>
                    <a:pt x="303" y="2757"/>
                    <a:pt x="582" y="3109"/>
                  </a:cubicBezTo>
                  <a:cubicBezTo>
                    <a:pt x="735" y="2922"/>
                    <a:pt x="888" y="2736"/>
                    <a:pt x="1038" y="2548"/>
                  </a:cubicBezTo>
                  <a:cubicBezTo>
                    <a:pt x="1280" y="2243"/>
                    <a:pt x="1494" y="1926"/>
                    <a:pt x="1711" y="1603"/>
                  </a:cubicBezTo>
                  <a:cubicBezTo>
                    <a:pt x="1883" y="1349"/>
                    <a:pt x="2169" y="1276"/>
                    <a:pt x="2456" y="1214"/>
                  </a:cubicBezTo>
                  <a:cubicBezTo>
                    <a:pt x="2426" y="998"/>
                    <a:pt x="2395" y="809"/>
                    <a:pt x="2359" y="702"/>
                  </a:cubicBezTo>
                  <a:cubicBezTo>
                    <a:pt x="2305" y="537"/>
                    <a:pt x="2182" y="306"/>
                    <a:pt x="1988" y="258"/>
                  </a:cubicBezTo>
                  <a:cubicBezTo>
                    <a:pt x="1988" y="258"/>
                    <a:pt x="1837" y="24"/>
                    <a:pt x="1685" y="24"/>
                  </a:cubicBezTo>
                  <a:cubicBezTo>
                    <a:pt x="1649" y="24"/>
                    <a:pt x="1613" y="37"/>
                    <a:pt x="1579" y="69"/>
                  </a:cubicBezTo>
                  <a:cubicBezTo>
                    <a:pt x="1579" y="69"/>
                    <a:pt x="1519" y="0"/>
                    <a:pt x="143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1"/>
            <p:cNvSpPr/>
            <p:nvPr/>
          </p:nvSpPr>
          <p:spPr>
            <a:xfrm>
              <a:off x="3269191" y="3597551"/>
              <a:ext cx="272807" cy="202929"/>
            </a:xfrm>
            <a:custGeom>
              <a:avLst/>
              <a:gdLst/>
              <a:ahLst/>
              <a:cxnLst/>
              <a:rect l="l" t="t" r="r" b="b"/>
              <a:pathLst>
                <a:path w="6184" h="4600" extrusionOk="0">
                  <a:moveTo>
                    <a:pt x="5408" y="0"/>
                  </a:moveTo>
                  <a:lnTo>
                    <a:pt x="3083" y="629"/>
                  </a:lnTo>
                  <a:lnTo>
                    <a:pt x="3259" y="1550"/>
                  </a:lnTo>
                  <a:lnTo>
                    <a:pt x="0" y="1550"/>
                  </a:lnTo>
                  <a:lnTo>
                    <a:pt x="0" y="4600"/>
                  </a:lnTo>
                  <a:lnTo>
                    <a:pt x="4684" y="4200"/>
                  </a:lnTo>
                  <a:cubicBezTo>
                    <a:pt x="5159" y="4159"/>
                    <a:pt x="5584" y="3908"/>
                    <a:pt x="5851" y="3512"/>
                  </a:cubicBezTo>
                  <a:cubicBezTo>
                    <a:pt x="6110" y="3125"/>
                    <a:pt x="6183" y="2648"/>
                    <a:pt x="6052" y="2201"/>
                  </a:cubicBezTo>
                  <a:lnTo>
                    <a:pt x="54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1"/>
            <p:cNvSpPr/>
            <p:nvPr/>
          </p:nvSpPr>
          <p:spPr>
            <a:xfrm>
              <a:off x="3269279" y="3665883"/>
              <a:ext cx="254058" cy="134595"/>
            </a:xfrm>
            <a:custGeom>
              <a:avLst/>
              <a:gdLst/>
              <a:ahLst/>
              <a:cxnLst/>
              <a:rect l="l" t="t" r="r" b="b"/>
              <a:pathLst>
                <a:path w="5759" h="3051" extrusionOk="0">
                  <a:moveTo>
                    <a:pt x="1" y="1"/>
                  </a:moveTo>
                  <a:lnTo>
                    <a:pt x="1" y="3051"/>
                  </a:lnTo>
                  <a:lnTo>
                    <a:pt x="4683" y="2651"/>
                  </a:lnTo>
                  <a:cubicBezTo>
                    <a:pt x="5108" y="2615"/>
                    <a:pt x="5492" y="2410"/>
                    <a:pt x="5759" y="2084"/>
                  </a:cubicBezTo>
                  <a:lnTo>
                    <a:pt x="5759" y="2084"/>
                  </a:lnTo>
                  <a:cubicBezTo>
                    <a:pt x="5320" y="2244"/>
                    <a:pt x="4877" y="2396"/>
                    <a:pt x="4419" y="2496"/>
                  </a:cubicBezTo>
                  <a:cubicBezTo>
                    <a:pt x="4108" y="2565"/>
                    <a:pt x="3782" y="2614"/>
                    <a:pt x="3458" y="2614"/>
                  </a:cubicBezTo>
                  <a:cubicBezTo>
                    <a:pt x="3177" y="2614"/>
                    <a:pt x="2899" y="2577"/>
                    <a:pt x="2633" y="2483"/>
                  </a:cubicBezTo>
                  <a:cubicBezTo>
                    <a:pt x="2066" y="2283"/>
                    <a:pt x="1679" y="1827"/>
                    <a:pt x="1348" y="1346"/>
                  </a:cubicBezTo>
                  <a:cubicBezTo>
                    <a:pt x="1168" y="1085"/>
                    <a:pt x="997" y="815"/>
                    <a:pt x="792" y="571"/>
                  </a:cubicBezTo>
                  <a:cubicBezTo>
                    <a:pt x="633" y="382"/>
                    <a:pt x="437" y="209"/>
                    <a:pt x="296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1"/>
            <p:cNvSpPr/>
            <p:nvPr/>
          </p:nvSpPr>
          <p:spPr>
            <a:xfrm>
              <a:off x="3405150" y="3597551"/>
              <a:ext cx="112052" cy="69702"/>
            </a:xfrm>
            <a:custGeom>
              <a:avLst/>
              <a:gdLst/>
              <a:ahLst/>
              <a:cxnLst/>
              <a:rect l="l" t="t" r="r" b="b"/>
              <a:pathLst>
                <a:path w="2540" h="1580" extrusionOk="0">
                  <a:moveTo>
                    <a:pt x="2325" y="0"/>
                  </a:moveTo>
                  <a:lnTo>
                    <a:pt x="1" y="629"/>
                  </a:lnTo>
                  <a:lnTo>
                    <a:pt x="176" y="1550"/>
                  </a:lnTo>
                  <a:lnTo>
                    <a:pt x="32" y="1550"/>
                  </a:lnTo>
                  <a:cubicBezTo>
                    <a:pt x="129" y="1570"/>
                    <a:pt x="229" y="1579"/>
                    <a:pt x="328" y="1579"/>
                  </a:cubicBezTo>
                  <a:cubicBezTo>
                    <a:pt x="429" y="1579"/>
                    <a:pt x="531" y="1569"/>
                    <a:pt x="632" y="1550"/>
                  </a:cubicBezTo>
                  <a:cubicBezTo>
                    <a:pt x="1230" y="1435"/>
                    <a:pt x="1773" y="1114"/>
                    <a:pt x="2311" y="844"/>
                  </a:cubicBezTo>
                  <a:cubicBezTo>
                    <a:pt x="2386" y="806"/>
                    <a:pt x="2462" y="767"/>
                    <a:pt x="2539" y="729"/>
                  </a:cubicBezTo>
                  <a:lnTo>
                    <a:pt x="2325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1"/>
            <p:cNvSpPr/>
            <p:nvPr/>
          </p:nvSpPr>
          <p:spPr>
            <a:xfrm>
              <a:off x="3395003" y="3569892"/>
              <a:ext cx="125595" cy="85318"/>
            </a:xfrm>
            <a:custGeom>
              <a:avLst/>
              <a:gdLst/>
              <a:ahLst/>
              <a:cxnLst/>
              <a:rect l="l" t="t" r="r" b="b"/>
              <a:pathLst>
                <a:path w="2847" h="1934" extrusionOk="0">
                  <a:moveTo>
                    <a:pt x="2385" y="0"/>
                  </a:moveTo>
                  <a:cubicBezTo>
                    <a:pt x="2373" y="0"/>
                    <a:pt x="2360" y="2"/>
                    <a:pt x="2347" y="5"/>
                  </a:cubicBezTo>
                  <a:lnTo>
                    <a:pt x="124" y="605"/>
                  </a:lnTo>
                  <a:cubicBezTo>
                    <a:pt x="48" y="626"/>
                    <a:pt x="1" y="701"/>
                    <a:pt x="15" y="777"/>
                  </a:cubicBezTo>
                  <a:lnTo>
                    <a:pt x="214" y="1812"/>
                  </a:lnTo>
                  <a:cubicBezTo>
                    <a:pt x="227" y="1884"/>
                    <a:pt x="290" y="1933"/>
                    <a:pt x="360" y="1933"/>
                  </a:cubicBezTo>
                  <a:cubicBezTo>
                    <a:pt x="373" y="1933"/>
                    <a:pt x="386" y="1932"/>
                    <a:pt x="399" y="1928"/>
                  </a:cubicBezTo>
                  <a:lnTo>
                    <a:pt x="2720" y="1300"/>
                  </a:lnTo>
                  <a:cubicBezTo>
                    <a:pt x="2801" y="1278"/>
                    <a:pt x="2847" y="1194"/>
                    <a:pt x="2824" y="1114"/>
                  </a:cubicBezTo>
                  <a:lnTo>
                    <a:pt x="2527" y="106"/>
                  </a:lnTo>
                  <a:cubicBezTo>
                    <a:pt x="2510" y="43"/>
                    <a:pt x="2450" y="0"/>
                    <a:pt x="23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1"/>
            <p:cNvSpPr/>
            <p:nvPr/>
          </p:nvSpPr>
          <p:spPr>
            <a:xfrm>
              <a:off x="3430824" y="3265817"/>
              <a:ext cx="138918" cy="168563"/>
            </a:xfrm>
            <a:custGeom>
              <a:avLst/>
              <a:gdLst/>
              <a:ahLst/>
              <a:cxnLst/>
              <a:rect l="l" t="t" r="r" b="b"/>
              <a:pathLst>
                <a:path w="3149" h="3821" extrusionOk="0">
                  <a:moveTo>
                    <a:pt x="1442" y="0"/>
                  </a:moveTo>
                  <a:cubicBezTo>
                    <a:pt x="592" y="0"/>
                    <a:pt x="211" y="773"/>
                    <a:pt x="211" y="773"/>
                  </a:cubicBezTo>
                  <a:lnTo>
                    <a:pt x="1" y="3595"/>
                  </a:lnTo>
                  <a:cubicBezTo>
                    <a:pt x="164" y="3748"/>
                    <a:pt x="380" y="3820"/>
                    <a:pt x="617" y="3820"/>
                  </a:cubicBezTo>
                  <a:cubicBezTo>
                    <a:pt x="1162" y="3820"/>
                    <a:pt x="1825" y="3442"/>
                    <a:pt x="2250" y="2796"/>
                  </a:cubicBezTo>
                  <a:cubicBezTo>
                    <a:pt x="3148" y="1429"/>
                    <a:pt x="2487" y="181"/>
                    <a:pt x="1745" y="32"/>
                  </a:cubicBezTo>
                  <a:cubicBezTo>
                    <a:pt x="1638" y="10"/>
                    <a:pt x="1537" y="0"/>
                    <a:pt x="144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1"/>
            <p:cNvSpPr/>
            <p:nvPr/>
          </p:nvSpPr>
          <p:spPr>
            <a:xfrm>
              <a:off x="3430780" y="3265729"/>
              <a:ext cx="89068" cy="163578"/>
            </a:xfrm>
            <a:custGeom>
              <a:avLst/>
              <a:gdLst/>
              <a:ahLst/>
              <a:cxnLst/>
              <a:rect l="l" t="t" r="r" b="b"/>
              <a:pathLst>
                <a:path w="2019" h="3708" extrusionOk="0">
                  <a:moveTo>
                    <a:pt x="1443" y="1"/>
                  </a:moveTo>
                  <a:cubicBezTo>
                    <a:pt x="594" y="1"/>
                    <a:pt x="211" y="774"/>
                    <a:pt x="211" y="774"/>
                  </a:cubicBezTo>
                  <a:lnTo>
                    <a:pt x="1" y="3597"/>
                  </a:lnTo>
                  <a:cubicBezTo>
                    <a:pt x="48" y="3642"/>
                    <a:pt x="102" y="3677"/>
                    <a:pt x="156" y="3708"/>
                  </a:cubicBezTo>
                  <a:cubicBezTo>
                    <a:pt x="167" y="3675"/>
                    <a:pt x="175" y="3639"/>
                    <a:pt x="186" y="3606"/>
                  </a:cubicBezTo>
                  <a:cubicBezTo>
                    <a:pt x="458" y="2660"/>
                    <a:pt x="810" y="1701"/>
                    <a:pt x="1378" y="892"/>
                  </a:cubicBezTo>
                  <a:cubicBezTo>
                    <a:pt x="1566" y="624"/>
                    <a:pt x="1773" y="359"/>
                    <a:pt x="2019" y="140"/>
                  </a:cubicBezTo>
                  <a:cubicBezTo>
                    <a:pt x="1931" y="87"/>
                    <a:pt x="1839" y="52"/>
                    <a:pt x="1745" y="32"/>
                  </a:cubicBezTo>
                  <a:cubicBezTo>
                    <a:pt x="1638" y="10"/>
                    <a:pt x="1538" y="1"/>
                    <a:pt x="1443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1"/>
            <p:cNvSpPr/>
            <p:nvPr/>
          </p:nvSpPr>
          <p:spPr>
            <a:xfrm>
              <a:off x="2646924" y="3265817"/>
              <a:ext cx="138874" cy="168563"/>
            </a:xfrm>
            <a:custGeom>
              <a:avLst/>
              <a:gdLst/>
              <a:ahLst/>
              <a:cxnLst/>
              <a:rect l="l" t="t" r="r" b="b"/>
              <a:pathLst>
                <a:path w="3148" h="3821" extrusionOk="0">
                  <a:moveTo>
                    <a:pt x="1707" y="0"/>
                  </a:moveTo>
                  <a:cubicBezTo>
                    <a:pt x="1612" y="0"/>
                    <a:pt x="1511" y="10"/>
                    <a:pt x="1404" y="32"/>
                  </a:cubicBezTo>
                  <a:cubicBezTo>
                    <a:pt x="662" y="181"/>
                    <a:pt x="0" y="1429"/>
                    <a:pt x="899" y="2796"/>
                  </a:cubicBezTo>
                  <a:cubicBezTo>
                    <a:pt x="1324" y="3442"/>
                    <a:pt x="1986" y="3820"/>
                    <a:pt x="2531" y="3820"/>
                  </a:cubicBezTo>
                  <a:cubicBezTo>
                    <a:pt x="2769" y="3820"/>
                    <a:pt x="2985" y="3748"/>
                    <a:pt x="3148" y="3595"/>
                  </a:cubicBezTo>
                  <a:lnTo>
                    <a:pt x="2938" y="773"/>
                  </a:lnTo>
                  <a:cubicBezTo>
                    <a:pt x="2938" y="773"/>
                    <a:pt x="2556" y="0"/>
                    <a:pt x="1707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1"/>
            <p:cNvSpPr/>
            <p:nvPr/>
          </p:nvSpPr>
          <p:spPr>
            <a:xfrm>
              <a:off x="2703654" y="3265817"/>
              <a:ext cx="82186" cy="165167"/>
            </a:xfrm>
            <a:custGeom>
              <a:avLst/>
              <a:gdLst/>
              <a:ahLst/>
              <a:cxnLst/>
              <a:rect l="l" t="t" r="r" b="b"/>
              <a:pathLst>
                <a:path w="1863" h="3744" extrusionOk="0">
                  <a:moveTo>
                    <a:pt x="423" y="0"/>
                  </a:moveTo>
                  <a:cubicBezTo>
                    <a:pt x="327" y="0"/>
                    <a:pt x="226" y="10"/>
                    <a:pt x="119" y="32"/>
                  </a:cubicBezTo>
                  <a:cubicBezTo>
                    <a:pt x="79" y="39"/>
                    <a:pt x="39" y="53"/>
                    <a:pt x="0" y="66"/>
                  </a:cubicBezTo>
                  <a:cubicBezTo>
                    <a:pt x="207" y="224"/>
                    <a:pt x="369" y="455"/>
                    <a:pt x="516" y="667"/>
                  </a:cubicBezTo>
                  <a:cubicBezTo>
                    <a:pt x="818" y="1101"/>
                    <a:pt x="1019" y="1572"/>
                    <a:pt x="1161" y="2081"/>
                  </a:cubicBezTo>
                  <a:cubicBezTo>
                    <a:pt x="1316" y="2639"/>
                    <a:pt x="1443" y="3199"/>
                    <a:pt x="1639" y="3743"/>
                  </a:cubicBezTo>
                  <a:cubicBezTo>
                    <a:pt x="1721" y="3709"/>
                    <a:pt x="1797" y="3659"/>
                    <a:pt x="1863" y="3596"/>
                  </a:cubicBezTo>
                  <a:lnTo>
                    <a:pt x="1653" y="773"/>
                  </a:lnTo>
                  <a:cubicBezTo>
                    <a:pt x="1653" y="773"/>
                    <a:pt x="1272" y="0"/>
                    <a:pt x="42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1"/>
            <p:cNvSpPr/>
            <p:nvPr/>
          </p:nvSpPr>
          <p:spPr>
            <a:xfrm>
              <a:off x="2742562" y="2819254"/>
              <a:ext cx="731559" cy="800378"/>
            </a:xfrm>
            <a:custGeom>
              <a:avLst/>
              <a:gdLst/>
              <a:ahLst/>
              <a:cxnLst/>
              <a:rect l="l" t="t" r="r" b="b"/>
              <a:pathLst>
                <a:path w="16583" h="18143" extrusionOk="0">
                  <a:moveTo>
                    <a:pt x="8289" y="1"/>
                  </a:moveTo>
                  <a:cubicBezTo>
                    <a:pt x="8273" y="1"/>
                    <a:pt x="8256" y="1"/>
                    <a:pt x="8239" y="1"/>
                  </a:cubicBezTo>
                  <a:cubicBezTo>
                    <a:pt x="3594" y="27"/>
                    <a:pt x="1" y="4111"/>
                    <a:pt x="372" y="8743"/>
                  </a:cubicBezTo>
                  <a:lnTo>
                    <a:pt x="698" y="12813"/>
                  </a:lnTo>
                  <a:cubicBezTo>
                    <a:pt x="904" y="15364"/>
                    <a:pt x="2838" y="17438"/>
                    <a:pt x="5370" y="17822"/>
                  </a:cubicBezTo>
                  <a:lnTo>
                    <a:pt x="6687" y="18021"/>
                  </a:lnTo>
                  <a:cubicBezTo>
                    <a:pt x="7217" y="18102"/>
                    <a:pt x="7752" y="18142"/>
                    <a:pt x="8287" y="18142"/>
                  </a:cubicBezTo>
                  <a:cubicBezTo>
                    <a:pt x="8822" y="18142"/>
                    <a:pt x="9357" y="18102"/>
                    <a:pt x="9887" y="18021"/>
                  </a:cubicBezTo>
                  <a:lnTo>
                    <a:pt x="11203" y="17822"/>
                  </a:lnTo>
                  <a:cubicBezTo>
                    <a:pt x="13734" y="17438"/>
                    <a:pt x="15668" y="15364"/>
                    <a:pt x="15873" y="12813"/>
                  </a:cubicBezTo>
                  <a:lnTo>
                    <a:pt x="16212" y="8587"/>
                  </a:lnTo>
                  <a:cubicBezTo>
                    <a:pt x="16583" y="3960"/>
                    <a:pt x="12929" y="1"/>
                    <a:pt x="8289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1"/>
            <p:cNvSpPr/>
            <p:nvPr/>
          </p:nvSpPr>
          <p:spPr>
            <a:xfrm>
              <a:off x="2772956" y="2819166"/>
              <a:ext cx="666534" cy="288468"/>
            </a:xfrm>
            <a:custGeom>
              <a:avLst/>
              <a:gdLst/>
              <a:ahLst/>
              <a:cxnLst/>
              <a:rect l="l" t="t" r="r" b="b"/>
              <a:pathLst>
                <a:path w="15109" h="6539" extrusionOk="0">
                  <a:moveTo>
                    <a:pt x="7597" y="1"/>
                  </a:moveTo>
                  <a:cubicBezTo>
                    <a:pt x="7581" y="1"/>
                    <a:pt x="7566" y="1"/>
                    <a:pt x="7550" y="1"/>
                  </a:cubicBezTo>
                  <a:cubicBezTo>
                    <a:pt x="3947" y="21"/>
                    <a:pt x="979" y="2483"/>
                    <a:pt x="1" y="5747"/>
                  </a:cubicBezTo>
                  <a:cubicBezTo>
                    <a:pt x="509" y="5982"/>
                    <a:pt x="1090" y="6076"/>
                    <a:pt x="1655" y="6076"/>
                  </a:cubicBezTo>
                  <a:cubicBezTo>
                    <a:pt x="1849" y="6076"/>
                    <a:pt x="2041" y="6065"/>
                    <a:pt x="2228" y="6045"/>
                  </a:cubicBezTo>
                  <a:cubicBezTo>
                    <a:pt x="2496" y="6015"/>
                    <a:pt x="2763" y="5966"/>
                    <a:pt x="3022" y="5895"/>
                  </a:cubicBezTo>
                  <a:cubicBezTo>
                    <a:pt x="3278" y="5825"/>
                    <a:pt x="3522" y="5699"/>
                    <a:pt x="3784" y="5662"/>
                  </a:cubicBezTo>
                  <a:cubicBezTo>
                    <a:pt x="3818" y="5657"/>
                    <a:pt x="3852" y="5655"/>
                    <a:pt x="3886" y="5655"/>
                  </a:cubicBezTo>
                  <a:cubicBezTo>
                    <a:pt x="4103" y="5655"/>
                    <a:pt x="4310" y="5750"/>
                    <a:pt x="4514" y="5824"/>
                  </a:cubicBezTo>
                  <a:cubicBezTo>
                    <a:pt x="4876" y="5953"/>
                    <a:pt x="5234" y="6089"/>
                    <a:pt x="5602" y="6199"/>
                  </a:cubicBezTo>
                  <a:cubicBezTo>
                    <a:pt x="6304" y="6409"/>
                    <a:pt x="7055" y="6538"/>
                    <a:pt x="7802" y="6538"/>
                  </a:cubicBezTo>
                  <a:cubicBezTo>
                    <a:pt x="8606" y="6538"/>
                    <a:pt x="9404" y="6389"/>
                    <a:pt x="10129" y="6029"/>
                  </a:cubicBezTo>
                  <a:cubicBezTo>
                    <a:pt x="10365" y="5912"/>
                    <a:pt x="10613" y="5730"/>
                    <a:pt x="10881" y="5693"/>
                  </a:cubicBezTo>
                  <a:cubicBezTo>
                    <a:pt x="10916" y="5688"/>
                    <a:pt x="10951" y="5686"/>
                    <a:pt x="10986" y="5686"/>
                  </a:cubicBezTo>
                  <a:cubicBezTo>
                    <a:pt x="11105" y="5686"/>
                    <a:pt x="11223" y="5709"/>
                    <a:pt x="11339" y="5729"/>
                  </a:cubicBezTo>
                  <a:cubicBezTo>
                    <a:pt x="11514" y="5756"/>
                    <a:pt x="11690" y="5784"/>
                    <a:pt x="11864" y="5811"/>
                  </a:cubicBezTo>
                  <a:cubicBezTo>
                    <a:pt x="12220" y="5864"/>
                    <a:pt x="12576" y="5900"/>
                    <a:pt x="12931" y="5900"/>
                  </a:cubicBezTo>
                  <a:cubicBezTo>
                    <a:pt x="13290" y="5900"/>
                    <a:pt x="13647" y="5863"/>
                    <a:pt x="14001" y="5769"/>
                  </a:cubicBezTo>
                  <a:cubicBezTo>
                    <a:pt x="14375" y="5669"/>
                    <a:pt x="14751" y="5525"/>
                    <a:pt x="15108" y="5339"/>
                  </a:cubicBezTo>
                  <a:cubicBezTo>
                    <a:pt x="14032" y="2251"/>
                    <a:pt x="11096" y="1"/>
                    <a:pt x="759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1"/>
            <p:cNvSpPr/>
            <p:nvPr/>
          </p:nvSpPr>
          <p:spPr>
            <a:xfrm>
              <a:off x="2740092" y="2808491"/>
              <a:ext cx="736500" cy="495059"/>
            </a:xfrm>
            <a:custGeom>
              <a:avLst/>
              <a:gdLst/>
              <a:ahLst/>
              <a:cxnLst/>
              <a:rect l="l" t="t" r="r" b="b"/>
              <a:pathLst>
                <a:path w="16695" h="11222" extrusionOk="0">
                  <a:moveTo>
                    <a:pt x="8347" y="0"/>
                  </a:moveTo>
                  <a:cubicBezTo>
                    <a:pt x="6082" y="14"/>
                    <a:pt x="3925" y="952"/>
                    <a:pt x="2374" y="2642"/>
                  </a:cubicBezTo>
                  <a:cubicBezTo>
                    <a:pt x="796" y="4361"/>
                    <a:pt x="0" y="6681"/>
                    <a:pt x="186" y="9005"/>
                  </a:cubicBezTo>
                  <a:cubicBezTo>
                    <a:pt x="186" y="9005"/>
                    <a:pt x="348" y="10605"/>
                    <a:pt x="607" y="11221"/>
                  </a:cubicBezTo>
                  <a:cubicBezTo>
                    <a:pt x="607" y="11221"/>
                    <a:pt x="1009" y="10704"/>
                    <a:pt x="1625" y="9351"/>
                  </a:cubicBezTo>
                  <a:cubicBezTo>
                    <a:pt x="1700" y="9188"/>
                    <a:pt x="1734" y="9010"/>
                    <a:pt x="1718" y="8831"/>
                  </a:cubicBezTo>
                  <a:cubicBezTo>
                    <a:pt x="1681" y="8414"/>
                    <a:pt x="1632" y="7535"/>
                    <a:pt x="1745" y="6577"/>
                  </a:cubicBezTo>
                  <a:cubicBezTo>
                    <a:pt x="1771" y="6345"/>
                    <a:pt x="1875" y="6130"/>
                    <a:pt x="2039" y="5963"/>
                  </a:cubicBezTo>
                  <a:cubicBezTo>
                    <a:pt x="2396" y="5601"/>
                    <a:pt x="3126" y="5029"/>
                    <a:pt x="4174" y="5029"/>
                  </a:cubicBezTo>
                  <a:cubicBezTo>
                    <a:pt x="5708" y="5029"/>
                    <a:pt x="7323" y="5610"/>
                    <a:pt x="8347" y="5610"/>
                  </a:cubicBezTo>
                  <a:cubicBezTo>
                    <a:pt x="9372" y="5610"/>
                    <a:pt x="10985" y="5029"/>
                    <a:pt x="12520" y="5029"/>
                  </a:cubicBezTo>
                  <a:cubicBezTo>
                    <a:pt x="13569" y="5029"/>
                    <a:pt x="14298" y="5601"/>
                    <a:pt x="14656" y="5963"/>
                  </a:cubicBezTo>
                  <a:cubicBezTo>
                    <a:pt x="14818" y="6130"/>
                    <a:pt x="14921" y="6346"/>
                    <a:pt x="14950" y="6577"/>
                  </a:cubicBezTo>
                  <a:cubicBezTo>
                    <a:pt x="15062" y="7535"/>
                    <a:pt x="15014" y="8414"/>
                    <a:pt x="14977" y="8831"/>
                  </a:cubicBezTo>
                  <a:cubicBezTo>
                    <a:pt x="14961" y="9010"/>
                    <a:pt x="14994" y="9188"/>
                    <a:pt x="15070" y="9351"/>
                  </a:cubicBezTo>
                  <a:cubicBezTo>
                    <a:pt x="15686" y="10704"/>
                    <a:pt x="16086" y="11221"/>
                    <a:pt x="16086" y="11221"/>
                  </a:cubicBezTo>
                  <a:cubicBezTo>
                    <a:pt x="16347" y="10605"/>
                    <a:pt x="16509" y="9005"/>
                    <a:pt x="16509" y="9005"/>
                  </a:cubicBezTo>
                  <a:cubicBezTo>
                    <a:pt x="16695" y="6680"/>
                    <a:pt x="15897" y="4360"/>
                    <a:pt x="14320" y="2642"/>
                  </a:cubicBezTo>
                  <a:cubicBezTo>
                    <a:pt x="12769" y="951"/>
                    <a:pt x="10612" y="14"/>
                    <a:pt x="8347" y="0"/>
                  </a:cubicBezTo>
                  <a:close/>
                </a:path>
              </a:pathLst>
            </a:custGeom>
            <a:solidFill>
              <a:srgbClr val="5B52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1"/>
            <p:cNvSpPr/>
            <p:nvPr/>
          </p:nvSpPr>
          <p:spPr>
            <a:xfrm>
              <a:off x="2763428" y="2808491"/>
              <a:ext cx="684003" cy="277219"/>
            </a:xfrm>
            <a:custGeom>
              <a:avLst/>
              <a:gdLst/>
              <a:ahLst/>
              <a:cxnLst/>
              <a:rect l="l" t="t" r="r" b="b"/>
              <a:pathLst>
                <a:path w="15505" h="6284" extrusionOk="0">
                  <a:moveTo>
                    <a:pt x="7818" y="0"/>
                  </a:moveTo>
                  <a:cubicBezTo>
                    <a:pt x="5553" y="13"/>
                    <a:pt x="3396" y="951"/>
                    <a:pt x="1844" y="2642"/>
                  </a:cubicBezTo>
                  <a:cubicBezTo>
                    <a:pt x="988" y="3574"/>
                    <a:pt x="364" y="4686"/>
                    <a:pt x="1" y="5878"/>
                  </a:cubicBezTo>
                  <a:cubicBezTo>
                    <a:pt x="392" y="6102"/>
                    <a:pt x="841" y="6229"/>
                    <a:pt x="1298" y="6284"/>
                  </a:cubicBezTo>
                  <a:cubicBezTo>
                    <a:pt x="1348" y="6166"/>
                    <a:pt x="1420" y="6057"/>
                    <a:pt x="1510" y="5963"/>
                  </a:cubicBezTo>
                  <a:cubicBezTo>
                    <a:pt x="1867" y="5601"/>
                    <a:pt x="2597" y="5030"/>
                    <a:pt x="3646" y="5030"/>
                  </a:cubicBezTo>
                  <a:cubicBezTo>
                    <a:pt x="5181" y="5030"/>
                    <a:pt x="6794" y="5610"/>
                    <a:pt x="7818" y="5610"/>
                  </a:cubicBezTo>
                  <a:cubicBezTo>
                    <a:pt x="8842" y="5610"/>
                    <a:pt x="10456" y="5030"/>
                    <a:pt x="11991" y="5030"/>
                  </a:cubicBezTo>
                  <a:cubicBezTo>
                    <a:pt x="13040" y="5030"/>
                    <a:pt x="13769" y="5601"/>
                    <a:pt x="14127" y="5963"/>
                  </a:cubicBezTo>
                  <a:cubicBezTo>
                    <a:pt x="14143" y="5980"/>
                    <a:pt x="14158" y="6002"/>
                    <a:pt x="14174" y="6020"/>
                  </a:cubicBezTo>
                  <a:cubicBezTo>
                    <a:pt x="14189" y="6016"/>
                    <a:pt x="14202" y="6014"/>
                    <a:pt x="14217" y="6011"/>
                  </a:cubicBezTo>
                  <a:cubicBezTo>
                    <a:pt x="14656" y="5894"/>
                    <a:pt x="15095" y="5715"/>
                    <a:pt x="15505" y="5483"/>
                  </a:cubicBezTo>
                  <a:cubicBezTo>
                    <a:pt x="15130" y="4441"/>
                    <a:pt x="14553" y="3471"/>
                    <a:pt x="13791" y="2642"/>
                  </a:cubicBezTo>
                  <a:cubicBezTo>
                    <a:pt x="12240" y="951"/>
                    <a:pt x="10083" y="13"/>
                    <a:pt x="7818" y="0"/>
                  </a:cubicBezTo>
                  <a:close/>
                </a:path>
              </a:pathLst>
            </a:custGeom>
            <a:solidFill>
              <a:srgbClr val="5B52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1"/>
            <p:cNvSpPr/>
            <p:nvPr/>
          </p:nvSpPr>
          <p:spPr>
            <a:xfrm>
              <a:off x="3218460" y="3265949"/>
              <a:ext cx="129257" cy="136889"/>
            </a:xfrm>
            <a:custGeom>
              <a:avLst/>
              <a:gdLst/>
              <a:ahLst/>
              <a:cxnLst/>
              <a:rect l="l" t="t" r="r" b="b"/>
              <a:pathLst>
                <a:path w="2930" h="3103" extrusionOk="0">
                  <a:moveTo>
                    <a:pt x="1465" y="0"/>
                  </a:moveTo>
                  <a:cubicBezTo>
                    <a:pt x="656" y="0"/>
                    <a:pt x="0" y="695"/>
                    <a:pt x="0" y="1552"/>
                  </a:cubicBezTo>
                  <a:cubicBezTo>
                    <a:pt x="0" y="2408"/>
                    <a:pt x="656" y="3103"/>
                    <a:pt x="1465" y="3103"/>
                  </a:cubicBezTo>
                  <a:cubicBezTo>
                    <a:pt x="2274" y="3103"/>
                    <a:pt x="2929" y="2408"/>
                    <a:pt x="2929" y="1552"/>
                  </a:cubicBezTo>
                  <a:cubicBezTo>
                    <a:pt x="2929" y="695"/>
                    <a:pt x="2274" y="0"/>
                    <a:pt x="1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1"/>
            <p:cNvSpPr/>
            <p:nvPr/>
          </p:nvSpPr>
          <p:spPr>
            <a:xfrm>
              <a:off x="3197948" y="3260611"/>
              <a:ext cx="170240" cy="56379"/>
            </a:xfrm>
            <a:custGeom>
              <a:avLst/>
              <a:gdLst/>
              <a:ahLst/>
              <a:cxnLst/>
              <a:rect l="l" t="t" r="r" b="b"/>
              <a:pathLst>
                <a:path w="3859" h="1278" extrusionOk="0">
                  <a:moveTo>
                    <a:pt x="1930" y="1"/>
                  </a:moveTo>
                  <a:cubicBezTo>
                    <a:pt x="1151" y="1"/>
                    <a:pt x="423" y="420"/>
                    <a:pt x="33" y="1094"/>
                  </a:cubicBezTo>
                  <a:cubicBezTo>
                    <a:pt x="1" y="1154"/>
                    <a:pt x="21" y="1228"/>
                    <a:pt x="78" y="1261"/>
                  </a:cubicBezTo>
                  <a:cubicBezTo>
                    <a:pt x="96" y="1272"/>
                    <a:pt x="117" y="1277"/>
                    <a:pt x="138" y="1277"/>
                  </a:cubicBezTo>
                  <a:cubicBezTo>
                    <a:pt x="181" y="1277"/>
                    <a:pt x="222" y="1255"/>
                    <a:pt x="244" y="1217"/>
                  </a:cubicBezTo>
                  <a:cubicBezTo>
                    <a:pt x="591" y="616"/>
                    <a:pt x="1237" y="244"/>
                    <a:pt x="1930" y="244"/>
                  </a:cubicBezTo>
                  <a:cubicBezTo>
                    <a:pt x="2622" y="244"/>
                    <a:pt x="3268" y="616"/>
                    <a:pt x="3615" y="1217"/>
                  </a:cubicBezTo>
                  <a:cubicBezTo>
                    <a:pt x="3637" y="1256"/>
                    <a:pt x="3679" y="1278"/>
                    <a:pt x="3721" y="1278"/>
                  </a:cubicBezTo>
                  <a:cubicBezTo>
                    <a:pt x="3742" y="1278"/>
                    <a:pt x="3763" y="1272"/>
                    <a:pt x="3782" y="1261"/>
                  </a:cubicBezTo>
                  <a:cubicBezTo>
                    <a:pt x="3840" y="1228"/>
                    <a:pt x="3858" y="1152"/>
                    <a:pt x="3826" y="1094"/>
                  </a:cubicBezTo>
                  <a:cubicBezTo>
                    <a:pt x="3435" y="420"/>
                    <a:pt x="2708" y="1"/>
                    <a:pt x="1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1"/>
            <p:cNvSpPr/>
            <p:nvPr/>
          </p:nvSpPr>
          <p:spPr>
            <a:xfrm>
              <a:off x="3213740" y="3166738"/>
              <a:ext cx="138653" cy="38909"/>
            </a:xfrm>
            <a:custGeom>
              <a:avLst/>
              <a:gdLst/>
              <a:ahLst/>
              <a:cxnLst/>
              <a:rect l="l" t="t" r="r" b="b"/>
              <a:pathLst>
                <a:path w="3143" h="882" extrusionOk="0">
                  <a:moveTo>
                    <a:pt x="1572" y="0"/>
                  </a:moveTo>
                  <a:cubicBezTo>
                    <a:pt x="1023" y="0"/>
                    <a:pt x="495" y="200"/>
                    <a:pt x="84" y="562"/>
                  </a:cubicBezTo>
                  <a:cubicBezTo>
                    <a:pt x="9" y="629"/>
                    <a:pt x="1" y="745"/>
                    <a:pt x="68" y="820"/>
                  </a:cubicBezTo>
                  <a:cubicBezTo>
                    <a:pt x="105" y="860"/>
                    <a:pt x="155" y="881"/>
                    <a:pt x="206" y="881"/>
                  </a:cubicBezTo>
                  <a:cubicBezTo>
                    <a:pt x="249" y="881"/>
                    <a:pt x="291" y="866"/>
                    <a:pt x="326" y="835"/>
                  </a:cubicBezTo>
                  <a:cubicBezTo>
                    <a:pt x="669" y="532"/>
                    <a:pt x="1110" y="364"/>
                    <a:pt x="1572" y="364"/>
                  </a:cubicBezTo>
                  <a:cubicBezTo>
                    <a:pt x="2033" y="364"/>
                    <a:pt x="2475" y="532"/>
                    <a:pt x="2820" y="835"/>
                  </a:cubicBezTo>
                  <a:cubicBezTo>
                    <a:pt x="2853" y="867"/>
                    <a:pt x="2896" y="882"/>
                    <a:pt x="2940" y="882"/>
                  </a:cubicBezTo>
                  <a:cubicBezTo>
                    <a:pt x="2990" y="882"/>
                    <a:pt x="3040" y="862"/>
                    <a:pt x="3075" y="820"/>
                  </a:cubicBezTo>
                  <a:cubicBezTo>
                    <a:pt x="3142" y="745"/>
                    <a:pt x="3136" y="629"/>
                    <a:pt x="3059" y="562"/>
                  </a:cubicBezTo>
                  <a:cubicBezTo>
                    <a:pt x="2648" y="200"/>
                    <a:pt x="2121" y="0"/>
                    <a:pt x="1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1"/>
            <p:cNvSpPr/>
            <p:nvPr/>
          </p:nvSpPr>
          <p:spPr>
            <a:xfrm>
              <a:off x="2868948" y="3265949"/>
              <a:ext cx="129213" cy="136889"/>
            </a:xfrm>
            <a:custGeom>
              <a:avLst/>
              <a:gdLst/>
              <a:ahLst/>
              <a:cxnLst/>
              <a:rect l="l" t="t" r="r" b="b"/>
              <a:pathLst>
                <a:path w="2929" h="3103" extrusionOk="0">
                  <a:moveTo>
                    <a:pt x="1465" y="0"/>
                  </a:moveTo>
                  <a:cubicBezTo>
                    <a:pt x="656" y="0"/>
                    <a:pt x="1" y="695"/>
                    <a:pt x="1" y="1552"/>
                  </a:cubicBezTo>
                  <a:cubicBezTo>
                    <a:pt x="1" y="2408"/>
                    <a:pt x="656" y="3103"/>
                    <a:pt x="1465" y="3103"/>
                  </a:cubicBezTo>
                  <a:cubicBezTo>
                    <a:pt x="2273" y="3103"/>
                    <a:pt x="2929" y="2408"/>
                    <a:pt x="2929" y="1552"/>
                  </a:cubicBezTo>
                  <a:cubicBezTo>
                    <a:pt x="2929" y="695"/>
                    <a:pt x="2273" y="0"/>
                    <a:pt x="1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1"/>
            <p:cNvSpPr/>
            <p:nvPr/>
          </p:nvSpPr>
          <p:spPr>
            <a:xfrm>
              <a:off x="2848391" y="3260611"/>
              <a:ext cx="170284" cy="56379"/>
            </a:xfrm>
            <a:custGeom>
              <a:avLst/>
              <a:gdLst/>
              <a:ahLst/>
              <a:cxnLst/>
              <a:rect l="l" t="t" r="r" b="b"/>
              <a:pathLst>
                <a:path w="3860" h="1278" extrusionOk="0">
                  <a:moveTo>
                    <a:pt x="1930" y="1"/>
                  </a:moveTo>
                  <a:cubicBezTo>
                    <a:pt x="1151" y="1"/>
                    <a:pt x="424" y="420"/>
                    <a:pt x="34" y="1094"/>
                  </a:cubicBezTo>
                  <a:cubicBezTo>
                    <a:pt x="0" y="1154"/>
                    <a:pt x="20" y="1228"/>
                    <a:pt x="78" y="1261"/>
                  </a:cubicBezTo>
                  <a:cubicBezTo>
                    <a:pt x="97" y="1272"/>
                    <a:pt x="118" y="1278"/>
                    <a:pt x="139" y="1278"/>
                  </a:cubicBezTo>
                  <a:cubicBezTo>
                    <a:pt x="181" y="1278"/>
                    <a:pt x="222" y="1256"/>
                    <a:pt x="245" y="1217"/>
                  </a:cubicBezTo>
                  <a:cubicBezTo>
                    <a:pt x="592" y="616"/>
                    <a:pt x="1238" y="244"/>
                    <a:pt x="1930" y="244"/>
                  </a:cubicBezTo>
                  <a:cubicBezTo>
                    <a:pt x="2622" y="244"/>
                    <a:pt x="3270" y="616"/>
                    <a:pt x="3616" y="1217"/>
                  </a:cubicBezTo>
                  <a:cubicBezTo>
                    <a:pt x="3638" y="1255"/>
                    <a:pt x="3679" y="1277"/>
                    <a:pt x="3721" y="1277"/>
                  </a:cubicBezTo>
                  <a:cubicBezTo>
                    <a:pt x="3742" y="1277"/>
                    <a:pt x="3762" y="1272"/>
                    <a:pt x="3781" y="1261"/>
                  </a:cubicBezTo>
                  <a:cubicBezTo>
                    <a:pt x="3839" y="1228"/>
                    <a:pt x="3859" y="1152"/>
                    <a:pt x="3826" y="1094"/>
                  </a:cubicBezTo>
                  <a:cubicBezTo>
                    <a:pt x="3435" y="420"/>
                    <a:pt x="2709" y="1"/>
                    <a:pt x="1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1"/>
            <p:cNvSpPr/>
            <p:nvPr/>
          </p:nvSpPr>
          <p:spPr>
            <a:xfrm>
              <a:off x="2864228" y="3166738"/>
              <a:ext cx="138609" cy="38909"/>
            </a:xfrm>
            <a:custGeom>
              <a:avLst/>
              <a:gdLst/>
              <a:ahLst/>
              <a:cxnLst/>
              <a:rect l="l" t="t" r="r" b="b"/>
              <a:pathLst>
                <a:path w="3142" h="882" extrusionOk="0">
                  <a:moveTo>
                    <a:pt x="1571" y="0"/>
                  </a:moveTo>
                  <a:cubicBezTo>
                    <a:pt x="1022" y="0"/>
                    <a:pt x="494" y="200"/>
                    <a:pt x="82" y="562"/>
                  </a:cubicBezTo>
                  <a:cubicBezTo>
                    <a:pt x="8" y="629"/>
                    <a:pt x="1" y="745"/>
                    <a:pt x="67" y="820"/>
                  </a:cubicBezTo>
                  <a:cubicBezTo>
                    <a:pt x="102" y="861"/>
                    <a:pt x="154" y="882"/>
                    <a:pt x="203" y="882"/>
                  </a:cubicBezTo>
                  <a:cubicBezTo>
                    <a:pt x="247" y="882"/>
                    <a:pt x="291" y="867"/>
                    <a:pt x="323" y="835"/>
                  </a:cubicBezTo>
                  <a:cubicBezTo>
                    <a:pt x="669" y="532"/>
                    <a:pt x="1111" y="364"/>
                    <a:pt x="1571" y="364"/>
                  </a:cubicBezTo>
                  <a:cubicBezTo>
                    <a:pt x="2030" y="364"/>
                    <a:pt x="2473" y="532"/>
                    <a:pt x="2817" y="835"/>
                  </a:cubicBezTo>
                  <a:cubicBezTo>
                    <a:pt x="2851" y="866"/>
                    <a:pt x="2894" y="881"/>
                    <a:pt x="2937" y="881"/>
                  </a:cubicBezTo>
                  <a:cubicBezTo>
                    <a:pt x="2988" y="881"/>
                    <a:pt x="3038" y="860"/>
                    <a:pt x="3075" y="820"/>
                  </a:cubicBezTo>
                  <a:cubicBezTo>
                    <a:pt x="3142" y="745"/>
                    <a:pt x="3134" y="629"/>
                    <a:pt x="3059" y="562"/>
                  </a:cubicBezTo>
                  <a:cubicBezTo>
                    <a:pt x="2648" y="200"/>
                    <a:pt x="2120" y="0"/>
                    <a:pt x="1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1"/>
            <p:cNvSpPr/>
            <p:nvPr/>
          </p:nvSpPr>
          <p:spPr>
            <a:xfrm>
              <a:off x="3089119" y="3447477"/>
              <a:ext cx="38380" cy="16014"/>
            </a:xfrm>
            <a:custGeom>
              <a:avLst/>
              <a:gdLst/>
              <a:ahLst/>
              <a:cxnLst/>
              <a:rect l="l" t="t" r="r" b="b"/>
              <a:pathLst>
                <a:path w="870" h="363" extrusionOk="0">
                  <a:moveTo>
                    <a:pt x="768" y="1"/>
                  </a:moveTo>
                  <a:cubicBezTo>
                    <a:pt x="760" y="1"/>
                    <a:pt x="752" y="2"/>
                    <a:pt x="745" y="4"/>
                  </a:cubicBezTo>
                  <a:lnTo>
                    <a:pt x="79" y="182"/>
                  </a:lnTo>
                  <a:cubicBezTo>
                    <a:pt x="30" y="196"/>
                    <a:pt x="1" y="245"/>
                    <a:pt x="15" y="294"/>
                  </a:cubicBezTo>
                  <a:cubicBezTo>
                    <a:pt x="25" y="337"/>
                    <a:pt x="62" y="363"/>
                    <a:pt x="103" y="363"/>
                  </a:cubicBezTo>
                  <a:cubicBezTo>
                    <a:pt x="110" y="363"/>
                    <a:pt x="118" y="361"/>
                    <a:pt x="126" y="359"/>
                  </a:cubicBezTo>
                  <a:lnTo>
                    <a:pt x="792" y="180"/>
                  </a:lnTo>
                  <a:cubicBezTo>
                    <a:pt x="840" y="166"/>
                    <a:pt x="870" y="117"/>
                    <a:pt x="856" y="68"/>
                  </a:cubicBezTo>
                  <a:cubicBezTo>
                    <a:pt x="846" y="27"/>
                    <a:pt x="80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1"/>
            <p:cNvSpPr/>
            <p:nvPr/>
          </p:nvSpPr>
          <p:spPr>
            <a:xfrm>
              <a:off x="3012538" y="3503192"/>
              <a:ext cx="191547" cy="32425"/>
            </a:xfrm>
            <a:custGeom>
              <a:avLst/>
              <a:gdLst/>
              <a:ahLst/>
              <a:cxnLst/>
              <a:rect l="l" t="t" r="r" b="b"/>
              <a:pathLst>
                <a:path w="4342" h="735" extrusionOk="0">
                  <a:moveTo>
                    <a:pt x="4239" y="1"/>
                  </a:moveTo>
                  <a:cubicBezTo>
                    <a:pt x="4220" y="1"/>
                    <a:pt x="4201" y="7"/>
                    <a:pt x="4184" y="19"/>
                  </a:cubicBezTo>
                  <a:cubicBezTo>
                    <a:pt x="4176" y="24"/>
                    <a:pt x="3455" y="552"/>
                    <a:pt x="2171" y="552"/>
                  </a:cubicBezTo>
                  <a:cubicBezTo>
                    <a:pt x="886" y="552"/>
                    <a:pt x="164" y="24"/>
                    <a:pt x="158" y="19"/>
                  </a:cubicBezTo>
                  <a:cubicBezTo>
                    <a:pt x="142" y="7"/>
                    <a:pt x="123" y="1"/>
                    <a:pt x="104" y="1"/>
                  </a:cubicBezTo>
                  <a:cubicBezTo>
                    <a:pt x="76" y="1"/>
                    <a:pt x="48" y="14"/>
                    <a:pt x="30" y="37"/>
                  </a:cubicBezTo>
                  <a:cubicBezTo>
                    <a:pt x="0" y="77"/>
                    <a:pt x="8" y="135"/>
                    <a:pt x="49" y="164"/>
                  </a:cubicBezTo>
                  <a:cubicBezTo>
                    <a:pt x="79" y="188"/>
                    <a:pt x="821" y="735"/>
                    <a:pt x="2171" y="735"/>
                  </a:cubicBezTo>
                  <a:cubicBezTo>
                    <a:pt x="3521" y="735"/>
                    <a:pt x="4263" y="188"/>
                    <a:pt x="4293" y="164"/>
                  </a:cubicBezTo>
                  <a:cubicBezTo>
                    <a:pt x="4334" y="134"/>
                    <a:pt x="4341" y="78"/>
                    <a:pt x="4311" y="37"/>
                  </a:cubicBezTo>
                  <a:cubicBezTo>
                    <a:pt x="4294" y="13"/>
                    <a:pt x="4267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1"/>
            <p:cNvSpPr/>
            <p:nvPr/>
          </p:nvSpPr>
          <p:spPr>
            <a:xfrm>
              <a:off x="2759502" y="3690102"/>
              <a:ext cx="180166" cy="352876"/>
            </a:xfrm>
            <a:custGeom>
              <a:avLst/>
              <a:gdLst/>
              <a:ahLst/>
              <a:cxnLst/>
              <a:rect l="l" t="t" r="r" b="b"/>
              <a:pathLst>
                <a:path w="4084" h="7999" extrusionOk="0">
                  <a:moveTo>
                    <a:pt x="4084" y="0"/>
                  </a:moveTo>
                  <a:cubicBezTo>
                    <a:pt x="4084" y="0"/>
                    <a:pt x="3300" y="292"/>
                    <a:pt x="2614" y="1377"/>
                  </a:cubicBezTo>
                  <a:cubicBezTo>
                    <a:pt x="1929" y="2460"/>
                    <a:pt x="1168" y="4676"/>
                    <a:pt x="449" y="5997"/>
                  </a:cubicBezTo>
                  <a:cubicBezTo>
                    <a:pt x="0" y="6822"/>
                    <a:pt x="426" y="7531"/>
                    <a:pt x="993" y="7835"/>
                  </a:cubicBezTo>
                  <a:cubicBezTo>
                    <a:pt x="1180" y="7935"/>
                    <a:pt x="1382" y="7999"/>
                    <a:pt x="1590" y="7999"/>
                  </a:cubicBezTo>
                  <a:cubicBezTo>
                    <a:pt x="2014" y="7999"/>
                    <a:pt x="2464" y="7735"/>
                    <a:pt x="2876" y="6976"/>
                  </a:cubicBezTo>
                  <a:cubicBezTo>
                    <a:pt x="3213" y="6352"/>
                    <a:pt x="4084" y="4825"/>
                    <a:pt x="4084" y="4825"/>
                  </a:cubicBezTo>
                  <a:lnTo>
                    <a:pt x="4084" y="0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1"/>
            <p:cNvSpPr/>
            <p:nvPr/>
          </p:nvSpPr>
          <p:spPr>
            <a:xfrm>
              <a:off x="2759149" y="3680176"/>
              <a:ext cx="189959" cy="372198"/>
            </a:xfrm>
            <a:custGeom>
              <a:avLst/>
              <a:gdLst/>
              <a:ahLst/>
              <a:cxnLst/>
              <a:rect l="l" t="t" r="r" b="b"/>
              <a:pathLst>
                <a:path w="4306" h="8437" extrusionOk="0">
                  <a:moveTo>
                    <a:pt x="4305" y="0"/>
                  </a:moveTo>
                  <a:lnTo>
                    <a:pt x="3908" y="66"/>
                  </a:lnTo>
                  <a:cubicBezTo>
                    <a:pt x="3872" y="79"/>
                    <a:pt x="3158" y="357"/>
                    <a:pt x="2442" y="1488"/>
                  </a:cubicBezTo>
                  <a:cubicBezTo>
                    <a:pt x="2059" y="2092"/>
                    <a:pt x="1670" y="3005"/>
                    <a:pt x="1258" y="3971"/>
                  </a:cubicBezTo>
                  <a:cubicBezTo>
                    <a:pt x="931" y="4735"/>
                    <a:pt x="593" y="5528"/>
                    <a:pt x="271" y="6120"/>
                  </a:cubicBezTo>
                  <a:cubicBezTo>
                    <a:pt x="56" y="6516"/>
                    <a:pt x="1" y="6929"/>
                    <a:pt x="115" y="7312"/>
                  </a:cubicBezTo>
                  <a:cubicBezTo>
                    <a:pt x="232" y="7702"/>
                    <a:pt x="519" y="8043"/>
                    <a:pt x="901" y="8247"/>
                  </a:cubicBezTo>
                  <a:cubicBezTo>
                    <a:pt x="1083" y="8344"/>
                    <a:pt x="1327" y="8437"/>
                    <a:pt x="1602" y="8437"/>
                  </a:cubicBezTo>
                  <a:cubicBezTo>
                    <a:pt x="2055" y="8437"/>
                    <a:pt x="2594" y="8187"/>
                    <a:pt x="3071" y="7303"/>
                  </a:cubicBezTo>
                  <a:cubicBezTo>
                    <a:pt x="3404" y="6688"/>
                    <a:pt x="4268" y="5171"/>
                    <a:pt x="4277" y="5156"/>
                  </a:cubicBezTo>
                  <a:lnTo>
                    <a:pt x="4305" y="5107"/>
                  </a:lnTo>
                  <a:lnTo>
                    <a:pt x="43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1"/>
            <p:cNvSpPr/>
            <p:nvPr/>
          </p:nvSpPr>
          <p:spPr>
            <a:xfrm>
              <a:off x="2759281" y="3680132"/>
              <a:ext cx="189871" cy="372242"/>
            </a:xfrm>
            <a:custGeom>
              <a:avLst/>
              <a:gdLst/>
              <a:ahLst/>
              <a:cxnLst/>
              <a:rect l="l" t="t" r="r" b="b"/>
              <a:pathLst>
                <a:path w="4304" h="8438" extrusionOk="0">
                  <a:moveTo>
                    <a:pt x="4303" y="0"/>
                  </a:moveTo>
                  <a:lnTo>
                    <a:pt x="3906" y="66"/>
                  </a:lnTo>
                  <a:cubicBezTo>
                    <a:pt x="3903" y="67"/>
                    <a:pt x="3885" y="74"/>
                    <a:pt x="3859" y="85"/>
                  </a:cubicBezTo>
                  <a:cubicBezTo>
                    <a:pt x="3344" y="1604"/>
                    <a:pt x="3082" y="3197"/>
                    <a:pt x="2806" y="4773"/>
                  </a:cubicBezTo>
                  <a:cubicBezTo>
                    <a:pt x="2804" y="4784"/>
                    <a:pt x="2792" y="4791"/>
                    <a:pt x="2782" y="4792"/>
                  </a:cubicBezTo>
                  <a:cubicBezTo>
                    <a:pt x="2371" y="4799"/>
                    <a:pt x="1962" y="4868"/>
                    <a:pt x="1573" y="4998"/>
                  </a:cubicBezTo>
                  <a:cubicBezTo>
                    <a:pt x="1217" y="5118"/>
                    <a:pt x="885" y="5287"/>
                    <a:pt x="582" y="5497"/>
                  </a:cubicBezTo>
                  <a:cubicBezTo>
                    <a:pt x="477" y="5721"/>
                    <a:pt x="372" y="5931"/>
                    <a:pt x="269" y="6121"/>
                  </a:cubicBezTo>
                  <a:cubicBezTo>
                    <a:pt x="53" y="6517"/>
                    <a:pt x="0" y="6930"/>
                    <a:pt x="113" y="7313"/>
                  </a:cubicBezTo>
                  <a:cubicBezTo>
                    <a:pt x="230" y="7702"/>
                    <a:pt x="516" y="8044"/>
                    <a:pt x="899" y="8248"/>
                  </a:cubicBezTo>
                  <a:cubicBezTo>
                    <a:pt x="1080" y="8345"/>
                    <a:pt x="1325" y="8438"/>
                    <a:pt x="1600" y="8438"/>
                  </a:cubicBezTo>
                  <a:cubicBezTo>
                    <a:pt x="2053" y="8438"/>
                    <a:pt x="2591" y="8188"/>
                    <a:pt x="3069" y="7304"/>
                  </a:cubicBezTo>
                  <a:cubicBezTo>
                    <a:pt x="3401" y="6689"/>
                    <a:pt x="4266" y="5171"/>
                    <a:pt x="4275" y="5157"/>
                  </a:cubicBezTo>
                  <a:lnTo>
                    <a:pt x="4303" y="5108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1"/>
            <p:cNvSpPr/>
            <p:nvPr/>
          </p:nvSpPr>
          <p:spPr>
            <a:xfrm>
              <a:off x="2760781" y="3909038"/>
              <a:ext cx="179857" cy="143330"/>
            </a:xfrm>
            <a:custGeom>
              <a:avLst/>
              <a:gdLst/>
              <a:ahLst/>
              <a:cxnLst/>
              <a:rect l="l" t="t" r="r" b="b"/>
              <a:pathLst>
                <a:path w="4077" h="3249" extrusionOk="0">
                  <a:moveTo>
                    <a:pt x="2743" y="0"/>
                  </a:moveTo>
                  <a:cubicBezTo>
                    <a:pt x="1851" y="0"/>
                    <a:pt x="1025" y="344"/>
                    <a:pt x="384" y="978"/>
                  </a:cubicBezTo>
                  <a:cubicBezTo>
                    <a:pt x="277" y="1084"/>
                    <a:pt x="177" y="1197"/>
                    <a:pt x="79" y="1314"/>
                  </a:cubicBezTo>
                  <a:cubicBezTo>
                    <a:pt x="4" y="1589"/>
                    <a:pt x="1" y="1863"/>
                    <a:pt x="79" y="2124"/>
                  </a:cubicBezTo>
                  <a:cubicBezTo>
                    <a:pt x="196" y="2513"/>
                    <a:pt x="482" y="2855"/>
                    <a:pt x="865" y="3059"/>
                  </a:cubicBezTo>
                  <a:cubicBezTo>
                    <a:pt x="1046" y="3156"/>
                    <a:pt x="1291" y="3249"/>
                    <a:pt x="1566" y="3249"/>
                  </a:cubicBezTo>
                  <a:cubicBezTo>
                    <a:pt x="2019" y="3249"/>
                    <a:pt x="2557" y="2999"/>
                    <a:pt x="3035" y="2115"/>
                  </a:cubicBezTo>
                  <a:cubicBezTo>
                    <a:pt x="3278" y="1663"/>
                    <a:pt x="3809" y="727"/>
                    <a:pt x="4077" y="254"/>
                  </a:cubicBezTo>
                  <a:cubicBezTo>
                    <a:pt x="3719" y="88"/>
                    <a:pt x="3312" y="23"/>
                    <a:pt x="2916" y="4"/>
                  </a:cubicBezTo>
                  <a:cubicBezTo>
                    <a:pt x="2858" y="2"/>
                    <a:pt x="2801" y="0"/>
                    <a:pt x="2743" y="0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1"/>
            <p:cNvSpPr/>
            <p:nvPr/>
          </p:nvSpPr>
          <p:spPr>
            <a:xfrm>
              <a:off x="2699860" y="2596745"/>
              <a:ext cx="816789" cy="476927"/>
            </a:xfrm>
            <a:custGeom>
              <a:avLst/>
              <a:gdLst/>
              <a:ahLst/>
              <a:cxnLst/>
              <a:rect l="l" t="t" r="r" b="b"/>
              <a:pathLst>
                <a:path w="18515" h="10811" extrusionOk="0">
                  <a:moveTo>
                    <a:pt x="6064" y="0"/>
                  </a:moveTo>
                  <a:cubicBezTo>
                    <a:pt x="6030" y="0"/>
                    <a:pt x="5995" y="13"/>
                    <a:pt x="5967" y="40"/>
                  </a:cubicBezTo>
                  <a:cubicBezTo>
                    <a:pt x="5016" y="977"/>
                    <a:pt x="5642" y="2064"/>
                    <a:pt x="5642" y="2064"/>
                  </a:cubicBezTo>
                  <a:cubicBezTo>
                    <a:pt x="5642" y="2064"/>
                    <a:pt x="5205" y="1925"/>
                    <a:pt x="4570" y="1925"/>
                  </a:cubicBezTo>
                  <a:cubicBezTo>
                    <a:pt x="3863" y="1925"/>
                    <a:pt x="2911" y="2098"/>
                    <a:pt x="2041" y="2828"/>
                  </a:cubicBezTo>
                  <a:cubicBezTo>
                    <a:pt x="0" y="4543"/>
                    <a:pt x="1068" y="6458"/>
                    <a:pt x="1068" y="6458"/>
                  </a:cubicBezTo>
                  <a:cubicBezTo>
                    <a:pt x="1068" y="6458"/>
                    <a:pt x="513" y="8333"/>
                    <a:pt x="2028" y="9692"/>
                  </a:cubicBezTo>
                  <a:cubicBezTo>
                    <a:pt x="2490" y="10106"/>
                    <a:pt x="3118" y="10237"/>
                    <a:pt x="3725" y="10237"/>
                  </a:cubicBezTo>
                  <a:cubicBezTo>
                    <a:pt x="4756" y="10237"/>
                    <a:pt x="5726" y="9861"/>
                    <a:pt x="5726" y="9861"/>
                  </a:cubicBezTo>
                  <a:cubicBezTo>
                    <a:pt x="5726" y="9861"/>
                    <a:pt x="6950" y="10811"/>
                    <a:pt x="9257" y="10811"/>
                  </a:cubicBezTo>
                  <a:cubicBezTo>
                    <a:pt x="11566" y="10811"/>
                    <a:pt x="12789" y="9861"/>
                    <a:pt x="12789" y="9861"/>
                  </a:cubicBezTo>
                  <a:cubicBezTo>
                    <a:pt x="12789" y="9861"/>
                    <a:pt x="13759" y="10237"/>
                    <a:pt x="14789" y="10237"/>
                  </a:cubicBezTo>
                  <a:cubicBezTo>
                    <a:pt x="15396" y="10237"/>
                    <a:pt x="16024" y="10106"/>
                    <a:pt x="16487" y="9692"/>
                  </a:cubicBezTo>
                  <a:cubicBezTo>
                    <a:pt x="18002" y="8333"/>
                    <a:pt x="17447" y="6458"/>
                    <a:pt x="17447" y="6458"/>
                  </a:cubicBezTo>
                  <a:cubicBezTo>
                    <a:pt x="17447" y="6458"/>
                    <a:pt x="18514" y="4543"/>
                    <a:pt x="16473" y="2828"/>
                  </a:cubicBezTo>
                  <a:cubicBezTo>
                    <a:pt x="15604" y="2098"/>
                    <a:pt x="14651" y="1925"/>
                    <a:pt x="13945" y="1925"/>
                  </a:cubicBezTo>
                  <a:cubicBezTo>
                    <a:pt x="13310" y="1925"/>
                    <a:pt x="12873" y="2064"/>
                    <a:pt x="12873" y="2064"/>
                  </a:cubicBezTo>
                  <a:cubicBezTo>
                    <a:pt x="12873" y="2064"/>
                    <a:pt x="12520" y="1133"/>
                    <a:pt x="10845" y="783"/>
                  </a:cubicBezTo>
                  <a:cubicBezTo>
                    <a:pt x="10517" y="714"/>
                    <a:pt x="10205" y="688"/>
                    <a:pt x="9909" y="688"/>
                  </a:cubicBezTo>
                  <a:cubicBezTo>
                    <a:pt x="8931" y="688"/>
                    <a:pt x="8124" y="975"/>
                    <a:pt x="7442" y="975"/>
                  </a:cubicBezTo>
                  <a:cubicBezTo>
                    <a:pt x="7280" y="975"/>
                    <a:pt x="7125" y="959"/>
                    <a:pt x="6977" y="919"/>
                  </a:cubicBezTo>
                  <a:cubicBezTo>
                    <a:pt x="6451" y="777"/>
                    <a:pt x="6265" y="367"/>
                    <a:pt x="6198" y="103"/>
                  </a:cubicBezTo>
                  <a:cubicBezTo>
                    <a:pt x="6182" y="38"/>
                    <a:pt x="6123" y="0"/>
                    <a:pt x="6064" y="0"/>
                  </a:cubicBezTo>
                  <a:close/>
                </a:path>
              </a:pathLst>
            </a:custGeom>
            <a:solidFill>
              <a:srgbClr val="826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1"/>
            <p:cNvSpPr/>
            <p:nvPr/>
          </p:nvSpPr>
          <p:spPr>
            <a:xfrm>
              <a:off x="2710050" y="2685149"/>
              <a:ext cx="806643" cy="388433"/>
            </a:xfrm>
            <a:custGeom>
              <a:avLst/>
              <a:gdLst/>
              <a:ahLst/>
              <a:cxnLst/>
              <a:rect l="l" t="t" r="r" b="b"/>
              <a:pathLst>
                <a:path w="18285" h="8805" extrusionOk="0">
                  <a:moveTo>
                    <a:pt x="14518" y="1"/>
                  </a:moveTo>
                  <a:lnTo>
                    <a:pt x="14518" y="1"/>
                  </a:lnTo>
                  <a:cubicBezTo>
                    <a:pt x="14782" y="246"/>
                    <a:pt x="15007" y="536"/>
                    <a:pt x="15181" y="847"/>
                  </a:cubicBezTo>
                  <a:cubicBezTo>
                    <a:pt x="15578" y="1550"/>
                    <a:pt x="15788" y="2398"/>
                    <a:pt x="15678" y="3204"/>
                  </a:cubicBezTo>
                  <a:cubicBezTo>
                    <a:pt x="15434" y="4981"/>
                    <a:pt x="13662" y="6294"/>
                    <a:pt x="11916" y="6294"/>
                  </a:cubicBezTo>
                  <a:cubicBezTo>
                    <a:pt x="11896" y="6294"/>
                    <a:pt x="11876" y="6294"/>
                    <a:pt x="11856" y="6294"/>
                  </a:cubicBezTo>
                  <a:cubicBezTo>
                    <a:pt x="11629" y="6289"/>
                    <a:pt x="11410" y="6251"/>
                    <a:pt x="11185" y="6221"/>
                  </a:cubicBezTo>
                  <a:cubicBezTo>
                    <a:pt x="11074" y="6207"/>
                    <a:pt x="10964" y="6183"/>
                    <a:pt x="10853" y="6183"/>
                  </a:cubicBezTo>
                  <a:cubicBezTo>
                    <a:pt x="10831" y="6183"/>
                    <a:pt x="10809" y="6184"/>
                    <a:pt x="10788" y="6186"/>
                  </a:cubicBezTo>
                  <a:cubicBezTo>
                    <a:pt x="10636" y="6201"/>
                    <a:pt x="10509" y="6260"/>
                    <a:pt x="10384" y="6343"/>
                  </a:cubicBezTo>
                  <a:cubicBezTo>
                    <a:pt x="10148" y="6500"/>
                    <a:pt x="9947" y="6668"/>
                    <a:pt x="9675" y="6762"/>
                  </a:cubicBezTo>
                  <a:cubicBezTo>
                    <a:pt x="9390" y="6862"/>
                    <a:pt x="9089" y="6915"/>
                    <a:pt x="8787" y="6921"/>
                  </a:cubicBezTo>
                  <a:cubicBezTo>
                    <a:pt x="8763" y="6921"/>
                    <a:pt x="8738" y="6921"/>
                    <a:pt x="8714" y="6921"/>
                  </a:cubicBezTo>
                  <a:cubicBezTo>
                    <a:pt x="7830" y="6921"/>
                    <a:pt x="6878" y="6593"/>
                    <a:pt x="6192" y="6043"/>
                  </a:cubicBezTo>
                  <a:cubicBezTo>
                    <a:pt x="6020" y="5906"/>
                    <a:pt x="5862" y="5748"/>
                    <a:pt x="5732" y="5569"/>
                  </a:cubicBezTo>
                  <a:cubicBezTo>
                    <a:pt x="5706" y="5532"/>
                    <a:pt x="5679" y="5459"/>
                    <a:pt x="5636" y="5449"/>
                  </a:cubicBezTo>
                  <a:cubicBezTo>
                    <a:pt x="5633" y="5448"/>
                    <a:pt x="5630" y="5448"/>
                    <a:pt x="5627" y="5448"/>
                  </a:cubicBezTo>
                  <a:cubicBezTo>
                    <a:pt x="5584" y="5448"/>
                    <a:pt x="5495" y="5496"/>
                    <a:pt x="5458" y="5507"/>
                  </a:cubicBezTo>
                  <a:cubicBezTo>
                    <a:pt x="5346" y="5538"/>
                    <a:pt x="5231" y="5564"/>
                    <a:pt x="5116" y="5581"/>
                  </a:cubicBezTo>
                  <a:cubicBezTo>
                    <a:pt x="4969" y="5604"/>
                    <a:pt x="4822" y="5615"/>
                    <a:pt x="4674" y="5615"/>
                  </a:cubicBezTo>
                  <a:cubicBezTo>
                    <a:pt x="4381" y="5615"/>
                    <a:pt x="4088" y="5572"/>
                    <a:pt x="3808" y="5490"/>
                  </a:cubicBezTo>
                  <a:cubicBezTo>
                    <a:pt x="2931" y="5236"/>
                    <a:pt x="2166" y="4629"/>
                    <a:pt x="1685" y="3858"/>
                  </a:cubicBezTo>
                  <a:cubicBezTo>
                    <a:pt x="1464" y="3502"/>
                    <a:pt x="1297" y="3108"/>
                    <a:pt x="1234" y="2693"/>
                  </a:cubicBezTo>
                  <a:cubicBezTo>
                    <a:pt x="1175" y="2303"/>
                    <a:pt x="1178" y="1904"/>
                    <a:pt x="1227" y="1514"/>
                  </a:cubicBezTo>
                  <a:cubicBezTo>
                    <a:pt x="1233" y="1477"/>
                    <a:pt x="1239" y="1437"/>
                    <a:pt x="1245" y="1398"/>
                  </a:cubicBezTo>
                  <a:lnTo>
                    <a:pt x="1245" y="1398"/>
                  </a:lnTo>
                  <a:cubicBezTo>
                    <a:pt x="0" y="2938"/>
                    <a:pt x="841" y="4451"/>
                    <a:pt x="841" y="4451"/>
                  </a:cubicBezTo>
                  <a:cubicBezTo>
                    <a:pt x="841" y="4451"/>
                    <a:pt x="285" y="6326"/>
                    <a:pt x="1801" y="7686"/>
                  </a:cubicBezTo>
                  <a:cubicBezTo>
                    <a:pt x="2263" y="8100"/>
                    <a:pt x="2891" y="8231"/>
                    <a:pt x="3498" y="8231"/>
                  </a:cubicBezTo>
                  <a:cubicBezTo>
                    <a:pt x="4528" y="8231"/>
                    <a:pt x="5499" y="7855"/>
                    <a:pt x="5499" y="7855"/>
                  </a:cubicBezTo>
                  <a:cubicBezTo>
                    <a:pt x="5499" y="7855"/>
                    <a:pt x="6722" y="8804"/>
                    <a:pt x="9030" y="8804"/>
                  </a:cubicBezTo>
                  <a:cubicBezTo>
                    <a:pt x="11337" y="8804"/>
                    <a:pt x="12561" y="7855"/>
                    <a:pt x="12561" y="7855"/>
                  </a:cubicBezTo>
                  <a:cubicBezTo>
                    <a:pt x="12561" y="7855"/>
                    <a:pt x="13532" y="8231"/>
                    <a:pt x="14562" y="8231"/>
                  </a:cubicBezTo>
                  <a:cubicBezTo>
                    <a:pt x="15169" y="8231"/>
                    <a:pt x="15797" y="8100"/>
                    <a:pt x="16259" y="7686"/>
                  </a:cubicBezTo>
                  <a:cubicBezTo>
                    <a:pt x="17775" y="6325"/>
                    <a:pt x="17219" y="4451"/>
                    <a:pt x="17219" y="4451"/>
                  </a:cubicBezTo>
                  <a:cubicBezTo>
                    <a:pt x="17219" y="4451"/>
                    <a:pt x="18284" y="2539"/>
                    <a:pt x="16242" y="824"/>
                  </a:cubicBezTo>
                  <a:cubicBezTo>
                    <a:pt x="15673" y="344"/>
                    <a:pt x="15068" y="108"/>
                    <a:pt x="14518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1"/>
            <p:cNvSpPr/>
            <p:nvPr/>
          </p:nvSpPr>
          <p:spPr>
            <a:xfrm>
              <a:off x="2872742" y="4238390"/>
              <a:ext cx="471192" cy="551085"/>
            </a:xfrm>
            <a:custGeom>
              <a:avLst/>
              <a:gdLst/>
              <a:ahLst/>
              <a:cxnLst/>
              <a:rect l="l" t="t" r="r" b="b"/>
              <a:pathLst>
                <a:path w="10681" h="12492" extrusionOk="0">
                  <a:moveTo>
                    <a:pt x="709" y="1"/>
                  </a:moveTo>
                  <a:cubicBezTo>
                    <a:pt x="709" y="1"/>
                    <a:pt x="510" y="3205"/>
                    <a:pt x="267" y="6892"/>
                  </a:cubicBezTo>
                  <a:cubicBezTo>
                    <a:pt x="267" y="6892"/>
                    <a:pt x="241" y="10926"/>
                    <a:pt x="1" y="12492"/>
                  </a:cubicBezTo>
                  <a:lnTo>
                    <a:pt x="2379" y="12492"/>
                  </a:lnTo>
                  <a:lnTo>
                    <a:pt x="3488" y="6892"/>
                  </a:lnTo>
                  <a:cubicBezTo>
                    <a:pt x="3488" y="6892"/>
                    <a:pt x="4284" y="4848"/>
                    <a:pt x="5068" y="1378"/>
                  </a:cubicBezTo>
                  <a:lnTo>
                    <a:pt x="5614" y="1378"/>
                  </a:lnTo>
                  <a:cubicBezTo>
                    <a:pt x="6398" y="4848"/>
                    <a:pt x="7194" y="6892"/>
                    <a:pt x="7194" y="6892"/>
                  </a:cubicBezTo>
                  <a:lnTo>
                    <a:pt x="8302" y="12492"/>
                  </a:lnTo>
                  <a:lnTo>
                    <a:pt x="10681" y="12492"/>
                  </a:lnTo>
                  <a:cubicBezTo>
                    <a:pt x="10440" y="10923"/>
                    <a:pt x="10415" y="6892"/>
                    <a:pt x="10415" y="6892"/>
                  </a:cubicBezTo>
                  <a:cubicBezTo>
                    <a:pt x="10169" y="3206"/>
                    <a:pt x="9973" y="1"/>
                    <a:pt x="9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1"/>
            <p:cNvSpPr/>
            <p:nvPr/>
          </p:nvSpPr>
          <p:spPr>
            <a:xfrm>
              <a:off x="2911782" y="4246507"/>
              <a:ext cx="36263" cy="97582"/>
            </a:xfrm>
            <a:custGeom>
              <a:avLst/>
              <a:gdLst/>
              <a:ahLst/>
              <a:cxnLst/>
              <a:rect l="l" t="t" r="r" b="b"/>
              <a:pathLst>
                <a:path w="822" h="2212" extrusionOk="0">
                  <a:moveTo>
                    <a:pt x="762" y="0"/>
                  </a:moveTo>
                  <a:cubicBezTo>
                    <a:pt x="730" y="0"/>
                    <a:pt x="701" y="27"/>
                    <a:pt x="701" y="60"/>
                  </a:cubicBezTo>
                  <a:cubicBezTo>
                    <a:pt x="701" y="1140"/>
                    <a:pt x="27" y="2108"/>
                    <a:pt x="20" y="2117"/>
                  </a:cubicBezTo>
                  <a:cubicBezTo>
                    <a:pt x="0" y="2144"/>
                    <a:pt x="7" y="2181"/>
                    <a:pt x="34" y="2201"/>
                  </a:cubicBezTo>
                  <a:cubicBezTo>
                    <a:pt x="45" y="2208"/>
                    <a:pt x="58" y="2212"/>
                    <a:pt x="70" y="2212"/>
                  </a:cubicBezTo>
                  <a:cubicBezTo>
                    <a:pt x="89" y="2212"/>
                    <a:pt x="107" y="2202"/>
                    <a:pt x="118" y="2187"/>
                  </a:cubicBezTo>
                  <a:cubicBezTo>
                    <a:pt x="148" y="2146"/>
                    <a:pt x="822" y="1179"/>
                    <a:pt x="822" y="60"/>
                  </a:cubicBezTo>
                  <a:cubicBezTo>
                    <a:pt x="822" y="28"/>
                    <a:pt x="796" y="0"/>
                    <a:pt x="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1"/>
            <p:cNvSpPr/>
            <p:nvPr/>
          </p:nvSpPr>
          <p:spPr>
            <a:xfrm>
              <a:off x="3268485" y="4246507"/>
              <a:ext cx="36351" cy="97582"/>
            </a:xfrm>
            <a:custGeom>
              <a:avLst/>
              <a:gdLst/>
              <a:ahLst/>
              <a:cxnLst/>
              <a:rect l="l" t="t" r="r" b="b"/>
              <a:pathLst>
                <a:path w="824" h="2212" extrusionOk="0">
                  <a:moveTo>
                    <a:pt x="62" y="0"/>
                  </a:moveTo>
                  <a:cubicBezTo>
                    <a:pt x="29" y="0"/>
                    <a:pt x="1" y="27"/>
                    <a:pt x="1" y="60"/>
                  </a:cubicBezTo>
                  <a:cubicBezTo>
                    <a:pt x="1" y="1178"/>
                    <a:pt x="676" y="2146"/>
                    <a:pt x="705" y="2187"/>
                  </a:cubicBezTo>
                  <a:cubicBezTo>
                    <a:pt x="717" y="2202"/>
                    <a:pt x="736" y="2212"/>
                    <a:pt x="755" y="2212"/>
                  </a:cubicBezTo>
                  <a:cubicBezTo>
                    <a:pt x="767" y="2212"/>
                    <a:pt x="780" y="2209"/>
                    <a:pt x="789" y="2201"/>
                  </a:cubicBezTo>
                  <a:cubicBezTo>
                    <a:pt x="817" y="2183"/>
                    <a:pt x="823" y="2145"/>
                    <a:pt x="803" y="2117"/>
                  </a:cubicBezTo>
                  <a:cubicBezTo>
                    <a:pt x="797" y="2107"/>
                    <a:pt x="122" y="1140"/>
                    <a:pt x="122" y="60"/>
                  </a:cubicBezTo>
                  <a:cubicBezTo>
                    <a:pt x="122" y="28"/>
                    <a:pt x="95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1"/>
            <p:cNvSpPr/>
            <p:nvPr/>
          </p:nvSpPr>
          <p:spPr>
            <a:xfrm>
              <a:off x="3124454" y="4317265"/>
              <a:ext cx="219340" cy="472295"/>
            </a:xfrm>
            <a:custGeom>
              <a:avLst/>
              <a:gdLst/>
              <a:ahLst/>
              <a:cxnLst/>
              <a:rect l="l" t="t" r="r" b="b"/>
              <a:pathLst>
                <a:path w="4972" h="10706" extrusionOk="0">
                  <a:moveTo>
                    <a:pt x="1" y="1"/>
                  </a:moveTo>
                  <a:lnTo>
                    <a:pt x="1" y="1"/>
                  </a:lnTo>
                  <a:cubicBezTo>
                    <a:pt x="753" y="3219"/>
                    <a:pt x="1485" y="5105"/>
                    <a:pt x="1485" y="5105"/>
                  </a:cubicBezTo>
                  <a:lnTo>
                    <a:pt x="2593" y="10705"/>
                  </a:lnTo>
                  <a:lnTo>
                    <a:pt x="4972" y="10705"/>
                  </a:lnTo>
                  <a:cubicBezTo>
                    <a:pt x="4883" y="10123"/>
                    <a:pt x="4824" y="9203"/>
                    <a:pt x="4784" y="8274"/>
                  </a:cubicBezTo>
                  <a:cubicBezTo>
                    <a:pt x="4783" y="8272"/>
                    <a:pt x="4779" y="8272"/>
                    <a:pt x="4775" y="8272"/>
                  </a:cubicBezTo>
                  <a:cubicBezTo>
                    <a:pt x="4402" y="8190"/>
                    <a:pt x="4116" y="7979"/>
                    <a:pt x="3886" y="7679"/>
                  </a:cubicBezTo>
                  <a:cubicBezTo>
                    <a:pt x="3447" y="7110"/>
                    <a:pt x="3197" y="6403"/>
                    <a:pt x="2945" y="5737"/>
                  </a:cubicBezTo>
                  <a:cubicBezTo>
                    <a:pt x="2801" y="5357"/>
                    <a:pt x="2645" y="4980"/>
                    <a:pt x="2413" y="4643"/>
                  </a:cubicBezTo>
                  <a:cubicBezTo>
                    <a:pt x="2177" y="4302"/>
                    <a:pt x="1926" y="3972"/>
                    <a:pt x="1692" y="3630"/>
                  </a:cubicBezTo>
                  <a:cubicBezTo>
                    <a:pt x="1210" y="2924"/>
                    <a:pt x="870" y="2139"/>
                    <a:pt x="544" y="1351"/>
                  </a:cubicBezTo>
                  <a:cubicBezTo>
                    <a:pt x="373" y="939"/>
                    <a:pt x="217" y="521"/>
                    <a:pt x="46" y="109"/>
                  </a:cubicBezTo>
                  <a:cubicBezTo>
                    <a:pt x="32" y="73"/>
                    <a:pt x="16" y="36"/>
                    <a:pt x="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1"/>
            <p:cNvSpPr/>
            <p:nvPr/>
          </p:nvSpPr>
          <p:spPr>
            <a:xfrm>
              <a:off x="2872697" y="4317750"/>
              <a:ext cx="219296" cy="471722"/>
            </a:xfrm>
            <a:custGeom>
              <a:avLst/>
              <a:gdLst/>
              <a:ahLst/>
              <a:cxnLst/>
              <a:rect l="l" t="t" r="r" b="b"/>
              <a:pathLst>
                <a:path w="4971" h="10693" extrusionOk="0">
                  <a:moveTo>
                    <a:pt x="4970" y="0"/>
                  </a:moveTo>
                  <a:lnTo>
                    <a:pt x="4970" y="0"/>
                  </a:lnTo>
                  <a:cubicBezTo>
                    <a:pt x="4801" y="423"/>
                    <a:pt x="4636" y="844"/>
                    <a:pt x="4446" y="1258"/>
                  </a:cubicBezTo>
                  <a:cubicBezTo>
                    <a:pt x="4019" y="2189"/>
                    <a:pt x="3519" y="3084"/>
                    <a:pt x="3009" y="3970"/>
                  </a:cubicBezTo>
                  <a:cubicBezTo>
                    <a:pt x="2883" y="4190"/>
                    <a:pt x="2753" y="4411"/>
                    <a:pt x="2627" y="4630"/>
                  </a:cubicBezTo>
                  <a:cubicBezTo>
                    <a:pt x="2514" y="4827"/>
                    <a:pt x="2376" y="5022"/>
                    <a:pt x="2294" y="5235"/>
                  </a:cubicBezTo>
                  <a:cubicBezTo>
                    <a:pt x="2164" y="5570"/>
                    <a:pt x="2165" y="5938"/>
                    <a:pt x="2160" y="6292"/>
                  </a:cubicBezTo>
                  <a:cubicBezTo>
                    <a:pt x="2154" y="6629"/>
                    <a:pt x="2153" y="6981"/>
                    <a:pt x="2037" y="7304"/>
                  </a:cubicBezTo>
                  <a:cubicBezTo>
                    <a:pt x="1925" y="7611"/>
                    <a:pt x="1706" y="7847"/>
                    <a:pt x="1419" y="8002"/>
                  </a:cubicBezTo>
                  <a:cubicBezTo>
                    <a:pt x="1101" y="8176"/>
                    <a:pt x="738" y="8274"/>
                    <a:pt x="379" y="8316"/>
                  </a:cubicBezTo>
                  <a:cubicBezTo>
                    <a:pt x="316" y="8324"/>
                    <a:pt x="251" y="8328"/>
                    <a:pt x="187" y="8330"/>
                  </a:cubicBezTo>
                  <a:cubicBezTo>
                    <a:pt x="147" y="9235"/>
                    <a:pt x="88" y="10126"/>
                    <a:pt x="1" y="10693"/>
                  </a:cubicBezTo>
                  <a:lnTo>
                    <a:pt x="2379" y="10693"/>
                  </a:lnTo>
                  <a:lnTo>
                    <a:pt x="3488" y="5093"/>
                  </a:lnTo>
                  <a:cubicBezTo>
                    <a:pt x="3488" y="5093"/>
                    <a:pt x="4219" y="3212"/>
                    <a:pt x="497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1"/>
            <p:cNvSpPr/>
            <p:nvPr/>
          </p:nvSpPr>
          <p:spPr>
            <a:xfrm>
              <a:off x="2901195" y="4238346"/>
              <a:ext cx="413005" cy="51615"/>
            </a:xfrm>
            <a:custGeom>
              <a:avLst/>
              <a:gdLst/>
              <a:ahLst/>
              <a:cxnLst/>
              <a:rect l="l" t="t" r="r" b="b"/>
              <a:pathLst>
                <a:path w="9362" h="1170" extrusionOk="0">
                  <a:moveTo>
                    <a:pt x="61" y="1"/>
                  </a:moveTo>
                  <a:cubicBezTo>
                    <a:pt x="61" y="1"/>
                    <a:pt x="40" y="349"/>
                    <a:pt x="1" y="948"/>
                  </a:cubicBezTo>
                  <a:cubicBezTo>
                    <a:pt x="237" y="986"/>
                    <a:pt x="477" y="997"/>
                    <a:pt x="710" y="1023"/>
                  </a:cubicBezTo>
                  <a:cubicBezTo>
                    <a:pt x="1155" y="1073"/>
                    <a:pt x="1602" y="1111"/>
                    <a:pt x="2050" y="1136"/>
                  </a:cubicBezTo>
                  <a:cubicBezTo>
                    <a:pt x="2462" y="1159"/>
                    <a:pt x="2874" y="1170"/>
                    <a:pt x="3286" y="1170"/>
                  </a:cubicBezTo>
                  <a:cubicBezTo>
                    <a:pt x="4462" y="1170"/>
                    <a:pt x="5636" y="1084"/>
                    <a:pt x="6805" y="951"/>
                  </a:cubicBezTo>
                  <a:cubicBezTo>
                    <a:pt x="7663" y="854"/>
                    <a:pt x="8515" y="725"/>
                    <a:pt x="9362" y="565"/>
                  </a:cubicBezTo>
                  <a:cubicBezTo>
                    <a:pt x="9339" y="203"/>
                    <a:pt x="9327" y="1"/>
                    <a:pt x="932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1"/>
            <p:cNvSpPr/>
            <p:nvPr/>
          </p:nvSpPr>
          <p:spPr>
            <a:xfrm>
              <a:off x="2885226" y="3667427"/>
              <a:ext cx="445606" cy="587656"/>
            </a:xfrm>
            <a:custGeom>
              <a:avLst/>
              <a:gdLst/>
              <a:ahLst/>
              <a:cxnLst/>
              <a:rect l="l" t="t" r="r" b="b"/>
              <a:pathLst>
                <a:path w="10101" h="13321" extrusionOk="0">
                  <a:moveTo>
                    <a:pt x="6682" y="1"/>
                  </a:moveTo>
                  <a:cubicBezTo>
                    <a:pt x="6636" y="1"/>
                    <a:pt x="6595" y="22"/>
                    <a:pt x="6566" y="55"/>
                  </a:cubicBezTo>
                  <a:cubicBezTo>
                    <a:pt x="6202" y="488"/>
                    <a:pt x="5660" y="763"/>
                    <a:pt x="5051" y="763"/>
                  </a:cubicBezTo>
                  <a:cubicBezTo>
                    <a:pt x="4443" y="763"/>
                    <a:pt x="3902" y="490"/>
                    <a:pt x="3539" y="60"/>
                  </a:cubicBezTo>
                  <a:cubicBezTo>
                    <a:pt x="3512" y="29"/>
                    <a:pt x="3474" y="12"/>
                    <a:pt x="3433" y="12"/>
                  </a:cubicBezTo>
                  <a:cubicBezTo>
                    <a:pt x="3426" y="12"/>
                    <a:pt x="3419" y="12"/>
                    <a:pt x="3412" y="13"/>
                  </a:cubicBezTo>
                  <a:lnTo>
                    <a:pt x="1121" y="409"/>
                  </a:lnTo>
                  <a:cubicBezTo>
                    <a:pt x="1121" y="409"/>
                    <a:pt x="923" y="2493"/>
                    <a:pt x="767" y="4241"/>
                  </a:cubicBezTo>
                  <a:cubicBezTo>
                    <a:pt x="699" y="5003"/>
                    <a:pt x="596" y="5772"/>
                    <a:pt x="484" y="6587"/>
                  </a:cubicBezTo>
                  <a:cubicBezTo>
                    <a:pt x="351" y="7560"/>
                    <a:pt x="214" y="8568"/>
                    <a:pt x="141" y="9586"/>
                  </a:cubicBezTo>
                  <a:cubicBezTo>
                    <a:pt x="0" y="11594"/>
                    <a:pt x="325" y="13065"/>
                    <a:pt x="325" y="13065"/>
                  </a:cubicBezTo>
                  <a:cubicBezTo>
                    <a:pt x="325" y="13065"/>
                    <a:pt x="1246" y="13321"/>
                    <a:pt x="5055" y="13321"/>
                  </a:cubicBezTo>
                  <a:cubicBezTo>
                    <a:pt x="8603" y="13321"/>
                    <a:pt x="9774" y="13065"/>
                    <a:pt x="9774" y="13065"/>
                  </a:cubicBezTo>
                  <a:cubicBezTo>
                    <a:pt x="9774" y="13065"/>
                    <a:pt x="10101" y="11593"/>
                    <a:pt x="9959" y="9586"/>
                  </a:cubicBezTo>
                  <a:cubicBezTo>
                    <a:pt x="9886" y="8568"/>
                    <a:pt x="9750" y="7560"/>
                    <a:pt x="9616" y="6587"/>
                  </a:cubicBezTo>
                  <a:cubicBezTo>
                    <a:pt x="9505" y="5772"/>
                    <a:pt x="9400" y="5003"/>
                    <a:pt x="9333" y="4241"/>
                  </a:cubicBezTo>
                  <a:cubicBezTo>
                    <a:pt x="9177" y="2493"/>
                    <a:pt x="8937" y="1"/>
                    <a:pt x="8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1"/>
            <p:cNvSpPr/>
            <p:nvPr/>
          </p:nvSpPr>
          <p:spPr>
            <a:xfrm>
              <a:off x="2907371" y="4207025"/>
              <a:ext cx="401226" cy="16587"/>
            </a:xfrm>
            <a:custGeom>
              <a:avLst/>
              <a:gdLst/>
              <a:ahLst/>
              <a:cxnLst/>
              <a:rect l="l" t="t" r="r" b="b"/>
              <a:pathLst>
                <a:path w="9095" h="376" extrusionOk="0">
                  <a:moveTo>
                    <a:pt x="69" y="0"/>
                  </a:moveTo>
                  <a:cubicBezTo>
                    <a:pt x="42" y="0"/>
                    <a:pt x="17" y="18"/>
                    <a:pt x="10" y="45"/>
                  </a:cubicBezTo>
                  <a:cubicBezTo>
                    <a:pt x="1" y="76"/>
                    <a:pt x="18" y="110"/>
                    <a:pt x="52" y="119"/>
                  </a:cubicBezTo>
                  <a:cubicBezTo>
                    <a:pt x="88" y="130"/>
                    <a:pt x="977" y="375"/>
                    <a:pt x="4555" y="375"/>
                  </a:cubicBezTo>
                  <a:cubicBezTo>
                    <a:pt x="7886" y="375"/>
                    <a:pt x="9031" y="122"/>
                    <a:pt x="9041" y="120"/>
                  </a:cubicBezTo>
                  <a:cubicBezTo>
                    <a:pt x="9073" y="114"/>
                    <a:pt x="9094" y="81"/>
                    <a:pt x="9087" y="49"/>
                  </a:cubicBezTo>
                  <a:cubicBezTo>
                    <a:pt x="9081" y="19"/>
                    <a:pt x="9055" y="1"/>
                    <a:pt x="9027" y="1"/>
                  </a:cubicBezTo>
                  <a:cubicBezTo>
                    <a:pt x="9023" y="1"/>
                    <a:pt x="9019" y="2"/>
                    <a:pt x="9015" y="2"/>
                  </a:cubicBezTo>
                  <a:cubicBezTo>
                    <a:pt x="9003" y="4"/>
                    <a:pt x="7866" y="255"/>
                    <a:pt x="4554" y="255"/>
                  </a:cubicBezTo>
                  <a:cubicBezTo>
                    <a:pt x="1003" y="255"/>
                    <a:pt x="94" y="5"/>
                    <a:pt x="85" y="2"/>
                  </a:cubicBezTo>
                  <a:cubicBezTo>
                    <a:pt x="79" y="1"/>
                    <a:pt x="74" y="0"/>
                    <a:pt x="6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1"/>
            <p:cNvSpPr/>
            <p:nvPr/>
          </p:nvSpPr>
          <p:spPr>
            <a:xfrm>
              <a:off x="3014479" y="3674000"/>
              <a:ext cx="187092" cy="52629"/>
            </a:xfrm>
            <a:custGeom>
              <a:avLst/>
              <a:gdLst/>
              <a:ahLst/>
              <a:cxnLst/>
              <a:rect l="l" t="t" r="r" b="b"/>
              <a:pathLst>
                <a:path w="4241" h="1193" extrusionOk="0">
                  <a:moveTo>
                    <a:pt x="70" y="0"/>
                  </a:moveTo>
                  <a:cubicBezTo>
                    <a:pt x="58" y="0"/>
                    <a:pt x="47" y="3"/>
                    <a:pt x="36" y="10"/>
                  </a:cubicBezTo>
                  <a:cubicBezTo>
                    <a:pt x="9" y="29"/>
                    <a:pt x="1" y="67"/>
                    <a:pt x="20" y="94"/>
                  </a:cubicBezTo>
                  <a:cubicBezTo>
                    <a:pt x="500" y="781"/>
                    <a:pt x="1285" y="1192"/>
                    <a:pt x="2122" y="1192"/>
                  </a:cubicBezTo>
                  <a:cubicBezTo>
                    <a:pt x="2958" y="1192"/>
                    <a:pt x="3744" y="782"/>
                    <a:pt x="4223" y="94"/>
                  </a:cubicBezTo>
                  <a:cubicBezTo>
                    <a:pt x="4241" y="68"/>
                    <a:pt x="4234" y="30"/>
                    <a:pt x="4207" y="10"/>
                  </a:cubicBezTo>
                  <a:cubicBezTo>
                    <a:pt x="4197" y="3"/>
                    <a:pt x="4185" y="0"/>
                    <a:pt x="4174" y="0"/>
                  </a:cubicBezTo>
                  <a:cubicBezTo>
                    <a:pt x="4154" y="0"/>
                    <a:pt x="4135" y="9"/>
                    <a:pt x="4123" y="26"/>
                  </a:cubicBezTo>
                  <a:cubicBezTo>
                    <a:pt x="3667" y="681"/>
                    <a:pt x="2918" y="1072"/>
                    <a:pt x="2122" y="1072"/>
                  </a:cubicBezTo>
                  <a:cubicBezTo>
                    <a:pt x="1324" y="1072"/>
                    <a:pt x="575" y="681"/>
                    <a:pt x="120" y="26"/>
                  </a:cubicBezTo>
                  <a:cubicBezTo>
                    <a:pt x="109" y="9"/>
                    <a:pt x="89" y="0"/>
                    <a:pt x="7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1"/>
            <p:cNvSpPr/>
            <p:nvPr/>
          </p:nvSpPr>
          <p:spPr>
            <a:xfrm>
              <a:off x="2887299" y="3667427"/>
              <a:ext cx="441194" cy="560966"/>
            </a:xfrm>
            <a:custGeom>
              <a:avLst/>
              <a:gdLst/>
              <a:ahLst/>
              <a:cxnLst/>
              <a:rect l="l" t="t" r="r" b="b"/>
              <a:pathLst>
                <a:path w="10001" h="12716" extrusionOk="0">
                  <a:moveTo>
                    <a:pt x="6635" y="1"/>
                  </a:moveTo>
                  <a:cubicBezTo>
                    <a:pt x="6589" y="1"/>
                    <a:pt x="6548" y="22"/>
                    <a:pt x="6519" y="55"/>
                  </a:cubicBezTo>
                  <a:cubicBezTo>
                    <a:pt x="6436" y="153"/>
                    <a:pt x="6344" y="242"/>
                    <a:pt x="6245" y="322"/>
                  </a:cubicBezTo>
                  <a:cubicBezTo>
                    <a:pt x="6210" y="544"/>
                    <a:pt x="6164" y="764"/>
                    <a:pt x="6112" y="984"/>
                  </a:cubicBezTo>
                  <a:cubicBezTo>
                    <a:pt x="5914" y="1813"/>
                    <a:pt x="5668" y="2623"/>
                    <a:pt x="5508" y="3461"/>
                  </a:cubicBezTo>
                  <a:cubicBezTo>
                    <a:pt x="5332" y="4378"/>
                    <a:pt x="5191" y="5306"/>
                    <a:pt x="5162" y="6241"/>
                  </a:cubicBezTo>
                  <a:cubicBezTo>
                    <a:pt x="5162" y="6254"/>
                    <a:pt x="5150" y="6265"/>
                    <a:pt x="5137" y="6265"/>
                  </a:cubicBezTo>
                  <a:cubicBezTo>
                    <a:pt x="5133" y="6265"/>
                    <a:pt x="5129" y="6264"/>
                    <a:pt x="5125" y="6262"/>
                  </a:cubicBezTo>
                  <a:cubicBezTo>
                    <a:pt x="4931" y="6137"/>
                    <a:pt x="4714" y="6056"/>
                    <a:pt x="4492" y="5991"/>
                  </a:cubicBezTo>
                  <a:cubicBezTo>
                    <a:pt x="4481" y="5989"/>
                    <a:pt x="4475" y="5978"/>
                    <a:pt x="4474" y="5968"/>
                  </a:cubicBezTo>
                  <a:cubicBezTo>
                    <a:pt x="4424" y="5407"/>
                    <a:pt x="4410" y="4845"/>
                    <a:pt x="4382" y="4284"/>
                  </a:cubicBezTo>
                  <a:cubicBezTo>
                    <a:pt x="4334" y="3316"/>
                    <a:pt x="4202" y="2359"/>
                    <a:pt x="3961" y="1419"/>
                  </a:cubicBezTo>
                  <a:cubicBezTo>
                    <a:pt x="3852" y="990"/>
                    <a:pt x="3721" y="569"/>
                    <a:pt x="3576" y="152"/>
                  </a:cubicBezTo>
                  <a:cubicBezTo>
                    <a:pt x="3546" y="121"/>
                    <a:pt x="3517" y="92"/>
                    <a:pt x="3491" y="60"/>
                  </a:cubicBezTo>
                  <a:cubicBezTo>
                    <a:pt x="3464" y="29"/>
                    <a:pt x="3426" y="12"/>
                    <a:pt x="3384" y="12"/>
                  </a:cubicBezTo>
                  <a:cubicBezTo>
                    <a:pt x="3377" y="12"/>
                    <a:pt x="3370" y="12"/>
                    <a:pt x="3363" y="13"/>
                  </a:cubicBezTo>
                  <a:lnTo>
                    <a:pt x="1072" y="409"/>
                  </a:lnTo>
                  <a:cubicBezTo>
                    <a:pt x="1072" y="409"/>
                    <a:pt x="875" y="2493"/>
                    <a:pt x="719" y="4241"/>
                  </a:cubicBezTo>
                  <a:cubicBezTo>
                    <a:pt x="651" y="5003"/>
                    <a:pt x="547" y="5772"/>
                    <a:pt x="436" y="6587"/>
                  </a:cubicBezTo>
                  <a:cubicBezTo>
                    <a:pt x="303" y="7560"/>
                    <a:pt x="166" y="8568"/>
                    <a:pt x="93" y="9586"/>
                  </a:cubicBezTo>
                  <a:cubicBezTo>
                    <a:pt x="1" y="10902"/>
                    <a:pt x="109" y="11987"/>
                    <a:pt x="194" y="12578"/>
                  </a:cubicBezTo>
                  <a:cubicBezTo>
                    <a:pt x="492" y="12677"/>
                    <a:pt x="804" y="12716"/>
                    <a:pt x="1117" y="12716"/>
                  </a:cubicBezTo>
                  <a:cubicBezTo>
                    <a:pt x="1453" y="12716"/>
                    <a:pt x="1790" y="12671"/>
                    <a:pt x="2116" y="12608"/>
                  </a:cubicBezTo>
                  <a:cubicBezTo>
                    <a:pt x="2379" y="12559"/>
                    <a:pt x="2638" y="12486"/>
                    <a:pt x="2903" y="12446"/>
                  </a:cubicBezTo>
                  <a:cubicBezTo>
                    <a:pt x="3130" y="12412"/>
                    <a:pt x="3359" y="12378"/>
                    <a:pt x="3578" y="12309"/>
                  </a:cubicBezTo>
                  <a:cubicBezTo>
                    <a:pt x="3803" y="12237"/>
                    <a:pt x="4029" y="12118"/>
                    <a:pt x="4148" y="11905"/>
                  </a:cubicBezTo>
                  <a:cubicBezTo>
                    <a:pt x="4285" y="11659"/>
                    <a:pt x="4274" y="11346"/>
                    <a:pt x="4248" y="11074"/>
                  </a:cubicBezTo>
                  <a:cubicBezTo>
                    <a:pt x="4222" y="10799"/>
                    <a:pt x="4165" y="10528"/>
                    <a:pt x="4148" y="10254"/>
                  </a:cubicBezTo>
                  <a:cubicBezTo>
                    <a:pt x="4135" y="10034"/>
                    <a:pt x="4137" y="9766"/>
                    <a:pt x="4266" y="9573"/>
                  </a:cubicBezTo>
                  <a:cubicBezTo>
                    <a:pt x="4340" y="9464"/>
                    <a:pt x="4445" y="9427"/>
                    <a:pt x="4563" y="9427"/>
                  </a:cubicBezTo>
                  <a:cubicBezTo>
                    <a:pt x="4595" y="9427"/>
                    <a:pt x="4628" y="9430"/>
                    <a:pt x="4662" y="9435"/>
                  </a:cubicBezTo>
                  <a:cubicBezTo>
                    <a:pt x="4779" y="9451"/>
                    <a:pt x="4890" y="9469"/>
                    <a:pt x="4999" y="9469"/>
                  </a:cubicBezTo>
                  <a:cubicBezTo>
                    <a:pt x="5113" y="9469"/>
                    <a:pt x="5225" y="9448"/>
                    <a:pt x="5340" y="9381"/>
                  </a:cubicBezTo>
                  <a:cubicBezTo>
                    <a:pt x="5344" y="9379"/>
                    <a:pt x="5347" y="9378"/>
                    <a:pt x="5351" y="9378"/>
                  </a:cubicBezTo>
                  <a:cubicBezTo>
                    <a:pt x="5361" y="9378"/>
                    <a:pt x="5371" y="9385"/>
                    <a:pt x="5374" y="9395"/>
                  </a:cubicBezTo>
                  <a:cubicBezTo>
                    <a:pt x="5508" y="9755"/>
                    <a:pt x="5594" y="10129"/>
                    <a:pt x="5665" y="10505"/>
                  </a:cubicBezTo>
                  <a:cubicBezTo>
                    <a:pt x="5716" y="10774"/>
                    <a:pt x="5778" y="11042"/>
                    <a:pt x="5815" y="11314"/>
                  </a:cubicBezTo>
                  <a:cubicBezTo>
                    <a:pt x="5846" y="11545"/>
                    <a:pt x="5856" y="11818"/>
                    <a:pt x="5963" y="12031"/>
                  </a:cubicBezTo>
                  <a:cubicBezTo>
                    <a:pt x="6051" y="12204"/>
                    <a:pt x="6291" y="12279"/>
                    <a:pt x="6465" y="12324"/>
                  </a:cubicBezTo>
                  <a:cubicBezTo>
                    <a:pt x="6880" y="12430"/>
                    <a:pt x="7313" y="12423"/>
                    <a:pt x="7738" y="12445"/>
                  </a:cubicBezTo>
                  <a:cubicBezTo>
                    <a:pt x="8201" y="12469"/>
                    <a:pt x="8673" y="12494"/>
                    <a:pt x="9143" y="12494"/>
                  </a:cubicBezTo>
                  <a:cubicBezTo>
                    <a:pt x="9371" y="12494"/>
                    <a:pt x="9600" y="12488"/>
                    <a:pt x="9827" y="12473"/>
                  </a:cubicBezTo>
                  <a:cubicBezTo>
                    <a:pt x="9908" y="11863"/>
                    <a:pt x="10000" y="10827"/>
                    <a:pt x="9912" y="9586"/>
                  </a:cubicBezTo>
                  <a:cubicBezTo>
                    <a:pt x="9839" y="8568"/>
                    <a:pt x="9703" y="7560"/>
                    <a:pt x="9569" y="6587"/>
                  </a:cubicBezTo>
                  <a:cubicBezTo>
                    <a:pt x="9458" y="5772"/>
                    <a:pt x="9353" y="5003"/>
                    <a:pt x="9286" y="4241"/>
                  </a:cubicBezTo>
                  <a:cubicBezTo>
                    <a:pt x="9130" y="2493"/>
                    <a:pt x="8890" y="1"/>
                    <a:pt x="889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1"/>
            <p:cNvSpPr/>
            <p:nvPr/>
          </p:nvSpPr>
          <p:spPr>
            <a:xfrm>
              <a:off x="3149996" y="3665883"/>
              <a:ext cx="193930" cy="539218"/>
            </a:xfrm>
            <a:custGeom>
              <a:avLst/>
              <a:gdLst/>
              <a:ahLst/>
              <a:cxnLst/>
              <a:rect l="l" t="t" r="r" b="b"/>
              <a:pathLst>
                <a:path w="4396" h="12223" extrusionOk="0">
                  <a:moveTo>
                    <a:pt x="779" y="1"/>
                  </a:moveTo>
                  <a:cubicBezTo>
                    <a:pt x="779" y="1"/>
                    <a:pt x="682" y="587"/>
                    <a:pt x="337" y="1555"/>
                  </a:cubicBezTo>
                  <a:cubicBezTo>
                    <a:pt x="197" y="2998"/>
                    <a:pt x="0" y="5458"/>
                    <a:pt x="0" y="7285"/>
                  </a:cubicBezTo>
                  <a:cubicBezTo>
                    <a:pt x="0" y="10133"/>
                    <a:pt x="226" y="11610"/>
                    <a:pt x="294" y="11984"/>
                  </a:cubicBezTo>
                  <a:cubicBezTo>
                    <a:pt x="304" y="12044"/>
                    <a:pt x="348" y="12087"/>
                    <a:pt x="409" y="12094"/>
                  </a:cubicBezTo>
                  <a:cubicBezTo>
                    <a:pt x="671" y="12130"/>
                    <a:pt x="1442" y="12223"/>
                    <a:pt x="2418" y="12223"/>
                  </a:cubicBezTo>
                  <a:cubicBezTo>
                    <a:pt x="2987" y="12223"/>
                    <a:pt x="3626" y="12191"/>
                    <a:pt x="4275" y="12098"/>
                  </a:cubicBezTo>
                  <a:cubicBezTo>
                    <a:pt x="4345" y="12088"/>
                    <a:pt x="4396" y="12028"/>
                    <a:pt x="4394" y="11957"/>
                  </a:cubicBezTo>
                  <a:cubicBezTo>
                    <a:pt x="4377" y="11330"/>
                    <a:pt x="4268" y="8403"/>
                    <a:pt x="3642" y="5593"/>
                  </a:cubicBezTo>
                  <a:lnTo>
                    <a:pt x="30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1"/>
            <p:cNvSpPr/>
            <p:nvPr/>
          </p:nvSpPr>
          <p:spPr>
            <a:xfrm>
              <a:off x="3149864" y="3665972"/>
              <a:ext cx="187930" cy="429989"/>
            </a:xfrm>
            <a:custGeom>
              <a:avLst/>
              <a:gdLst/>
              <a:ahLst/>
              <a:cxnLst/>
              <a:rect l="l" t="t" r="r" b="b"/>
              <a:pathLst>
                <a:path w="4260" h="9747" extrusionOk="0">
                  <a:moveTo>
                    <a:pt x="780" y="1"/>
                  </a:moveTo>
                  <a:cubicBezTo>
                    <a:pt x="780" y="1"/>
                    <a:pt x="682" y="586"/>
                    <a:pt x="336" y="1554"/>
                  </a:cubicBezTo>
                  <a:cubicBezTo>
                    <a:pt x="198" y="2997"/>
                    <a:pt x="0" y="5457"/>
                    <a:pt x="0" y="7284"/>
                  </a:cubicBezTo>
                  <a:cubicBezTo>
                    <a:pt x="0" y="8265"/>
                    <a:pt x="29" y="9079"/>
                    <a:pt x="65" y="9746"/>
                  </a:cubicBezTo>
                  <a:cubicBezTo>
                    <a:pt x="173" y="9516"/>
                    <a:pt x="377" y="9375"/>
                    <a:pt x="644" y="9358"/>
                  </a:cubicBezTo>
                  <a:cubicBezTo>
                    <a:pt x="670" y="9357"/>
                    <a:pt x="695" y="9356"/>
                    <a:pt x="721" y="9356"/>
                  </a:cubicBezTo>
                  <a:cubicBezTo>
                    <a:pt x="889" y="9356"/>
                    <a:pt x="1061" y="9388"/>
                    <a:pt x="1226" y="9412"/>
                  </a:cubicBezTo>
                  <a:cubicBezTo>
                    <a:pt x="1447" y="9444"/>
                    <a:pt x="1665" y="9482"/>
                    <a:pt x="1885" y="9520"/>
                  </a:cubicBezTo>
                  <a:cubicBezTo>
                    <a:pt x="2346" y="9599"/>
                    <a:pt x="2808" y="9677"/>
                    <a:pt x="3276" y="9698"/>
                  </a:cubicBezTo>
                  <a:cubicBezTo>
                    <a:pt x="3604" y="9711"/>
                    <a:pt x="3933" y="9720"/>
                    <a:pt x="4259" y="9724"/>
                  </a:cubicBezTo>
                  <a:cubicBezTo>
                    <a:pt x="4159" y="8603"/>
                    <a:pt x="3987" y="7208"/>
                    <a:pt x="3693" y="5824"/>
                  </a:cubicBezTo>
                  <a:cubicBezTo>
                    <a:pt x="3686" y="5838"/>
                    <a:pt x="3678" y="5854"/>
                    <a:pt x="3671" y="5866"/>
                  </a:cubicBezTo>
                  <a:cubicBezTo>
                    <a:pt x="3544" y="6081"/>
                    <a:pt x="3366" y="6268"/>
                    <a:pt x="3135" y="6369"/>
                  </a:cubicBezTo>
                  <a:cubicBezTo>
                    <a:pt x="2992" y="6431"/>
                    <a:pt x="2841" y="6456"/>
                    <a:pt x="2689" y="6456"/>
                  </a:cubicBezTo>
                  <a:cubicBezTo>
                    <a:pt x="2524" y="6456"/>
                    <a:pt x="2358" y="6427"/>
                    <a:pt x="2199" y="6386"/>
                  </a:cubicBezTo>
                  <a:cubicBezTo>
                    <a:pt x="1960" y="6326"/>
                    <a:pt x="1728" y="6238"/>
                    <a:pt x="1487" y="6187"/>
                  </a:cubicBezTo>
                  <a:cubicBezTo>
                    <a:pt x="1325" y="6153"/>
                    <a:pt x="1161" y="6144"/>
                    <a:pt x="998" y="6118"/>
                  </a:cubicBezTo>
                  <a:cubicBezTo>
                    <a:pt x="744" y="6079"/>
                    <a:pt x="498" y="6003"/>
                    <a:pt x="374" y="5759"/>
                  </a:cubicBezTo>
                  <a:cubicBezTo>
                    <a:pt x="271" y="5553"/>
                    <a:pt x="269" y="5306"/>
                    <a:pt x="292" y="5083"/>
                  </a:cubicBezTo>
                  <a:cubicBezTo>
                    <a:pt x="322" y="4782"/>
                    <a:pt x="398" y="4487"/>
                    <a:pt x="487" y="4198"/>
                  </a:cubicBezTo>
                  <a:cubicBezTo>
                    <a:pt x="645" y="3676"/>
                    <a:pt x="882" y="3176"/>
                    <a:pt x="1019" y="2649"/>
                  </a:cubicBezTo>
                  <a:cubicBezTo>
                    <a:pt x="1023" y="2639"/>
                    <a:pt x="1033" y="2632"/>
                    <a:pt x="1044" y="2632"/>
                  </a:cubicBezTo>
                  <a:cubicBezTo>
                    <a:pt x="1050" y="2632"/>
                    <a:pt x="1056" y="2634"/>
                    <a:pt x="1060" y="2639"/>
                  </a:cubicBezTo>
                  <a:cubicBezTo>
                    <a:pt x="1159" y="2740"/>
                    <a:pt x="1314" y="2879"/>
                    <a:pt x="1444" y="2879"/>
                  </a:cubicBezTo>
                  <a:cubicBezTo>
                    <a:pt x="1516" y="2879"/>
                    <a:pt x="1580" y="2837"/>
                    <a:pt x="1622" y="2724"/>
                  </a:cubicBezTo>
                  <a:cubicBezTo>
                    <a:pt x="1707" y="2498"/>
                    <a:pt x="1696" y="2231"/>
                    <a:pt x="1690" y="1994"/>
                  </a:cubicBezTo>
                  <a:cubicBezTo>
                    <a:pt x="1674" y="1323"/>
                    <a:pt x="1607" y="607"/>
                    <a:pt x="129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1"/>
            <p:cNvSpPr/>
            <p:nvPr/>
          </p:nvSpPr>
          <p:spPr>
            <a:xfrm>
              <a:off x="3164818" y="3652164"/>
              <a:ext cx="56776" cy="128198"/>
            </a:xfrm>
            <a:custGeom>
              <a:avLst/>
              <a:gdLst/>
              <a:ahLst/>
              <a:cxnLst/>
              <a:rect l="l" t="t" r="r" b="b"/>
              <a:pathLst>
                <a:path w="1287" h="2906" extrusionOk="0">
                  <a:moveTo>
                    <a:pt x="219" y="0"/>
                  </a:moveTo>
                  <a:cubicBezTo>
                    <a:pt x="195" y="0"/>
                    <a:pt x="175" y="19"/>
                    <a:pt x="174" y="43"/>
                  </a:cubicBezTo>
                  <a:cubicBezTo>
                    <a:pt x="163" y="307"/>
                    <a:pt x="106" y="1464"/>
                    <a:pt x="1" y="1866"/>
                  </a:cubicBezTo>
                  <a:cubicBezTo>
                    <a:pt x="1" y="1866"/>
                    <a:pt x="7" y="1864"/>
                    <a:pt x="18" y="1864"/>
                  </a:cubicBezTo>
                  <a:cubicBezTo>
                    <a:pt x="99" y="1864"/>
                    <a:pt x="458" y="1925"/>
                    <a:pt x="1029" y="2883"/>
                  </a:cubicBezTo>
                  <a:cubicBezTo>
                    <a:pt x="1038" y="2898"/>
                    <a:pt x="1054" y="2905"/>
                    <a:pt x="1069" y="2905"/>
                  </a:cubicBezTo>
                  <a:cubicBezTo>
                    <a:pt x="1088" y="2905"/>
                    <a:pt x="1106" y="2893"/>
                    <a:pt x="1110" y="2870"/>
                  </a:cubicBezTo>
                  <a:cubicBezTo>
                    <a:pt x="1167" y="2536"/>
                    <a:pt x="1286" y="1507"/>
                    <a:pt x="900" y="347"/>
                  </a:cubicBezTo>
                  <a:cubicBezTo>
                    <a:pt x="900" y="347"/>
                    <a:pt x="600" y="101"/>
                    <a:pt x="231" y="2"/>
                  </a:cubicBezTo>
                  <a:cubicBezTo>
                    <a:pt x="227" y="1"/>
                    <a:pt x="223" y="0"/>
                    <a:pt x="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1"/>
            <p:cNvSpPr/>
            <p:nvPr/>
          </p:nvSpPr>
          <p:spPr>
            <a:xfrm>
              <a:off x="2872653" y="3665883"/>
              <a:ext cx="193974" cy="539218"/>
            </a:xfrm>
            <a:custGeom>
              <a:avLst/>
              <a:gdLst/>
              <a:ahLst/>
              <a:cxnLst/>
              <a:rect l="l" t="t" r="r" b="b"/>
              <a:pathLst>
                <a:path w="4397" h="12223" extrusionOk="0">
                  <a:moveTo>
                    <a:pt x="3618" y="1"/>
                  </a:moveTo>
                  <a:lnTo>
                    <a:pt x="1335" y="389"/>
                  </a:lnTo>
                  <a:lnTo>
                    <a:pt x="756" y="5593"/>
                  </a:lnTo>
                  <a:cubicBezTo>
                    <a:pt x="130" y="8403"/>
                    <a:pt x="21" y="11330"/>
                    <a:pt x="4" y="11957"/>
                  </a:cubicBezTo>
                  <a:cubicBezTo>
                    <a:pt x="1" y="12028"/>
                    <a:pt x="52" y="12088"/>
                    <a:pt x="122" y="12098"/>
                  </a:cubicBezTo>
                  <a:cubicBezTo>
                    <a:pt x="770" y="12191"/>
                    <a:pt x="1409" y="12223"/>
                    <a:pt x="1979" y="12223"/>
                  </a:cubicBezTo>
                  <a:cubicBezTo>
                    <a:pt x="2955" y="12223"/>
                    <a:pt x="3726" y="12130"/>
                    <a:pt x="3988" y="12094"/>
                  </a:cubicBezTo>
                  <a:cubicBezTo>
                    <a:pt x="4049" y="12087"/>
                    <a:pt x="4093" y="12044"/>
                    <a:pt x="4103" y="11984"/>
                  </a:cubicBezTo>
                  <a:cubicBezTo>
                    <a:pt x="4170" y="11610"/>
                    <a:pt x="4396" y="10133"/>
                    <a:pt x="4396" y="7285"/>
                  </a:cubicBezTo>
                  <a:cubicBezTo>
                    <a:pt x="4396" y="5458"/>
                    <a:pt x="4199" y="2998"/>
                    <a:pt x="4060" y="1555"/>
                  </a:cubicBezTo>
                  <a:cubicBezTo>
                    <a:pt x="3715" y="587"/>
                    <a:pt x="3618" y="1"/>
                    <a:pt x="3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1"/>
            <p:cNvSpPr/>
            <p:nvPr/>
          </p:nvSpPr>
          <p:spPr>
            <a:xfrm>
              <a:off x="2879403" y="3665883"/>
              <a:ext cx="187312" cy="468722"/>
            </a:xfrm>
            <a:custGeom>
              <a:avLst/>
              <a:gdLst/>
              <a:ahLst/>
              <a:cxnLst/>
              <a:rect l="l" t="t" r="r" b="b"/>
              <a:pathLst>
                <a:path w="4246" h="10625" extrusionOk="0">
                  <a:moveTo>
                    <a:pt x="3467" y="1"/>
                  </a:moveTo>
                  <a:lnTo>
                    <a:pt x="2811" y="113"/>
                  </a:lnTo>
                  <a:cubicBezTo>
                    <a:pt x="2752" y="393"/>
                    <a:pt x="2672" y="670"/>
                    <a:pt x="2600" y="948"/>
                  </a:cubicBezTo>
                  <a:cubicBezTo>
                    <a:pt x="2504" y="1332"/>
                    <a:pt x="2457" y="1706"/>
                    <a:pt x="2454" y="2101"/>
                  </a:cubicBezTo>
                  <a:cubicBezTo>
                    <a:pt x="2452" y="2316"/>
                    <a:pt x="2425" y="2635"/>
                    <a:pt x="2559" y="2819"/>
                  </a:cubicBezTo>
                  <a:cubicBezTo>
                    <a:pt x="2586" y="2853"/>
                    <a:pt x="2617" y="2867"/>
                    <a:pt x="2651" y="2867"/>
                  </a:cubicBezTo>
                  <a:cubicBezTo>
                    <a:pt x="2734" y="2867"/>
                    <a:pt x="2830" y="2785"/>
                    <a:pt x="2894" y="2741"/>
                  </a:cubicBezTo>
                  <a:cubicBezTo>
                    <a:pt x="2997" y="2669"/>
                    <a:pt x="3095" y="2582"/>
                    <a:pt x="3210" y="2531"/>
                  </a:cubicBezTo>
                  <a:cubicBezTo>
                    <a:pt x="3214" y="2529"/>
                    <a:pt x="3218" y="2528"/>
                    <a:pt x="3223" y="2528"/>
                  </a:cubicBezTo>
                  <a:cubicBezTo>
                    <a:pt x="3233" y="2528"/>
                    <a:pt x="3242" y="2533"/>
                    <a:pt x="3245" y="2545"/>
                  </a:cubicBezTo>
                  <a:cubicBezTo>
                    <a:pt x="3350" y="2989"/>
                    <a:pt x="3452" y="3434"/>
                    <a:pt x="3534" y="3883"/>
                  </a:cubicBezTo>
                  <a:cubicBezTo>
                    <a:pt x="3603" y="4258"/>
                    <a:pt x="3655" y="4634"/>
                    <a:pt x="3681" y="5012"/>
                  </a:cubicBezTo>
                  <a:cubicBezTo>
                    <a:pt x="3692" y="5174"/>
                    <a:pt x="3702" y="5338"/>
                    <a:pt x="3692" y="5501"/>
                  </a:cubicBezTo>
                  <a:cubicBezTo>
                    <a:pt x="3688" y="5561"/>
                    <a:pt x="3682" y="5624"/>
                    <a:pt x="3647" y="5672"/>
                  </a:cubicBezTo>
                  <a:cubicBezTo>
                    <a:pt x="3610" y="5723"/>
                    <a:pt x="3547" y="5750"/>
                    <a:pt x="3492" y="5776"/>
                  </a:cubicBezTo>
                  <a:cubicBezTo>
                    <a:pt x="3351" y="5840"/>
                    <a:pt x="3209" y="5898"/>
                    <a:pt x="3068" y="5962"/>
                  </a:cubicBezTo>
                  <a:cubicBezTo>
                    <a:pt x="2717" y="6119"/>
                    <a:pt x="2374" y="6296"/>
                    <a:pt x="2021" y="6450"/>
                  </a:cubicBezTo>
                  <a:cubicBezTo>
                    <a:pt x="2017" y="6452"/>
                    <a:pt x="2013" y="6453"/>
                    <a:pt x="2009" y="6453"/>
                  </a:cubicBezTo>
                  <a:cubicBezTo>
                    <a:pt x="2001" y="6453"/>
                    <a:pt x="1994" y="6449"/>
                    <a:pt x="1989" y="6441"/>
                  </a:cubicBezTo>
                  <a:cubicBezTo>
                    <a:pt x="1819" y="6203"/>
                    <a:pt x="1566" y="6034"/>
                    <a:pt x="1308" y="5905"/>
                  </a:cubicBezTo>
                  <a:cubicBezTo>
                    <a:pt x="1083" y="5794"/>
                    <a:pt x="840" y="5713"/>
                    <a:pt x="588" y="5678"/>
                  </a:cubicBezTo>
                  <a:cubicBezTo>
                    <a:pt x="285" y="7065"/>
                    <a:pt x="105" y="8474"/>
                    <a:pt x="0" y="9617"/>
                  </a:cubicBezTo>
                  <a:cubicBezTo>
                    <a:pt x="86" y="9683"/>
                    <a:pt x="204" y="9705"/>
                    <a:pt x="330" y="9705"/>
                  </a:cubicBezTo>
                  <a:cubicBezTo>
                    <a:pt x="518" y="9705"/>
                    <a:pt x="723" y="9655"/>
                    <a:pt x="868" y="9622"/>
                  </a:cubicBezTo>
                  <a:cubicBezTo>
                    <a:pt x="1041" y="9582"/>
                    <a:pt x="1212" y="9535"/>
                    <a:pt x="1388" y="9508"/>
                  </a:cubicBezTo>
                  <a:cubicBezTo>
                    <a:pt x="1439" y="9500"/>
                    <a:pt x="1491" y="9497"/>
                    <a:pt x="1541" y="9497"/>
                  </a:cubicBezTo>
                  <a:cubicBezTo>
                    <a:pt x="1676" y="9497"/>
                    <a:pt x="1809" y="9519"/>
                    <a:pt x="1945" y="9538"/>
                  </a:cubicBezTo>
                  <a:cubicBezTo>
                    <a:pt x="2094" y="9559"/>
                    <a:pt x="2239" y="9567"/>
                    <a:pt x="2383" y="9567"/>
                  </a:cubicBezTo>
                  <a:cubicBezTo>
                    <a:pt x="2546" y="9567"/>
                    <a:pt x="2710" y="9556"/>
                    <a:pt x="2879" y="9540"/>
                  </a:cubicBezTo>
                  <a:cubicBezTo>
                    <a:pt x="2924" y="9536"/>
                    <a:pt x="2968" y="9534"/>
                    <a:pt x="3011" y="9534"/>
                  </a:cubicBezTo>
                  <a:cubicBezTo>
                    <a:pt x="3214" y="9534"/>
                    <a:pt x="3399" y="9582"/>
                    <a:pt x="3572" y="9707"/>
                  </a:cubicBezTo>
                  <a:cubicBezTo>
                    <a:pt x="3878" y="9929"/>
                    <a:pt x="4034" y="10262"/>
                    <a:pt x="4119" y="10624"/>
                  </a:cubicBezTo>
                  <a:cubicBezTo>
                    <a:pt x="4187" y="9848"/>
                    <a:pt x="4245" y="8747"/>
                    <a:pt x="4245" y="7285"/>
                  </a:cubicBezTo>
                  <a:cubicBezTo>
                    <a:pt x="4245" y="5458"/>
                    <a:pt x="4049" y="2998"/>
                    <a:pt x="3909" y="1555"/>
                  </a:cubicBezTo>
                  <a:cubicBezTo>
                    <a:pt x="3565" y="587"/>
                    <a:pt x="3467" y="1"/>
                    <a:pt x="346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1"/>
            <p:cNvSpPr/>
            <p:nvPr/>
          </p:nvSpPr>
          <p:spPr>
            <a:xfrm>
              <a:off x="2995025" y="3652164"/>
              <a:ext cx="56776" cy="128198"/>
            </a:xfrm>
            <a:custGeom>
              <a:avLst/>
              <a:gdLst/>
              <a:ahLst/>
              <a:cxnLst/>
              <a:rect l="l" t="t" r="r" b="b"/>
              <a:pathLst>
                <a:path w="1287" h="2906" extrusionOk="0">
                  <a:moveTo>
                    <a:pt x="1067" y="0"/>
                  </a:moveTo>
                  <a:cubicBezTo>
                    <a:pt x="1064" y="0"/>
                    <a:pt x="1060" y="1"/>
                    <a:pt x="1056" y="2"/>
                  </a:cubicBezTo>
                  <a:cubicBezTo>
                    <a:pt x="686" y="101"/>
                    <a:pt x="386" y="347"/>
                    <a:pt x="386" y="347"/>
                  </a:cubicBezTo>
                  <a:cubicBezTo>
                    <a:pt x="0" y="1507"/>
                    <a:pt x="120" y="2536"/>
                    <a:pt x="176" y="2870"/>
                  </a:cubicBezTo>
                  <a:cubicBezTo>
                    <a:pt x="180" y="2893"/>
                    <a:pt x="199" y="2905"/>
                    <a:pt x="218" y="2905"/>
                  </a:cubicBezTo>
                  <a:cubicBezTo>
                    <a:pt x="233" y="2905"/>
                    <a:pt x="248" y="2898"/>
                    <a:pt x="258" y="2883"/>
                  </a:cubicBezTo>
                  <a:cubicBezTo>
                    <a:pt x="828" y="1925"/>
                    <a:pt x="1187" y="1864"/>
                    <a:pt x="1269" y="1864"/>
                  </a:cubicBezTo>
                  <a:cubicBezTo>
                    <a:pt x="1280" y="1864"/>
                    <a:pt x="1286" y="1866"/>
                    <a:pt x="1286" y="1866"/>
                  </a:cubicBezTo>
                  <a:cubicBezTo>
                    <a:pt x="1182" y="1464"/>
                    <a:pt x="1124" y="307"/>
                    <a:pt x="1113" y="43"/>
                  </a:cubicBezTo>
                  <a:cubicBezTo>
                    <a:pt x="1111" y="19"/>
                    <a:pt x="1090" y="0"/>
                    <a:pt x="1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1"/>
            <p:cNvSpPr/>
            <p:nvPr/>
          </p:nvSpPr>
          <p:spPr>
            <a:xfrm>
              <a:off x="2742121" y="3923992"/>
              <a:ext cx="179063" cy="150300"/>
            </a:xfrm>
            <a:custGeom>
              <a:avLst/>
              <a:gdLst/>
              <a:ahLst/>
              <a:cxnLst/>
              <a:rect l="l" t="t" r="r" b="b"/>
              <a:pathLst>
                <a:path w="4059" h="3407" extrusionOk="0">
                  <a:moveTo>
                    <a:pt x="2945" y="1"/>
                  </a:moveTo>
                  <a:cubicBezTo>
                    <a:pt x="2120" y="1"/>
                    <a:pt x="1119" y="294"/>
                    <a:pt x="656" y="1052"/>
                  </a:cubicBezTo>
                  <a:cubicBezTo>
                    <a:pt x="1" y="2126"/>
                    <a:pt x="610" y="3407"/>
                    <a:pt x="1849" y="3407"/>
                  </a:cubicBezTo>
                  <a:cubicBezTo>
                    <a:pt x="1991" y="3407"/>
                    <a:pt x="2141" y="3390"/>
                    <a:pt x="2299" y="3354"/>
                  </a:cubicBezTo>
                  <a:cubicBezTo>
                    <a:pt x="3404" y="3104"/>
                    <a:pt x="4059" y="2127"/>
                    <a:pt x="4059" y="2127"/>
                  </a:cubicBezTo>
                  <a:lnTo>
                    <a:pt x="4059" y="261"/>
                  </a:lnTo>
                  <a:cubicBezTo>
                    <a:pt x="3838" y="98"/>
                    <a:pt x="3421" y="1"/>
                    <a:pt x="2945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1"/>
            <p:cNvSpPr/>
            <p:nvPr/>
          </p:nvSpPr>
          <p:spPr>
            <a:xfrm>
              <a:off x="2742077" y="3927918"/>
              <a:ext cx="179063" cy="146329"/>
            </a:xfrm>
            <a:custGeom>
              <a:avLst/>
              <a:gdLst/>
              <a:ahLst/>
              <a:cxnLst/>
              <a:rect l="l" t="t" r="r" b="b"/>
              <a:pathLst>
                <a:path w="4059" h="3317" extrusionOk="0">
                  <a:moveTo>
                    <a:pt x="2144" y="1"/>
                  </a:moveTo>
                  <a:lnTo>
                    <a:pt x="2144" y="1"/>
                  </a:lnTo>
                  <a:cubicBezTo>
                    <a:pt x="1549" y="138"/>
                    <a:pt x="975" y="440"/>
                    <a:pt x="656" y="962"/>
                  </a:cubicBezTo>
                  <a:cubicBezTo>
                    <a:pt x="1" y="2036"/>
                    <a:pt x="610" y="3317"/>
                    <a:pt x="1849" y="3317"/>
                  </a:cubicBezTo>
                  <a:cubicBezTo>
                    <a:pt x="1991" y="3317"/>
                    <a:pt x="2141" y="3300"/>
                    <a:pt x="2299" y="3264"/>
                  </a:cubicBezTo>
                  <a:cubicBezTo>
                    <a:pt x="3403" y="3014"/>
                    <a:pt x="4059" y="2037"/>
                    <a:pt x="4059" y="2037"/>
                  </a:cubicBezTo>
                  <a:lnTo>
                    <a:pt x="4059" y="319"/>
                  </a:lnTo>
                  <a:cubicBezTo>
                    <a:pt x="3825" y="540"/>
                    <a:pt x="3564" y="732"/>
                    <a:pt x="3272" y="886"/>
                  </a:cubicBezTo>
                  <a:cubicBezTo>
                    <a:pt x="3111" y="972"/>
                    <a:pt x="2932" y="1044"/>
                    <a:pt x="2797" y="1170"/>
                  </a:cubicBezTo>
                  <a:cubicBezTo>
                    <a:pt x="2729" y="1234"/>
                    <a:pt x="2688" y="1312"/>
                    <a:pt x="2646" y="1396"/>
                  </a:cubicBezTo>
                  <a:cubicBezTo>
                    <a:pt x="2557" y="1575"/>
                    <a:pt x="2482" y="1762"/>
                    <a:pt x="2358" y="1919"/>
                  </a:cubicBezTo>
                  <a:cubicBezTo>
                    <a:pt x="2272" y="2029"/>
                    <a:pt x="2158" y="2118"/>
                    <a:pt x="2019" y="2118"/>
                  </a:cubicBezTo>
                  <a:cubicBezTo>
                    <a:pt x="1998" y="2118"/>
                    <a:pt x="1978" y="2116"/>
                    <a:pt x="1956" y="2112"/>
                  </a:cubicBezTo>
                  <a:cubicBezTo>
                    <a:pt x="1809" y="2085"/>
                    <a:pt x="1711" y="1986"/>
                    <a:pt x="1663" y="1846"/>
                  </a:cubicBezTo>
                  <a:cubicBezTo>
                    <a:pt x="1546" y="1493"/>
                    <a:pt x="1669" y="1045"/>
                    <a:pt x="1782" y="705"/>
                  </a:cubicBezTo>
                  <a:cubicBezTo>
                    <a:pt x="1865" y="450"/>
                    <a:pt x="2006" y="228"/>
                    <a:pt x="214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1"/>
            <p:cNvSpPr/>
            <p:nvPr/>
          </p:nvSpPr>
          <p:spPr>
            <a:xfrm>
              <a:off x="2748650" y="3927654"/>
              <a:ext cx="99303" cy="152153"/>
            </a:xfrm>
            <a:custGeom>
              <a:avLst/>
              <a:gdLst/>
              <a:ahLst/>
              <a:cxnLst/>
              <a:rect l="l" t="t" r="r" b="b"/>
              <a:pathLst>
                <a:path w="2251" h="3449" extrusionOk="0">
                  <a:moveTo>
                    <a:pt x="2035" y="1"/>
                  </a:moveTo>
                  <a:cubicBezTo>
                    <a:pt x="1115" y="1"/>
                    <a:pt x="0" y="552"/>
                    <a:pt x="120" y="2096"/>
                  </a:cubicBezTo>
                  <a:cubicBezTo>
                    <a:pt x="191" y="3001"/>
                    <a:pt x="887" y="3449"/>
                    <a:pt x="1496" y="3449"/>
                  </a:cubicBezTo>
                  <a:cubicBezTo>
                    <a:pt x="1539" y="3449"/>
                    <a:pt x="1581" y="3447"/>
                    <a:pt x="1623" y="3442"/>
                  </a:cubicBezTo>
                  <a:cubicBezTo>
                    <a:pt x="2013" y="3401"/>
                    <a:pt x="2251" y="3248"/>
                    <a:pt x="2251" y="3248"/>
                  </a:cubicBezTo>
                  <a:lnTo>
                    <a:pt x="2251" y="3248"/>
                  </a:lnTo>
                  <a:cubicBezTo>
                    <a:pt x="2146" y="3279"/>
                    <a:pt x="1962" y="3307"/>
                    <a:pt x="1962" y="3307"/>
                  </a:cubicBezTo>
                  <a:cubicBezTo>
                    <a:pt x="1546" y="3300"/>
                    <a:pt x="610" y="2864"/>
                    <a:pt x="797" y="1444"/>
                  </a:cubicBezTo>
                  <a:cubicBezTo>
                    <a:pt x="961" y="210"/>
                    <a:pt x="2035" y="1"/>
                    <a:pt x="2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1"/>
            <p:cNvSpPr/>
            <p:nvPr/>
          </p:nvSpPr>
          <p:spPr>
            <a:xfrm>
              <a:off x="2804012" y="3981384"/>
              <a:ext cx="608125" cy="90700"/>
            </a:xfrm>
            <a:custGeom>
              <a:avLst/>
              <a:gdLst/>
              <a:ahLst/>
              <a:cxnLst/>
              <a:rect l="l" t="t" r="r" b="b"/>
              <a:pathLst>
                <a:path w="13785" h="2056" extrusionOk="0">
                  <a:moveTo>
                    <a:pt x="5740" y="0"/>
                  </a:moveTo>
                  <a:cubicBezTo>
                    <a:pt x="5733" y="0"/>
                    <a:pt x="5726" y="1"/>
                    <a:pt x="5719" y="1"/>
                  </a:cubicBezTo>
                  <a:lnTo>
                    <a:pt x="2281" y="368"/>
                  </a:lnTo>
                  <a:lnTo>
                    <a:pt x="1" y="1982"/>
                  </a:lnTo>
                  <a:lnTo>
                    <a:pt x="7" y="2055"/>
                  </a:lnTo>
                  <a:lnTo>
                    <a:pt x="6054" y="1519"/>
                  </a:lnTo>
                  <a:cubicBezTo>
                    <a:pt x="6054" y="1519"/>
                    <a:pt x="6331" y="1994"/>
                    <a:pt x="6893" y="1994"/>
                  </a:cubicBezTo>
                  <a:cubicBezTo>
                    <a:pt x="7453" y="1994"/>
                    <a:pt x="7730" y="1519"/>
                    <a:pt x="7730" y="1519"/>
                  </a:cubicBezTo>
                  <a:lnTo>
                    <a:pt x="13778" y="2055"/>
                  </a:lnTo>
                  <a:lnTo>
                    <a:pt x="13784" y="1982"/>
                  </a:lnTo>
                  <a:lnTo>
                    <a:pt x="11505" y="368"/>
                  </a:lnTo>
                  <a:lnTo>
                    <a:pt x="8065" y="1"/>
                  </a:lnTo>
                  <a:cubicBezTo>
                    <a:pt x="8058" y="1"/>
                    <a:pt x="8052" y="0"/>
                    <a:pt x="8045" y="0"/>
                  </a:cubicBezTo>
                  <a:cubicBezTo>
                    <a:pt x="7998" y="0"/>
                    <a:pt x="7953" y="16"/>
                    <a:pt x="7916" y="45"/>
                  </a:cubicBezTo>
                  <a:cubicBezTo>
                    <a:pt x="7755" y="176"/>
                    <a:pt x="7317" y="495"/>
                    <a:pt x="6893" y="495"/>
                  </a:cubicBezTo>
                  <a:cubicBezTo>
                    <a:pt x="6468" y="495"/>
                    <a:pt x="6029" y="176"/>
                    <a:pt x="5869" y="45"/>
                  </a:cubicBezTo>
                  <a:cubicBezTo>
                    <a:pt x="5833" y="16"/>
                    <a:pt x="5787" y="0"/>
                    <a:pt x="5740" y="0"/>
                  </a:cubicBezTo>
                  <a:close/>
                </a:path>
              </a:pathLst>
            </a:custGeom>
            <a:solidFill>
              <a:srgbClr val="B44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1"/>
            <p:cNvSpPr/>
            <p:nvPr/>
          </p:nvSpPr>
          <p:spPr>
            <a:xfrm>
              <a:off x="2804012" y="3981384"/>
              <a:ext cx="608125" cy="90700"/>
            </a:xfrm>
            <a:custGeom>
              <a:avLst/>
              <a:gdLst/>
              <a:ahLst/>
              <a:cxnLst/>
              <a:rect l="l" t="t" r="r" b="b"/>
              <a:pathLst>
                <a:path w="13785" h="2056" extrusionOk="0">
                  <a:moveTo>
                    <a:pt x="5740" y="0"/>
                  </a:moveTo>
                  <a:cubicBezTo>
                    <a:pt x="5733" y="0"/>
                    <a:pt x="5726" y="1"/>
                    <a:pt x="5719" y="1"/>
                  </a:cubicBezTo>
                  <a:lnTo>
                    <a:pt x="2281" y="368"/>
                  </a:lnTo>
                  <a:lnTo>
                    <a:pt x="1" y="1982"/>
                  </a:lnTo>
                  <a:lnTo>
                    <a:pt x="7" y="2055"/>
                  </a:lnTo>
                  <a:lnTo>
                    <a:pt x="6054" y="1519"/>
                  </a:lnTo>
                  <a:cubicBezTo>
                    <a:pt x="6054" y="1519"/>
                    <a:pt x="6331" y="1994"/>
                    <a:pt x="6893" y="1994"/>
                  </a:cubicBezTo>
                  <a:cubicBezTo>
                    <a:pt x="7453" y="1994"/>
                    <a:pt x="7730" y="1519"/>
                    <a:pt x="7730" y="1519"/>
                  </a:cubicBezTo>
                  <a:lnTo>
                    <a:pt x="13778" y="2055"/>
                  </a:lnTo>
                  <a:lnTo>
                    <a:pt x="13784" y="1982"/>
                  </a:lnTo>
                  <a:lnTo>
                    <a:pt x="11505" y="368"/>
                  </a:lnTo>
                  <a:lnTo>
                    <a:pt x="8065" y="1"/>
                  </a:lnTo>
                  <a:cubicBezTo>
                    <a:pt x="8058" y="1"/>
                    <a:pt x="8052" y="0"/>
                    <a:pt x="8045" y="0"/>
                  </a:cubicBezTo>
                  <a:cubicBezTo>
                    <a:pt x="7998" y="0"/>
                    <a:pt x="7953" y="16"/>
                    <a:pt x="7916" y="45"/>
                  </a:cubicBezTo>
                  <a:cubicBezTo>
                    <a:pt x="7755" y="176"/>
                    <a:pt x="7317" y="495"/>
                    <a:pt x="6893" y="495"/>
                  </a:cubicBezTo>
                  <a:cubicBezTo>
                    <a:pt x="6468" y="495"/>
                    <a:pt x="6029" y="176"/>
                    <a:pt x="5869" y="45"/>
                  </a:cubicBezTo>
                  <a:cubicBezTo>
                    <a:pt x="5833" y="16"/>
                    <a:pt x="5787" y="0"/>
                    <a:pt x="5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1"/>
            <p:cNvSpPr/>
            <p:nvPr/>
          </p:nvSpPr>
          <p:spPr>
            <a:xfrm>
              <a:off x="3071077" y="3996691"/>
              <a:ext cx="73937" cy="72657"/>
            </a:xfrm>
            <a:custGeom>
              <a:avLst/>
              <a:gdLst/>
              <a:ahLst/>
              <a:cxnLst/>
              <a:rect l="l" t="t" r="r" b="b"/>
              <a:pathLst>
                <a:path w="1676" h="1647" extrusionOk="0">
                  <a:moveTo>
                    <a:pt x="289" y="1"/>
                  </a:moveTo>
                  <a:lnTo>
                    <a:pt x="41" y="1104"/>
                  </a:lnTo>
                  <a:lnTo>
                    <a:pt x="0" y="1171"/>
                  </a:lnTo>
                  <a:cubicBezTo>
                    <a:pt x="1" y="1172"/>
                    <a:pt x="278" y="1646"/>
                    <a:pt x="839" y="1646"/>
                  </a:cubicBezTo>
                  <a:cubicBezTo>
                    <a:pt x="1401" y="1646"/>
                    <a:pt x="1676" y="1171"/>
                    <a:pt x="1676" y="1171"/>
                  </a:cubicBezTo>
                  <a:lnTo>
                    <a:pt x="1635" y="1104"/>
                  </a:lnTo>
                  <a:lnTo>
                    <a:pt x="1387" y="1"/>
                  </a:lnTo>
                  <a:cubicBezTo>
                    <a:pt x="1218" y="82"/>
                    <a:pt x="1028" y="148"/>
                    <a:pt x="839" y="148"/>
                  </a:cubicBezTo>
                  <a:cubicBezTo>
                    <a:pt x="650" y="148"/>
                    <a:pt x="459" y="84"/>
                    <a:pt x="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1"/>
            <p:cNvSpPr/>
            <p:nvPr/>
          </p:nvSpPr>
          <p:spPr>
            <a:xfrm>
              <a:off x="2804012" y="4044952"/>
              <a:ext cx="608125" cy="29866"/>
            </a:xfrm>
            <a:custGeom>
              <a:avLst/>
              <a:gdLst/>
              <a:ahLst/>
              <a:cxnLst/>
              <a:rect l="l" t="t" r="r" b="b"/>
              <a:pathLst>
                <a:path w="13785" h="677" extrusionOk="0">
                  <a:moveTo>
                    <a:pt x="6091" y="1"/>
                  </a:moveTo>
                  <a:lnTo>
                    <a:pt x="1" y="541"/>
                  </a:lnTo>
                  <a:lnTo>
                    <a:pt x="12" y="676"/>
                  </a:lnTo>
                  <a:lnTo>
                    <a:pt x="6020" y="143"/>
                  </a:lnTo>
                  <a:cubicBezTo>
                    <a:pt x="6100" y="262"/>
                    <a:pt x="6387" y="615"/>
                    <a:pt x="6893" y="615"/>
                  </a:cubicBezTo>
                  <a:cubicBezTo>
                    <a:pt x="7398" y="615"/>
                    <a:pt x="7685" y="262"/>
                    <a:pt x="7766" y="143"/>
                  </a:cubicBezTo>
                  <a:lnTo>
                    <a:pt x="13773" y="676"/>
                  </a:lnTo>
                  <a:lnTo>
                    <a:pt x="13784" y="541"/>
                  </a:lnTo>
                  <a:lnTo>
                    <a:pt x="7693" y="1"/>
                  </a:lnTo>
                  <a:lnTo>
                    <a:pt x="7671" y="37"/>
                  </a:lnTo>
                  <a:cubicBezTo>
                    <a:pt x="7661" y="56"/>
                    <a:pt x="7406" y="479"/>
                    <a:pt x="6893" y="479"/>
                  </a:cubicBezTo>
                  <a:cubicBezTo>
                    <a:pt x="6379" y="479"/>
                    <a:pt x="6125" y="56"/>
                    <a:pt x="6114" y="37"/>
                  </a:cubicBezTo>
                  <a:lnTo>
                    <a:pt x="60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1"/>
            <p:cNvSpPr/>
            <p:nvPr/>
          </p:nvSpPr>
          <p:spPr>
            <a:xfrm>
              <a:off x="2813806" y="3946711"/>
              <a:ext cx="588538" cy="116199"/>
            </a:xfrm>
            <a:custGeom>
              <a:avLst/>
              <a:gdLst/>
              <a:ahLst/>
              <a:cxnLst/>
              <a:rect l="l" t="t" r="r" b="b"/>
              <a:pathLst>
                <a:path w="13341" h="2634" extrusionOk="0">
                  <a:moveTo>
                    <a:pt x="5330" y="1"/>
                  </a:moveTo>
                  <a:cubicBezTo>
                    <a:pt x="5286" y="1"/>
                    <a:pt x="5240" y="3"/>
                    <a:pt x="5194" y="7"/>
                  </a:cubicBezTo>
                  <a:cubicBezTo>
                    <a:pt x="4174" y="94"/>
                    <a:pt x="3833" y="483"/>
                    <a:pt x="2636" y="680"/>
                  </a:cubicBezTo>
                  <a:lnTo>
                    <a:pt x="994" y="1803"/>
                  </a:lnTo>
                  <a:cubicBezTo>
                    <a:pt x="994" y="1803"/>
                    <a:pt x="356" y="2433"/>
                    <a:pt x="1" y="2633"/>
                  </a:cubicBezTo>
                  <a:cubicBezTo>
                    <a:pt x="1" y="2633"/>
                    <a:pt x="1643" y="2547"/>
                    <a:pt x="3371" y="2201"/>
                  </a:cubicBezTo>
                  <a:cubicBezTo>
                    <a:pt x="3825" y="2110"/>
                    <a:pt x="4241" y="2079"/>
                    <a:pt x="4597" y="2079"/>
                  </a:cubicBezTo>
                  <a:cubicBezTo>
                    <a:pt x="5374" y="2079"/>
                    <a:pt x="5869" y="2228"/>
                    <a:pt x="5869" y="2228"/>
                  </a:cubicBezTo>
                  <a:cubicBezTo>
                    <a:pt x="5869" y="2228"/>
                    <a:pt x="6316" y="2150"/>
                    <a:pt x="6671" y="1769"/>
                  </a:cubicBezTo>
                  <a:cubicBezTo>
                    <a:pt x="7025" y="2149"/>
                    <a:pt x="7471" y="2228"/>
                    <a:pt x="7471" y="2228"/>
                  </a:cubicBezTo>
                  <a:cubicBezTo>
                    <a:pt x="7471" y="2228"/>
                    <a:pt x="7967" y="2079"/>
                    <a:pt x="8744" y="2079"/>
                  </a:cubicBezTo>
                  <a:cubicBezTo>
                    <a:pt x="9101" y="2079"/>
                    <a:pt x="9516" y="2110"/>
                    <a:pt x="9970" y="2201"/>
                  </a:cubicBezTo>
                  <a:cubicBezTo>
                    <a:pt x="11699" y="2547"/>
                    <a:pt x="13341" y="2633"/>
                    <a:pt x="13341" y="2633"/>
                  </a:cubicBezTo>
                  <a:cubicBezTo>
                    <a:pt x="12986" y="2434"/>
                    <a:pt x="12346" y="1803"/>
                    <a:pt x="12346" y="1803"/>
                  </a:cubicBezTo>
                  <a:lnTo>
                    <a:pt x="10705" y="680"/>
                  </a:lnTo>
                  <a:cubicBezTo>
                    <a:pt x="9508" y="483"/>
                    <a:pt x="9167" y="94"/>
                    <a:pt x="8148" y="7"/>
                  </a:cubicBezTo>
                  <a:cubicBezTo>
                    <a:pt x="8101" y="3"/>
                    <a:pt x="8055" y="1"/>
                    <a:pt x="8011" y="1"/>
                  </a:cubicBezTo>
                  <a:cubicBezTo>
                    <a:pt x="7088" y="1"/>
                    <a:pt x="6671" y="815"/>
                    <a:pt x="6671" y="815"/>
                  </a:cubicBezTo>
                  <a:cubicBezTo>
                    <a:pt x="6671" y="815"/>
                    <a:pt x="6254" y="1"/>
                    <a:pt x="5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1"/>
            <p:cNvSpPr/>
            <p:nvPr/>
          </p:nvSpPr>
          <p:spPr>
            <a:xfrm>
              <a:off x="2813762" y="3964224"/>
              <a:ext cx="199620" cy="98773"/>
            </a:xfrm>
            <a:custGeom>
              <a:avLst/>
              <a:gdLst/>
              <a:ahLst/>
              <a:cxnLst/>
              <a:rect l="l" t="t" r="r" b="b"/>
              <a:pathLst>
                <a:path w="4525" h="2239" extrusionOk="0">
                  <a:moveTo>
                    <a:pt x="3723" y="0"/>
                  </a:moveTo>
                  <a:cubicBezTo>
                    <a:pt x="3430" y="105"/>
                    <a:pt x="3095" y="208"/>
                    <a:pt x="2635" y="285"/>
                  </a:cubicBezTo>
                  <a:lnTo>
                    <a:pt x="994" y="1408"/>
                  </a:lnTo>
                  <a:cubicBezTo>
                    <a:pt x="994" y="1408"/>
                    <a:pt x="355" y="2039"/>
                    <a:pt x="0" y="2238"/>
                  </a:cubicBezTo>
                  <a:cubicBezTo>
                    <a:pt x="0" y="2238"/>
                    <a:pt x="1641" y="2151"/>
                    <a:pt x="3370" y="1805"/>
                  </a:cubicBezTo>
                  <a:cubicBezTo>
                    <a:pt x="3646" y="1751"/>
                    <a:pt x="3907" y="1718"/>
                    <a:pt x="4149" y="1700"/>
                  </a:cubicBezTo>
                  <a:cubicBezTo>
                    <a:pt x="4150" y="1695"/>
                    <a:pt x="4150" y="1693"/>
                    <a:pt x="4151" y="1690"/>
                  </a:cubicBezTo>
                  <a:cubicBezTo>
                    <a:pt x="4178" y="1429"/>
                    <a:pt x="4129" y="1147"/>
                    <a:pt x="4214" y="896"/>
                  </a:cubicBezTo>
                  <a:cubicBezTo>
                    <a:pt x="4298" y="652"/>
                    <a:pt x="4524" y="282"/>
                    <a:pt x="4191" y="128"/>
                  </a:cubicBezTo>
                  <a:cubicBezTo>
                    <a:pt x="4042" y="58"/>
                    <a:pt x="3880" y="38"/>
                    <a:pt x="372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1"/>
            <p:cNvSpPr/>
            <p:nvPr/>
          </p:nvSpPr>
          <p:spPr>
            <a:xfrm>
              <a:off x="2857611" y="3946711"/>
              <a:ext cx="250441" cy="79583"/>
            </a:xfrm>
            <a:custGeom>
              <a:avLst/>
              <a:gdLst/>
              <a:ahLst/>
              <a:cxnLst/>
              <a:rect l="l" t="t" r="r" b="b"/>
              <a:pathLst>
                <a:path w="5677" h="1804" extrusionOk="0">
                  <a:moveTo>
                    <a:pt x="4335" y="1"/>
                  </a:moveTo>
                  <a:cubicBezTo>
                    <a:pt x="4291" y="1"/>
                    <a:pt x="4245" y="3"/>
                    <a:pt x="4198" y="7"/>
                  </a:cubicBezTo>
                  <a:cubicBezTo>
                    <a:pt x="3179" y="94"/>
                    <a:pt x="2838" y="483"/>
                    <a:pt x="1642" y="680"/>
                  </a:cubicBezTo>
                  <a:lnTo>
                    <a:pt x="0" y="1803"/>
                  </a:lnTo>
                  <a:cubicBezTo>
                    <a:pt x="747" y="1692"/>
                    <a:pt x="2786" y="814"/>
                    <a:pt x="3957" y="814"/>
                  </a:cubicBezTo>
                  <a:cubicBezTo>
                    <a:pt x="4059" y="814"/>
                    <a:pt x="4155" y="821"/>
                    <a:pt x="4243" y="836"/>
                  </a:cubicBezTo>
                  <a:cubicBezTo>
                    <a:pt x="5331" y="1016"/>
                    <a:pt x="5677" y="1769"/>
                    <a:pt x="5677" y="1769"/>
                  </a:cubicBezTo>
                  <a:lnTo>
                    <a:pt x="5677" y="815"/>
                  </a:lnTo>
                  <a:cubicBezTo>
                    <a:pt x="5677" y="815"/>
                    <a:pt x="5259" y="1"/>
                    <a:pt x="4335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1"/>
            <p:cNvSpPr/>
            <p:nvPr/>
          </p:nvSpPr>
          <p:spPr>
            <a:xfrm>
              <a:off x="2857655" y="3965415"/>
              <a:ext cx="151976" cy="60967"/>
            </a:xfrm>
            <a:custGeom>
              <a:avLst/>
              <a:gdLst/>
              <a:ahLst/>
              <a:cxnLst/>
              <a:rect l="l" t="t" r="r" b="b"/>
              <a:pathLst>
                <a:path w="3445" h="1382" extrusionOk="0">
                  <a:moveTo>
                    <a:pt x="2647" y="1"/>
                  </a:moveTo>
                  <a:cubicBezTo>
                    <a:pt x="2373" y="95"/>
                    <a:pt x="2059" y="189"/>
                    <a:pt x="1642" y="258"/>
                  </a:cubicBezTo>
                  <a:lnTo>
                    <a:pt x="0" y="1381"/>
                  </a:lnTo>
                  <a:cubicBezTo>
                    <a:pt x="646" y="1285"/>
                    <a:pt x="2262" y="615"/>
                    <a:pt x="3444" y="437"/>
                  </a:cubicBezTo>
                  <a:cubicBezTo>
                    <a:pt x="3155" y="355"/>
                    <a:pt x="2882" y="181"/>
                    <a:pt x="264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1"/>
            <p:cNvSpPr/>
            <p:nvPr/>
          </p:nvSpPr>
          <p:spPr>
            <a:xfrm>
              <a:off x="3108044" y="3946711"/>
              <a:ext cx="250397" cy="79583"/>
            </a:xfrm>
            <a:custGeom>
              <a:avLst/>
              <a:gdLst/>
              <a:ahLst/>
              <a:cxnLst/>
              <a:rect l="l" t="t" r="r" b="b"/>
              <a:pathLst>
                <a:path w="5676" h="1804" extrusionOk="0">
                  <a:moveTo>
                    <a:pt x="1341" y="1"/>
                  </a:moveTo>
                  <a:cubicBezTo>
                    <a:pt x="418" y="1"/>
                    <a:pt x="1" y="815"/>
                    <a:pt x="1" y="815"/>
                  </a:cubicBezTo>
                  <a:lnTo>
                    <a:pt x="1" y="1769"/>
                  </a:lnTo>
                  <a:cubicBezTo>
                    <a:pt x="1" y="1769"/>
                    <a:pt x="346" y="1016"/>
                    <a:pt x="1435" y="836"/>
                  </a:cubicBezTo>
                  <a:cubicBezTo>
                    <a:pt x="1522" y="821"/>
                    <a:pt x="1618" y="814"/>
                    <a:pt x="1720" y="814"/>
                  </a:cubicBezTo>
                  <a:cubicBezTo>
                    <a:pt x="2890" y="814"/>
                    <a:pt x="4930" y="1692"/>
                    <a:pt x="5676" y="1803"/>
                  </a:cubicBezTo>
                  <a:lnTo>
                    <a:pt x="4035" y="680"/>
                  </a:lnTo>
                  <a:cubicBezTo>
                    <a:pt x="2838" y="483"/>
                    <a:pt x="2497" y="94"/>
                    <a:pt x="1478" y="7"/>
                  </a:cubicBezTo>
                  <a:cubicBezTo>
                    <a:pt x="1431" y="3"/>
                    <a:pt x="1385" y="1"/>
                    <a:pt x="134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1"/>
            <p:cNvSpPr/>
            <p:nvPr/>
          </p:nvSpPr>
          <p:spPr>
            <a:xfrm>
              <a:off x="3108044" y="3969209"/>
              <a:ext cx="47732" cy="55585"/>
            </a:xfrm>
            <a:custGeom>
              <a:avLst/>
              <a:gdLst/>
              <a:ahLst/>
              <a:cxnLst/>
              <a:rect l="l" t="t" r="r" b="b"/>
              <a:pathLst>
                <a:path w="1082" h="1260" extrusionOk="0">
                  <a:moveTo>
                    <a:pt x="222" y="1"/>
                  </a:moveTo>
                  <a:cubicBezTo>
                    <a:pt x="73" y="166"/>
                    <a:pt x="1" y="305"/>
                    <a:pt x="1" y="305"/>
                  </a:cubicBezTo>
                  <a:lnTo>
                    <a:pt x="1" y="1259"/>
                  </a:lnTo>
                  <a:cubicBezTo>
                    <a:pt x="1" y="1259"/>
                    <a:pt x="270" y="675"/>
                    <a:pt x="1082" y="413"/>
                  </a:cubicBezTo>
                  <a:cubicBezTo>
                    <a:pt x="794" y="332"/>
                    <a:pt x="454" y="213"/>
                    <a:pt x="222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1"/>
            <p:cNvSpPr/>
            <p:nvPr/>
          </p:nvSpPr>
          <p:spPr>
            <a:xfrm>
              <a:off x="2955058" y="3966165"/>
              <a:ext cx="45835" cy="37145"/>
            </a:xfrm>
            <a:custGeom>
              <a:avLst/>
              <a:gdLst/>
              <a:ahLst/>
              <a:cxnLst/>
              <a:rect l="l" t="t" r="r" b="b"/>
              <a:pathLst>
                <a:path w="1039" h="842" extrusionOk="0"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1"/>
                  </a:moveTo>
                  <a:lnTo>
                    <a:pt x="2" y="640"/>
                  </a:lnTo>
                  <a:cubicBezTo>
                    <a:pt x="2" y="640"/>
                    <a:pt x="231" y="800"/>
                    <a:pt x="502" y="837"/>
                  </a:cubicBezTo>
                  <a:cubicBezTo>
                    <a:pt x="525" y="840"/>
                    <a:pt x="549" y="842"/>
                    <a:pt x="572" y="842"/>
                  </a:cubicBezTo>
                  <a:cubicBezTo>
                    <a:pt x="824" y="842"/>
                    <a:pt x="1038" y="654"/>
                    <a:pt x="1002" y="474"/>
                  </a:cubicBezTo>
                  <a:cubicBezTo>
                    <a:pt x="980" y="364"/>
                    <a:pt x="806" y="382"/>
                    <a:pt x="578" y="298"/>
                  </a:cubicBezTo>
                  <a:cubicBezTo>
                    <a:pt x="357" y="216"/>
                    <a:pt x="23" y="14"/>
                    <a:pt x="2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1"/>
            <p:cNvSpPr/>
            <p:nvPr/>
          </p:nvSpPr>
          <p:spPr>
            <a:xfrm>
              <a:off x="2955102" y="3966165"/>
              <a:ext cx="42659" cy="37101"/>
            </a:xfrm>
            <a:custGeom>
              <a:avLst/>
              <a:gdLst/>
              <a:ahLst/>
              <a:cxnLst/>
              <a:rect l="l" t="t" r="r" b="b"/>
              <a:pathLst>
                <a:path w="967" h="841" extrusionOk="0">
                  <a:moveTo>
                    <a:pt x="1" y="1"/>
                  </a:moveTo>
                  <a:lnTo>
                    <a:pt x="1" y="639"/>
                  </a:lnTo>
                  <a:cubicBezTo>
                    <a:pt x="1" y="639"/>
                    <a:pt x="231" y="800"/>
                    <a:pt x="501" y="836"/>
                  </a:cubicBezTo>
                  <a:cubicBezTo>
                    <a:pt x="524" y="839"/>
                    <a:pt x="547" y="840"/>
                    <a:pt x="569" y="840"/>
                  </a:cubicBezTo>
                  <a:cubicBezTo>
                    <a:pt x="743" y="840"/>
                    <a:pt x="897" y="752"/>
                    <a:pt x="966" y="637"/>
                  </a:cubicBezTo>
                  <a:cubicBezTo>
                    <a:pt x="962" y="636"/>
                    <a:pt x="959" y="636"/>
                    <a:pt x="956" y="634"/>
                  </a:cubicBezTo>
                  <a:cubicBezTo>
                    <a:pt x="768" y="556"/>
                    <a:pt x="621" y="422"/>
                    <a:pt x="502" y="266"/>
                  </a:cubicBezTo>
                  <a:cubicBezTo>
                    <a:pt x="280" y="17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1"/>
            <p:cNvSpPr/>
            <p:nvPr/>
          </p:nvSpPr>
          <p:spPr>
            <a:xfrm>
              <a:off x="2858052" y="3935594"/>
              <a:ext cx="136359" cy="139271"/>
            </a:xfrm>
            <a:custGeom>
              <a:avLst/>
              <a:gdLst/>
              <a:ahLst/>
              <a:cxnLst/>
              <a:rect l="l" t="t" r="r" b="b"/>
              <a:pathLst>
                <a:path w="3091" h="3157" extrusionOk="0">
                  <a:moveTo>
                    <a:pt x="1431" y="0"/>
                  </a:moveTo>
                  <a:lnTo>
                    <a:pt x="128" y="821"/>
                  </a:lnTo>
                  <a:cubicBezTo>
                    <a:pt x="128" y="821"/>
                    <a:pt x="1" y="1666"/>
                    <a:pt x="333" y="2149"/>
                  </a:cubicBezTo>
                  <a:cubicBezTo>
                    <a:pt x="666" y="2631"/>
                    <a:pt x="593" y="2995"/>
                    <a:pt x="593" y="2995"/>
                  </a:cubicBezTo>
                  <a:cubicBezTo>
                    <a:pt x="593" y="2995"/>
                    <a:pt x="820" y="3157"/>
                    <a:pt x="1033" y="3157"/>
                  </a:cubicBezTo>
                  <a:cubicBezTo>
                    <a:pt x="1040" y="3157"/>
                    <a:pt x="1047" y="3156"/>
                    <a:pt x="1055" y="3156"/>
                  </a:cubicBezTo>
                  <a:cubicBezTo>
                    <a:pt x="1273" y="3145"/>
                    <a:pt x="1368" y="3006"/>
                    <a:pt x="1471" y="2994"/>
                  </a:cubicBezTo>
                  <a:cubicBezTo>
                    <a:pt x="1497" y="2991"/>
                    <a:pt x="1521" y="2990"/>
                    <a:pt x="1544" y="2990"/>
                  </a:cubicBezTo>
                  <a:cubicBezTo>
                    <a:pt x="1659" y="2990"/>
                    <a:pt x="1746" y="3020"/>
                    <a:pt x="1886" y="3020"/>
                  </a:cubicBezTo>
                  <a:cubicBezTo>
                    <a:pt x="1981" y="3020"/>
                    <a:pt x="2100" y="3006"/>
                    <a:pt x="2268" y="2961"/>
                  </a:cubicBezTo>
                  <a:cubicBezTo>
                    <a:pt x="2943" y="2774"/>
                    <a:pt x="3091" y="2146"/>
                    <a:pt x="2906" y="1633"/>
                  </a:cubicBezTo>
                  <a:cubicBezTo>
                    <a:pt x="2693" y="1040"/>
                    <a:pt x="1977" y="255"/>
                    <a:pt x="143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1"/>
            <p:cNvSpPr/>
            <p:nvPr/>
          </p:nvSpPr>
          <p:spPr>
            <a:xfrm>
              <a:off x="2808733" y="2722116"/>
              <a:ext cx="492941" cy="191150"/>
            </a:xfrm>
            <a:custGeom>
              <a:avLst/>
              <a:gdLst/>
              <a:ahLst/>
              <a:cxnLst/>
              <a:rect l="l" t="t" r="r" b="b"/>
              <a:pathLst>
                <a:path w="11174" h="4333" extrusionOk="0">
                  <a:moveTo>
                    <a:pt x="8886" y="0"/>
                  </a:moveTo>
                  <a:cubicBezTo>
                    <a:pt x="8443" y="0"/>
                    <a:pt x="8272" y="722"/>
                    <a:pt x="8687" y="915"/>
                  </a:cubicBezTo>
                  <a:cubicBezTo>
                    <a:pt x="9447" y="1271"/>
                    <a:pt x="10103" y="1875"/>
                    <a:pt x="9314" y="2810"/>
                  </a:cubicBezTo>
                  <a:cubicBezTo>
                    <a:pt x="9039" y="3137"/>
                    <a:pt x="8545" y="3345"/>
                    <a:pt x="8140" y="3424"/>
                  </a:cubicBezTo>
                  <a:cubicBezTo>
                    <a:pt x="7990" y="3453"/>
                    <a:pt x="7843" y="3467"/>
                    <a:pt x="7699" y="3467"/>
                  </a:cubicBezTo>
                  <a:cubicBezTo>
                    <a:pt x="6765" y="3467"/>
                    <a:pt x="5986" y="2873"/>
                    <a:pt x="5552" y="2020"/>
                  </a:cubicBezTo>
                  <a:cubicBezTo>
                    <a:pt x="5485" y="1888"/>
                    <a:pt x="5337" y="1818"/>
                    <a:pt x="5190" y="1818"/>
                  </a:cubicBezTo>
                  <a:cubicBezTo>
                    <a:pt x="5047" y="1818"/>
                    <a:pt x="4905" y="1884"/>
                    <a:pt x="4842" y="2020"/>
                  </a:cubicBezTo>
                  <a:cubicBezTo>
                    <a:pt x="4428" y="1976"/>
                    <a:pt x="4016" y="1932"/>
                    <a:pt x="3602" y="1889"/>
                  </a:cubicBezTo>
                  <a:cubicBezTo>
                    <a:pt x="3562" y="1701"/>
                    <a:pt x="3389" y="1599"/>
                    <a:pt x="3215" y="1599"/>
                  </a:cubicBezTo>
                  <a:cubicBezTo>
                    <a:pt x="3112" y="1599"/>
                    <a:pt x="3008" y="1635"/>
                    <a:pt x="2932" y="1711"/>
                  </a:cubicBezTo>
                  <a:cubicBezTo>
                    <a:pt x="2617" y="2027"/>
                    <a:pt x="2457" y="2147"/>
                    <a:pt x="2001" y="2299"/>
                  </a:cubicBezTo>
                  <a:cubicBezTo>
                    <a:pt x="1821" y="2413"/>
                    <a:pt x="1677" y="2471"/>
                    <a:pt x="1570" y="2471"/>
                  </a:cubicBezTo>
                  <a:cubicBezTo>
                    <a:pt x="1326" y="2471"/>
                    <a:pt x="1268" y="2176"/>
                    <a:pt x="1396" y="1586"/>
                  </a:cubicBezTo>
                  <a:cubicBezTo>
                    <a:pt x="1020" y="853"/>
                    <a:pt x="1208" y="486"/>
                    <a:pt x="1959" y="486"/>
                  </a:cubicBezTo>
                  <a:cubicBezTo>
                    <a:pt x="1980" y="486"/>
                    <a:pt x="2002" y="487"/>
                    <a:pt x="2023" y="487"/>
                  </a:cubicBezTo>
                  <a:cubicBezTo>
                    <a:pt x="2121" y="475"/>
                    <a:pt x="2153" y="341"/>
                    <a:pt x="2048" y="309"/>
                  </a:cubicBezTo>
                  <a:cubicBezTo>
                    <a:pt x="1902" y="263"/>
                    <a:pt x="1760" y="241"/>
                    <a:pt x="1622" y="241"/>
                  </a:cubicBezTo>
                  <a:cubicBezTo>
                    <a:pt x="698" y="241"/>
                    <a:pt x="1" y="1205"/>
                    <a:pt x="350" y="2164"/>
                  </a:cubicBezTo>
                  <a:cubicBezTo>
                    <a:pt x="610" y="2880"/>
                    <a:pt x="1099" y="3150"/>
                    <a:pt x="1639" y="3150"/>
                  </a:cubicBezTo>
                  <a:cubicBezTo>
                    <a:pt x="2109" y="3150"/>
                    <a:pt x="2618" y="2945"/>
                    <a:pt x="3045" y="2651"/>
                  </a:cubicBezTo>
                  <a:lnTo>
                    <a:pt x="3045" y="2651"/>
                  </a:lnTo>
                  <a:cubicBezTo>
                    <a:pt x="3319" y="3088"/>
                    <a:pt x="3774" y="3318"/>
                    <a:pt x="4235" y="3318"/>
                  </a:cubicBezTo>
                  <a:cubicBezTo>
                    <a:pt x="4563" y="3318"/>
                    <a:pt x="4894" y="3202"/>
                    <a:pt x="5164" y="2961"/>
                  </a:cubicBezTo>
                  <a:lnTo>
                    <a:pt x="5164" y="2961"/>
                  </a:lnTo>
                  <a:cubicBezTo>
                    <a:pt x="5809" y="3828"/>
                    <a:pt x="6816" y="4332"/>
                    <a:pt x="7851" y="4332"/>
                  </a:cubicBezTo>
                  <a:cubicBezTo>
                    <a:pt x="8459" y="4332"/>
                    <a:pt x="9077" y="4158"/>
                    <a:pt x="9637" y="3780"/>
                  </a:cubicBezTo>
                  <a:cubicBezTo>
                    <a:pt x="11174" y="2741"/>
                    <a:pt x="10926" y="225"/>
                    <a:pt x="8934" y="3"/>
                  </a:cubicBezTo>
                  <a:cubicBezTo>
                    <a:pt x="8918" y="1"/>
                    <a:pt x="8902" y="0"/>
                    <a:pt x="8886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1"/>
            <p:cNvSpPr/>
            <p:nvPr/>
          </p:nvSpPr>
          <p:spPr>
            <a:xfrm>
              <a:off x="3310129" y="2744658"/>
              <a:ext cx="65114" cy="107199"/>
            </a:xfrm>
            <a:custGeom>
              <a:avLst/>
              <a:gdLst/>
              <a:ahLst/>
              <a:cxnLst/>
              <a:rect l="l" t="t" r="r" b="b"/>
              <a:pathLst>
                <a:path w="1476" h="2430" extrusionOk="0">
                  <a:moveTo>
                    <a:pt x="662" y="0"/>
                  </a:moveTo>
                  <a:cubicBezTo>
                    <a:pt x="326" y="0"/>
                    <a:pt x="1" y="348"/>
                    <a:pt x="210" y="743"/>
                  </a:cubicBezTo>
                  <a:cubicBezTo>
                    <a:pt x="332" y="974"/>
                    <a:pt x="456" y="1211"/>
                    <a:pt x="488" y="1474"/>
                  </a:cubicBezTo>
                  <a:cubicBezTo>
                    <a:pt x="517" y="1731"/>
                    <a:pt x="475" y="1988"/>
                    <a:pt x="494" y="2246"/>
                  </a:cubicBezTo>
                  <a:cubicBezTo>
                    <a:pt x="502" y="2350"/>
                    <a:pt x="584" y="2430"/>
                    <a:pt x="679" y="2430"/>
                  </a:cubicBezTo>
                  <a:cubicBezTo>
                    <a:pt x="709" y="2430"/>
                    <a:pt x="741" y="2422"/>
                    <a:pt x="771" y="2404"/>
                  </a:cubicBezTo>
                  <a:cubicBezTo>
                    <a:pt x="1466" y="2000"/>
                    <a:pt x="1475" y="853"/>
                    <a:pt x="1076" y="238"/>
                  </a:cubicBezTo>
                  <a:cubicBezTo>
                    <a:pt x="967" y="70"/>
                    <a:pt x="814" y="0"/>
                    <a:pt x="662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1"/>
            <p:cNvSpPr/>
            <p:nvPr/>
          </p:nvSpPr>
          <p:spPr>
            <a:xfrm>
              <a:off x="2773177" y="4697260"/>
              <a:ext cx="225560" cy="149241"/>
            </a:xfrm>
            <a:custGeom>
              <a:avLst/>
              <a:gdLst/>
              <a:ahLst/>
              <a:cxnLst/>
              <a:rect l="l" t="t" r="r" b="b"/>
              <a:pathLst>
                <a:path w="5113" h="3383" extrusionOk="0">
                  <a:moveTo>
                    <a:pt x="2378" y="0"/>
                  </a:moveTo>
                  <a:cubicBezTo>
                    <a:pt x="2329" y="808"/>
                    <a:pt x="2266" y="1579"/>
                    <a:pt x="2189" y="2090"/>
                  </a:cubicBezTo>
                  <a:cubicBezTo>
                    <a:pt x="2189" y="2090"/>
                    <a:pt x="1650" y="2274"/>
                    <a:pt x="1138" y="2375"/>
                  </a:cubicBezTo>
                  <a:cubicBezTo>
                    <a:pt x="727" y="2458"/>
                    <a:pt x="159" y="2725"/>
                    <a:pt x="0" y="3382"/>
                  </a:cubicBezTo>
                  <a:lnTo>
                    <a:pt x="4524" y="3382"/>
                  </a:lnTo>
                  <a:lnTo>
                    <a:pt x="4677" y="2090"/>
                  </a:lnTo>
                  <a:cubicBezTo>
                    <a:pt x="4677" y="2090"/>
                    <a:pt x="4829" y="1527"/>
                    <a:pt x="51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2896519" y="4697216"/>
              <a:ext cx="102170" cy="149285"/>
            </a:xfrm>
            <a:custGeom>
              <a:avLst/>
              <a:gdLst/>
              <a:ahLst/>
              <a:cxnLst/>
              <a:rect l="l" t="t" r="r" b="b"/>
              <a:pathLst>
                <a:path w="2316" h="3384" extrusionOk="0">
                  <a:moveTo>
                    <a:pt x="1265" y="0"/>
                  </a:moveTo>
                  <a:lnTo>
                    <a:pt x="1265" y="1"/>
                  </a:lnTo>
                  <a:cubicBezTo>
                    <a:pt x="1314" y="328"/>
                    <a:pt x="1343" y="661"/>
                    <a:pt x="1321" y="990"/>
                  </a:cubicBezTo>
                  <a:cubicBezTo>
                    <a:pt x="1300" y="1319"/>
                    <a:pt x="1227" y="1732"/>
                    <a:pt x="916" y="1911"/>
                  </a:cubicBezTo>
                  <a:cubicBezTo>
                    <a:pt x="968" y="1964"/>
                    <a:pt x="1003" y="2029"/>
                    <a:pt x="1062" y="2076"/>
                  </a:cubicBezTo>
                  <a:cubicBezTo>
                    <a:pt x="1076" y="2087"/>
                    <a:pt x="1068" y="2107"/>
                    <a:pt x="1057" y="2114"/>
                  </a:cubicBezTo>
                  <a:cubicBezTo>
                    <a:pt x="740" y="2322"/>
                    <a:pt x="603" y="2690"/>
                    <a:pt x="390" y="2986"/>
                  </a:cubicBezTo>
                  <a:cubicBezTo>
                    <a:pt x="282" y="3136"/>
                    <a:pt x="148" y="3266"/>
                    <a:pt x="1" y="3383"/>
                  </a:cubicBezTo>
                  <a:lnTo>
                    <a:pt x="1726" y="3383"/>
                  </a:lnTo>
                  <a:lnTo>
                    <a:pt x="1880" y="2090"/>
                  </a:lnTo>
                  <a:cubicBezTo>
                    <a:pt x="1880" y="2090"/>
                    <a:pt x="2031" y="1526"/>
                    <a:pt x="2315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1"/>
            <p:cNvSpPr/>
            <p:nvPr/>
          </p:nvSpPr>
          <p:spPr>
            <a:xfrm>
              <a:off x="2769471" y="4846452"/>
              <a:ext cx="206767" cy="15264"/>
            </a:xfrm>
            <a:custGeom>
              <a:avLst/>
              <a:gdLst/>
              <a:ahLst/>
              <a:cxnLst/>
              <a:rect l="l" t="t" r="r" b="b"/>
              <a:pathLst>
                <a:path w="4687" h="346" extrusionOk="0">
                  <a:moveTo>
                    <a:pt x="105" y="0"/>
                  </a:moveTo>
                  <a:cubicBezTo>
                    <a:pt x="47" y="0"/>
                    <a:pt x="0" y="47"/>
                    <a:pt x="0" y="105"/>
                  </a:cubicBezTo>
                  <a:lnTo>
                    <a:pt x="0" y="346"/>
                  </a:lnTo>
                  <a:lnTo>
                    <a:pt x="4687" y="346"/>
                  </a:lnTo>
                  <a:lnTo>
                    <a:pt x="4687" y="105"/>
                  </a:lnTo>
                  <a:cubicBezTo>
                    <a:pt x="4687" y="47"/>
                    <a:pt x="4639" y="0"/>
                    <a:pt x="4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1"/>
            <p:cNvSpPr/>
            <p:nvPr/>
          </p:nvSpPr>
          <p:spPr>
            <a:xfrm>
              <a:off x="3217931" y="4697260"/>
              <a:ext cx="225560" cy="149241"/>
            </a:xfrm>
            <a:custGeom>
              <a:avLst/>
              <a:gdLst/>
              <a:ahLst/>
              <a:cxnLst/>
              <a:rect l="l" t="t" r="r" b="b"/>
              <a:pathLst>
                <a:path w="5113" h="3383" extrusionOk="0">
                  <a:moveTo>
                    <a:pt x="1" y="0"/>
                  </a:moveTo>
                  <a:cubicBezTo>
                    <a:pt x="284" y="1527"/>
                    <a:pt x="435" y="2090"/>
                    <a:pt x="435" y="2090"/>
                  </a:cubicBezTo>
                  <a:lnTo>
                    <a:pt x="589" y="3382"/>
                  </a:lnTo>
                  <a:lnTo>
                    <a:pt x="5113" y="3382"/>
                  </a:lnTo>
                  <a:cubicBezTo>
                    <a:pt x="4954" y="2725"/>
                    <a:pt x="4386" y="2458"/>
                    <a:pt x="3975" y="2375"/>
                  </a:cubicBezTo>
                  <a:cubicBezTo>
                    <a:pt x="3463" y="2274"/>
                    <a:pt x="2924" y="2090"/>
                    <a:pt x="2924" y="2090"/>
                  </a:cubicBezTo>
                  <a:cubicBezTo>
                    <a:pt x="2847" y="1579"/>
                    <a:pt x="2784" y="808"/>
                    <a:pt x="27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1"/>
            <p:cNvSpPr/>
            <p:nvPr/>
          </p:nvSpPr>
          <p:spPr>
            <a:xfrm>
              <a:off x="3217887" y="4697260"/>
              <a:ext cx="101420" cy="149285"/>
            </a:xfrm>
            <a:custGeom>
              <a:avLst/>
              <a:gdLst/>
              <a:ahLst/>
              <a:cxnLst/>
              <a:rect l="l" t="t" r="r" b="b"/>
              <a:pathLst>
                <a:path w="2299" h="3384" extrusionOk="0">
                  <a:moveTo>
                    <a:pt x="0" y="0"/>
                  </a:moveTo>
                  <a:cubicBezTo>
                    <a:pt x="284" y="1527"/>
                    <a:pt x="435" y="2090"/>
                    <a:pt x="435" y="2090"/>
                  </a:cubicBezTo>
                  <a:lnTo>
                    <a:pt x="589" y="3383"/>
                  </a:lnTo>
                  <a:lnTo>
                    <a:pt x="2298" y="3383"/>
                  </a:lnTo>
                  <a:cubicBezTo>
                    <a:pt x="2065" y="3224"/>
                    <a:pt x="1855" y="3027"/>
                    <a:pt x="1684" y="2800"/>
                  </a:cubicBezTo>
                  <a:cubicBezTo>
                    <a:pt x="1494" y="2546"/>
                    <a:pt x="1371" y="2186"/>
                    <a:pt x="1108" y="1996"/>
                  </a:cubicBezTo>
                  <a:cubicBezTo>
                    <a:pt x="1094" y="1987"/>
                    <a:pt x="1090" y="1970"/>
                    <a:pt x="1103" y="1959"/>
                  </a:cubicBezTo>
                  <a:cubicBezTo>
                    <a:pt x="1344" y="1718"/>
                    <a:pt x="1032" y="1312"/>
                    <a:pt x="945" y="1061"/>
                  </a:cubicBezTo>
                  <a:cubicBezTo>
                    <a:pt x="826" y="725"/>
                    <a:pt x="767" y="361"/>
                    <a:pt x="75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3240385" y="4846452"/>
              <a:ext cx="206767" cy="15264"/>
            </a:xfrm>
            <a:custGeom>
              <a:avLst/>
              <a:gdLst/>
              <a:ahLst/>
              <a:cxnLst/>
              <a:rect l="l" t="t" r="r" b="b"/>
              <a:pathLst>
                <a:path w="4687" h="346" extrusionOk="0">
                  <a:moveTo>
                    <a:pt x="105" y="0"/>
                  </a:moveTo>
                  <a:cubicBezTo>
                    <a:pt x="47" y="0"/>
                    <a:pt x="0" y="47"/>
                    <a:pt x="0" y="105"/>
                  </a:cubicBezTo>
                  <a:lnTo>
                    <a:pt x="0" y="346"/>
                  </a:lnTo>
                  <a:lnTo>
                    <a:pt x="4687" y="346"/>
                  </a:lnTo>
                  <a:lnTo>
                    <a:pt x="4687" y="105"/>
                  </a:lnTo>
                  <a:cubicBezTo>
                    <a:pt x="4687" y="47"/>
                    <a:pt x="4639" y="0"/>
                    <a:pt x="4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1"/>
            <p:cNvSpPr/>
            <p:nvPr/>
          </p:nvSpPr>
          <p:spPr>
            <a:xfrm>
              <a:off x="2873315" y="4846496"/>
              <a:ext cx="102920" cy="15220"/>
            </a:xfrm>
            <a:custGeom>
              <a:avLst/>
              <a:gdLst/>
              <a:ahLst/>
              <a:cxnLst/>
              <a:rect l="l" t="t" r="r" b="b"/>
              <a:pathLst>
                <a:path w="2333" h="345" extrusionOk="0">
                  <a:moveTo>
                    <a:pt x="528" y="0"/>
                  </a:moveTo>
                  <a:cubicBezTo>
                    <a:pt x="409" y="95"/>
                    <a:pt x="283" y="182"/>
                    <a:pt x="155" y="259"/>
                  </a:cubicBezTo>
                  <a:cubicBezTo>
                    <a:pt x="106" y="289"/>
                    <a:pt x="53" y="316"/>
                    <a:pt x="0" y="345"/>
                  </a:cubicBezTo>
                  <a:lnTo>
                    <a:pt x="2333" y="345"/>
                  </a:lnTo>
                  <a:lnTo>
                    <a:pt x="2333" y="104"/>
                  </a:lnTo>
                  <a:cubicBezTo>
                    <a:pt x="2333" y="46"/>
                    <a:pt x="2287" y="0"/>
                    <a:pt x="2229" y="0"/>
                  </a:cubicBezTo>
                  <a:close/>
                </a:path>
              </a:pathLst>
            </a:custGeom>
            <a:solidFill>
              <a:srgbClr val="FFFFFF">
                <a:alpha val="11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1"/>
            <p:cNvSpPr/>
            <p:nvPr/>
          </p:nvSpPr>
          <p:spPr>
            <a:xfrm>
              <a:off x="3240385" y="4846496"/>
              <a:ext cx="108699" cy="15264"/>
            </a:xfrm>
            <a:custGeom>
              <a:avLst/>
              <a:gdLst/>
              <a:ahLst/>
              <a:cxnLst/>
              <a:rect l="l" t="t" r="r" b="b"/>
              <a:pathLst>
                <a:path w="2464" h="346" extrusionOk="0">
                  <a:moveTo>
                    <a:pt x="105" y="0"/>
                  </a:moveTo>
                  <a:cubicBezTo>
                    <a:pt x="47" y="0"/>
                    <a:pt x="0" y="48"/>
                    <a:pt x="0" y="105"/>
                  </a:cubicBezTo>
                  <a:lnTo>
                    <a:pt x="0" y="346"/>
                  </a:lnTo>
                  <a:lnTo>
                    <a:pt x="2464" y="346"/>
                  </a:lnTo>
                  <a:cubicBezTo>
                    <a:pt x="2245" y="263"/>
                    <a:pt x="2034" y="161"/>
                    <a:pt x="1837" y="33"/>
                  </a:cubicBezTo>
                  <a:cubicBezTo>
                    <a:pt x="1822" y="22"/>
                    <a:pt x="1806" y="11"/>
                    <a:pt x="1789" y="0"/>
                  </a:cubicBezTo>
                  <a:close/>
                </a:path>
              </a:pathLst>
            </a:custGeom>
            <a:solidFill>
              <a:srgbClr val="FFFFFF">
                <a:alpha val="11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1"/>
            <p:cNvSpPr/>
            <p:nvPr/>
          </p:nvSpPr>
          <p:spPr>
            <a:xfrm>
              <a:off x="2866830" y="4777856"/>
              <a:ext cx="46012" cy="8029"/>
            </a:xfrm>
            <a:custGeom>
              <a:avLst/>
              <a:gdLst/>
              <a:ahLst/>
              <a:cxnLst/>
              <a:rect l="l" t="t" r="r" b="b"/>
              <a:pathLst>
                <a:path w="1043" h="182" extrusionOk="0">
                  <a:moveTo>
                    <a:pt x="91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41"/>
                    <a:pt x="40" y="181"/>
                    <a:pt x="91" y="181"/>
                  </a:cubicBezTo>
                  <a:lnTo>
                    <a:pt x="952" y="181"/>
                  </a:lnTo>
                  <a:cubicBezTo>
                    <a:pt x="1004" y="181"/>
                    <a:pt x="1043" y="141"/>
                    <a:pt x="1043" y="91"/>
                  </a:cubicBezTo>
                  <a:cubicBezTo>
                    <a:pt x="1043" y="41"/>
                    <a:pt x="1003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2870095" y="4747505"/>
              <a:ext cx="46144" cy="7985"/>
            </a:xfrm>
            <a:custGeom>
              <a:avLst/>
              <a:gdLst/>
              <a:ahLst/>
              <a:cxnLst/>
              <a:rect l="l" t="t" r="r" b="b"/>
              <a:pathLst>
                <a:path w="1046" h="181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cubicBezTo>
                    <a:pt x="1" y="141"/>
                    <a:pt x="42" y="181"/>
                    <a:pt x="91" y="181"/>
                  </a:cubicBezTo>
                  <a:lnTo>
                    <a:pt x="953" y="181"/>
                  </a:lnTo>
                  <a:cubicBezTo>
                    <a:pt x="1004" y="181"/>
                    <a:pt x="1045" y="139"/>
                    <a:pt x="1043" y="91"/>
                  </a:cubicBezTo>
                  <a:cubicBezTo>
                    <a:pt x="1043" y="41"/>
                    <a:pt x="1003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1"/>
            <p:cNvSpPr/>
            <p:nvPr/>
          </p:nvSpPr>
          <p:spPr>
            <a:xfrm>
              <a:off x="2872565" y="4716979"/>
              <a:ext cx="46056" cy="8117"/>
            </a:xfrm>
            <a:custGeom>
              <a:avLst/>
              <a:gdLst/>
              <a:ahLst/>
              <a:cxnLst/>
              <a:rect l="l" t="t" r="r" b="b"/>
              <a:pathLst>
                <a:path w="1044" h="184" extrusionOk="0">
                  <a:moveTo>
                    <a:pt x="91" y="1"/>
                  </a:moveTo>
                  <a:cubicBezTo>
                    <a:pt x="41" y="1"/>
                    <a:pt x="1" y="43"/>
                    <a:pt x="1" y="93"/>
                  </a:cubicBezTo>
                  <a:cubicBezTo>
                    <a:pt x="1" y="143"/>
                    <a:pt x="41" y="184"/>
                    <a:pt x="91" y="184"/>
                  </a:cubicBezTo>
                  <a:lnTo>
                    <a:pt x="952" y="184"/>
                  </a:lnTo>
                  <a:cubicBezTo>
                    <a:pt x="1004" y="184"/>
                    <a:pt x="1044" y="143"/>
                    <a:pt x="1043" y="93"/>
                  </a:cubicBezTo>
                  <a:cubicBezTo>
                    <a:pt x="1043" y="42"/>
                    <a:pt x="1002" y="1"/>
                    <a:pt x="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1"/>
            <p:cNvSpPr/>
            <p:nvPr/>
          </p:nvSpPr>
          <p:spPr>
            <a:xfrm>
              <a:off x="3303732" y="4777856"/>
              <a:ext cx="46056" cy="8029"/>
            </a:xfrm>
            <a:custGeom>
              <a:avLst/>
              <a:gdLst/>
              <a:ahLst/>
              <a:cxnLst/>
              <a:rect l="l" t="t" r="r" b="b"/>
              <a:pathLst>
                <a:path w="1044" h="182" extrusionOk="0">
                  <a:moveTo>
                    <a:pt x="90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41"/>
                    <a:pt x="41" y="181"/>
                    <a:pt x="90" y="181"/>
                  </a:cubicBezTo>
                  <a:lnTo>
                    <a:pt x="953" y="181"/>
                  </a:lnTo>
                  <a:cubicBezTo>
                    <a:pt x="1003" y="181"/>
                    <a:pt x="1043" y="141"/>
                    <a:pt x="1043" y="91"/>
                  </a:cubicBezTo>
                  <a:cubicBezTo>
                    <a:pt x="1043" y="41"/>
                    <a:pt x="1002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1"/>
            <p:cNvSpPr/>
            <p:nvPr/>
          </p:nvSpPr>
          <p:spPr>
            <a:xfrm>
              <a:off x="3300424" y="4747505"/>
              <a:ext cx="46100" cy="7985"/>
            </a:xfrm>
            <a:custGeom>
              <a:avLst/>
              <a:gdLst/>
              <a:ahLst/>
              <a:cxnLst/>
              <a:rect l="l" t="t" r="r" b="b"/>
              <a:pathLst>
                <a:path w="1045" h="181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cubicBezTo>
                    <a:pt x="1" y="141"/>
                    <a:pt x="42" y="181"/>
                    <a:pt x="91" y="181"/>
                  </a:cubicBezTo>
                  <a:lnTo>
                    <a:pt x="952" y="181"/>
                  </a:lnTo>
                  <a:cubicBezTo>
                    <a:pt x="1004" y="181"/>
                    <a:pt x="1045" y="139"/>
                    <a:pt x="1044" y="91"/>
                  </a:cubicBezTo>
                  <a:cubicBezTo>
                    <a:pt x="1044" y="41"/>
                    <a:pt x="1003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3297997" y="4716979"/>
              <a:ext cx="46100" cy="8117"/>
            </a:xfrm>
            <a:custGeom>
              <a:avLst/>
              <a:gdLst/>
              <a:ahLst/>
              <a:cxnLst/>
              <a:rect l="l" t="t" r="r" b="b"/>
              <a:pathLst>
                <a:path w="1045" h="184" extrusionOk="0">
                  <a:moveTo>
                    <a:pt x="91" y="1"/>
                  </a:moveTo>
                  <a:cubicBezTo>
                    <a:pt x="41" y="1"/>
                    <a:pt x="1" y="43"/>
                    <a:pt x="1" y="93"/>
                  </a:cubicBezTo>
                  <a:cubicBezTo>
                    <a:pt x="1" y="143"/>
                    <a:pt x="41" y="184"/>
                    <a:pt x="91" y="184"/>
                  </a:cubicBezTo>
                  <a:lnTo>
                    <a:pt x="953" y="184"/>
                  </a:lnTo>
                  <a:cubicBezTo>
                    <a:pt x="1004" y="184"/>
                    <a:pt x="1044" y="143"/>
                    <a:pt x="1043" y="93"/>
                  </a:cubicBezTo>
                  <a:cubicBezTo>
                    <a:pt x="1043" y="42"/>
                    <a:pt x="1002" y="1"/>
                    <a:pt x="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41"/>
          <p:cNvGrpSpPr/>
          <p:nvPr/>
        </p:nvGrpSpPr>
        <p:grpSpPr>
          <a:xfrm rot="427660">
            <a:off x="371404" y="195816"/>
            <a:ext cx="1742988" cy="2558469"/>
            <a:chOff x="4660757" y="333584"/>
            <a:chExt cx="1302054" cy="1911238"/>
          </a:xfrm>
        </p:grpSpPr>
        <p:sp>
          <p:nvSpPr>
            <p:cNvPr id="1384" name="Google Shape;1384;p41"/>
            <p:cNvSpPr/>
            <p:nvPr/>
          </p:nvSpPr>
          <p:spPr>
            <a:xfrm>
              <a:off x="4660757" y="333584"/>
              <a:ext cx="1302054" cy="1911238"/>
            </a:xfrm>
            <a:custGeom>
              <a:avLst/>
              <a:gdLst/>
              <a:ahLst/>
              <a:cxnLst/>
              <a:rect l="l" t="t" r="r" b="b"/>
              <a:pathLst>
                <a:path w="29515" h="43324" extrusionOk="0">
                  <a:moveTo>
                    <a:pt x="14559" y="0"/>
                  </a:moveTo>
                  <a:cubicBezTo>
                    <a:pt x="13896" y="0"/>
                    <a:pt x="13235" y="97"/>
                    <a:pt x="12611" y="292"/>
                  </a:cubicBezTo>
                  <a:cubicBezTo>
                    <a:pt x="11432" y="660"/>
                    <a:pt x="10361" y="1443"/>
                    <a:pt x="9772" y="2530"/>
                  </a:cubicBezTo>
                  <a:cubicBezTo>
                    <a:pt x="9185" y="3617"/>
                    <a:pt x="9132" y="5010"/>
                    <a:pt x="9757" y="6077"/>
                  </a:cubicBezTo>
                  <a:cubicBezTo>
                    <a:pt x="7688" y="7116"/>
                    <a:pt x="6035" y="8784"/>
                    <a:pt x="4967" y="10839"/>
                  </a:cubicBezTo>
                  <a:cubicBezTo>
                    <a:pt x="4499" y="11743"/>
                    <a:pt x="4148" y="12709"/>
                    <a:pt x="3934" y="13706"/>
                  </a:cubicBezTo>
                  <a:cubicBezTo>
                    <a:pt x="3828" y="14203"/>
                    <a:pt x="3756" y="14707"/>
                    <a:pt x="3722" y="15216"/>
                  </a:cubicBezTo>
                  <a:cubicBezTo>
                    <a:pt x="3675" y="15905"/>
                    <a:pt x="3848" y="16265"/>
                    <a:pt x="3395" y="16863"/>
                  </a:cubicBezTo>
                  <a:cubicBezTo>
                    <a:pt x="2914" y="17496"/>
                    <a:pt x="2653" y="18260"/>
                    <a:pt x="2631" y="19054"/>
                  </a:cubicBezTo>
                  <a:cubicBezTo>
                    <a:pt x="2609" y="19859"/>
                    <a:pt x="3083" y="20603"/>
                    <a:pt x="3093" y="21333"/>
                  </a:cubicBezTo>
                  <a:cubicBezTo>
                    <a:pt x="2490" y="21377"/>
                    <a:pt x="1906" y="21429"/>
                    <a:pt x="1387" y="21780"/>
                  </a:cubicBezTo>
                  <a:cubicBezTo>
                    <a:pt x="923" y="22093"/>
                    <a:pt x="594" y="22576"/>
                    <a:pt x="388" y="23096"/>
                  </a:cubicBezTo>
                  <a:cubicBezTo>
                    <a:pt x="168" y="23652"/>
                    <a:pt x="0" y="24159"/>
                    <a:pt x="94" y="24766"/>
                  </a:cubicBezTo>
                  <a:cubicBezTo>
                    <a:pt x="162" y="25215"/>
                    <a:pt x="310" y="25648"/>
                    <a:pt x="387" y="26096"/>
                  </a:cubicBezTo>
                  <a:cubicBezTo>
                    <a:pt x="539" y="27001"/>
                    <a:pt x="409" y="27921"/>
                    <a:pt x="519" y="28829"/>
                  </a:cubicBezTo>
                  <a:cubicBezTo>
                    <a:pt x="574" y="29271"/>
                    <a:pt x="676" y="29707"/>
                    <a:pt x="891" y="30101"/>
                  </a:cubicBezTo>
                  <a:cubicBezTo>
                    <a:pt x="1220" y="30701"/>
                    <a:pt x="1281" y="30653"/>
                    <a:pt x="954" y="31283"/>
                  </a:cubicBezTo>
                  <a:cubicBezTo>
                    <a:pt x="207" y="32725"/>
                    <a:pt x="174" y="34255"/>
                    <a:pt x="987" y="35687"/>
                  </a:cubicBezTo>
                  <a:cubicBezTo>
                    <a:pt x="1647" y="36851"/>
                    <a:pt x="2644" y="37778"/>
                    <a:pt x="3487" y="38817"/>
                  </a:cubicBezTo>
                  <a:cubicBezTo>
                    <a:pt x="4086" y="39556"/>
                    <a:pt x="4661" y="40393"/>
                    <a:pt x="5547" y="40734"/>
                  </a:cubicBezTo>
                  <a:cubicBezTo>
                    <a:pt x="6111" y="40951"/>
                    <a:pt x="6788" y="40945"/>
                    <a:pt x="7304" y="41280"/>
                  </a:cubicBezTo>
                  <a:cubicBezTo>
                    <a:pt x="7856" y="41636"/>
                    <a:pt x="8241" y="42236"/>
                    <a:pt x="8790" y="42614"/>
                  </a:cubicBezTo>
                  <a:cubicBezTo>
                    <a:pt x="9593" y="43168"/>
                    <a:pt x="10519" y="43324"/>
                    <a:pt x="11483" y="43324"/>
                  </a:cubicBezTo>
                  <a:cubicBezTo>
                    <a:pt x="12705" y="43324"/>
                    <a:pt x="13986" y="43074"/>
                    <a:pt x="15149" y="43074"/>
                  </a:cubicBezTo>
                  <a:cubicBezTo>
                    <a:pt x="15256" y="43074"/>
                    <a:pt x="15362" y="43077"/>
                    <a:pt x="15468" y="43081"/>
                  </a:cubicBezTo>
                  <a:cubicBezTo>
                    <a:pt x="16253" y="43117"/>
                    <a:pt x="17117" y="43269"/>
                    <a:pt x="17962" y="43300"/>
                  </a:cubicBezTo>
                  <a:cubicBezTo>
                    <a:pt x="18057" y="43303"/>
                    <a:pt x="18152" y="43305"/>
                    <a:pt x="18247" y="43305"/>
                  </a:cubicBezTo>
                  <a:cubicBezTo>
                    <a:pt x="19102" y="43305"/>
                    <a:pt x="19925" y="43150"/>
                    <a:pt x="20610" y="42590"/>
                  </a:cubicBezTo>
                  <a:cubicBezTo>
                    <a:pt x="21505" y="41859"/>
                    <a:pt x="21830" y="40695"/>
                    <a:pt x="22952" y="40215"/>
                  </a:cubicBezTo>
                  <a:cubicBezTo>
                    <a:pt x="23449" y="40003"/>
                    <a:pt x="23997" y="39935"/>
                    <a:pt x="24503" y="39740"/>
                  </a:cubicBezTo>
                  <a:cubicBezTo>
                    <a:pt x="25474" y="39364"/>
                    <a:pt x="25825" y="38715"/>
                    <a:pt x="26316" y="37899"/>
                  </a:cubicBezTo>
                  <a:cubicBezTo>
                    <a:pt x="26729" y="37215"/>
                    <a:pt x="27518" y="36852"/>
                    <a:pt x="27964" y="36191"/>
                  </a:cubicBezTo>
                  <a:cubicBezTo>
                    <a:pt x="28311" y="35679"/>
                    <a:pt x="28412" y="35046"/>
                    <a:pt x="28560" y="34447"/>
                  </a:cubicBezTo>
                  <a:cubicBezTo>
                    <a:pt x="28913" y="33026"/>
                    <a:pt x="29515" y="31604"/>
                    <a:pt x="28668" y="30234"/>
                  </a:cubicBezTo>
                  <a:cubicBezTo>
                    <a:pt x="28327" y="29682"/>
                    <a:pt x="27842" y="29232"/>
                    <a:pt x="27324" y="28842"/>
                  </a:cubicBezTo>
                  <a:cubicBezTo>
                    <a:pt x="26751" y="28409"/>
                    <a:pt x="26078" y="28016"/>
                    <a:pt x="25363" y="28016"/>
                  </a:cubicBezTo>
                  <a:cubicBezTo>
                    <a:pt x="25166" y="28016"/>
                    <a:pt x="24966" y="28045"/>
                    <a:pt x="24764" y="28113"/>
                  </a:cubicBezTo>
                  <a:cubicBezTo>
                    <a:pt x="24346" y="28253"/>
                    <a:pt x="23838" y="29127"/>
                    <a:pt x="23384" y="29127"/>
                  </a:cubicBezTo>
                  <a:cubicBezTo>
                    <a:pt x="23354" y="29127"/>
                    <a:pt x="23325" y="29123"/>
                    <a:pt x="23295" y="29115"/>
                  </a:cubicBezTo>
                  <a:cubicBezTo>
                    <a:pt x="22769" y="28972"/>
                    <a:pt x="21958" y="27517"/>
                    <a:pt x="22563" y="27264"/>
                  </a:cubicBezTo>
                  <a:cubicBezTo>
                    <a:pt x="23477" y="26880"/>
                    <a:pt x="24234" y="26164"/>
                    <a:pt x="24707" y="25299"/>
                  </a:cubicBezTo>
                  <a:cubicBezTo>
                    <a:pt x="25181" y="24434"/>
                    <a:pt x="25016" y="23585"/>
                    <a:pt x="25297" y="22717"/>
                  </a:cubicBezTo>
                  <a:cubicBezTo>
                    <a:pt x="25641" y="21654"/>
                    <a:pt x="26515" y="20899"/>
                    <a:pt x="26720" y="19718"/>
                  </a:cubicBezTo>
                  <a:cubicBezTo>
                    <a:pt x="26823" y="19129"/>
                    <a:pt x="26823" y="18399"/>
                    <a:pt x="26608" y="17831"/>
                  </a:cubicBezTo>
                  <a:cubicBezTo>
                    <a:pt x="26425" y="17347"/>
                    <a:pt x="25991" y="17012"/>
                    <a:pt x="25797" y="16534"/>
                  </a:cubicBezTo>
                  <a:cubicBezTo>
                    <a:pt x="25442" y="15660"/>
                    <a:pt x="25575" y="14505"/>
                    <a:pt x="25347" y="13571"/>
                  </a:cubicBezTo>
                  <a:cubicBezTo>
                    <a:pt x="25102" y="12568"/>
                    <a:pt x="24729" y="11600"/>
                    <a:pt x="24244" y="10689"/>
                  </a:cubicBezTo>
                  <a:cubicBezTo>
                    <a:pt x="23304" y="8927"/>
                    <a:pt x="21940" y="7390"/>
                    <a:pt x="20281" y="6275"/>
                  </a:cubicBezTo>
                  <a:cubicBezTo>
                    <a:pt x="20141" y="6180"/>
                    <a:pt x="19991" y="6082"/>
                    <a:pt x="19897" y="5939"/>
                  </a:cubicBezTo>
                  <a:cubicBezTo>
                    <a:pt x="19695" y="5629"/>
                    <a:pt x="19989" y="4998"/>
                    <a:pt x="20006" y="4638"/>
                  </a:cubicBezTo>
                  <a:cubicBezTo>
                    <a:pt x="20027" y="4214"/>
                    <a:pt x="19990" y="3786"/>
                    <a:pt x="19881" y="3375"/>
                  </a:cubicBezTo>
                  <a:cubicBezTo>
                    <a:pt x="19665" y="2561"/>
                    <a:pt x="19175" y="1852"/>
                    <a:pt x="18518" y="1328"/>
                  </a:cubicBezTo>
                  <a:cubicBezTo>
                    <a:pt x="17414" y="447"/>
                    <a:pt x="15981" y="0"/>
                    <a:pt x="14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2880000" algn="bl" rotWithShape="0">
                <a:schemeClr val="accent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1"/>
            <p:cNvSpPr/>
            <p:nvPr/>
          </p:nvSpPr>
          <p:spPr>
            <a:xfrm>
              <a:off x="5470905" y="1662419"/>
              <a:ext cx="382521" cy="477413"/>
            </a:xfrm>
            <a:custGeom>
              <a:avLst/>
              <a:gdLst/>
              <a:ahLst/>
              <a:cxnLst/>
              <a:rect l="l" t="t" r="r" b="b"/>
              <a:pathLst>
                <a:path w="8671" h="10822" extrusionOk="0">
                  <a:moveTo>
                    <a:pt x="7039" y="1"/>
                  </a:moveTo>
                  <a:cubicBezTo>
                    <a:pt x="6968" y="1"/>
                    <a:pt x="6904" y="60"/>
                    <a:pt x="6899" y="146"/>
                  </a:cubicBezTo>
                  <a:cubicBezTo>
                    <a:pt x="6889" y="434"/>
                    <a:pt x="6758" y="696"/>
                    <a:pt x="6594" y="940"/>
                  </a:cubicBezTo>
                  <a:cubicBezTo>
                    <a:pt x="6494" y="1082"/>
                    <a:pt x="6362" y="1180"/>
                    <a:pt x="6244" y="1307"/>
                  </a:cubicBezTo>
                  <a:cubicBezTo>
                    <a:pt x="6132" y="1433"/>
                    <a:pt x="6054" y="1578"/>
                    <a:pt x="6043" y="1823"/>
                  </a:cubicBezTo>
                  <a:cubicBezTo>
                    <a:pt x="6023" y="2164"/>
                    <a:pt x="6494" y="2296"/>
                    <a:pt x="6440" y="2551"/>
                  </a:cubicBezTo>
                  <a:cubicBezTo>
                    <a:pt x="6407" y="2688"/>
                    <a:pt x="6331" y="2787"/>
                    <a:pt x="6252" y="2860"/>
                  </a:cubicBezTo>
                  <a:cubicBezTo>
                    <a:pt x="6163" y="2931"/>
                    <a:pt x="6063" y="2977"/>
                    <a:pt x="5965" y="3014"/>
                  </a:cubicBezTo>
                  <a:cubicBezTo>
                    <a:pt x="5760" y="3082"/>
                    <a:pt x="5573" y="3115"/>
                    <a:pt x="5463" y="3247"/>
                  </a:cubicBezTo>
                  <a:cubicBezTo>
                    <a:pt x="5422" y="3307"/>
                    <a:pt x="5392" y="3368"/>
                    <a:pt x="5377" y="3443"/>
                  </a:cubicBezTo>
                  <a:cubicBezTo>
                    <a:pt x="5370" y="3480"/>
                    <a:pt x="5364" y="3520"/>
                    <a:pt x="5359" y="3560"/>
                  </a:cubicBezTo>
                  <a:cubicBezTo>
                    <a:pt x="5353" y="3599"/>
                    <a:pt x="5344" y="3639"/>
                    <a:pt x="5337" y="3676"/>
                  </a:cubicBezTo>
                  <a:cubicBezTo>
                    <a:pt x="5322" y="3756"/>
                    <a:pt x="5307" y="3840"/>
                    <a:pt x="5267" y="3903"/>
                  </a:cubicBezTo>
                  <a:cubicBezTo>
                    <a:pt x="5229" y="3967"/>
                    <a:pt x="5187" y="4034"/>
                    <a:pt x="5112" y="4056"/>
                  </a:cubicBezTo>
                  <a:cubicBezTo>
                    <a:pt x="5075" y="4071"/>
                    <a:pt x="5035" y="4077"/>
                    <a:pt x="4994" y="4077"/>
                  </a:cubicBezTo>
                  <a:cubicBezTo>
                    <a:pt x="4842" y="4077"/>
                    <a:pt x="4669" y="3989"/>
                    <a:pt x="4510" y="3907"/>
                  </a:cubicBezTo>
                  <a:cubicBezTo>
                    <a:pt x="4318" y="3809"/>
                    <a:pt x="4105" y="3723"/>
                    <a:pt x="3896" y="3723"/>
                  </a:cubicBezTo>
                  <a:cubicBezTo>
                    <a:pt x="3746" y="3723"/>
                    <a:pt x="3598" y="3767"/>
                    <a:pt x="3460" y="3882"/>
                  </a:cubicBezTo>
                  <a:cubicBezTo>
                    <a:pt x="3233" y="4074"/>
                    <a:pt x="3129" y="4324"/>
                    <a:pt x="3047" y="4568"/>
                  </a:cubicBezTo>
                  <a:cubicBezTo>
                    <a:pt x="2964" y="4812"/>
                    <a:pt x="2890" y="5052"/>
                    <a:pt x="2672" y="5255"/>
                  </a:cubicBezTo>
                  <a:cubicBezTo>
                    <a:pt x="2546" y="5376"/>
                    <a:pt x="2392" y="5453"/>
                    <a:pt x="2222" y="5531"/>
                  </a:cubicBezTo>
                  <a:cubicBezTo>
                    <a:pt x="2136" y="5567"/>
                    <a:pt x="2047" y="5600"/>
                    <a:pt x="1955" y="5632"/>
                  </a:cubicBezTo>
                  <a:cubicBezTo>
                    <a:pt x="1866" y="5665"/>
                    <a:pt x="1773" y="5700"/>
                    <a:pt x="1681" y="5735"/>
                  </a:cubicBezTo>
                  <a:cubicBezTo>
                    <a:pt x="1311" y="5873"/>
                    <a:pt x="930" y="6060"/>
                    <a:pt x="723" y="6396"/>
                  </a:cubicBezTo>
                  <a:cubicBezTo>
                    <a:pt x="511" y="6733"/>
                    <a:pt x="515" y="7120"/>
                    <a:pt x="499" y="7464"/>
                  </a:cubicBezTo>
                  <a:cubicBezTo>
                    <a:pt x="490" y="7817"/>
                    <a:pt x="462" y="8125"/>
                    <a:pt x="206" y="8442"/>
                  </a:cubicBezTo>
                  <a:cubicBezTo>
                    <a:pt x="116" y="8550"/>
                    <a:pt x="48" y="8686"/>
                    <a:pt x="32" y="8828"/>
                  </a:cubicBezTo>
                  <a:cubicBezTo>
                    <a:pt x="0" y="9050"/>
                    <a:pt x="103" y="9118"/>
                    <a:pt x="212" y="9166"/>
                  </a:cubicBezTo>
                  <a:cubicBezTo>
                    <a:pt x="323" y="9214"/>
                    <a:pt x="448" y="9247"/>
                    <a:pt x="497" y="9388"/>
                  </a:cubicBezTo>
                  <a:cubicBezTo>
                    <a:pt x="597" y="9658"/>
                    <a:pt x="586" y="9879"/>
                    <a:pt x="594" y="10111"/>
                  </a:cubicBezTo>
                  <a:cubicBezTo>
                    <a:pt x="595" y="10227"/>
                    <a:pt x="612" y="10344"/>
                    <a:pt x="639" y="10464"/>
                  </a:cubicBezTo>
                  <a:cubicBezTo>
                    <a:pt x="672" y="10584"/>
                    <a:pt x="733" y="10705"/>
                    <a:pt x="827" y="10821"/>
                  </a:cubicBezTo>
                  <a:cubicBezTo>
                    <a:pt x="911" y="10690"/>
                    <a:pt x="956" y="10576"/>
                    <a:pt x="989" y="10465"/>
                  </a:cubicBezTo>
                  <a:cubicBezTo>
                    <a:pt x="1027" y="10355"/>
                    <a:pt x="1038" y="10250"/>
                    <a:pt x="1061" y="10148"/>
                  </a:cubicBezTo>
                  <a:cubicBezTo>
                    <a:pt x="1103" y="9944"/>
                    <a:pt x="1153" y="9742"/>
                    <a:pt x="1348" y="9576"/>
                  </a:cubicBezTo>
                  <a:cubicBezTo>
                    <a:pt x="1403" y="9532"/>
                    <a:pt x="1462" y="9520"/>
                    <a:pt x="1524" y="9520"/>
                  </a:cubicBezTo>
                  <a:cubicBezTo>
                    <a:pt x="1581" y="9520"/>
                    <a:pt x="1640" y="9531"/>
                    <a:pt x="1697" y="9538"/>
                  </a:cubicBezTo>
                  <a:cubicBezTo>
                    <a:pt x="1726" y="9541"/>
                    <a:pt x="1753" y="9543"/>
                    <a:pt x="1780" y="9543"/>
                  </a:cubicBezTo>
                  <a:cubicBezTo>
                    <a:pt x="1865" y="9543"/>
                    <a:pt x="1939" y="9519"/>
                    <a:pt x="2003" y="9424"/>
                  </a:cubicBezTo>
                  <a:cubicBezTo>
                    <a:pt x="2051" y="9343"/>
                    <a:pt x="2060" y="9247"/>
                    <a:pt x="2055" y="9150"/>
                  </a:cubicBezTo>
                  <a:cubicBezTo>
                    <a:pt x="2028" y="8858"/>
                    <a:pt x="2244" y="8714"/>
                    <a:pt x="2481" y="8636"/>
                  </a:cubicBezTo>
                  <a:cubicBezTo>
                    <a:pt x="2726" y="8561"/>
                    <a:pt x="2990" y="8542"/>
                    <a:pt x="3159" y="8431"/>
                  </a:cubicBezTo>
                  <a:cubicBezTo>
                    <a:pt x="3322" y="8319"/>
                    <a:pt x="3357" y="8096"/>
                    <a:pt x="3432" y="7870"/>
                  </a:cubicBezTo>
                  <a:cubicBezTo>
                    <a:pt x="3452" y="7816"/>
                    <a:pt x="3472" y="7759"/>
                    <a:pt x="3494" y="7705"/>
                  </a:cubicBezTo>
                  <a:cubicBezTo>
                    <a:pt x="3520" y="7654"/>
                    <a:pt x="3548" y="7607"/>
                    <a:pt x="3580" y="7564"/>
                  </a:cubicBezTo>
                  <a:cubicBezTo>
                    <a:pt x="3642" y="7474"/>
                    <a:pt x="3737" y="7412"/>
                    <a:pt x="3856" y="7397"/>
                  </a:cubicBezTo>
                  <a:cubicBezTo>
                    <a:pt x="3878" y="7393"/>
                    <a:pt x="3900" y="7392"/>
                    <a:pt x="3922" y="7392"/>
                  </a:cubicBezTo>
                  <a:cubicBezTo>
                    <a:pt x="4105" y="7392"/>
                    <a:pt x="4278" y="7491"/>
                    <a:pt x="4460" y="7590"/>
                  </a:cubicBezTo>
                  <a:cubicBezTo>
                    <a:pt x="4632" y="7682"/>
                    <a:pt x="4806" y="7776"/>
                    <a:pt x="5039" y="7776"/>
                  </a:cubicBezTo>
                  <a:cubicBezTo>
                    <a:pt x="5083" y="7776"/>
                    <a:pt x="5129" y="7773"/>
                    <a:pt x="5177" y="7765"/>
                  </a:cubicBezTo>
                  <a:cubicBezTo>
                    <a:pt x="5626" y="7701"/>
                    <a:pt x="6015" y="7196"/>
                    <a:pt x="6180" y="6727"/>
                  </a:cubicBezTo>
                  <a:cubicBezTo>
                    <a:pt x="6283" y="6445"/>
                    <a:pt x="6354" y="6132"/>
                    <a:pt x="6592" y="5871"/>
                  </a:cubicBezTo>
                  <a:cubicBezTo>
                    <a:pt x="6693" y="5769"/>
                    <a:pt x="6790" y="5675"/>
                    <a:pt x="6910" y="5600"/>
                  </a:cubicBezTo>
                  <a:cubicBezTo>
                    <a:pt x="7023" y="5530"/>
                    <a:pt x="7145" y="5453"/>
                    <a:pt x="7271" y="5374"/>
                  </a:cubicBezTo>
                  <a:cubicBezTo>
                    <a:pt x="7333" y="5335"/>
                    <a:pt x="7394" y="5295"/>
                    <a:pt x="7456" y="5258"/>
                  </a:cubicBezTo>
                  <a:cubicBezTo>
                    <a:pt x="7515" y="5216"/>
                    <a:pt x="7571" y="5169"/>
                    <a:pt x="7625" y="5122"/>
                  </a:cubicBezTo>
                  <a:cubicBezTo>
                    <a:pt x="7734" y="5026"/>
                    <a:pt x="7839" y="4920"/>
                    <a:pt x="7906" y="4787"/>
                  </a:cubicBezTo>
                  <a:cubicBezTo>
                    <a:pt x="8079" y="4476"/>
                    <a:pt x="8035" y="4188"/>
                    <a:pt x="7998" y="3907"/>
                  </a:cubicBezTo>
                  <a:cubicBezTo>
                    <a:pt x="7974" y="3762"/>
                    <a:pt x="7951" y="3615"/>
                    <a:pt x="7951" y="3461"/>
                  </a:cubicBezTo>
                  <a:cubicBezTo>
                    <a:pt x="7940" y="3302"/>
                    <a:pt x="7960" y="3135"/>
                    <a:pt x="8009" y="2938"/>
                  </a:cubicBezTo>
                  <a:cubicBezTo>
                    <a:pt x="8048" y="2758"/>
                    <a:pt x="8200" y="2679"/>
                    <a:pt x="8342" y="2553"/>
                  </a:cubicBezTo>
                  <a:cubicBezTo>
                    <a:pt x="8481" y="2430"/>
                    <a:pt x="8642" y="2263"/>
                    <a:pt x="8653" y="1932"/>
                  </a:cubicBezTo>
                  <a:cubicBezTo>
                    <a:pt x="8670" y="1465"/>
                    <a:pt x="8541" y="1198"/>
                    <a:pt x="8391" y="1028"/>
                  </a:cubicBezTo>
                  <a:cubicBezTo>
                    <a:pt x="8247" y="855"/>
                    <a:pt x="8059" y="768"/>
                    <a:pt x="7907" y="636"/>
                  </a:cubicBezTo>
                  <a:cubicBezTo>
                    <a:pt x="7629" y="407"/>
                    <a:pt x="7360" y="241"/>
                    <a:pt x="7135" y="40"/>
                  </a:cubicBezTo>
                  <a:cubicBezTo>
                    <a:pt x="7105" y="13"/>
                    <a:pt x="7071" y="1"/>
                    <a:pt x="70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1"/>
            <p:cNvSpPr/>
            <p:nvPr/>
          </p:nvSpPr>
          <p:spPr>
            <a:xfrm>
              <a:off x="5517974" y="1687078"/>
              <a:ext cx="304879" cy="370875"/>
            </a:xfrm>
            <a:custGeom>
              <a:avLst/>
              <a:gdLst/>
              <a:ahLst/>
              <a:cxnLst/>
              <a:rect l="l" t="t" r="r" b="b"/>
              <a:pathLst>
                <a:path w="6911" h="8407" extrusionOk="0">
                  <a:moveTo>
                    <a:pt x="6120" y="0"/>
                  </a:moveTo>
                  <a:cubicBezTo>
                    <a:pt x="6045" y="324"/>
                    <a:pt x="5916" y="622"/>
                    <a:pt x="5772" y="886"/>
                  </a:cubicBezTo>
                  <a:cubicBezTo>
                    <a:pt x="5716" y="980"/>
                    <a:pt x="5657" y="1074"/>
                    <a:pt x="5662" y="1175"/>
                  </a:cubicBezTo>
                  <a:cubicBezTo>
                    <a:pt x="5658" y="1289"/>
                    <a:pt x="5731" y="1393"/>
                    <a:pt x="5797" y="1501"/>
                  </a:cubicBezTo>
                  <a:cubicBezTo>
                    <a:pt x="5846" y="1592"/>
                    <a:pt x="5888" y="1694"/>
                    <a:pt x="5922" y="1802"/>
                  </a:cubicBezTo>
                  <a:cubicBezTo>
                    <a:pt x="5954" y="1909"/>
                    <a:pt x="5964" y="2021"/>
                    <a:pt x="5967" y="2134"/>
                  </a:cubicBezTo>
                  <a:cubicBezTo>
                    <a:pt x="5964" y="2356"/>
                    <a:pt x="5891" y="2577"/>
                    <a:pt x="5730" y="2732"/>
                  </a:cubicBezTo>
                  <a:cubicBezTo>
                    <a:pt x="5617" y="2853"/>
                    <a:pt x="5441" y="2919"/>
                    <a:pt x="5305" y="2997"/>
                  </a:cubicBezTo>
                  <a:cubicBezTo>
                    <a:pt x="5229" y="3032"/>
                    <a:pt x="5159" y="3068"/>
                    <a:pt x="5101" y="3111"/>
                  </a:cubicBezTo>
                  <a:cubicBezTo>
                    <a:pt x="5043" y="3155"/>
                    <a:pt x="4996" y="3207"/>
                    <a:pt x="4956" y="3270"/>
                  </a:cubicBezTo>
                  <a:cubicBezTo>
                    <a:pt x="4923" y="3329"/>
                    <a:pt x="4908" y="3392"/>
                    <a:pt x="4901" y="3462"/>
                  </a:cubicBezTo>
                  <a:cubicBezTo>
                    <a:pt x="4893" y="3528"/>
                    <a:pt x="4890" y="3596"/>
                    <a:pt x="4890" y="3672"/>
                  </a:cubicBezTo>
                  <a:cubicBezTo>
                    <a:pt x="4890" y="3744"/>
                    <a:pt x="4891" y="3822"/>
                    <a:pt x="4885" y="3899"/>
                  </a:cubicBezTo>
                  <a:cubicBezTo>
                    <a:pt x="4875" y="3973"/>
                    <a:pt x="4859" y="4046"/>
                    <a:pt x="4830" y="4117"/>
                  </a:cubicBezTo>
                  <a:cubicBezTo>
                    <a:pt x="4722" y="4384"/>
                    <a:pt x="4417" y="4536"/>
                    <a:pt x="4133" y="4566"/>
                  </a:cubicBezTo>
                  <a:cubicBezTo>
                    <a:pt x="4067" y="4573"/>
                    <a:pt x="4002" y="4576"/>
                    <a:pt x="3936" y="4576"/>
                  </a:cubicBezTo>
                  <a:cubicBezTo>
                    <a:pt x="3717" y="4576"/>
                    <a:pt x="3500" y="4545"/>
                    <a:pt x="3278" y="4544"/>
                  </a:cubicBezTo>
                  <a:cubicBezTo>
                    <a:pt x="3272" y="4544"/>
                    <a:pt x="3266" y="4544"/>
                    <a:pt x="3259" y="4544"/>
                  </a:cubicBezTo>
                  <a:cubicBezTo>
                    <a:pt x="3107" y="4544"/>
                    <a:pt x="2938" y="4570"/>
                    <a:pt x="2823" y="4679"/>
                  </a:cubicBezTo>
                  <a:cubicBezTo>
                    <a:pt x="2694" y="4804"/>
                    <a:pt x="2674" y="4998"/>
                    <a:pt x="2570" y="5145"/>
                  </a:cubicBezTo>
                  <a:cubicBezTo>
                    <a:pt x="2407" y="5377"/>
                    <a:pt x="2033" y="5354"/>
                    <a:pt x="1728" y="5407"/>
                  </a:cubicBezTo>
                  <a:cubicBezTo>
                    <a:pt x="1575" y="5428"/>
                    <a:pt x="1418" y="5465"/>
                    <a:pt x="1261" y="5514"/>
                  </a:cubicBezTo>
                  <a:cubicBezTo>
                    <a:pt x="1111" y="5571"/>
                    <a:pt x="962" y="5647"/>
                    <a:pt x="848" y="5769"/>
                  </a:cubicBezTo>
                  <a:cubicBezTo>
                    <a:pt x="668" y="5959"/>
                    <a:pt x="605" y="6210"/>
                    <a:pt x="537" y="6437"/>
                  </a:cubicBezTo>
                  <a:cubicBezTo>
                    <a:pt x="363" y="7062"/>
                    <a:pt x="152" y="7664"/>
                    <a:pt x="0" y="8406"/>
                  </a:cubicBezTo>
                  <a:cubicBezTo>
                    <a:pt x="344" y="7734"/>
                    <a:pt x="817" y="7305"/>
                    <a:pt x="1332" y="7127"/>
                  </a:cubicBezTo>
                  <a:cubicBezTo>
                    <a:pt x="1525" y="7064"/>
                    <a:pt x="1726" y="7038"/>
                    <a:pt x="1878" y="6935"/>
                  </a:cubicBezTo>
                  <a:cubicBezTo>
                    <a:pt x="1975" y="6867"/>
                    <a:pt x="2046" y="6779"/>
                    <a:pt x="2107" y="6670"/>
                  </a:cubicBezTo>
                  <a:cubicBezTo>
                    <a:pt x="2172" y="6573"/>
                    <a:pt x="2222" y="6450"/>
                    <a:pt x="2295" y="6344"/>
                  </a:cubicBezTo>
                  <a:cubicBezTo>
                    <a:pt x="2422" y="6139"/>
                    <a:pt x="2605" y="5849"/>
                    <a:pt x="2857" y="5849"/>
                  </a:cubicBezTo>
                  <a:cubicBezTo>
                    <a:pt x="2870" y="5849"/>
                    <a:pt x="2884" y="5849"/>
                    <a:pt x="2897" y="5851"/>
                  </a:cubicBezTo>
                  <a:cubicBezTo>
                    <a:pt x="3061" y="5871"/>
                    <a:pt x="3206" y="5978"/>
                    <a:pt x="3372" y="5978"/>
                  </a:cubicBezTo>
                  <a:cubicBezTo>
                    <a:pt x="3381" y="5978"/>
                    <a:pt x="3390" y="5978"/>
                    <a:pt x="3399" y="5977"/>
                  </a:cubicBezTo>
                  <a:cubicBezTo>
                    <a:pt x="3562" y="5968"/>
                    <a:pt x="3705" y="5849"/>
                    <a:pt x="3819" y="5723"/>
                  </a:cubicBezTo>
                  <a:cubicBezTo>
                    <a:pt x="4026" y="5493"/>
                    <a:pt x="4187" y="5225"/>
                    <a:pt x="4376" y="4981"/>
                  </a:cubicBezTo>
                  <a:cubicBezTo>
                    <a:pt x="4567" y="4734"/>
                    <a:pt x="4796" y="4500"/>
                    <a:pt x="5084" y="4392"/>
                  </a:cubicBezTo>
                  <a:cubicBezTo>
                    <a:pt x="5160" y="4362"/>
                    <a:pt x="5243" y="4346"/>
                    <a:pt x="5327" y="4330"/>
                  </a:cubicBezTo>
                  <a:cubicBezTo>
                    <a:pt x="5407" y="4313"/>
                    <a:pt x="5491" y="4293"/>
                    <a:pt x="5573" y="4274"/>
                  </a:cubicBezTo>
                  <a:cubicBezTo>
                    <a:pt x="5655" y="4253"/>
                    <a:pt x="5739" y="4230"/>
                    <a:pt x="5815" y="4190"/>
                  </a:cubicBezTo>
                  <a:cubicBezTo>
                    <a:pt x="5889" y="4150"/>
                    <a:pt x="5959" y="4099"/>
                    <a:pt x="6020" y="4027"/>
                  </a:cubicBezTo>
                  <a:cubicBezTo>
                    <a:pt x="6091" y="3951"/>
                    <a:pt x="6131" y="3861"/>
                    <a:pt x="6154" y="3768"/>
                  </a:cubicBezTo>
                  <a:cubicBezTo>
                    <a:pt x="6178" y="3674"/>
                    <a:pt x="6189" y="3580"/>
                    <a:pt x="6190" y="3484"/>
                  </a:cubicBezTo>
                  <a:cubicBezTo>
                    <a:pt x="6183" y="3287"/>
                    <a:pt x="6163" y="3100"/>
                    <a:pt x="6161" y="2913"/>
                  </a:cubicBezTo>
                  <a:cubicBezTo>
                    <a:pt x="6174" y="2435"/>
                    <a:pt x="6451" y="2004"/>
                    <a:pt x="6737" y="1592"/>
                  </a:cubicBezTo>
                  <a:cubicBezTo>
                    <a:pt x="6815" y="1474"/>
                    <a:pt x="6903" y="1343"/>
                    <a:pt x="6910" y="1189"/>
                  </a:cubicBezTo>
                  <a:cubicBezTo>
                    <a:pt x="6908" y="1051"/>
                    <a:pt x="6842" y="926"/>
                    <a:pt x="6779" y="817"/>
                  </a:cubicBezTo>
                  <a:cubicBezTo>
                    <a:pt x="6582" y="505"/>
                    <a:pt x="6368" y="228"/>
                    <a:pt x="612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1"/>
            <p:cNvSpPr/>
            <p:nvPr/>
          </p:nvSpPr>
          <p:spPr>
            <a:xfrm>
              <a:off x="5476949" y="1677594"/>
              <a:ext cx="374845" cy="436739"/>
            </a:xfrm>
            <a:custGeom>
              <a:avLst/>
              <a:gdLst/>
              <a:ahLst/>
              <a:cxnLst/>
              <a:rect l="l" t="t" r="r" b="b"/>
              <a:pathLst>
                <a:path w="8497" h="9900" extrusionOk="0">
                  <a:moveTo>
                    <a:pt x="7001" y="0"/>
                  </a:moveTo>
                  <a:cubicBezTo>
                    <a:pt x="6995" y="0"/>
                    <a:pt x="6990" y="1"/>
                    <a:pt x="6984" y="3"/>
                  </a:cubicBezTo>
                  <a:cubicBezTo>
                    <a:pt x="6956" y="14"/>
                    <a:pt x="6941" y="45"/>
                    <a:pt x="6950" y="76"/>
                  </a:cubicBezTo>
                  <a:cubicBezTo>
                    <a:pt x="6950" y="76"/>
                    <a:pt x="6968" y="133"/>
                    <a:pt x="6994" y="220"/>
                  </a:cubicBezTo>
                  <a:cubicBezTo>
                    <a:pt x="7008" y="264"/>
                    <a:pt x="7025" y="313"/>
                    <a:pt x="7040" y="369"/>
                  </a:cubicBezTo>
                  <a:cubicBezTo>
                    <a:pt x="7051" y="425"/>
                    <a:pt x="7064" y="484"/>
                    <a:pt x="7076" y="543"/>
                  </a:cubicBezTo>
                  <a:cubicBezTo>
                    <a:pt x="7105" y="660"/>
                    <a:pt x="7119" y="781"/>
                    <a:pt x="7129" y="872"/>
                  </a:cubicBezTo>
                  <a:cubicBezTo>
                    <a:pt x="7140" y="962"/>
                    <a:pt x="7147" y="1022"/>
                    <a:pt x="7147" y="1022"/>
                  </a:cubicBezTo>
                  <a:cubicBezTo>
                    <a:pt x="7147" y="1022"/>
                    <a:pt x="6962" y="907"/>
                    <a:pt x="6780" y="815"/>
                  </a:cubicBezTo>
                  <a:cubicBezTo>
                    <a:pt x="6691" y="768"/>
                    <a:pt x="6594" y="727"/>
                    <a:pt x="6523" y="700"/>
                  </a:cubicBezTo>
                  <a:cubicBezTo>
                    <a:pt x="6452" y="673"/>
                    <a:pt x="6405" y="655"/>
                    <a:pt x="6405" y="655"/>
                  </a:cubicBezTo>
                  <a:cubicBezTo>
                    <a:pt x="6383" y="681"/>
                    <a:pt x="6359" y="706"/>
                    <a:pt x="6336" y="731"/>
                  </a:cubicBezTo>
                  <a:cubicBezTo>
                    <a:pt x="6336" y="731"/>
                    <a:pt x="6388" y="752"/>
                    <a:pt x="6468" y="782"/>
                  </a:cubicBezTo>
                  <a:cubicBezTo>
                    <a:pt x="6548" y="815"/>
                    <a:pt x="6646" y="864"/>
                    <a:pt x="6749" y="917"/>
                  </a:cubicBezTo>
                  <a:cubicBezTo>
                    <a:pt x="6850" y="972"/>
                    <a:pt x="6957" y="1031"/>
                    <a:pt x="7030" y="1079"/>
                  </a:cubicBezTo>
                  <a:cubicBezTo>
                    <a:pt x="7104" y="1129"/>
                    <a:pt x="7152" y="1162"/>
                    <a:pt x="7152" y="1162"/>
                  </a:cubicBezTo>
                  <a:cubicBezTo>
                    <a:pt x="7152" y="1162"/>
                    <a:pt x="7155" y="1250"/>
                    <a:pt x="7158" y="1383"/>
                  </a:cubicBezTo>
                  <a:cubicBezTo>
                    <a:pt x="7158" y="1448"/>
                    <a:pt x="7152" y="1525"/>
                    <a:pt x="7148" y="1608"/>
                  </a:cubicBezTo>
                  <a:cubicBezTo>
                    <a:pt x="7145" y="1691"/>
                    <a:pt x="7139" y="1779"/>
                    <a:pt x="7125" y="1867"/>
                  </a:cubicBezTo>
                  <a:cubicBezTo>
                    <a:pt x="7111" y="1955"/>
                    <a:pt x="7103" y="2043"/>
                    <a:pt x="7088" y="2124"/>
                  </a:cubicBezTo>
                  <a:cubicBezTo>
                    <a:pt x="7071" y="2206"/>
                    <a:pt x="7054" y="2282"/>
                    <a:pt x="7040" y="2346"/>
                  </a:cubicBezTo>
                  <a:cubicBezTo>
                    <a:pt x="7026" y="2411"/>
                    <a:pt x="7014" y="2465"/>
                    <a:pt x="7002" y="2501"/>
                  </a:cubicBezTo>
                  <a:cubicBezTo>
                    <a:pt x="6989" y="2538"/>
                    <a:pt x="6983" y="2559"/>
                    <a:pt x="6983" y="2559"/>
                  </a:cubicBezTo>
                  <a:cubicBezTo>
                    <a:pt x="6983" y="2559"/>
                    <a:pt x="6929" y="2480"/>
                    <a:pt x="6836" y="2370"/>
                  </a:cubicBezTo>
                  <a:cubicBezTo>
                    <a:pt x="6741" y="2259"/>
                    <a:pt x="6612" y="2119"/>
                    <a:pt x="6483" y="1993"/>
                  </a:cubicBezTo>
                  <a:cubicBezTo>
                    <a:pt x="6343" y="1866"/>
                    <a:pt x="6201" y="1752"/>
                    <a:pt x="6096" y="1676"/>
                  </a:cubicBezTo>
                  <a:cubicBezTo>
                    <a:pt x="5987" y="1598"/>
                    <a:pt x="5910" y="1552"/>
                    <a:pt x="5910" y="1552"/>
                  </a:cubicBezTo>
                  <a:lnTo>
                    <a:pt x="5906" y="1556"/>
                  </a:lnTo>
                  <a:cubicBezTo>
                    <a:pt x="5915" y="1604"/>
                    <a:pt x="5935" y="1646"/>
                    <a:pt x="5954" y="1686"/>
                  </a:cubicBezTo>
                  <a:cubicBezTo>
                    <a:pt x="5954" y="1686"/>
                    <a:pt x="6023" y="1733"/>
                    <a:pt x="6125" y="1813"/>
                  </a:cubicBezTo>
                  <a:cubicBezTo>
                    <a:pt x="6227" y="1893"/>
                    <a:pt x="6359" y="2008"/>
                    <a:pt x="6480" y="2134"/>
                  </a:cubicBezTo>
                  <a:cubicBezTo>
                    <a:pt x="6605" y="2260"/>
                    <a:pt x="6727" y="2398"/>
                    <a:pt x="6805" y="2507"/>
                  </a:cubicBezTo>
                  <a:cubicBezTo>
                    <a:pt x="6888" y="2616"/>
                    <a:pt x="6942" y="2693"/>
                    <a:pt x="6942" y="2693"/>
                  </a:cubicBezTo>
                  <a:cubicBezTo>
                    <a:pt x="6942" y="2693"/>
                    <a:pt x="6921" y="2780"/>
                    <a:pt x="6868" y="2902"/>
                  </a:cubicBezTo>
                  <a:cubicBezTo>
                    <a:pt x="6844" y="2964"/>
                    <a:pt x="6815" y="3036"/>
                    <a:pt x="6784" y="3113"/>
                  </a:cubicBezTo>
                  <a:cubicBezTo>
                    <a:pt x="6748" y="3186"/>
                    <a:pt x="6709" y="3266"/>
                    <a:pt x="6669" y="3345"/>
                  </a:cubicBezTo>
                  <a:cubicBezTo>
                    <a:pt x="6632" y="3426"/>
                    <a:pt x="6585" y="3501"/>
                    <a:pt x="6542" y="3571"/>
                  </a:cubicBezTo>
                  <a:cubicBezTo>
                    <a:pt x="6499" y="3641"/>
                    <a:pt x="6462" y="3710"/>
                    <a:pt x="6422" y="3763"/>
                  </a:cubicBezTo>
                  <a:cubicBezTo>
                    <a:pt x="6343" y="3871"/>
                    <a:pt x="6291" y="3942"/>
                    <a:pt x="6291" y="3942"/>
                  </a:cubicBezTo>
                  <a:cubicBezTo>
                    <a:pt x="6291" y="3942"/>
                    <a:pt x="6266" y="3852"/>
                    <a:pt x="6223" y="3727"/>
                  </a:cubicBezTo>
                  <a:cubicBezTo>
                    <a:pt x="6184" y="3605"/>
                    <a:pt x="6116" y="3439"/>
                    <a:pt x="6039" y="3284"/>
                  </a:cubicBezTo>
                  <a:cubicBezTo>
                    <a:pt x="5968" y="3129"/>
                    <a:pt x="5884" y="2986"/>
                    <a:pt x="5813" y="2879"/>
                  </a:cubicBezTo>
                  <a:cubicBezTo>
                    <a:pt x="5743" y="2774"/>
                    <a:pt x="5696" y="2707"/>
                    <a:pt x="5696" y="2707"/>
                  </a:cubicBezTo>
                  <a:cubicBezTo>
                    <a:pt x="5665" y="2717"/>
                    <a:pt x="5636" y="2726"/>
                    <a:pt x="5607" y="2735"/>
                  </a:cubicBezTo>
                  <a:cubicBezTo>
                    <a:pt x="5607" y="2735"/>
                    <a:pt x="5658" y="2804"/>
                    <a:pt x="5731" y="2917"/>
                  </a:cubicBezTo>
                  <a:cubicBezTo>
                    <a:pt x="5801" y="3029"/>
                    <a:pt x="5883" y="3180"/>
                    <a:pt x="5962" y="3348"/>
                  </a:cubicBezTo>
                  <a:cubicBezTo>
                    <a:pt x="6042" y="3515"/>
                    <a:pt x="6096" y="3683"/>
                    <a:pt x="6141" y="3821"/>
                  </a:cubicBezTo>
                  <a:cubicBezTo>
                    <a:pt x="6162" y="3890"/>
                    <a:pt x="6179" y="3947"/>
                    <a:pt x="6191" y="3988"/>
                  </a:cubicBezTo>
                  <a:cubicBezTo>
                    <a:pt x="6200" y="4029"/>
                    <a:pt x="6205" y="4051"/>
                    <a:pt x="6205" y="4051"/>
                  </a:cubicBezTo>
                  <a:cubicBezTo>
                    <a:pt x="6205" y="4051"/>
                    <a:pt x="6148" y="4116"/>
                    <a:pt x="6059" y="4216"/>
                  </a:cubicBezTo>
                  <a:cubicBezTo>
                    <a:pt x="6017" y="4268"/>
                    <a:pt x="5963" y="4321"/>
                    <a:pt x="5901" y="4378"/>
                  </a:cubicBezTo>
                  <a:cubicBezTo>
                    <a:pt x="5839" y="4433"/>
                    <a:pt x="5779" y="4499"/>
                    <a:pt x="5710" y="4552"/>
                  </a:cubicBezTo>
                  <a:cubicBezTo>
                    <a:pt x="5570" y="4661"/>
                    <a:pt x="5431" y="4771"/>
                    <a:pt x="5318" y="4840"/>
                  </a:cubicBezTo>
                  <a:cubicBezTo>
                    <a:pt x="5205" y="4909"/>
                    <a:pt x="5129" y="4956"/>
                    <a:pt x="5129" y="4956"/>
                  </a:cubicBezTo>
                  <a:cubicBezTo>
                    <a:pt x="5129" y="4956"/>
                    <a:pt x="5175" y="4610"/>
                    <a:pt x="5159" y="4282"/>
                  </a:cubicBezTo>
                  <a:cubicBezTo>
                    <a:pt x="5147" y="4114"/>
                    <a:pt x="5126" y="3956"/>
                    <a:pt x="5105" y="3842"/>
                  </a:cubicBezTo>
                  <a:cubicBezTo>
                    <a:pt x="5096" y="3785"/>
                    <a:pt x="5086" y="3738"/>
                    <a:pt x="5076" y="3703"/>
                  </a:cubicBezTo>
                  <a:cubicBezTo>
                    <a:pt x="5068" y="3670"/>
                    <a:pt x="5062" y="3651"/>
                    <a:pt x="5062" y="3651"/>
                  </a:cubicBezTo>
                  <a:cubicBezTo>
                    <a:pt x="5041" y="3674"/>
                    <a:pt x="5018" y="3693"/>
                    <a:pt x="4988" y="3704"/>
                  </a:cubicBezTo>
                  <a:cubicBezTo>
                    <a:pt x="4988" y="3704"/>
                    <a:pt x="5006" y="3778"/>
                    <a:pt x="5024" y="3896"/>
                  </a:cubicBezTo>
                  <a:cubicBezTo>
                    <a:pt x="5043" y="4014"/>
                    <a:pt x="5062" y="4178"/>
                    <a:pt x="5060" y="4344"/>
                  </a:cubicBezTo>
                  <a:cubicBezTo>
                    <a:pt x="5065" y="4677"/>
                    <a:pt x="5009" y="5024"/>
                    <a:pt x="5009" y="5024"/>
                  </a:cubicBezTo>
                  <a:cubicBezTo>
                    <a:pt x="5009" y="5024"/>
                    <a:pt x="4697" y="5193"/>
                    <a:pt x="4369" y="5338"/>
                  </a:cubicBezTo>
                  <a:cubicBezTo>
                    <a:pt x="4042" y="5485"/>
                    <a:pt x="3716" y="5631"/>
                    <a:pt x="3716" y="5631"/>
                  </a:cubicBezTo>
                  <a:cubicBezTo>
                    <a:pt x="3716" y="5631"/>
                    <a:pt x="3748" y="5491"/>
                    <a:pt x="3799" y="5282"/>
                  </a:cubicBezTo>
                  <a:cubicBezTo>
                    <a:pt x="3851" y="5074"/>
                    <a:pt x="3919" y="4797"/>
                    <a:pt x="3978" y="4523"/>
                  </a:cubicBezTo>
                  <a:cubicBezTo>
                    <a:pt x="4037" y="4247"/>
                    <a:pt x="4081" y="3977"/>
                    <a:pt x="4098" y="3779"/>
                  </a:cubicBezTo>
                  <a:cubicBezTo>
                    <a:pt x="4108" y="3680"/>
                    <a:pt x="4110" y="3598"/>
                    <a:pt x="4113" y="3541"/>
                  </a:cubicBezTo>
                  <a:cubicBezTo>
                    <a:pt x="4114" y="3485"/>
                    <a:pt x="4115" y="3452"/>
                    <a:pt x="4115" y="3452"/>
                  </a:cubicBezTo>
                  <a:cubicBezTo>
                    <a:pt x="4084" y="3442"/>
                    <a:pt x="4055" y="3432"/>
                    <a:pt x="4030" y="3416"/>
                  </a:cubicBezTo>
                  <a:cubicBezTo>
                    <a:pt x="4030" y="3416"/>
                    <a:pt x="4029" y="3549"/>
                    <a:pt x="4004" y="3757"/>
                  </a:cubicBezTo>
                  <a:cubicBezTo>
                    <a:pt x="3981" y="3963"/>
                    <a:pt x="3932" y="4243"/>
                    <a:pt x="3867" y="4530"/>
                  </a:cubicBezTo>
                  <a:cubicBezTo>
                    <a:pt x="3804" y="4815"/>
                    <a:pt x="3729" y="5104"/>
                    <a:pt x="3677" y="5320"/>
                  </a:cubicBezTo>
                  <a:cubicBezTo>
                    <a:pt x="3626" y="5538"/>
                    <a:pt x="3593" y="5682"/>
                    <a:pt x="3593" y="5682"/>
                  </a:cubicBezTo>
                  <a:cubicBezTo>
                    <a:pt x="3593" y="5682"/>
                    <a:pt x="3264" y="5830"/>
                    <a:pt x="2953" y="6016"/>
                  </a:cubicBezTo>
                  <a:cubicBezTo>
                    <a:pt x="2796" y="6106"/>
                    <a:pt x="2649" y="6213"/>
                    <a:pt x="2539" y="6292"/>
                  </a:cubicBezTo>
                  <a:cubicBezTo>
                    <a:pt x="2433" y="6378"/>
                    <a:pt x="2361" y="6434"/>
                    <a:pt x="2361" y="6434"/>
                  </a:cubicBezTo>
                  <a:cubicBezTo>
                    <a:pt x="2361" y="6434"/>
                    <a:pt x="2358" y="6343"/>
                    <a:pt x="2360" y="6203"/>
                  </a:cubicBezTo>
                  <a:cubicBezTo>
                    <a:pt x="2360" y="6060"/>
                    <a:pt x="2374" y="5874"/>
                    <a:pt x="2400" y="5680"/>
                  </a:cubicBezTo>
                  <a:cubicBezTo>
                    <a:pt x="2449" y="5291"/>
                    <a:pt x="2549" y="4907"/>
                    <a:pt x="2549" y="4907"/>
                  </a:cubicBezTo>
                  <a:lnTo>
                    <a:pt x="2539" y="4907"/>
                  </a:lnTo>
                  <a:cubicBezTo>
                    <a:pt x="2495" y="4949"/>
                    <a:pt x="2448" y="4983"/>
                    <a:pt x="2396" y="5018"/>
                  </a:cubicBezTo>
                  <a:cubicBezTo>
                    <a:pt x="2396" y="5018"/>
                    <a:pt x="2375" y="5113"/>
                    <a:pt x="2345" y="5257"/>
                  </a:cubicBezTo>
                  <a:cubicBezTo>
                    <a:pt x="2317" y="5402"/>
                    <a:pt x="2287" y="5599"/>
                    <a:pt x="2267" y="5786"/>
                  </a:cubicBezTo>
                  <a:cubicBezTo>
                    <a:pt x="2248" y="5975"/>
                    <a:pt x="2246" y="6165"/>
                    <a:pt x="2246" y="6300"/>
                  </a:cubicBezTo>
                  <a:cubicBezTo>
                    <a:pt x="2246" y="6369"/>
                    <a:pt x="2249" y="6425"/>
                    <a:pt x="2251" y="6465"/>
                  </a:cubicBezTo>
                  <a:cubicBezTo>
                    <a:pt x="2254" y="6506"/>
                    <a:pt x="2255" y="6528"/>
                    <a:pt x="2255" y="6528"/>
                  </a:cubicBezTo>
                  <a:cubicBezTo>
                    <a:pt x="2255" y="6528"/>
                    <a:pt x="2188" y="6590"/>
                    <a:pt x="2088" y="6683"/>
                  </a:cubicBezTo>
                  <a:cubicBezTo>
                    <a:pt x="1996" y="6780"/>
                    <a:pt x="1864" y="6906"/>
                    <a:pt x="1752" y="7050"/>
                  </a:cubicBezTo>
                  <a:cubicBezTo>
                    <a:pt x="1633" y="7187"/>
                    <a:pt x="1534" y="7337"/>
                    <a:pt x="1453" y="7448"/>
                  </a:cubicBezTo>
                  <a:cubicBezTo>
                    <a:pt x="1381" y="7563"/>
                    <a:pt x="1332" y="7640"/>
                    <a:pt x="1332" y="7640"/>
                  </a:cubicBezTo>
                  <a:cubicBezTo>
                    <a:pt x="1332" y="7640"/>
                    <a:pt x="1156" y="7199"/>
                    <a:pt x="1067" y="6696"/>
                  </a:cubicBezTo>
                  <a:cubicBezTo>
                    <a:pt x="1027" y="6454"/>
                    <a:pt x="994" y="6189"/>
                    <a:pt x="988" y="5995"/>
                  </a:cubicBezTo>
                  <a:cubicBezTo>
                    <a:pt x="980" y="5797"/>
                    <a:pt x="982" y="5661"/>
                    <a:pt x="982" y="5661"/>
                  </a:cubicBezTo>
                  <a:lnTo>
                    <a:pt x="982" y="5661"/>
                  </a:lnTo>
                  <a:cubicBezTo>
                    <a:pt x="937" y="5691"/>
                    <a:pt x="894" y="5724"/>
                    <a:pt x="852" y="5758"/>
                  </a:cubicBezTo>
                  <a:cubicBezTo>
                    <a:pt x="852" y="5758"/>
                    <a:pt x="851" y="5895"/>
                    <a:pt x="864" y="6095"/>
                  </a:cubicBezTo>
                  <a:cubicBezTo>
                    <a:pt x="883" y="6300"/>
                    <a:pt x="908" y="6557"/>
                    <a:pt x="966" y="6811"/>
                  </a:cubicBezTo>
                  <a:cubicBezTo>
                    <a:pt x="992" y="6937"/>
                    <a:pt x="1021" y="7059"/>
                    <a:pt x="1052" y="7172"/>
                  </a:cubicBezTo>
                  <a:cubicBezTo>
                    <a:pt x="1085" y="7287"/>
                    <a:pt x="1120" y="7390"/>
                    <a:pt x="1150" y="7477"/>
                  </a:cubicBezTo>
                  <a:cubicBezTo>
                    <a:pt x="1209" y="7650"/>
                    <a:pt x="1258" y="7762"/>
                    <a:pt x="1258" y="7762"/>
                  </a:cubicBezTo>
                  <a:cubicBezTo>
                    <a:pt x="1258" y="7762"/>
                    <a:pt x="1215" y="7841"/>
                    <a:pt x="1151" y="7961"/>
                  </a:cubicBezTo>
                  <a:cubicBezTo>
                    <a:pt x="1093" y="8085"/>
                    <a:pt x="1010" y="8246"/>
                    <a:pt x="950" y="8417"/>
                  </a:cubicBezTo>
                  <a:cubicBezTo>
                    <a:pt x="880" y="8585"/>
                    <a:pt x="833" y="8761"/>
                    <a:pt x="793" y="8890"/>
                  </a:cubicBezTo>
                  <a:cubicBezTo>
                    <a:pt x="761" y="9022"/>
                    <a:pt x="740" y="9111"/>
                    <a:pt x="740" y="9111"/>
                  </a:cubicBezTo>
                  <a:cubicBezTo>
                    <a:pt x="740" y="9111"/>
                    <a:pt x="694" y="9052"/>
                    <a:pt x="625" y="8965"/>
                  </a:cubicBezTo>
                  <a:cubicBezTo>
                    <a:pt x="554" y="8874"/>
                    <a:pt x="467" y="8752"/>
                    <a:pt x="386" y="8623"/>
                  </a:cubicBezTo>
                  <a:cubicBezTo>
                    <a:pt x="217" y="8366"/>
                    <a:pt x="82" y="8080"/>
                    <a:pt x="82" y="8080"/>
                  </a:cubicBezTo>
                  <a:cubicBezTo>
                    <a:pt x="78" y="8085"/>
                    <a:pt x="75" y="8088"/>
                    <a:pt x="71" y="8094"/>
                  </a:cubicBezTo>
                  <a:cubicBezTo>
                    <a:pt x="47" y="8125"/>
                    <a:pt x="23" y="8160"/>
                    <a:pt x="1" y="8196"/>
                  </a:cubicBezTo>
                  <a:cubicBezTo>
                    <a:pt x="1" y="8196"/>
                    <a:pt x="34" y="8269"/>
                    <a:pt x="97" y="8376"/>
                  </a:cubicBezTo>
                  <a:cubicBezTo>
                    <a:pt x="158" y="8484"/>
                    <a:pt x="242" y="8622"/>
                    <a:pt x="329" y="8753"/>
                  </a:cubicBezTo>
                  <a:cubicBezTo>
                    <a:pt x="421" y="8886"/>
                    <a:pt x="516" y="9011"/>
                    <a:pt x="588" y="9101"/>
                  </a:cubicBezTo>
                  <a:cubicBezTo>
                    <a:pt x="657" y="9190"/>
                    <a:pt x="711" y="9248"/>
                    <a:pt x="711" y="9248"/>
                  </a:cubicBezTo>
                  <a:cubicBezTo>
                    <a:pt x="711" y="9248"/>
                    <a:pt x="685" y="9395"/>
                    <a:pt x="664" y="9542"/>
                  </a:cubicBezTo>
                  <a:lnTo>
                    <a:pt x="635" y="9840"/>
                  </a:lnTo>
                  <a:cubicBezTo>
                    <a:pt x="633" y="9871"/>
                    <a:pt x="657" y="9899"/>
                    <a:pt x="686" y="9900"/>
                  </a:cubicBezTo>
                  <a:cubicBezTo>
                    <a:pt x="686" y="9900"/>
                    <a:pt x="687" y="9900"/>
                    <a:pt x="688" y="9900"/>
                  </a:cubicBezTo>
                  <a:cubicBezTo>
                    <a:pt x="717" y="9900"/>
                    <a:pt x="740" y="9877"/>
                    <a:pt x="741" y="9846"/>
                  </a:cubicBezTo>
                  <a:cubicBezTo>
                    <a:pt x="741" y="9846"/>
                    <a:pt x="754" y="9700"/>
                    <a:pt x="769" y="9556"/>
                  </a:cubicBezTo>
                  <a:cubicBezTo>
                    <a:pt x="789" y="9411"/>
                    <a:pt x="815" y="9268"/>
                    <a:pt x="815" y="9268"/>
                  </a:cubicBezTo>
                  <a:cubicBezTo>
                    <a:pt x="815" y="9268"/>
                    <a:pt x="880" y="9234"/>
                    <a:pt x="985" y="9188"/>
                  </a:cubicBezTo>
                  <a:cubicBezTo>
                    <a:pt x="1090" y="9142"/>
                    <a:pt x="1227" y="9085"/>
                    <a:pt x="1363" y="9037"/>
                  </a:cubicBezTo>
                  <a:cubicBezTo>
                    <a:pt x="1505" y="8990"/>
                    <a:pt x="1645" y="8950"/>
                    <a:pt x="1747" y="8924"/>
                  </a:cubicBezTo>
                  <a:cubicBezTo>
                    <a:pt x="1849" y="8897"/>
                    <a:pt x="1920" y="8885"/>
                    <a:pt x="1920" y="8885"/>
                  </a:cubicBezTo>
                  <a:cubicBezTo>
                    <a:pt x="1923" y="8857"/>
                    <a:pt x="1923" y="8829"/>
                    <a:pt x="1920" y="8801"/>
                  </a:cubicBezTo>
                  <a:lnTo>
                    <a:pt x="1920" y="8789"/>
                  </a:lnTo>
                  <a:cubicBezTo>
                    <a:pt x="1920" y="8789"/>
                    <a:pt x="1647" y="8836"/>
                    <a:pt x="1381" y="8924"/>
                  </a:cubicBezTo>
                  <a:cubicBezTo>
                    <a:pt x="1245" y="8966"/>
                    <a:pt x="1110" y="9017"/>
                    <a:pt x="1011" y="9059"/>
                  </a:cubicBezTo>
                  <a:cubicBezTo>
                    <a:pt x="912" y="9104"/>
                    <a:pt x="845" y="9133"/>
                    <a:pt x="845" y="9133"/>
                  </a:cubicBezTo>
                  <a:cubicBezTo>
                    <a:pt x="845" y="9133"/>
                    <a:pt x="866" y="9047"/>
                    <a:pt x="896" y="8917"/>
                  </a:cubicBezTo>
                  <a:cubicBezTo>
                    <a:pt x="937" y="8790"/>
                    <a:pt x="983" y="8619"/>
                    <a:pt x="1051" y="8455"/>
                  </a:cubicBezTo>
                  <a:cubicBezTo>
                    <a:pt x="1110" y="8288"/>
                    <a:pt x="1192" y="8130"/>
                    <a:pt x="1248" y="8010"/>
                  </a:cubicBezTo>
                  <a:cubicBezTo>
                    <a:pt x="1311" y="7893"/>
                    <a:pt x="1353" y="7815"/>
                    <a:pt x="1353" y="7815"/>
                  </a:cubicBezTo>
                  <a:cubicBezTo>
                    <a:pt x="1353" y="7815"/>
                    <a:pt x="1472" y="7797"/>
                    <a:pt x="1650" y="7786"/>
                  </a:cubicBezTo>
                  <a:cubicBezTo>
                    <a:pt x="1739" y="7778"/>
                    <a:pt x="1841" y="7775"/>
                    <a:pt x="1948" y="7772"/>
                  </a:cubicBezTo>
                  <a:cubicBezTo>
                    <a:pt x="2057" y="7772"/>
                    <a:pt x="2172" y="7777"/>
                    <a:pt x="2286" y="7784"/>
                  </a:cubicBezTo>
                  <a:cubicBezTo>
                    <a:pt x="2507" y="7796"/>
                    <a:pt x="2734" y="7838"/>
                    <a:pt x="2890" y="7870"/>
                  </a:cubicBezTo>
                  <a:cubicBezTo>
                    <a:pt x="3050" y="7907"/>
                    <a:pt x="3152" y="7939"/>
                    <a:pt x="3152" y="7939"/>
                  </a:cubicBezTo>
                  <a:cubicBezTo>
                    <a:pt x="3165" y="7915"/>
                    <a:pt x="3178" y="7891"/>
                    <a:pt x="3188" y="7863"/>
                  </a:cubicBezTo>
                  <a:cubicBezTo>
                    <a:pt x="3188" y="7863"/>
                    <a:pt x="2787" y="7729"/>
                    <a:pt x="2338" y="7689"/>
                  </a:cubicBezTo>
                  <a:cubicBezTo>
                    <a:pt x="2192" y="7677"/>
                    <a:pt x="2038" y="7671"/>
                    <a:pt x="1901" y="7671"/>
                  </a:cubicBezTo>
                  <a:cubicBezTo>
                    <a:pt x="1834" y="7671"/>
                    <a:pt x="1771" y="7672"/>
                    <a:pt x="1714" y="7676"/>
                  </a:cubicBezTo>
                  <a:cubicBezTo>
                    <a:pt x="1542" y="7684"/>
                    <a:pt x="1423" y="7698"/>
                    <a:pt x="1423" y="7698"/>
                  </a:cubicBezTo>
                  <a:cubicBezTo>
                    <a:pt x="1423" y="7698"/>
                    <a:pt x="1470" y="7623"/>
                    <a:pt x="1541" y="7510"/>
                  </a:cubicBezTo>
                  <a:cubicBezTo>
                    <a:pt x="1620" y="7402"/>
                    <a:pt x="1717" y="7253"/>
                    <a:pt x="1834" y="7120"/>
                  </a:cubicBezTo>
                  <a:cubicBezTo>
                    <a:pt x="1943" y="6980"/>
                    <a:pt x="2071" y="6857"/>
                    <a:pt x="2162" y="6759"/>
                  </a:cubicBezTo>
                  <a:cubicBezTo>
                    <a:pt x="2259" y="6670"/>
                    <a:pt x="2325" y="6610"/>
                    <a:pt x="2325" y="6610"/>
                  </a:cubicBezTo>
                  <a:cubicBezTo>
                    <a:pt x="2325" y="6610"/>
                    <a:pt x="2348" y="6614"/>
                    <a:pt x="2386" y="6622"/>
                  </a:cubicBezTo>
                  <a:cubicBezTo>
                    <a:pt x="2423" y="6630"/>
                    <a:pt x="2477" y="6642"/>
                    <a:pt x="2543" y="6659"/>
                  </a:cubicBezTo>
                  <a:cubicBezTo>
                    <a:pt x="2674" y="6693"/>
                    <a:pt x="2839" y="6738"/>
                    <a:pt x="3000" y="6800"/>
                  </a:cubicBezTo>
                  <a:cubicBezTo>
                    <a:pt x="3163" y="6863"/>
                    <a:pt x="3311" y="6932"/>
                    <a:pt x="3422" y="6988"/>
                  </a:cubicBezTo>
                  <a:cubicBezTo>
                    <a:pt x="3536" y="7045"/>
                    <a:pt x="3606" y="7085"/>
                    <a:pt x="3606" y="7085"/>
                  </a:cubicBezTo>
                  <a:cubicBezTo>
                    <a:pt x="3641" y="7068"/>
                    <a:pt x="3680" y="7057"/>
                    <a:pt x="3721" y="7050"/>
                  </a:cubicBezTo>
                  <a:lnTo>
                    <a:pt x="3724" y="7042"/>
                  </a:lnTo>
                  <a:cubicBezTo>
                    <a:pt x="3724" y="7042"/>
                    <a:pt x="3427" y="6868"/>
                    <a:pt x="3109" y="6737"/>
                  </a:cubicBezTo>
                  <a:cubicBezTo>
                    <a:pt x="2949" y="6670"/>
                    <a:pt x="2778" y="6611"/>
                    <a:pt x="2649" y="6578"/>
                  </a:cubicBezTo>
                  <a:cubicBezTo>
                    <a:pt x="2519" y="6541"/>
                    <a:pt x="2429" y="6520"/>
                    <a:pt x="2429" y="6520"/>
                  </a:cubicBezTo>
                  <a:cubicBezTo>
                    <a:pt x="2429" y="6520"/>
                    <a:pt x="2498" y="6464"/>
                    <a:pt x="2602" y="6381"/>
                  </a:cubicBezTo>
                  <a:cubicBezTo>
                    <a:pt x="2710" y="6306"/>
                    <a:pt x="2853" y="6200"/>
                    <a:pt x="3006" y="6111"/>
                  </a:cubicBezTo>
                  <a:cubicBezTo>
                    <a:pt x="3311" y="5929"/>
                    <a:pt x="3637" y="5782"/>
                    <a:pt x="3637" y="5782"/>
                  </a:cubicBezTo>
                  <a:cubicBezTo>
                    <a:pt x="3637" y="5782"/>
                    <a:pt x="3767" y="5853"/>
                    <a:pt x="3961" y="5956"/>
                  </a:cubicBezTo>
                  <a:cubicBezTo>
                    <a:pt x="4155" y="6061"/>
                    <a:pt x="4409" y="6206"/>
                    <a:pt x="4675" y="6344"/>
                  </a:cubicBezTo>
                  <a:cubicBezTo>
                    <a:pt x="4937" y="6484"/>
                    <a:pt x="5216" y="6614"/>
                    <a:pt x="5434" y="6704"/>
                  </a:cubicBezTo>
                  <a:cubicBezTo>
                    <a:pt x="5547" y="6747"/>
                    <a:pt x="5639" y="6783"/>
                    <a:pt x="5705" y="6807"/>
                  </a:cubicBezTo>
                  <a:lnTo>
                    <a:pt x="5811" y="6842"/>
                  </a:lnTo>
                  <a:cubicBezTo>
                    <a:pt x="5836" y="6806"/>
                    <a:pt x="5859" y="6769"/>
                    <a:pt x="5881" y="6731"/>
                  </a:cubicBezTo>
                  <a:cubicBezTo>
                    <a:pt x="5881" y="6731"/>
                    <a:pt x="5843" y="6717"/>
                    <a:pt x="5778" y="6696"/>
                  </a:cubicBezTo>
                  <a:cubicBezTo>
                    <a:pt x="5712" y="6674"/>
                    <a:pt x="5618" y="6646"/>
                    <a:pt x="5512" y="6602"/>
                  </a:cubicBezTo>
                  <a:cubicBezTo>
                    <a:pt x="5297" y="6521"/>
                    <a:pt x="5027" y="6397"/>
                    <a:pt x="4767" y="6266"/>
                  </a:cubicBezTo>
                  <a:cubicBezTo>
                    <a:pt x="4510" y="6133"/>
                    <a:pt x="4261" y="5996"/>
                    <a:pt x="4074" y="5893"/>
                  </a:cubicBezTo>
                  <a:cubicBezTo>
                    <a:pt x="3887" y="5792"/>
                    <a:pt x="3762" y="5724"/>
                    <a:pt x="3762" y="5724"/>
                  </a:cubicBezTo>
                  <a:cubicBezTo>
                    <a:pt x="3762" y="5724"/>
                    <a:pt x="4089" y="5576"/>
                    <a:pt x="4415" y="5430"/>
                  </a:cubicBezTo>
                  <a:cubicBezTo>
                    <a:pt x="4580" y="5357"/>
                    <a:pt x="4743" y="5278"/>
                    <a:pt x="4864" y="5218"/>
                  </a:cubicBezTo>
                  <a:cubicBezTo>
                    <a:pt x="4983" y="5155"/>
                    <a:pt x="5063" y="5113"/>
                    <a:pt x="5063" y="5113"/>
                  </a:cubicBezTo>
                  <a:cubicBezTo>
                    <a:pt x="5063" y="5113"/>
                    <a:pt x="5380" y="5260"/>
                    <a:pt x="5734" y="5360"/>
                  </a:cubicBezTo>
                  <a:cubicBezTo>
                    <a:pt x="5911" y="5413"/>
                    <a:pt x="6095" y="5445"/>
                    <a:pt x="6238" y="5466"/>
                  </a:cubicBezTo>
                  <a:cubicBezTo>
                    <a:pt x="6382" y="5488"/>
                    <a:pt x="6482" y="5498"/>
                    <a:pt x="6482" y="5498"/>
                  </a:cubicBezTo>
                  <a:cubicBezTo>
                    <a:pt x="6525" y="5457"/>
                    <a:pt x="6566" y="5415"/>
                    <a:pt x="6609" y="5377"/>
                  </a:cubicBezTo>
                  <a:cubicBezTo>
                    <a:pt x="6609" y="5377"/>
                    <a:pt x="6585" y="5376"/>
                    <a:pt x="6543" y="5373"/>
                  </a:cubicBezTo>
                  <a:cubicBezTo>
                    <a:pt x="6503" y="5371"/>
                    <a:pt x="6443" y="5366"/>
                    <a:pt x="6369" y="5356"/>
                  </a:cubicBezTo>
                  <a:cubicBezTo>
                    <a:pt x="6225" y="5338"/>
                    <a:pt x="6037" y="5308"/>
                    <a:pt x="5862" y="5268"/>
                  </a:cubicBezTo>
                  <a:cubicBezTo>
                    <a:pt x="5505" y="5181"/>
                    <a:pt x="5186" y="5044"/>
                    <a:pt x="5186" y="5044"/>
                  </a:cubicBezTo>
                  <a:cubicBezTo>
                    <a:pt x="5186" y="5044"/>
                    <a:pt x="5264" y="4998"/>
                    <a:pt x="5381" y="4926"/>
                  </a:cubicBezTo>
                  <a:cubicBezTo>
                    <a:pt x="5497" y="4856"/>
                    <a:pt x="5641" y="4742"/>
                    <a:pt x="5784" y="4631"/>
                  </a:cubicBezTo>
                  <a:cubicBezTo>
                    <a:pt x="5855" y="4574"/>
                    <a:pt x="5918" y="4508"/>
                    <a:pt x="5981" y="4451"/>
                  </a:cubicBezTo>
                  <a:cubicBezTo>
                    <a:pt x="6044" y="4394"/>
                    <a:pt x="6100" y="4338"/>
                    <a:pt x="6143" y="4285"/>
                  </a:cubicBezTo>
                  <a:cubicBezTo>
                    <a:pt x="6233" y="4183"/>
                    <a:pt x="6294" y="4115"/>
                    <a:pt x="6294" y="4115"/>
                  </a:cubicBezTo>
                  <a:cubicBezTo>
                    <a:pt x="6294" y="4115"/>
                    <a:pt x="6317" y="4116"/>
                    <a:pt x="6361" y="4117"/>
                  </a:cubicBezTo>
                  <a:cubicBezTo>
                    <a:pt x="6403" y="4117"/>
                    <a:pt x="6463" y="4116"/>
                    <a:pt x="6535" y="4115"/>
                  </a:cubicBezTo>
                  <a:cubicBezTo>
                    <a:pt x="6678" y="4109"/>
                    <a:pt x="6886" y="4099"/>
                    <a:pt x="7083" y="4067"/>
                  </a:cubicBezTo>
                  <a:cubicBezTo>
                    <a:pt x="7280" y="4035"/>
                    <a:pt x="7488" y="3991"/>
                    <a:pt x="7641" y="3949"/>
                  </a:cubicBezTo>
                  <a:cubicBezTo>
                    <a:pt x="7791" y="3906"/>
                    <a:pt x="7893" y="3872"/>
                    <a:pt x="7893" y="3872"/>
                  </a:cubicBezTo>
                  <a:cubicBezTo>
                    <a:pt x="7892" y="3827"/>
                    <a:pt x="7887" y="3783"/>
                    <a:pt x="7884" y="3739"/>
                  </a:cubicBezTo>
                  <a:cubicBezTo>
                    <a:pt x="7884" y="3739"/>
                    <a:pt x="7787" y="3773"/>
                    <a:pt x="7645" y="3815"/>
                  </a:cubicBezTo>
                  <a:cubicBezTo>
                    <a:pt x="7506" y="3858"/>
                    <a:pt x="7313" y="3904"/>
                    <a:pt x="7123" y="3935"/>
                  </a:cubicBezTo>
                  <a:cubicBezTo>
                    <a:pt x="6933" y="3969"/>
                    <a:pt x="6750" y="3990"/>
                    <a:pt x="6608" y="3995"/>
                  </a:cubicBezTo>
                  <a:cubicBezTo>
                    <a:pt x="6467" y="4004"/>
                    <a:pt x="6378" y="4004"/>
                    <a:pt x="6378" y="4004"/>
                  </a:cubicBezTo>
                  <a:cubicBezTo>
                    <a:pt x="6378" y="4004"/>
                    <a:pt x="6431" y="3931"/>
                    <a:pt x="6511" y="3821"/>
                  </a:cubicBezTo>
                  <a:cubicBezTo>
                    <a:pt x="6552" y="3766"/>
                    <a:pt x="6590" y="3696"/>
                    <a:pt x="6635" y="3624"/>
                  </a:cubicBezTo>
                  <a:cubicBezTo>
                    <a:pt x="6679" y="3551"/>
                    <a:pt x="6729" y="3474"/>
                    <a:pt x="6766" y="3391"/>
                  </a:cubicBezTo>
                  <a:cubicBezTo>
                    <a:pt x="6807" y="3310"/>
                    <a:pt x="6846" y="3228"/>
                    <a:pt x="6884" y="3153"/>
                  </a:cubicBezTo>
                  <a:cubicBezTo>
                    <a:pt x="6916" y="3074"/>
                    <a:pt x="6946" y="3000"/>
                    <a:pt x="6971" y="2937"/>
                  </a:cubicBezTo>
                  <a:cubicBezTo>
                    <a:pt x="7025" y="2811"/>
                    <a:pt x="7047" y="2723"/>
                    <a:pt x="7047" y="2723"/>
                  </a:cubicBezTo>
                  <a:cubicBezTo>
                    <a:pt x="7047" y="2723"/>
                    <a:pt x="7135" y="2692"/>
                    <a:pt x="7268" y="2637"/>
                  </a:cubicBezTo>
                  <a:cubicBezTo>
                    <a:pt x="7403" y="2581"/>
                    <a:pt x="7574" y="2498"/>
                    <a:pt x="7746" y="2402"/>
                  </a:cubicBezTo>
                  <a:cubicBezTo>
                    <a:pt x="7833" y="2353"/>
                    <a:pt x="7921" y="2303"/>
                    <a:pt x="8001" y="2251"/>
                  </a:cubicBezTo>
                  <a:cubicBezTo>
                    <a:pt x="8076" y="2201"/>
                    <a:pt x="8150" y="2149"/>
                    <a:pt x="8212" y="2104"/>
                  </a:cubicBezTo>
                  <a:cubicBezTo>
                    <a:pt x="8337" y="2015"/>
                    <a:pt x="8420" y="1950"/>
                    <a:pt x="8420" y="1950"/>
                  </a:cubicBezTo>
                  <a:cubicBezTo>
                    <a:pt x="8458" y="1888"/>
                    <a:pt x="8481" y="1814"/>
                    <a:pt x="8497" y="1728"/>
                  </a:cubicBezTo>
                  <a:lnTo>
                    <a:pt x="8494" y="1720"/>
                  </a:lnTo>
                  <a:cubicBezTo>
                    <a:pt x="8494" y="1720"/>
                    <a:pt x="8415" y="1793"/>
                    <a:pt x="8287" y="1893"/>
                  </a:cubicBezTo>
                  <a:cubicBezTo>
                    <a:pt x="8157" y="1993"/>
                    <a:pt x="7984" y="2117"/>
                    <a:pt x="7812" y="2225"/>
                  </a:cubicBezTo>
                  <a:cubicBezTo>
                    <a:pt x="7630" y="2333"/>
                    <a:pt x="7450" y="2427"/>
                    <a:pt x="7318" y="2490"/>
                  </a:cubicBezTo>
                  <a:cubicBezTo>
                    <a:pt x="7184" y="2553"/>
                    <a:pt x="7089" y="2587"/>
                    <a:pt x="7089" y="2587"/>
                  </a:cubicBezTo>
                  <a:cubicBezTo>
                    <a:pt x="7089" y="2587"/>
                    <a:pt x="7096" y="2566"/>
                    <a:pt x="7108" y="2528"/>
                  </a:cubicBezTo>
                  <a:cubicBezTo>
                    <a:pt x="7120" y="2491"/>
                    <a:pt x="7133" y="2435"/>
                    <a:pt x="7147" y="2369"/>
                  </a:cubicBezTo>
                  <a:cubicBezTo>
                    <a:pt x="7161" y="2302"/>
                    <a:pt x="7178" y="2224"/>
                    <a:pt x="7197" y="2141"/>
                  </a:cubicBezTo>
                  <a:cubicBezTo>
                    <a:pt x="7213" y="2057"/>
                    <a:pt x="7222" y="1967"/>
                    <a:pt x="7235" y="1877"/>
                  </a:cubicBezTo>
                  <a:cubicBezTo>
                    <a:pt x="7250" y="1788"/>
                    <a:pt x="7255" y="1698"/>
                    <a:pt x="7259" y="1613"/>
                  </a:cubicBezTo>
                  <a:cubicBezTo>
                    <a:pt x="7262" y="1526"/>
                    <a:pt x="7270" y="1448"/>
                    <a:pt x="7270" y="1379"/>
                  </a:cubicBezTo>
                  <a:cubicBezTo>
                    <a:pt x="7265" y="1243"/>
                    <a:pt x="7262" y="1152"/>
                    <a:pt x="7262" y="1152"/>
                  </a:cubicBezTo>
                  <a:cubicBezTo>
                    <a:pt x="7262" y="1152"/>
                    <a:pt x="7309" y="1112"/>
                    <a:pt x="7378" y="1052"/>
                  </a:cubicBezTo>
                  <a:cubicBezTo>
                    <a:pt x="7446" y="990"/>
                    <a:pt x="7530" y="903"/>
                    <a:pt x="7616" y="811"/>
                  </a:cubicBezTo>
                  <a:cubicBezTo>
                    <a:pt x="7700" y="720"/>
                    <a:pt x="7788" y="622"/>
                    <a:pt x="7845" y="546"/>
                  </a:cubicBezTo>
                  <a:cubicBezTo>
                    <a:pt x="7902" y="469"/>
                    <a:pt x="7940" y="417"/>
                    <a:pt x="7940" y="417"/>
                  </a:cubicBezTo>
                  <a:cubicBezTo>
                    <a:pt x="7906" y="394"/>
                    <a:pt x="7872" y="369"/>
                    <a:pt x="7839" y="345"/>
                  </a:cubicBezTo>
                  <a:cubicBezTo>
                    <a:pt x="7839" y="345"/>
                    <a:pt x="7805" y="391"/>
                    <a:pt x="7755" y="460"/>
                  </a:cubicBezTo>
                  <a:cubicBezTo>
                    <a:pt x="7704" y="528"/>
                    <a:pt x="7637" y="616"/>
                    <a:pt x="7560" y="700"/>
                  </a:cubicBezTo>
                  <a:cubicBezTo>
                    <a:pt x="7408" y="868"/>
                    <a:pt x="7255" y="1012"/>
                    <a:pt x="7255" y="1012"/>
                  </a:cubicBezTo>
                  <a:cubicBezTo>
                    <a:pt x="7255" y="1012"/>
                    <a:pt x="7247" y="951"/>
                    <a:pt x="7236" y="857"/>
                  </a:cubicBezTo>
                  <a:cubicBezTo>
                    <a:pt x="7228" y="764"/>
                    <a:pt x="7212" y="641"/>
                    <a:pt x="7181" y="520"/>
                  </a:cubicBezTo>
                  <a:cubicBezTo>
                    <a:pt x="7168" y="459"/>
                    <a:pt x="7155" y="399"/>
                    <a:pt x="7144" y="341"/>
                  </a:cubicBezTo>
                  <a:cubicBezTo>
                    <a:pt x="7129" y="285"/>
                    <a:pt x="7110" y="233"/>
                    <a:pt x="7097" y="189"/>
                  </a:cubicBezTo>
                  <a:cubicBezTo>
                    <a:pt x="7070" y="99"/>
                    <a:pt x="7051" y="40"/>
                    <a:pt x="7051" y="40"/>
                  </a:cubicBezTo>
                  <a:cubicBezTo>
                    <a:pt x="7044" y="16"/>
                    <a:pt x="7023" y="0"/>
                    <a:pt x="700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1"/>
            <p:cNvSpPr/>
            <p:nvPr/>
          </p:nvSpPr>
          <p:spPr>
            <a:xfrm>
              <a:off x="5470685" y="1826698"/>
              <a:ext cx="187312" cy="313128"/>
            </a:xfrm>
            <a:custGeom>
              <a:avLst/>
              <a:gdLst/>
              <a:ahLst/>
              <a:cxnLst/>
              <a:rect l="l" t="t" r="r" b="b"/>
              <a:pathLst>
                <a:path w="4246" h="7098" extrusionOk="0">
                  <a:moveTo>
                    <a:pt x="3898" y="0"/>
                  </a:moveTo>
                  <a:cubicBezTo>
                    <a:pt x="3747" y="0"/>
                    <a:pt x="3599" y="44"/>
                    <a:pt x="3460" y="158"/>
                  </a:cubicBezTo>
                  <a:cubicBezTo>
                    <a:pt x="3234" y="350"/>
                    <a:pt x="3130" y="600"/>
                    <a:pt x="3048" y="844"/>
                  </a:cubicBezTo>
                  <a:cubicBezTo>
                    <a:pt x="2965" y="1088"/>
                    <a:pt x="2891" y="1328"/>
                    <a:pt x="2673" y="1531"/>
                  </a:cubicBezTo>
                  <a:cubicBezTo>
                    <a:pt x="2546" y="1652"/>
                    <a:pt x="2393" y="1729"/>
                    <a:pt x="2223" y="1807"/>
                  </a:cubicBezTo>
                  <a:cubicBezTo>
                    <a:pt x="2137" y="1843"/>
                    <a:pt x="2048" y="1876"/>
                    <a:pt x="1956" y="1908"/>
                  </a:cubicBezTo>
                  <a:cubicBezTo>
                    <a:pt x="1867" y="1941"/>
                    <a:pt x="1775" y="1976"/>
                    <a:pt x="1682" y="2011"/>
                  </a:cubicBezTo>
                  <a:cubicBezTo>
                    <a:pt x="1313" y="2149"/>
                    <a:pt x="931" y="2336"/>
                    <a:pt x="725" y="2672"/>
                  </a:cubicBezTo>
                  <a:cubicBezTo>
                    <a:pt x="511" y="3009"/>
                    <a:pt x="516" y="3396"/>
                    <a:pt x="500" y="3740"/>
                  </a:cubicBezTo>
                  <a:cubicBezTo>
                    <a:pt x="490" y="4093"/>
                    <a:pt x="463" y="4401"/>
                    <a:pt x="207" y="4718"/>
                  </a:cubicBezTo>
                  <a:cubicBezTo>
                    <a:pt x="116" y="4826"/>
                    <a:pt x="49" y="4962"/>
                    <a:pt x="32" y="5104"/>
                  </a:cubicBezTo>
                  <a:cubicBezTo>
                    <a:pt x="1" y="5326"/>
                    <a:pt x="105" y="5394"/>
                    <a:pt x="213" y="5442"/>
                  </a:cubicBezTo>
                  <a:cubicBezTo>
                    <a:pt x="323" y="5490"/>
                    <a:pt x="448" y="5524"/>
                    <a:pt x="499" y="5665"/>
                  </a:cubicBezTo>
                  <a:cubicBezTo>
                    <a:pt x="599" y="5934"/>
                    <a:pt x="588" y="6155"/>
                    <a:pt x="594" y="6387"/>
                  </a:cubicBezTo>
                  <a:cubicBezTo>
                    <a:pt x="596" y="6503"/>
                    <a:pt x="612" y="6621"/>
                    <a:pt x="641" y="6740"/>
                  </a:cubicBezTo>
                  <a:cubicBezTo>
                    <a:pt x="673" y="6860"/>
                    <a:pt x="735" y="6981"/>
                    <a:pt x="828" y="7097"/>
                  </a:cubicBezTo>
                  <a:cubicBezTo>
                    <a:pt x="912" y="6966"/>
                    <a:pt x="957" y="6853"/>
                    <a:pt x="989" y="6741"/>
                  </a:cubicBezTo>
                  <a:cubicBezTo>
                    <a:pt x="1027" y="6632"/>
                    <a:pt x="1039" y="6527"/>
                    <a:pt x="1062" y="6424"/>
                  </a:cubicBezTo>
                  <a:cubicBezTo>
                    <a:pt x="1104" y="6220"/>
                    <a:pt x="1153" y="6018"/>
                    <a:pt x="1349" y="5852"/>
                  </a:cubicBezTo>
                  <a:cubicBezTo>
                    <a:pt x="1403" y="5808"/>
                    <a:pt x="1463" y="5796"/>
                    <a:pt x="1525" y="5796"/>
                  </a:cubicBezTo>
                  <a:cubicBezTo>
                    <a:pt x="1582" y="5796"/>
                    <a:pt x="1640" y="5807"/>
                    <a:pt x="1698" y="5814"/>
                  </a:cubicBezTo>
                  <a:cubicBezTo>
                    <a:pt x="1727" y="5817"/>
                    <a:pt x="1755" y="5820"/>
                    <a:pt x="1782" y="5820"/>
                  </a:cubicBezTo>
                  <a:cubicBezTo>
                    <a:pt x="1867" y="5820"/>
                    <a:pt x="1940" y="5795"/>
                    <a:pt x="2003" y="5700"/>
                  </a:cubicBezTo>
                  <a:cubicBezTo>
                    <a:pt x="2052" y="5619"/>
                    <a:pt x="2061" y="5523"/>
                    <a:pt x="2056" y="5426"/>
                  </a:cubicBezTo>
                  <a:cubicBezTo>
                    <a:pt x="2029" y="5135"/>
                    <a:pt x="2245" y="4990"/>
                    <a:pt x="2481" y="4912"/>
                  </a:cubicBezTo>
                  <a:cubicBezTo>
                    <a:pt x="2696" y="4845"/>
                    <a:pt x="2922" y="4819"/>
                    <a:pt x="3087" y="4742"/>
                  </a:cubicBezTo>
                  <a:cubicBezTo>
                    <a:pt x="3126" y="4554"/>
                    <a:pt x="3147" y="4361"/>
                    <a:pt x="3149" y="4168"/>
                  </a:cubicBezTo>
                  <a:cubicBezTo>
                    <a:pt x="3154" y="3908"/>
                    <a:pt x="3128" y="3649"/>
                    <a:pt x="3075" y="3394"/>
                  </a:cubicBezTo>
                  <a:cubicBezTo>
                    <a:pt x="3024" y="3165"/>
                    <a:pt x="2937" y="2956"/>
                    <a:pt x="2851" y="2740"/>
                  </a:cubicBezTo>
                  <a:cubicBezTo>
                    <a:pt x="2787" y="2574"/>
                    <a:pt x="2738" y="2398"/>
                    <a:pt x="2792" y="2223"/>
                  </a:cubicBezTo>
                  <a:cubicBezTo>
                    <a:pt x="2853" y="2032"/>
                    <a:pt x="3012" y="1885"/>
                    <a:pt x="3142" y="1742"/>
                  </a:cubicBezTo>
                  <a:cubicBezTo>
                    <a:pt x="3440" y="1412"/>
                    <a:pt x="3751" y="1087"/>
                    <a:pt x="3983" y="705"/>
                  </a:cubicBezTo>
                  <a:cubicBezTo>
                    <a:pt x="4104" y="503"/>
                    <a:pt x="4194" y="289"/>
                    <a:pt x="4245" y="67"/>
                  </a:cubicBezTo>
                  <a:cubicBezTo>
                    <a:pt x="4131" y="27"/>
                    <a:pt x="4014" y="0"/>
                    <a:pt x="3898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1"/>
            <p:cNvSpPr/>
            <p:nvPr/>
          </p:nvSpPr>
          <p:spPr>
            <a:xfrm>
              <a:off x="4765042" y="1753734"/>
              <a:ext cx="398888" cy="386006"/>
            </a:xfrm>
            <a:custGeom>
              <a:avLst/>
              <a:gdLst/>
              <a:ahLst/>
              <a:cxnLst/>
              <a:rect l="l" t="t" r="r" b="b"/>
              <a:pathLst>
                <a:path w="9042" h="8750" extrusionOk="0">
                  <a:moveTo>
                    <a:pt x="580" y="0"/>
                  </a:moveTo>
                  <a:cubicBezTo>
                    <a:pt x="511" y="0"/>
                    <a:pt x="444" y="47"/>
                    <a:pt x="435" y="124"/>
                  </a:cubicBezTo>
                  <a:cubicBezTo>
                    <a:pt x="419" y="257"/>
                    <a:pt x="385" y="393"/>
                    <a:pt x="340" y="534"/>
                  </a:cubicBezTo>
                  <a:cubicBezTo>
                    <a:pt x="298" y="671"/>
                    <a:pt x="254" y="818"/>
                    <a:pt x="207" y="971"/>
                  </a:cubicBezTo>
                  <a:cubicBezTo>
                    <a:pt x="153" y="1149"/>
                    <a:pt x="54" y="1308"/>
                    <a:pt x="22" y="1502"/>
                  </a:cubicBezTo>
                  <a:cubicBezTo>
                    <a:pt x="3" y="1601"/>
                    <a:pt x="1" y="1708"/>
                    <a:pt x="25" y="1833"/>
                  </a:cubicBezTo>
                  <a:cubicBezTo>
                    <a:pt x="51" y="1957"/>
                    <a:pt x="113" y="2092"/>
                    <a:pt x="214" y="2248"/>
                  </a:cubicBezTo>
                  <a:cubicBezTo>
                    <a:pt x="518" y="2682"/>
                    <a:pt x="950" y="2427"/>
                    <a:pt x="1141" y="2657"/>
                  </a:cubicBezTo>
                  <a:cubicBezTo>
                    <a:pt x="1564" y="3161"/>
                    <a:pt x="1265" y="3692"/>
                    <a:pt x="1621" y="4094"/>
                  </a:cubicBezTo>
                  <a:cubicBezTo>
                    <a:pt x="1772" y="4254"/>
                    <a:pt x="1987" y="4332"/>
                    <a:pt x="2198" y="4395"/>
                  </a:cubicBezTo>
                  <a:cubicBezTo>
                    <a:pt x="2408" y="4464"/>
                    <a:pt x="2609" y="4528"/>
                    <a:pt x="2746" y="4689"/>
                  </a:cubicBezTo>
                  <a:cubicBezTo>
                    <a:pt x="2912" y="4891"/>
                    <a:pt x="2919" y="5163"/>
                    <a:pt x="2947" y="5422"/>
                  </a:cubicBezTo>
                  <a:cubicBezTo>
                    <a:pt x="2992" y="5842"/>
                    <a:pt x="3188" y="6328"/>
                    <a:pt x="3606" y="6452"/>
                  </a:cubicBezTo>
                  <a:cubicBezTo>
                    <a:pt x="3694" y="6477"/>
                    <a:pt x="3777" y="6487"/>
                    <a:pt x="3857" y="6487"/>
                  </a:cubicBezTo>
                  <a:cubicBezTo>
                    <a:pt x="4245" y="6487"/>
                    <a:pt x="4552" y="6241"/>
                    <a:pt x="4888" y="6241"/>
                  </a:cubicBezTo>
                  <a:cubicBezTo>
                    <a:pt x="4931" y="6241"/>
                    <a:pt x="4976" y="6245"/>
                    <a:pt x="5021" y="6254"/>
                  </a:cubicBezTo>
                  <a:cubicBezTo>
                    <a:pt x="5282" y="6305"/>
                    <a:pt x="5434" y="6528"/>
                    <a:pt x="5554" y="6751"/>
                  </a:cubicBezTo>
                  <a:cubicBezTo>
                    <a:pt x="5675" y="6976"/>
                    <a:pt x="5750" y="7191"/>
                    <a:pt x="5910" y="7250"/>
                  </a:cubicBezTo>
                  <a:cubicBezTo>
                    <a:pt x="5958" y="7269"/>
                    <a:pt x="6012" y="7275"/>
                    <a:pt x="6070" y="7275"/>
                  </a:cubicBezTo>
                  <a:cubicBezTo>
                    <a:pt x="6110" y="7275"/>
                    <a:pt x="6151" y="7272"/>
                    <a:pt x="6194" y="7268"/>
                  </a:cubicBezTo>
                  <a:cubicBezTo>
                    <a:pt x="6254" y="7263"/>
                    <a:pt x="6321" y="7261"/>
                    <a:pt x="6389" y="7261"/>
                  </a:cubicBezTo>
                  <a:cubicBezTo>
                    <a:pt x="6442" y="7261"/>
                    <a:pt x="6496" y="7262"/>
                    <a:pt x="6549" y="7266"/>
                  </a:cubicBezTo>
                  <a:cubicBezTo>
                    <a:pt x="6791" y="7287"/>
                    <a:pt x="7020" y="7375"/>
                    <a:pt x="7057" y="7648"/>
                  </a:cubicBezTo>
                  <a:cubicBezTo>
                    <a:pt x="7069" y="7741"/>
                    <a:pt x="7100" y="7826"/>
                    <a:pt x="7166" y="7885"/>
                  </a:cubicBezTo>
                  <a:cubicBezTo>
                    <a:pt x="7212" y="7928"/>
                    <a:pt x="7259" y="7944"/>
                    <a:pt x="7307" y="7944"/>
                  </a:cubicBezTo>
                  <a:cubicBezTo>
                    <a:pt x="7444" y="7944"/>
                    <a:pt x="7590" y="7814"/>
                    <a:pt x="7740" y="7814"/>
                  </a:cubicBezTo>
                  <a:cubicBezTo>
                    <a:pt x="7767" y="7814"/>
                    <a:pt x="7793" y="7818"/>
                    <a:pt x="7819" y="7827"/>
                  </a:cubicBezTo>
                  <a:cubicBezTo>
                    <a:pt x="8042" y="7911"/>
                    <a:pt x="8135" y="8067"/>
                    <a:pt x="8216" y="8225"/>
                  </a:cubicBezTo>
                  <a:cubicBezTo>
                    <a:pt x="8296" y="8389"/>
                    <a:pt x="8372" y="8537"/>
                    <a:pt x="8553" y="8749"/>
                  </a:cubicBezTo>
                  <a:cubicBezTo>
                    <a:pt x="8731" y="8520"/>
                    <a:pt x="8703" y="8274"/>
                    <a:pt x="8660" y="8073"/>
                  </a:cubicBezTo>
                  <a:cubicBezTo>
                    <a:pt x="8616" y="7863"/>
                    <a:pt x="8550" y="7675"/>
                    <a:pt x="8585" y="7412"/>
                  </a:cubicBezTo>
                  <a:cubicBezTo>
                    <a:pt x="8616" y="7129"/>
                    <a:pt x="9041" y="7159"/>
                    <a:pt x="8908" y="6788"/>
                  </a:cubicBezTo>
                  <a:cubicBezTo>
                    <a:pt x="8864" y="6671"/>
                    <a:pt x="8775" y="6577"/>
                    <a:pt x="8674" y="6508"/>
                  </a:cubicBezTo>
                  <a:cubicBezTo>
                    <a:pt x="8379" y="6312"/>
                    <a:pt x="8319" y="6046"/>
                    <a:pt x="8272" y="5737"/>
                  </a:cubicBezTo>
                  <a:cubicBezTo>
                    <a:pt x="8248" y="5584"/>
                    <a:pt x="8228" y="5422"/>
                    <a:pt x="8174" y="5256"/>
                  </a:cubicBezTo>
                  <a:cubicBezTo>
                    <a:pt x="8119" y="5086"/>
                    <a:pt x="8039" y="4926"/>
                    <a:pt x="7919" y="4791"/>
                  </a:cubicBezTo>
                  <a:cubicBezTo>
                    <a:pt x="7681" y="4524"/>
                    <a:pt x="7329" y="4449"/>
                    <a:pt x="7016" y="4405"/>
                  </a:cubicBezTo>
                  <a:cubicBezTo>
                    <a:pt x="6700" y="4358"/>
                    <a:pt x="6413" y="4330"/>
                    <a:pt x="6242" y="4132"/>
                  </a:cubicBezTo>
                  <a:cubicBezTo>
                    <a:pt x="5958" y="3792"/>
                    <a:pt x="6189" y="3250"/>
                    <a:pt x="5882" y="2864"/>
                  </a:cubicBezTo>
                  <a:cubicBezTo>
                    <a:pt x="5766" y="2714"/>
                    <a:pt x="5589" y="2660"/>
                    <a:pt x="5393" y="2660"/>
                  </a:cubicBezTo>
                  <a:cubicBezTo>
                    <a:pt x="5221" y="2660"/>
                    <a:pt x="5033" y="2702"/>
                    <a:pt x="4860" y="2758"/>
                  </a:cubicBezTo>
                  <a:cubicBezTo>
                    <a:pt x="4702" y="2809"/>
                    <a:pt x="4528" y="2872"/>
                    <a:pt x="4368" y="2872"/>
                  </a:cubicBezTo>
                  <a:cubicBezTo>
                    <a:pt x="4303" y="2872"/>
                    <a:pt x="4240" y="2862"/>
                    <a:pt x="4182" y="2836"/>
                  </a:cubicBezTo>
                  <a:cubicBezTo>
                    <a:pt x="4015" y="2764"/>
                    <a:pt x="3932" y="2598"/>
                    <a:pt x="3862" y="2427"/>
                  </a:cubicBezTo>
                  <a:cubicBezTo>
                    <a:pt x="3785" y="2258"/>
                    <a:pt x="3730" y="2079"/>
                    <a:pt x="3594" y="1979"/>
                  </a:cubicBezTo>
                  <a:cubicBezTo>
                    <a:pt x="3281" y="1734"/>
                    <a:pt x="2748" y="2055"/>
                    <a:pt x="2386" y="1624"/>
                  </a:cubicBezTo>
                  <a:cubicBezTo>
                    <a:pt x="2223" y="1430"/>
                    <a:pt x="2588" y="1087"/>
                    <a:pt x="2378" y="788"/>
                  </a:cubicBezTo>
                  <a:cubicBezTo>
                    <a:pt x="2309" y="678"/>
                    <a:pt x="2229" y="607"/>
                    <a:pt x="2155" y="556"/>
                  </a:cubicBezTo>
                  <a:cubicBezTo>
                    <a:pt x="2079" y="503"/>
                    <a:pt x="1999" y="474"/>
                    <a:pt x="1915" y="456"/>
                  </a:cubicBezTo>
                  <a:cubicBezTo>
                    <a:pt x="1746" y="420"/>
                    <a:pt x="1574" y="427"/>
                    <a:pt x="1415" y="379"/>
                  </a:cubicBezTo>
                  <a:cubicBezTo>
                    <a:pt x="1278" y="339"/>
                    <a:pt x="1137" y="298"/>
                    <a:pt x="1015" y="242"/>
                  </a:cubicBezTo>
                  <a:cubicBezTo>
                    <a:pt x="895" y="189"/>
                    <a:pt x="780" y="123"/>
                    <a:pt x="678" y="36"/>
                  </a:cubicBezTo>
                  <a:cubicBezTo>
                    <a:pt x="649" y="12"/>
                    <a:pt x="614" y="0"/>
                    <a:pt x="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1"/>
            <p:cNvSpPr/>
            <p:nvPr/>
          </p:nvSpPr>
          <p:spPr>
            <a:xfrm>
              <a:off x="4792966" y="1775217"/>
              <a:ext cx="323010" cy="296762"/>
            </a:xfrm>
            <a:custGeom>
              <a:avLst/>
              <a:gdLst/>
              <a:ahLst/>
              <a:cxnLst/>
              <a:rect l="l" t="t" r="r" b="b"/>
              <a:pathLst>
                <a:path w="7322" h="6727" extrusionOk="0">
                  <a:moveTo>
                    <a:pt x="88" y="1"/>
                  </a:moveTo>
                  <a:cubicBezTo>
                    <a:pt x="64" y="151"/>
                    <a:pt x="45" y="305"/>
                    <a:pt x="28" y="464"/>
                  </a:cubicBezTo>
                  <a:cubicBezTo>
                    <a:pt x="17" y="619"/>
                    <a:pt x="11" y="778"/>
                    <a:pt x="6" y="941"/>
                  </a:cubicBezTo>
                  <a:cubicBezTo>
                    <a:pt x="0" y="1057"/>
                    <a:pt x="10" y="1175"/>
                    <a:pt x="73" y="1272"/>
                  </a:cubicBezTo>
                  <a:cubicBezTo>
                    <a:pt x="146" y="1379"/>
                    <a:pt x="271" y="1431"/>
                    <a:pt x="393" y="1473"/>
                  </a:cubicBezTo>
                  <a:cubicBezTo>
                    <a:pt x="805" y="1631"/>
                    <a:pt x="1213" y="1861"/>
                    <a:pt x="1353" y="2261"/>
                  </a:cubicBezTo>
                  <a:cubicBezTo>
                    <a:pt x="1460" y="2565"/>
                    <a:pt x="1413" y="2975"/>
                    <a:pt x="1686" y="3172"/>
                  </a:cubicBezTo>
                  <a:cubicBezTo>
                    <a:pt x="1810" y="3264"/>
                    <a:pt x="1960" y="3278"/>
                    <a:pt x="2115" y="3278"/>
                  </a:cubicBezTo>
                  <a:cubicBezTo>
                    <a:pt x="2179" y="3278"/>
                    <a:pt x="2244" y="3276"/>
                    <a:pt x="2308" y="3276"/>
                  </a:cubicBezTo>
                  <a:cubicBezTo>
                    <a:pt x="2392" y="3276"/>
                    <a:pt x="2475" y="3280"/>
                    <a:pt x="2553" y="3298"/>
                  </a:cubicBezTo>
                  <a:cubicBezTo>
                    <a:pt x="2688" y="3327"/>
                    <a:pt x="2801" y="3398"/>
                    <a:pt x="2900" y="3492"/>
                  </a:cubicBezTo>
                  <a:cubicBezTo>
                    <a:pt x="3000" y="3582"/>
                    <a:pt x="3084" y="3694"/>
                    <a:pt x="3150" y="3815"/>
                  </a:cubicBezTo>
                  <a:cubicBezTo>
                    <a:pt x="3284" y="4052"/>
                    <a:pt x="3371" y="4323"/>
                    <a:pt x="3514" y="4559"/>
                  </a:cubicBezTo>
                  <a:cubicBezTo>
                    <a:pt x="3593" y="4688"/>
                    <a:pt x="3699" y="4823"/>
                    <a:pt x="3851" y="4848"/>
                  </a:cubicBezTo>
                  <a:cubicBezTo>
                    <a:pt x="3871" y="4851"/>
                    <a:pt x="3892" y="4853"/>
                    <a:pt x="3913" y="4853"/>
                  </a:cubicBezTo>
                  <a:cubicBezTo>
                    <a:pt x="4055" y="4853"/>
                    <a:pt x="4196" y="4778"/>
                    <a:pt x="4339" y="4771"/>
                  </a:cubicBezTo>
                  <a:cubicBezTo>
                    <a:pt x="4344" y="4771"/>
                    <a:pt x="4349" y="4771"/>
                    <a:pt x="4354" y="4771"/>
                  </a:cubicBezTo>
                  <a:cubicBezTo>
                    <a:pt x="4603" y="4771"/>
                    <a:pt x="4752" y="5073"/>
                    <a:pt x="4890" y="5279"/>
                  </a:cubicBezTo>
                  <a:cubicBezTo>
                    <a:pt x="5030" y="5490"/>
                    <a:pt x="5148" y="5727"/>
                    <a:pt x="5353" y="5825"/>
                  </a:cubicBezTo>
                  <a:cubicBezTo>
                    <a:pt x="5515" y="5901"/>
                    <a:pt x="5706" y="5882"/>
                    <a:pt x="5890" y="5897"/>
                  </a:cubicBezTo>
                  <a:cubicBezTo>
                    <a:pt x="6385" y="5930"/>
                    <a:pt x="6867" y="6239"/>
                    <a:pt x="7322" y="6726"/>
                  </a:cubicBezTo>
                  <a:cubicBezTo>
                    <a:pt x="7032" y="6121"/>
                    <a:pt x="6791" y="5616"/>
                    <a:pt x="6539" y="5071"/>
                  </a:cubicBezTo>
                  <a:cubicBezTo>
                    <a:pt x="6451" y="4872"/>
                    <a:pt x="6366" y="4656"/>
                    <a:pt x="6197" y="4519"/>
                  </a:cubicBezTo>
                  <a:cubicBezTo>
                    <a:pt x="5979" y="4345"/>
                    <a:pt x="5690" y="4345"/>
                    <a:pt x="5436" y="4329"/>
                  </a:cubicBezTo>
                  <a:cubicBezTo>
                    <a:pt x="5179" y="4314"/>
                    <a:pt x="4847" y="4335"/>
                    <a:pt x="4738" y="4105"/>
                  </a:cubicBezTo>
                  <a:cubicBezTo>
                    <a:pt x="4673" y="3960"/>
                    <a:pt x="4692" y="3772"/>
                    <a:pt x="4602" y="3645"/>
                  </a:cubicBezTo>
                  <a:cubicBezTo>
                    <a:pt x="4518" y="3529"/>
                    <a:pt x="4369" y="3490"/>
                    <a:pt x="4224" y="3475"/>
                  </a:cubicBezTo>
                  <a:cubicBezTo>
                    <a:pt x="3961" y="3451"/>
                    <a:pt x="3692" y="3470"/>
                    <a:pt x="3428" y="3425"/>
                  </a:cubicBezTo>
                  <a:cubicBezTo>
                    <a:pt x="3297" y="3401"/>
                    <a:pt x="3166" y="3358"/>
                    <a:pt x="3050" y="3291"/>
                  </a:cubicBezTo>
                  <a:cubicBezTo>
                    <a:pt x="2938" y="3221"/>
                    <a:pt x="2843" y="3126"/>
                    <a:pt x="2785" y="3006"/>
                  </a:cubicBezTo>
                  <a:cubicBezTo>
                    <a:pt x="2668" y="2745"/>
                    <a:pt x="2733" y="2405"/>
                    <a:pt x="2560" y="2203"/>
                  </a:cubicBezTo>
                  <a:cubicBezTo>
                    <a:pt x="2364" y="1981"/>
                    <a:pt x="1986" y="2055"/>
                    <a:pt x="1692" y="1942"/>
                  </a:cubicBezTo>
                  <a:cubicBezTo>
                    <a:pt x="1307" y="1792"/>
                    <a:pt x="1149" y="1328"/>
                    <a:pt x="1162" y="925"/>
                  </a:cubicBezTo>
                  <a:cubicBezTo>
                    <a:pt x="1161" y="811"/>
                    <a:pt x="1180" y="683"/>
                    <a:pt x="1120" y="592"/>
                  </a:cubicBezTo>
                  <a:cubicBezTo>
                    <a:pt x="1071" y="509"/>
                    <a:pt x="966" y="471"/>
                    <a:pt x="876" y="426"/>
                  </a:cubicBezTo>
                  <a:cubicBezTo>
                    <a:pt x="745" y="366"/>
                    <a:pt x="611" y="301"/>
                    <a:pt x="477" y="232"/>
                  </a:cubicBezTo>
                  <a:cubicBezTo>
                    <a:pt x="350" y="159"/>
                    <a:pt x="220" y="81"/>
                    <a:pt x="88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1"/>
            <p:cNvSpPr/>
            <p:nvPr/>
          </p:nvSpPr>
          <p:spPr>
            <a:xfrm>
              <a:off x="4771174" y="1766880"/>
              <a:ext cx="380139" cy="350758"/>
            </a:xfrm>
            <a:custGeom>
              <a:avLst/>
              <a:gdLst/>
              <a:ahLst/>
              <a:cxnLst/>
              <a:rect l="l" t="t" r="r" b="b"/>
              <a:pathLst>
                <a:path w="8617" h="7951" extrusionOk="0">
                  <a:moveTo>
                    <a:pt x="531" y="1"/>
                  </a:moveTo>
                  <a:cubicBezTo>
                    <a:pt x="524" y="1"/>
                    <a:pt x="517" y="2"/>
                    <a:pt x="510" y="5"/>
                  </a:cubicBezTo>
                  <a:cubicBezTo>
                    <a:pt x="484" y="16"/>
                    <a:pt x="469" y="47"/>
                    <a:pt x="480" y="73"/>
                  </a:cubicBezTo>
                  <a:cubicBezTo>
                    <a:pt x="480" y="73"/>
                    <a:pt x="485" y="86"/>
                    <a:pt x="494" y="109"/>
                  </a:cubicBezTo>
                  <a:cubicBezTo>
                    <a:pt x="502" y="131"/>
                    <a:pt x="515" y="162"/>
                    <a:pt x="533" y="199"/>
                  </a:cubicBezTo>
                  <a:cubicBezTo>
                    <a:pt x="569" y="274"/>
                    <a:pt x="616" y="372"/>
                    <a:pt x="663" y="472"/>
                  </a:cubicBezTo>
                  <a:cubicBezTo>
                    <a:pt x="709" y="573"/>
                    <a:pt x="766" y="667"/>
                    <a:pt x="805" y="739"/>
                  </a:cubicBezTo>
                  <a:cubicBezTo>
                    <a:pt x="845" y="810"/>
                    <a:pt x="873" y="858"/>
                    <a:pt x="873" y="858"/>
                  </a:cubicBezTo>
                  <a:cubicBezTo>
                    <a:pt x="873" y="858"/>
                    <a:pt x="669" y="842"/>
                    <a:pt x="459" y="816"/>
                  </a:cubicBezTo>
                  <a:cubicBezTo>
                    <a:pt x="247" y="793"/>
                    <a:pt x="43" y="750"/>
                    <a:pt x="43" y="750"/>
                  </a:cubicBezTo>
                  <a:cubicBezTo>
                    <a:pt x="29" y="783"/>
                    <a:pt x="15" y="819"/>
                    <a:pt x="1" y="855"/>
                  </a:cubicBezTo>
                  <a:cubicBezTo>
                    <a:pt x="1" y="855"/>
                    <a:pt x="57" y="866"/>
                    <a:pt x="147" y="881"/>
                  </a:cubicBezTo>
                  <a:cubicBezTo>
                    <a:pt x="237" y="894"/>
                    <a:pt x="356" y="910"/>
                    <a:pt x="472" y="925"/>
                  </a:cubicBezTo>
                  <a:cubicBezTo>
                    <a:pt x="707" y="953"/>
                    <a:pt x="934" y="968"/>
                    <a:pt x="934" y="968"/>
                  </a:cubicBezTo>
                  <a:cubicBezTo>
                    <a:pt x="934" y="968"/>
                    <a:pt x="978" y="1035"/>
                    <a:pt x="1044" y="1136"/>
                  </a:cubicBezTo>
                  <a:cubicBezTo>
                    <a:pt x="1108" y="1238"/>
                    <a:pt x="1194" y="1373"/>
                    <a:pt x="1293" y="1499"/>
                  </a:cubicBezTo>
                  <a:cubicBezTo>
                    <a:pt x="1386" y="1629"/>
                    <a:pt x="1483" y="1756"/>
                    <a:pt x="1562" y="1847"/>
                  </a:cubicBezTo>
                  <a:cubicBezTo>
                    <a:pt x="1638" y="1939"/>
                    <a:pt x="1690" y="2001"/>
                    <a:pt x="1690" y="2001"/>
                  </a:cubicBezTo>
                  <a:cubicBezTo>
                    <a:pt x="1690" y="2001"/>
                    <a:pt x="1318" y="2042"/>
                    <a:pt x="930" y="2050"/>
                  </a:cubicBezTo>
                  <a:cubicBezTo>
                    <a:pt x="882" y="2051"/>
                    <a:pt x="833" y="2051"/>
                    <a:pt x="785" y="2051"/>
                  </a:cubicBezTo>
                  <a:cubicBezTo>
                    <a:pt x="454" y="2051"/>
                    <a:pt x="149" y="2032"/>
                    <a:pt x="149" y="2032"/>
                  </a:cubicBezTo>
                  <a:lnTo>
                    <a:pt x="149" y="2040"/>
                  </a:lnTo>
                  <a:cubicBezTo>
                    <a:pt x="198" y="2090"/>
                    <a:pt x="252" y="2127"/>
                    <a:pt x="304" y="2153"/>
                  </a:cubicBezTo>
                  <a:cubicBezTo>
                    <a:pt x="304" y="2153"/>
                    <a:pt x="399" y="2155"/>
                    <a:pt x="539" y="2159"/>
                  </a:cubicBezTo>
                  <a:cubicBezTo>
                    <a:pt x="601" y="2161"/>
                    <a:pt x="671" y="2162"/>
                    <a:pt x="745" y="2162"/>
                  </a:cubicBezTo>
                  <a:cubicBezTo>
                    <a:pt x="841" y="2162"/>
                    <a:pt x="944" y="2160"/>
                    <a:pt x="1049" y="2154"/>
                  </a:cubicBezTo>
                  <a:cubicBezTo>
                    <a:pt x="1234" y="2147"/>
                    <a:pt x="1415" y="2132"/>
                    <a:pt x="1549" y="2121"/>
                  </a:cubicBezTo>
                  <a:cubicBezTo>
                    <a:pt x="1681" y="2110"/>
                    <a:pt x="1772" y="2096"/>
                    <a:pt x="1772" y="2096"/>
                  </a:cubicBezTo>
                  <a:cubicBezTo>
                    <a:pt x="1772" y="2096"/>
                    <a:pt x="1826" y="2155"/>
                    <a:pt x="1907" y="2243"/>
                  </a:cubicBezTo>
                  <a:cubicBezTo>
                    <a:pt x="1986" y="2334"/>
                    <a:pt x="2096" y="2449"/>
                    <a:pt x="2212" y="2560"/>
                  </a:cubicBezTo>
                  <a:cubicBezTo>
                    <a:pt x="2323" y="2674"/>
                    <a:pt x="2441" y="2784"/>
                    <a:pt x="2530" y="2863"/>
                  </a:cubicBezTo>
                  <a:cubicBezTo>
                    <a:pt x="2618" y="2943"/>
                    <a:pt x="2677" y="2998"/>
                    <a:pt x="2677" y="2998"/>
                  </a:cubicBezTo>
                  <a:cubicBezTo>
                    <a:pt x="2677" y="2998"/>
                    <a:pt x="2342" y="3083"/>
                    <a:pt x="1991" y="3153"/>
                  </a:cubicBezTo>
                  <a:cubicBezTo>
                    <a:pt x="1646" y="3220"/>
                    <a:pt x="1285" y="3268"/>
                    <a:pt x="1285" y="3268"/>
                  </a:cubicBezTo>
                  <a:cubicBezTo>
                    <a:pt x="1291" y="3305"/>
                    <a:pt x="1294" y="3340"/>
                    <a:pt x="1301" y="3377"/>
                  </a:cubicBezTo>
                  <a:cubicBezTo>
                    <a:pt x="1301" y="3377"/>
                    <a:pt x="1396" y="3363"/>
                    <a:pt x="1538" y="3342"/>
                  </a:cubicBezTo>
                  <a:cubicBezTo>
                    <a:pt x="1677" y="3321"/>
                    <a:pt x="1863" y="3292"/>
                    <a:pt x="2048" y="3251"/>
                  </a:cubicBezTo>
                  <a:cubicBezTo>
                    <a:pt x="2233" y="3213"/>
                    <a:pt x="2415" y="3171"/>
                    <a:pt x="2548" y="3137"/>
                  </a:cubicBezTo>
                  <a:cubicBezTo>
                    <a:pt x="2681" y="3106"/>
                    <a:pt x="2772" y="3080"/>
                    <a:pt x="2772" y="3080"/>
                  </a:cubicBezTo>
                  <a:cubicBezTo>
                    <a:pt x="2772" y="3080"/>
                    <a:pt x="2832" y="3131"/>
                    <a:pt x="2924" y="3209"/>
                  </a:cubicBezTo>
                  <a:cubicBezTo>
                    <a:pt x="3015" y="3288"/>
                    <a:pt x="3140" y="3388"/>
                    <a:pt x="3266" y="3484"/>
                  </a:cubicBezTo>
                  <a:cubicBezTo>
                    <a:pt x="3389" y="3584"/>
                    <a:pt x="3518" y="3681"/>
                    <a:pt x="3615" y="3750"/>
                  </a:cubicBezTo>
                  <a:cubicBezTo>
                    <a:pt x="3712" y="3820"/>
                    <a:pt x="3776" y="3868"/>
                    <a:pt x="3776" y="3868"/>
                  </a:cubicBezTo>
                  <a:cubicBezTo>
                    <a:pt x="3776" y="3868"/>
                    <a:pt x="3465" y="3983"/>
                    <a:pt x="3143" y="4090"/>
                  </a:cubicBezTo>
                  <a:cubicBezTo>
                    <a:pt x="2822" y="4195"/>
                    <a:pt x="2494" y="4286"/>
                    <a:pt x="2494" y="4286"/>
                  </a:cubicBezTo>
                  <a:cubicBezTo>
                    <a:pt x="2527" y="4311"/>
                    <a:pt x="2560" y="4339"/>
                    <a:pt x="2589" y="4371"/>
                  </a:cubicBezTo>
                  <a:cubicBezTo>
                    <a:pt x="2589" y="4371"/>
                    <a:pt x="2919" y="4279"/>
                    <a:pt x="3242" y="4167"/>
                  </a:cubicBezTo>
                  <a:cubicBezTo>
                    <a:pt x="3563" y="4060"/>
                    <a:pt x="3876" y="3939"/>
                    <a:pt x="3876" y="3939"/>
                  </a:cubicBezTo>
                  <a:cubicBezTo>
                    <a:pt x="3876" y="3939"/>
                    <a:pt x="3941" y="3983"/>
                    <a:pt x="4040" y="4051"/>
                  </a:cubicBezTo>
                  <a:cubicBezTo>
                    <a:pt x="4139" y="4120"/>
                    <a:pt x="4271" y="4208"/>
                    <a:pt x="4406" y="4295"/>
                  </a:cubicBezTo>
                  <a:cubicBezTo>
                    <a:pt x="4538" y="4382"/>
                    <a:pt x="4673" y="4469"/>
                    <a:pt x="4775" y="4529"/>
                  </a:cubicBezTo>
                  <a:cubicBezTo>
                    <a:pt x="4876" y="4593"/>
                    <a:pt x="4945" y="4635"/>
                    <a:pt x="4945" y="4635"/>
                  </a:cubicBezTo>
                  <a:cubicBezTo>
                    <a:pt x="4945" y="4635"/>
                    <a:pt x="4821" y="4691"/>
                    <a:pt x="4633" y="4774"/>
                  </a:cubicBezTo>
                  <a:cubicBezTo>
                    <a:pt x="4443" y="4857"/>
                    <a:pt x="4188" y="4965"/>
                    <a:pt x="3930" y="5065"/>
                  </a:cubicBezTo>
                  <a:cubicBezTo>
                    <a:pt x="3413" y="5274"/>
                    <a:pt x="2873" y="5447"/>
                    <a:pt x="2873" y="5447"/>
                  </a:cubicBezTo>
                  <a:cubicBezTo>
                    <a:pt x="2883" y="5482"/>
                    <a:pt x="2895" y="5516"/>
                    <a:pt x="2900" y="5542"/>
                  </a:cubicBezTo>
                  <a:cubicBezTo>
                    <a:pt x="2900" y="5542"/>
                    <a:pt x="3040" y="5496"/>
                    <a:pt x="3247" y="5426"/>
                  </a:cubicBezTo>
                  <a:cubicBezTo>
                    <a:pt x="3453" y="5354"/>
                    <a:pt x="3728" y="5249"/>
                    <a:pt x="3994" y="5144"/>
                  </a:cubicBezTo>
                  <a:cubicBezTo>
                    <a:pt x="4532" y="4931"/>
                    <a:pt x="5044" y="4691"/>
                    <a:pt x="5044" y="4691"/>
                  </a:cubicBezTo>
                  <a:cubicBezTo>
                    <a:pt x="5044" y="4691"/>
                    <a:pt x="5320" y="4853"/>
                    <a:pt x="5594" y="5013"/>
                  </a:cubicBezTo>
                  <a:cubicBezTo>
                    <a:pt x="5871" y="5170"/>
                    <a:pt x="6139" y="5337"/>
                    <a:pt x="6139" y="5337"/>
                  </a:cubicBezTo>
                  <a:cubicBezTo>
                    <a:pt x="6139" y="5337"/>
                    <a:pt x="5819" y="5480"/>
                    <a:pt x="5506" y="5636"/>
                  </a:cubicBezTo>
                  <a:cubicBezTo>
                    <a:pt x="5189" y="5789"/>
                    <a:pt x="4874" y="5943"/>
                    <a:pt x="4874" y="5943"/>
                  </a:cubicBezTo>
                  <a:lnTo>
                    <a:pt x="4878" y="5951"/>
                  </a:lnTo>
                  <a:cubicBezTo>
                    <a:pt x="4924" y="5960"/>
                    <a:pt x="4966" y="5976"/>
                    <a:pt x="5005" y="5994"/>
                  </a:cubicBezTo>
                  <a:cubicBezTo>
                    <a:pt x="5005" y="5994"/>
                    <a:pt x="5312" y="5843"/>
                    <a:pt x="5620" y="5690"/>
                  </a:cubicBezTo>
                  <a:cubicBezTo>
                    <a:pt x="5926" y="5540"/>
                    <a:pt x="6244" y="5405"/>
                    <a:pt x="6244" y="5405"/>
                  </a:cubicBezTo>
                  <a:cubicBezTo>
                    <a:pt x="6244" y="5405"/>
                    <a:pt x="6512" y="5573"/>
                    <a:pt x="6754" y="5773"/>
                  </a:cubicBezTo>
                  <a:cubicBezTo>
                    <a:pt x="6997" y="5971"/>
                    <a:pt x="7203" y="6209"/>
                    <a:pt x="7203" y="6209"/>
                  </a:cubicBezTo>
                  <a:cubicBezTo>
                    <a:pt x="7203" y="6209"/>
                    <a:pt x="6746" y="6262"/>
                    <a:pt x="6351" y="6418"/>
                  </a:cubicBezTo>
                  <a:cubicBezTo>
                    <a:pt x="5950" y="6567"/>
                    <a:pt x="5584" y="6772"/>
                    <a:pt x="5584" y="6772"/>
                  </a:cubicBezTo>
                  <a:cubicBezTo>
                    <a:pt x="5599" y="6798"/>
                    <a:pt x="5614" y="6820"/>
                    <a:pt x="5631" y="6840"/>
                  </a:cubicBezTo>
                  <a:cubicBezTo>
                    <a:pt x="5631" y="6840"/>
                    <a:pt x="5722" y="6790"/>
                    <a:pt x="5867" y="6719"/>
                  </a:cubicBezTo>
                  <a:cubicBezTo>
                    <a:pt x="6009" y="6650"/>
                    <a:pt x="6204" y="6561"/>
                    <a:pt x="6409" y="6491"/>
                  </a:cubicBezTo>
                  <a:cubicBezTo>
                    <a:pt x="6612" y="6417"/>
                    <a:pt x="6833" y="6370"/>
                    <a:pt x="7002" y="6344"/>
                  </a:cubicBezTo>
                  <a:cubicBezTo>
                    <a:pt x="7171" y="6314"/>
                    <a:pt x="7285" y="6303"/>
                    <a:pt x="7285" y="6303"/>
                  </a:cubicBezTo>
                  <a:cubicBezTo>
                    <a:pt x="7285" y="6303"/>
                    <a:pt x="7491" y="6540"/>
                    <a:pt x="7673" y="6799"/>
                  </a:cubicBezTo>
                  <a:cubicBezTo>
                    <a:pt x="7763" y="6928"/>
                    <a:pt x="7849" y="7059"/>
                    <a:pt x="7909" y="7161"/>
                  </a:cubicBezTo>
                  <a:cubicBezTo>
                    <a:pt x="7970" y="7263"/>
                    <a:pt x="8006" y="7332"/>
                    <a:pt x="8006" y="7332"/>
                  </a:cubicBezTo>
                  <a:cubicBezTo>
                    <a:pt x="8006" y="7332"/>
                    <a:pt x="7754" y="7308"/>
                    <a:pt x="7497" y="7308"/>
                  </a:cubicBezTo>
                  <a:cubicBezTo>
                    <a:pt x="7482" y="7308"/>
                    <a:pt x="7467" y="7308"/>
                    <a:pt x="7452" y="7308"/>
                  </a:cubicBezTo>
                  <a:cubicBezTo>
                    <a:pt x="7177" y="7310"/>
                    <a:pt x="6909" y="7337"/>
                    <a:pt x="6909" y="7337"/>
                  </a:cubicBezTo>
                  <a:cubicBezTo>
                    <a:pt x="6911" y="7340"/>
                    <a:pt x="6911" y="7344"/>
                    <a:pt x="6912" y="7348"/>
                  </a:cubicBezTo>
                  <a:cubicBezTo>
                    <a:pt x="6916" y="7376"/>
                    <a:pt x="6922" y="7402"/>
                    <a:pt x="6929" y="7427"/>
                  </a:cubicBezTo>
                  <a:cubicBezTo>
                    <a:pt x="6929" y="7427"/>
                    <a:pt x="7165" y="7405"/>
                    <a:pt x="7425" y="7405"/>
                  </a:cubicBezTo>
                  <a:cubicBezTo>
                    <a:pt x="7446" y="7405"/>
                    <a:pt x="7468" y="7406"/>
                    <a:pt x="7490" y="7406"/>
                  </a:cubicBezTo>
                  <a:cubicBezTo>
                    <a:pt x="7632" y="7407"/>
                    <a:pt x="7776" y="7415"/>
                    <a:pt x="7883" y="7424"/>
                  </a:cubicBezTo>
                  <a:cubicBezTo>
                    <a:pt x="7991" y="7434"/>
                    <a:pt x="8064" y="7443"/>
                    <a:pt x="8064" y="7443"/>
                  </a:cubicBezTo>
                  <a:cubicBezTo>
                    <a:pt x="8064" y="7443"/>
                    <a:pt x="8077" y="7471"/>
                    <a:pt x="8098" y="7515"/>
                  </a:cubicBezTo>
                  <a:cubicBezTo>
                    <a:pt x="8119" y="7558"/>
                    <a:pt x="8148" y="7616"/>
                    <a:pt x="8172" y="7676"/>
                  </a:cubicBezTo>
                  <a:cubicBezTo>
                    <a:pt x="8224" y="7795"/>
                    <a:pt x="8261" y="7917"/>
                    <a:pt x="8261" y="7917"/>
                  </a:cubicBezTo>
                  <a:cubicBezTo>
                    <a:pt x="8268" y="7937"/>
                    <a:pt x="8289" y="7950"/>
                    <a:pt x="8311" y="7950"/>
                  </a:cubicBezTo>
                  <a:cubicBezTo>
                    <a:pt x="8317" y="7950"/>
                    <a:pt x="8322" y="7950"/>
                    <a:pt x="8327" y="7948"/>
                  </a:cubicBezTo>
                  <a:cubicBezTo>
                    <a:pt x="8357" y="7941"/>
                    <a:pt x="8373" y="7911"/>
                    <a:pt x="8363" y="7884"/>
                  </a:cubicBezTo>
                  <a:cubicBezTo>
                    <a:pt x="8363" y="7884"/>
                    <a:pt x="8324" y="7755"/>
                    <a:pt x="8270" y="7634"/>
                  </a:cubicBezTo>
                  <a:cubicBezTo>
                    <a:pt x="8246" y="7573"/>
                    <a:pt x="8216" y="7513"/>
                    <a:pt x="8195" y="7469"/>
                  </a:cubicBezTo>
                  <a:cubicBezTo>
                    <a:pt x="8174" y="7424"/>
                    <a:pt x="8159" y="7394"/>
                    <a:pt x="8159" y="7394"/>
                  </a:cubicBezTo>
                  <a:cubicBezTo>
                    <a:pt x="8159" y="7394"/>
                    <a:pt x="8194" y="7328"/>
                    <a:pt x="8243" y="7229"/>
                  </a:cubicBezTo>
                  <a:cubicBezTo>
                    <a:pt x="8294" y="7129"/>
                    <a:pt x="8355" y="6993"/>
                    <a:pt x="8411" y="6853"/>
                  </a:cubicBezTo>
                  <a:cubicBezTo>
                    <a:pt x="8527" y="6572"/>
                    <a:pt x="8616" y="6276"/>
                    <a:pt x="8616" y="6276"/>
                  </a:cubicBezTo>
                  <a:cubicBezTo>
                    <a:pt x="8590" y="6250"/>
                    <a:pt x="8563" y="6228"/>
                    <a:pt x="8533" y="6208"/>
                  </a:cubicBezTo>
                  <a:cubicBezTo>
                    <a:pt x="8530" y="6205"/>
                    <a:pt x="8526" y="6203"/>
                    <a:pt x="8522" y="6199"/>
                  </a:cubicBezTo>
                  <a:cubicBezTo>
                    <a:pt x="8522" y="6199"/>
                    <a:pt x="8438" y="6484"/>
                    <a:pt x="8333" y="6756"/>
                  </a:cubicBezTo>
                  <a:cubicBezTo>
                    <a:pt x="8229" y="7029"/>
                    <a:pt x="8100" y="7281"/>
                    <a:pt x="8100" y="7281"/>
                  </a:cubicBezTo>
                  <a:cubicBezTo>
                    <a:pt x="8100" y="7281"/>
                    <a:pt x="8064" y="7208"/>
                    <a:pt x="8001" y="7107"/>
                  </a:cubicBezTo>
                  <a:cubicBezTo>
                    <a:pt x="7941" y="7003"/>
                    <a:pt x="7853" y="6869"/>
                    <a:pt x="7760" y="6738"/>
                  </a:cubicBezTo>
                  <a:cubicBezTo>
                    <a:pt x="7576" y="6475"/>
                    <a:pt x="7366" y="6234"/>
                    <a:pt x="7366" y="6234"/>
                  </a:cubicBezTo>
                  <a:cubicBezTo>
                    <a:pt x="7366" y="6234"/>
                    <a:pt x="7398" y="6121"/>
                    <a:pt x="7434" y="5950"/>
                  </a:cubicBezTo>
                  <a:cubicBezTo>
                    <a:pt x="7473" y="5778"/>
                    <a:pt x="7513" y="5542"/>
                    <a:pt x="7527" y="5291"/>
                  </a:cubicBezTo>
                  <a:cubicBezTo>
                    <a:pt x="7542" y="5043"/>
                    <a:pt x="7535" y="4790"/>
                    <a:pt x="7526" y="4600"/>
                  </a:cubicBezTo>
                  <a:cubicBezTo>
                    <a:pt x="7515" y="4409"/>
                    <a:pt x="7502" y="4282"/>
                    <a:pt x="7502" y="4282"/>
                  </a:cubicBezTo>
                  <a:cubicBezTo>
                    <a:pt x="7461" y="4261"/>
                    <a:pt x="7419" y="4241"/>
                    <a:pt x="7376" y="4224"/>
                  </a:cubicBezTo>
                  <a:lnTo>
                    <a:pt x="7376" y="4224"/>
                  </a:lnTo>
                  <a:cubicBezTo>
                    <a:pt x="7376" y="4224"/>
                    <a:pt x="7432" y="4722"/>
                    <a:pt x="7413" y="5207"/>
                  </a:cubicBezTo>
                  <a:cubicBezTo>
                    <a:pt x="7406" y="5451"/>
                    <a:pt x="7379" y="5688"/>
                    <a:pt x="7344" y="5857"/>
                  </a:cubicBezTo>
                  <a:cubicBezTo>
                    <a:pt x="7313" y="6029"/>
                    <a:pt x="7284" y="6139"/>
                    <a:pt x="7284" y="6139"/>
                  </a:cubicBezTo>
                  <a:cubicBezTo>
                    <a:pt x="7284" y="6139"/>
                    <a:pt x="7072" y="5894"/>
                    <a:pt x="6822" y="5690"/>
                  </a:cubicBezTo>
                  <a:cubicBezTo>
                    <a:pt x="6573" y="5484"/>
                    <a:pt x="6303" y="5314"/>
                    <a:pt x="6303" y="5314"/>
                  </a:cubicBezTo>
                  <a:cubicBezTo>
                    <a:pt x="6303" y="5314"/>
                    <a:pt x="6292" y="4965"/>
                    <a:pt x="6262" y="4616"/>
                  </a:cubicBezTo>
                  <a:cubicBezTo>
                    <a:pt x="6231" y="4266"/>
                    <a:pt x="6201" y="3918"/>
                    <a:pt x="6201" y="3918"/>
                  </a:cubicBezTo>
                  <a:cubicBezTo>
                    <a:pt x="6164" y="3893"/>
                    <a:pt x="6130" y="3864"/>
                    <a:pt x="6100" y="3830"/>
                  </a:cubicBezTo>
                  <a:lnTo>
                    <a:pt x="6093" y="3831"/>
                  </a:lnTo>
                  <a:cubicBezTo>
                    <a:pt x="6093" y="3831"/>
                    <a:pt x="6121" y="4183"/>
                    <a:pt x="6151" y="4537"/>
                  </a:cubicBezTo>
                  <a:cubicBezTo>
                    <a:pt x="6182" y="4892"/>
                    <a:pt x="6198" y="5246"/>
                    <a:pt x="6198" y="5246"/>
                  </a:cubicBezTo>
                  <a:cubicBezTo>
                    <a:pt x="6198" y="5246"/>
                    <a:pt x="5926" y="5078"/>
                    <a:pt x="5649" y="4920"/>
                  </a:cubicBezTo>
                  <a:cubicBezTo>
                    <a:pt x="5376" y="4760"/>
                    <a:pt x="5102" y="4600"/>
                    <a:pt x="5102" y="4600"/>
                  </a:cubicBezTo>
                  <a:cubicBezTo>
                    <a:pt x="5102" y="4600"/>
                    <a:pt x="5069" y="4030"/>
                    <a:pt x="5066" y="3474"/>
                  </a:cubicBezTo>
                  <a:cubicBezTo>
                    <a:pt x="5061" y="2915"/>
                    <a:pt x="5098" y="2368"/>
                    <a:pt x="5098" y="2368"/>
                  </a:cubicBezTo>
                  <a:lnTo>
                    <a:pt x="5098" y="2368"/>
                  </a:lnTo>
                  <a:cubicBezTo>
                    <a:pt x="5066" y="2373"/>
                    <a:pt x="5035" y="2376"/>
                    <a:pt x="5002" y="2383"/>
                  </a:cubicBezTo>
                  <a:cubicBezTo>
                    <a:pt x="5002" y="2383"/>
                    <a:pt x="4965" y="2912"/>
                    <a:pt x="4969" y="3451"/>
                  </a:cubicBezTo>
                  <a:cubicBezTo>
                    <a:pt x="4967" y="3721"/>
                    <a:pt x="4974" y="3992"/>
                    <a:pt x="4981" y="4195"/>
                  </a:cubicBezTo>
                  <a:cubicBezTo>
                    <a:pt x="4991" y="4400"/>
                    <a:pt x="4996" y="4537"/>
                    <a:pt x="4996" y="4537"/>
                  </a:cubicBezTo>
                  <a:cubicBezTo>
                    <a:pt x="4996" y="4537"/>
                    <a:pt x="4929" y="4496"/>
                    <a:pt x="4828" y="4433"/>
                  </a:cubicBezTo>
                  <a:cubicBezTo>
                    <a:pt x="4727" y="4371"/>
                    <a:pt x="4593" y="4287"/>
                    <a:pt x="4460" y="4199"/>
                  </a:cubicBezTo>
                  <a:cubicBezTo>
                    <a:pt x="4326" y="4113"/>
                    <a:pt x="4194" y="4025"/>
                    <a:pt x="4098" y="3957"/>
                  </a:cubicBezTo>
                  <a:cubicBezTo>
                    <a:pt x="4000" y="3891"/>
                    <a:pt x="3935" y="3846"/>
                    <a:pt x="3935" y="3846"/>
                  </a:cubicBezTo>
                  <a:cubicBezTo>
                    <a:pt x="3935" y="3846"/>
                    <a:pt x="3941" y="3509"/>
                    <a:pt x="3963" y="3180"/>
                  </a:cubicBezTo>
                  <a:cubicBezTo>
                    <a:pt x="3982" y="2852"/>
                    <a:pt x="4021" y="2525"/>
                    <a:pt x="4021" y="2525"/>
                  </a:cubicBezTo>
                  <a:cubicBezTo>
                    <a:pt x="3989" y="2507"/>
                    <a:pt x="3958" y="2488"/>
                    <a:pt x="3931" y="2464"/>
                  </a:cubicBezTo>
                  <a:cubicBezTo>
                    <a:pt x="3931" y="2464"/>
                    <a:pt x="3892" y="2786"/>
                    <a:pt x="3868" y="3114"/>
                  </a:cubicBezTo>
                  <a:cubicBezTo>
                    <a:pt x="3845" y="3440"/>
                    <a:pt x="3834" y="3775"/>
                    <a:pt x="3834" y="3775"/>
                  </a:cubicBezTo>
                  <a:cubicBezTo>
                    <a:pt x="3834" y="3775"/>
                    <a:pt x="3769" y="3728"/>
                    <a:pt x="3673" y="3658"/>
                  </a:cubicBezTo>
                  <a:cubicBezTo>
                    <a:pt x="3577" y="3588"/>
                    <a:pt x="3449" y="3494"/>
                    <a:pt x="3326" y="3395"/>
                  </a:cubicBezTo>
                  <a:cubicBezTo>
                    <a:pt x="3200" y="3299"/>
                    <a:pt x="3076" y="3199"/>
                    <a:pt x="2986" y="3122"/>
                  </a:cubicBezTo>
                  <a:cubicBezTo>
                    <a:pt x="2896" y="3046"/>
                    <a:pt x="2836" y="2995"/>
                    <a:pt x="2836" y="2995"/>
                  </a:cubicBezTo>
                  <a:cubicBezTo>
                    <a:pt x="2836" y="2995"/>
                    <a:pt x="2844" y="2905"/>
                    <a:pt x="2865" y="2768"/>
                  </a:cubicBezTo>
                  <a:cubicBezTo>
                    <a:pt x="2885" y="2631"/>
                    <a:pt x="2915" y="2451"/>
                    <a:pt x="2947" y="2274"/>
                  </a:cubicBezTo>
                  <a:cubicBezTo>
                    <a:pt x="2979" y="2097"/>
                    <a:pt x="3018" y="1921"/>
                    <a:pt x="3049" y="1791"/>
                  </a:cubicBezTo>
                  <a:cubicBezTo>
                    <a:pt x="3083" y="1661"/>
                    <a:pt x="3104" y="1575"/>
                    <a:pt x="3104" y="1575"/>
                  </a:cubicBezTo>
                  <a:cubicBezTo>
                    <a:pt x="3072" y="1575"/>
                    <a:pt x="3039" y="1574"/>
                    <a:pt x="3006" y="1574"/>
                  </a:cubicBezTo>
                  <a:cubicBezTo>
                    <a:pt x="3006" y="1574"/>
                    <a:pt x="2921" y="1896"/>
                    <a:pt x="2854" y="2234"/>
                  </a:cubicBezTo>
                  <a:cubicBezTo>
                    <a:pt x="2791" y="2567"/>
                    <a:pt x="2744" y="2915"/>
                    <a:pt x="2744" y="2915"/>
                  </a:cubicBezTo>
                  <a:cubicBezTo>
                    <a:pt x="2744" y="2915"/>
                    <a:pt x="2686" y="2862"/>
                    <a:pt x="2598" y="2782"/>
                  </a:cubicBezTo>
                  <a:cubicBezTo>
                    <a:pt x="2508" y="2704"/>
                    <a:pt x="2393" y="2595"/>
                    <a:pt x="2282" y="2483"/>
                  </a:cubicBezTo>
                  <a:cubicBezTo>
                    <a:pt x="2169" y="2374"/>
                    <a:pt x="2060" y="2259"/>
                    <a:pt x="1981" y="2170"/>
                  </a:cubicBezTo>
                  <a:cubicBezTo>
                    <a:pt x="1901" y="2082"/>
                    <a:pt x="1846" y="2024"/>
                    <a:pt x="1846" y="2024"/>
                  </a:cubicBezTo>
                  <a:cubicBezTo>
                    <a:pt x="1846" y="2024"/>
                    <a:pt x="1866" y="1939"/>
                    <a:pt x="1904" y="1808"/>
                  </a:cubicBezTo>
                  <a:cubicBezTo>
                    <a:pt x="1943" y="1680"/>
                    <a:pt x="1993" y="1511"/>
                    <a:pt x="2050" y="1346"/>
                  </a:cubicBezTo>
                  <a:cubicBezTo>
                    <a:pt x="2104" y="1182"/>
                    <a:pt x="2171" y="1018"/>
                    <a:pt x="2221" y="900"/>
                  </a:cubicBezTo>
                  <a:lnTo>
                    <a:pt x="2307" y="703"/>
                  </a:lnTo>
                  <a:cubicBezTo>
                    <a:pt x="2305" y="657"/>
                    <a:pt x="2296" y="610"/>
                    <a:pt x="2276" y="564"/>
                  </a:cubicBezTo>
                  <a:lnTo>
                    <a:pt x="2271" y="563"/>
                  </a:lnTo>
                  <a:cubicBezTo>
                    <a:pt x="2271" y="563"/>
                    <a:pt x="2120" y="879"/>
                    <a:pt x="1990" y="1225"/>
                  </a:cubicBezTo>
                  <a:cubicBezTo>
                    <a:pt x="1865" y="1566"/>
                    <a:pt x="1767" y="1929"/>
                    <a:pt x="1767" y="1929"/>
                  </a:cubicBezTo>
                  <a:cubicBezTo>
                    <a:pt x="1767" y="1929"/>
                    <a:pt x="1715" y="1868"/>
                    <a:pt x="1640" y="1777"/>
                  </a:cubicBezTo>
                  <a:cubicBezTo>
                    <a:pt x="1563" y="1688"/>
                    <a:pt x="1467" y="1564"/>
                    <a:pt x="1376" y="1434"/>
                  </a:cubicBezTo>
                  <a:cubicBezTo>
                    <a:pt x="1279" y="1309"/>
                    <a:pt x="1193" y="1177"/>
                    <a:pt x="1130" y="1077"/>
                  </a:cubicBezTo>
                  <a:cubicBezTo>
                    <a:pt x="1066" y="977"/>
                    <a:pt x="1022" y="912"/>
                    <a:pt x="1022" y="912"/>
                  </a:cubicBezTo>
                  <a:cubicBezTo>
                    <a:pt x="1022" y="912"/>
                    <a:pt x="1122" y="699"/>
                    <a:pt x="1229" y="501"/>
                  </a:cubicBezTo>
                  <a:cubicBezTo>
                    <a:pt x="1282" y="401"/>
                    <a:pt x="1336" y="304"/>
                    <a:pt x="1378" y="233"/>
                  </a:cubicBezTo>
                  <a:cubicBezTo>
                    <a:pt x="1420" y="161"/>
                    <a:pt x="1451" y="114"/>
                    <a:pt x="1451" y="114"/>
                  </a:cubicBezTo>
                  <a:cubicBezTo>
                    <a:pt x="1419" y="110"/>
                    <a:pt x="1384" y="104"/>
                    <a:pt x="1352" y="98"/>
                  </a:cubicBezTo>
                  <a:cubicBezTo>
                    <a:pt x="1352" y="98"/>
                    <a:pt x="1240" y="267"/>
                    <a:pt x="1148" y="442"/>
                  </a:cubicBezTo>
                  <a:cubicBezTo>
                    <a:pt x="1052" y="616"/>
                    <a:pt x="963" y="803"/>
                    <a:pt x="963" y="803"/>
                  </a:cubicBezTo>
                  <a:lnTo>
                    <a:pt x="898" y="684"/>
                  </a:lnTo>
                  <a:cubicBezTo>
                    <a:pt x="859" y="613"/>
                    <a:pt x="801" y="520"/>
                    <a:pt x="758" y="422"/>
                  </a:cubicBezTo>
                  <a:cubicBezTo>
                    <a:pt x="712" y="325"/>
                    <a:pt x="667" y="227"/>
                    <a:pt x="631" y="154"/>
                  </a:cubicBezTo>
                  <a:cubicBezTo>
                    <a:pt x="612" y="119"/>
                    <a:pt x="599" y="88"/>
                    <a:pt x="591" y="65"/>
                  </a:cubicBezTo>
                  <a:cubicBezTo>
                    <a:pt x="584" y="44"/>
                    <a:pt x="578" y="31"/>
                    <a:pt x="578" y="31"/>
                  </a:cubicBezTo>
                  <a:cubicBezTo>
                    <a:pt x="570" y="12"/>
                    <a:pt x="551" y="1"/>
                    <a:pt x="53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1"/>
            <p:cNvSpPr/>
            <p:nvPr/>
          </p:nvSpPr>
          <p:spPr>
            <a:xfrm>
              <a:off x="5016225" y="1921366"/>
              <a:ext cx="147785" cy="218546"/>
            </a:xfrm>
            <a:custGeom>
              <a:avLst/>
              <a:gdLst/>
              <a:ahLst/>
              <a:cxnLst/>
              <a:rect l="l" t="t" r="r" b="b"/>
              <a:pathLst>
                <a:path w="3350" h="4954" extrusionOk="0">
                  <a:moveTo>
                    <a:pt x="409" y="0"/>
                  </a:moveTo>
                  <a:cubicBezTo>
                    <a:pt x="337" y="82"/>
                    <a:pt x="272" y="173"/>
                    <a:pt x="219" y="276"/>
                  </a:cubicBezTo>
                  <a:cubicBezTo>
                    <a:pt x="54" y="604"/>
                    <a:pt x="2" y="982"/>
                    <a:pt x="1" y="1346"/>
                  </a:cubicBezTo>
                  <a:cubicBezTo>
                    <a:pt x="1" y="1818"/>
                    <a:pt x="113" y="2275"/>
                    <a:pt x="298" y="2705"/>
                  </a:cubicBezTo>
                  <a:cubicBezTo>
                    <a:pt x="392" y="2921"/>
                    <a:pt x="500" y="3131"/>
                    <a:pt x="616" y="3334"/>
                  </a:cubicBezTo>
                  <a:cubicBezTo>
                    <a:pt x="640" y="3378"/>
                    <a:pt x="663" y="3421"/>
                    <a:pt x="685" y="3464"/>
                  </a:cubicBezTo>
                  <a:cubicBezTo>
                    <a:pt x="742" y="3464"/>
                    <a:pt x="799" y="3465"/>
                    <a:pt x="855" y="3470"/>
                  </a:cubicBezTo>
                  <a:cubicBezTo>
                    <a:pt x="1097" y="3491"/>
                    <a:pt x="1326" y="3579"/>
                    <a:pt x="1363" y="3852"/>
                  </a:cubicBezTo>
                  <a:cubicBezTo>
                    <a:pt x="1375" y="3945"/>
                    <a:pt x="1406" y="4030"/>
                    <a:pt x="1472" y="4089"/>
                  </a:cubicBezTo>
                  <a:cubicBezTo>
                    <a:pt x="1518" y="4132"/>
                    <a:pt x="1565" y="4148"/>
                    <a:pt x="1613" y="4148"/>
                  </a:cubicBezTo>
                  <a:cubicBezTo>
                    <a:pt x="1750" y="4148"/>
                    <a:pt x="1896" y="4018"/>
                    <a:pt x="2046" y="4018"/>
                  </a:cubicBezTo>
                  <a:cubicBezTo>
                    <a:pt x="2073" y="4018"/>
                    <a:pt x="2099" y="4022"/>
                    <a:pt x="2125" y="4031"/>
                  </a:cubicBezTo>
                  <a:cubicBezTo>
                    <a:pt x="2349" y="4115"/>
                    <a:pt x="2441" y="4272"/>
                    <a:pt x="2522" y="4429"/>
                  </a:cubicBezTo>
                  <a:cubicBezTo>
                    <a:pt x="2602" y="4593"/>
                    <a:pt x="2678" y="4741"/>
                    <a:pt x="2859" y="4953"/>
                  </a:cubicBezTo>
                  <a:cubicBezTo>
                    <a:pt x="3037" y="4724"/>
                    <a:pt x="3009" y="4479"/>
                    <a:pt x="2966" y="4277"/>
                  </a:cubicBezTo>
                  <a:cubicBezTo>
                    <a:pt x="2922" y="4067"/>
                    <a:pt x="2856" y="3879"/>
                    <a:pt x="2891" y="3616"/>
                  </a:cubicBezTo>
                  <a:cubicBezTo>
                    <a:pt x="2924" y="3336"/>
                    <a:pt x="3349" y="3363"/>
                    <a:pt x="3217" y="2994"/>
                  </a:cubicBezTo>
                  <a:cubicBezTo>
                    <a:pt x="3172" y="2877"/>
                    <a:pt x="3083" y="2782"/>
                    <a:pt x="2983" y="2714"/>
                  </a:cubicBezTo>
                  <a:cubicBezTo>
                    <a:pt x="2687" y="2517"/>
                    <a:pt x="2628" y="2251"/>
                    <a:pt x="2581" y="1944"/>
                  </a:cubicBezTo>
                  <a:cubicBezTo>
                    <a:pt x="2556" y="1789"/>
                    <a:pt x="2536" y="1628"/>
                    <a:pt x="2482" y="1461"/>
                  </a:cubicBezTo>
                  <a:cubicBezTo>
                    <a:pt x="2427" y="1292"/>
                    <a:pt x="2347" y="1131"/>
                    <a:pt x="2228" y="996"/>
                  </a:cubicBezTo>
                  <a:cubicBezTo>
                    <a:pt x="1989" y="730"/>
                    <a:pt x="1637" y="655"/>
                    <a:pt x="1325" y="610"/>
                  </a:cubicBezTo>
                  <a:cubicBezTo>
                    <a:pt x="1010" y="563"/>
                    <a:pt x="722" y="536"/>
                    <a:pt x="550" y="337"/>
                  </a:cubicBezTo>
                  <a:cubicBezTo>
                    <a:pt x="468" y="239"/>
                    <a:pt x="430" y="123"/>
                    <a:pt x="40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1"/>
            <p:cNvSpPr/>
            <p:nvPr/>
          </p:nvSpPr>
          <p:spPr>
            <a:xfrm>
              <a:off x="4824331" y="1769659"/>
              <a:ext cx="110773" cy="90436"/>
            </a:xfrm>
            <a:custGeom>
              <a:avLst/>
              <a:gdLst/>
              <a:ahLst/>
              <a:cxnLst/>
              <a:rect l="l" t="t" r="r" b="b"/>
              <a:pathLst>
                <a:path w="2511" h="2050" extrusionOk="0">
                  <a:moveTo>
                    <a:pt x="1" y="0"/>
                  </a:moveTo>
                  <a:lnTo>
                    <a:pt x="1" y="0"/>
                  </a:lnTo>
                  <a:cubicBezTo>
                    <a:pt x="61" y="157"/>
                    <a:pt x="131" y="309"/>
                    <a:pt x="220" y="452"/>
                  </a:cubicBezTo>
                  <a:cubicBezTo>
                    <a:pt x="719" y="1264"/>
                    <a:pt x="1579" y="1798"/>
                    <a:pt x="2510" y="2049"/>
                  </a:cubicBezTo>
                  <a:cubicBezTo>
                    <a:pt x="2440" y="1886"/>
                    <a:pt x="2383" y="1718"/>
                    <a:pt x="2252" y="1623"/>
                  </a:cubicBezTo>
                  <a:cubicBezTo>
                    <a:pt x="1940" y="1377"/>
                    <a:pt x="1406" y="1698"/>
                    <a:pt x="1044" y="1267"/>
                  </a:cubicBezTo>
                  <a:cubicBezTo>
                    <a:pt x="881" y="1073"/>
                    <a:pt x="1248" y="731"/>
                    <a:pt x="1037" y="431"/>
                  </a:cubicBezTo>
                  <a:cubicBezTo>
                    <a:pt x="968" y="321"/>
                    <a:pt x="887" y="251"/>
                    <a:pt x="813" y="199"/>
                  </a:cubicBezTo>
                  <a:cubicBezTo>
                    <a:pt x="738" y="147"/>
                    <a:pt x="657" y="117"/>
                    <a:pt x="573" y="99"/>
                  </a:cubicBezTo>
                  <a:cubicBezTo>
                    <a:pt x="404" y="64"/>
                    <a:pt x="232" y="70"/>
                    <a:pt x="73" y="23"/>
                  </a:cubicBezTo>
                  <a:cubicBezTo>
                    <a:pt x="50" y="16"/>
                    <a:pt x="26" y="9"/>
                    <a:pt x="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1"/>
            <p:cNvSpPr/>
            <p:nvPr/>
          </p:nvSpPr>
          <p:spPr>
            <a:xfrm>
              <a:off x="5165109" y="426928"/>
              <a:ext cx="287674" cy="242456"/>
            </a:xfrm>
            <a:custGeom>
              <a:avLst/>
              <a:gdLst/>
              <a:ahLst/>
              <a:cxnLst/>
              <a:rect l="l" t="t" r="r" b="b"/>
              <a:pathLst>
                <a:path w="6521" h="5496" extrusionOk="0">
                  <a:moveTo>
                    <a:pt x="3260" y="0"/>
                  </a:moveTo>
                  <a:cubicBezTo>
                    <a:pt x="1941" y="0"/>
                    <a:pt x="0" y="578"/>
                    <a:pt x="0" y="2246"/>
                  </a:cubicBezTo>
                  <a:cubicBezTo>
                    <a:pt x="0" y="3472"/>
                    <a:pt x="1765" y="4746"/>
                    <a:pt x="2698" y="5333"/>
                  </a:cubicBezTo>
                  <a:cubicBezTo>
                    <a:pt x="2871" y="5441"/>
                    <a:pt x="3065" y="5495"/>
                    <a:pt x="3260" y="5495"/>
                  </a:cubicBezTo>
                  <a:cubicBezTo>
                    <a:pt x="3455" y="5495"/>
                    <a:pt x="3651" y="5441"/>
                    <a:pt x="3823" y="5333"/>
                  </a:cubicBezTo>
                  <a:cubicBezTo>
                    <a:pt x="4755" y="4747"/>
                    <a:pt x="6520" y="3474"/>
                    <a:pt x="6519" y="2246"/>
                  </a:cubicBezTo>
                  <a:cubicBezTo>
                    <a:pt x="6519" y="578"/>
                    <a:pt x="4579" y="0"/>
                    <a:pt x="32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1"/>
            <p:cNvSpPr/>
            <p:nvPr/>
          </p:nvSpPr>
          <p:spPr>
            <a:xfrm>
              <a:off x="5165109" y="502098"/>
              <a:ext cx="226486" cy="167284"/>
            </a:xfrm>
            <a:custGeom>
              <a:avLst/>
              <a:gdLst/>
              <a:ahLst/>
              <a:cxnLst/>
              <a:rect l="l" t="t" r="r" b="b"/>
              <a:pathLst>
                <a:path w="5134" h="3792" extrusionOk="0">
                  <a:moveTo>
                    <a:pt x="79" y="0"/>
                  </a:moveTo>
                  <a:cubicBezTo>
                    <a:pt x="30" y="167"/>
                    <a:pt x="0" y="346"/>
                    <a:pt x="0" y="542"/>
                  </a:cubicBezTo>
                  <a:cubicBezTo>
                    <a:pt x="0" y="1770"/>
                    <a:pt x="1765" y="3042"/>
                    <a:pt x="2698" y="3629"/>
                  </a:cubicBezTo>
                  <a:cubicBezTo>
                    <a:pt x="2871" y="3737"/>
                    <a:pt x="3065" y="3791"/>
                    <a:pt x="3260" y="3791"/>
                  </a:cubicBezTo>
                  <a:cubicBezTo>
                    <a:pt x="3455" y="3791"/>
                    <a:pt x="3651" y="3737"/>
                    <a:pt x="3823" y="3629"/>
                  </a:cubicBezTo>
                  <a:cubicBezTo>
                    <a:pt x="4186" y="3401"/>
                    <a:pt x="4673" y="3069"/>
                    <a:pt x="5134" y="2676"/>
                  </a:cubicBezTo>
                  <a:cubicBezTo>
                    <a:pt x="4603" y="2602"/>
                    <a:pt x="4083" y="2463"/>
                    <a:pt x="3586" y="2242"/>
                  </a:cubicBezTo>
                  <a:cubicBezTo>
                    <a:pt x="2988" y="1976"/>
                    <a:pt x="2416" y="1676"/>
                    <a:pt x="1860" y="1330"/>
                  </a:cubicBezTo>
                  <a:cubicBezTo>
                    <a:pt x="1233" y="939"/>
                    <a:pt x="623" y="504"/>
                    <a:pt x="79" y="0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1"/>
            <p:cNvSpPr/>
            <p:nvPr/>
          </p:nvSpPr>
          <p:spPr>
            <a:xfrm>
              <a:off x="5091439" y="1419661"/>
              <a:ext cx="434930" cy="669136"/>
            </a:xfrm>
            <a:custGeom>
              <a:avLst/>
              <a:gdLst/>
              <a:ahLst/>
              <a:cxnLst/>
              <a:rect l="l" t="t" r="r" b="b"/>
              <a:pathLst>
                <a:path w="9859" h="15168" extrusionOk="0">
                  <a:moveTo>
                    <a:pt x="3576" y="1"/>
                  </a:moveTo>
                  <a:lnTo>
                    <a:pt x="3576" y="2312"/>
                  </a:lnTo>
                  <a:lnTo>
                    <a:pt x="1114" y="2737"/>
                  </a:lnTo>
                  <a:cubicBezTo>
                    <a:pt x="1114" y="2737"/>
                    <a:pt x="923" y="4728"/>
                    <a:pt x="768" y="6475"/>
                  </a:cubicBezTo>
                  <a:cubicBezTo>
                    <a:pt x="618" y="8177"/>
                    <a:pt x="272" y="9976"/>
                    <a:pt x="142" y="11817"/>
                  </a:cubicBezTo>
                  <a:cubicBezTo>
                    <a:pt x="0" y="13831"/>
                    <a:pt x="303" y="15168"/>
                    <a:pt x="303" y="15168"/>
                  </a:cubicBezTo>
                  <a:lnTo>
                    <a:pt x="9558" y="15168"/>
                  </a:lnTo>
                  <a:lnTo>
                    <a:pt x="9558" y="15167"/>
                  </a:lnTo>
                  <a:cubicBezTo>
                    <a:pt x="9558" y="15167"/>
                    <a:pt x="9859" y="13829"/>
                    <a:pt x="9718" y="11816"/>
                  </a:cubicBezTo>
                  <a:cubicBezTo>
                    <a:pt x="9588" y="9974"/>
                    <a:pt x="9243" y="8176"/>
                    <a:pt x="9092" y="6474"/>
                  </a:cubicBezTo>
                  <a:cubicBezTo>
                    <a:pt x="8936" y="4727"/>
                    <a:pt x="8746" y="2735"/>
                    <a:pt x="8746" y="2735"/>
                  </a:cubicBezTo>
                  <a:lnTo>
                    <a:pt x="6283" y="2310"/>
                  </a:lnTo>
                  <a:lnTo>
                    <a:pt x="6283" y="1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5091439" y="1527651"/>
              <a:ext cx="434974" cy="561099"/>
            </a:xfrm>
            <a:custGeom>
              <a:avLst/>
              <a:gdLst/>
              <a:ahLst/>
              <a:cxnLst/>
              <a:rect l="l" t="t" r="r" b="b"/>
              <a:pathLst>
                <a:path w="9860" h="12719" extrusionOk="0">
                  <a:moveTo>
                    <a:pt x="7080" y="0"/>
                  </a:moveTo>
                  <a:cubicBezTo>
                    <a:pt x="6966" y="237"/>
                    <a:pt x="6858" y="474"/>
                    <a:pt x="6735" y="705"/>
                  </a:cubicBezTo>
                  <a:cubicBezTo>
                    <a:pt x="6581" y="1002"/>
                    <a:pt x="6405" y="1289"/>
                    <a:pt x="6230" y="1573"/>
                  </a:cubicBezTo>
                  <a:cubicBezTo>
                    <a:pt x="5935" y="2050"/>
                    <a:pt x="5611" y="2539"/>
                    <a:pt x="5206" y="2928"/>
                  </a:cubicBezTo>
                  <a:cubicBezTo>
                    <a:pt x="5115" y="3015"/>
                    <a:pt x="5018" y="3075"/>
                    <a:pt x="4907" y="3075"/>
                  </a:cubicBezTo>
                  <a:cubicBezTo>
                    <a:pt x="4862" y="3075"/>
                    <a:pt x="4815" y="3065"/>
                    <a:pt x="4765" y="3043"/>
                  </a:cubicBezTo>
                  <a:cubicBezTo>
                    <a:pt x="4553" y="2949"/>
                    <a:pt x="4360" y="2759"/>
                    <a:pt x="4196" y="2598"/>
                  </a:cubicBezTo>
                  <a:cubicBezTo>
                    <a:pt x="3815" y="2228"/>
                    <a:pt x="3505" y="1788"/>
                    <a:pt x="3199" y="1356"/>
                  </a:cubicBezTo>
                  <a:cubicBezTo>
                    <a:pt x="2902" y="933"/>
                    <a:pt x="2573" y="527"/>
                    <a:pt x="2311" y="80"/>
                  </a:cubicBezTo>
                  <a:lnTo>
                    <a:pt x="1114" y="287"/>
                  </a:lnTo>
                  <a:cubicBezTo>
                    <a:pt x="1114" y="287"/>
                    <a:pt x="923" y="2278"/>
                    <a:pt x="768" y="4026"/>
                  </a:cubicBezTo>
                  <a:cubicBezTo>
                    <a:pt x="617" y="5728"/>
                    <a:pt x="272" y="7526"/>
                    <a:pt x="142" y="9368"/>
                  </a:cubicBezTo>
                  <a:cubicBezTo>
                    <a:pt x="0" y="11381"/>
                    <a:pt x="302" y="12719"/>
                    <a:pt x="302" y="12719"/>
                  </a:cubicBezTo>
                  <a:lnTo>
                    <a:pt x="9556" y="12719"/>
                  </a:lnTo>
                  <a:cubicBezTo>
                    <a:pt x="9558" y="12719"/>
                    <a:pt x="9860" y="11381"/>
                    <a:pt x="9718" y="9368"/>
                  </a:cubicBezTo>
                  <a:cubicBezTo>
                    <a:pt x="9588" y="7526"/>
                    <a:pt x="9242" y="5728"/>
                    <a:pt x="9092" y="4026"/>
                  </a:cubicBezTo>
                  <a:cubicBezTo>
                    <a:pt x="8936" y="2280"/>
                    <a:pt x="8746" y="287"/>
                    <a:pt x="8746" y="287"/>
                  </a:cubicBezTo>
                  <a:lnTo>
                    <a:pt x="7080" y="0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5477302" y="1540400"/>
              <a:ext cx="169710" cy="334568"/>
            </a:xfrm>
            <a:custGeom>
              <a:avLst/>
              <a:gdLst/>
              <a:ahLst/>
              <a:cxnLst/>
              <a:rect l="l" t="t" r="r" b="b"/>
              <a:pathLst>
                <a:path w="3847" h="7584" extrusionOk="0">
                  <a:moveTo>
                    <a:pt x="0" y="0"/>
                  </a:moveTo>
                  <a:lnTo>
                    <a:pt x="0" y="4825"/>
                  </a:lnTo>
                  <a:cubicBezTo>
                    <a:pt x="0" y="4825"/>
                    <a:pt x="648" y="5837"/>
                    <a:pt x="951" y="6478"/>
                  </a:cubicBezTo>
                  <a:cubicBezTo>
                    <a:pt x="1184" y="6970"/>
                    <a:pt x="1705" y="7584"/>
                    <a:pt x="2460" y="7584"/>
                  </a:cubicBezTo>
                  <a:cubicBezTo>
                    <a:pt x="2616" y="7584"/>
                    <a:pt x="2781" y="7558"/>
                    <a:pt x="2956" y="7499"/>
                  </a:cubicBezTo>
                  <a:cubicBezTo>
                    <a:pt x="3420" y="7345"/>
                    <a:pt x="3846" y="6370"/>
                    <a:pt x="3476" y="5692"/>
                  </a:cubicBezTo>
                  <a:cubicBezTo>
                    <a:pt x="2756" y="4373"/>
                    <a:pt x="2156" y="2460"/>
                    <a:pt x="1470" y="1377"/>
                  </a:cubicBezTo>
                  <a:cubicBezTo>
                    <a:pt x="785" y="2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5477390" y="1540356"/>
              <a:ext cx="161417" cy="334612"/>
            </a:xfrm>
            <a:custGeom>
              <a:avLst/>
              <a:gdLst/>
              <a:ahLst/>
              <a:cxnLst/>
              <a:rect l="l" t="t" r="r" b="b"/>
              <a:pathLst>
                <a:path w="3659" h="7585" extrusionOk="0">
                  <a:moveTo>
                    <a:pt x="0" y="0"/>
                  </a:moveTo>
                  <a:lnTo>
                    <a:pt x="0" y="4826"/>
                  </a:lnTo>
                  <a:cubicBezTo>
                    <a:pt x="0" y="4826"/>
                    <a:pt x="647" y="5838"/>
                    <a:pt x="951" y="6479"/>
                  </a:cubicBezTo>
                  <a:cubicBezTo>
                    <a:pt x="1184" y="6971"/>
                    <a:pt x="1704" y="7585"/>
                    <a:pt x="2459" y="7585"/>
                  </a:cubicBezTo>
                  <a:cubicBezTo>
                    <a:pt x="2615" y="7585"/>
                    <a:pt x="2780" y="7559"/>
                    <a:pt x="2955" y="7500"/>
                  </a:cubicBezTo>
                  <a:cubicBezTo>
                    <a:pt x="3319" y="7378"/>
                    <a:pt x="3658" y="6749"/>
                    <a:pt x="3608" y="6158"/>
                  </a:cubicBezTo>
                  <a:cubicBezTo>
                    <a:pt x="3495" y="5782"/>
                    <a:pt x="3263" y="5455"/>
                    <a:pt x="2906" y="5275"/>
                  </a:cubicBezTo>
                  <a:cubicBezTo>
                    <a:pt x="2664" y="5153"/>
                    <a:pt x="2394" y="5104"/>
                    <a:pt x="2124" y="5104"/>
                  </a:cubicBezTo>
                  <a:cubicBezTo>
                    <a:pt x="2008" y="5104"/>
                    <a:pt x="1892" y="5113"/>
                    <a:pt x="1778" y="5129"/>
                  </a:cubicBezTo>
                  <a:cubicBezTo>
                    <a:pt x="1777" y="5129"/>
                    <a:pt x="1775" y="5129"/>
                    <a:pt x="1774" y="5129"/>
                  </a:cubicBezTo>
                  <a:cubicBezTo>
                    <a:pt x="1758" y="5129"/>
                    <a:pt x="1742" y="5117"/>
                    <a:pt x="1747" y="5099"/>
                  </a:cubicBezTo>
                  <a:cubicBezTo>
                    <a:pt x="1784" y="4972"/>
                    <a:pt x="1815" y="4835"/>
                    <a:pt x="1900" y="4730"/>
                  </a:cubicBezTo>
                  <a:cubicBezTo>
                    <a:pt x="1996" y="4609"/>
                    <a:pt x="2139" y="4535"/>
                    <a:pt x="2266" y="4453"/>
                  </a:cubicBezTo>
                  <a:cubicBezTo>
                    <a:pt x="2428" y="4348"/>
                    <a:pt x="2590" y="4239"/>
                    <a:pt x="2740" y="4118"/>
                  </a:cubicBezTo>
                  <a:cubicBezTo>
                    <a:pt x="2315" y="3114"/>
                    <a:pt x="1909" y="2074"/>
                    <a:pt x="1469" y="1376"/>
                  </a:cubicBezTo>
                  <a:cubicBezTo>
                    <a:pt x="784" y="29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1"/>
            <p:cNvSpPr/>
            <p:nvPr/>
          </p:nvSpPr>
          <p:spPr>
            <a:xfrm>
              <a:off x="5477258" y="1540400"/>
              <a:ext cx="116111" cy="315819"/>
            </a:xfrm>
            <a:custGeom>
              <a:avLst/>
              <a:gdLst/>
              <a:ahLst/>
              <a:cxnLst/>
              <a:rect l="l" t="t" r="r" b="b"/>
              <a:pathLst>
                <a:path w="2632" h="7159" extrusionOk="0">
                  <a:moveTo>
                    <a:pt x="0" y="0"/>
                  </a:moveTo>
                  <a:lnTo>
                    <a:pt x="0" y="4825"/>
                  </a:lnTo>
                  <a:cubicBezTo>
                    <a:pt x="0" y="4825"/>
                    <a:pt x="647" y="5837"/>
                    <a:pt x="951" y="6478"/>
                  </a:cubicBezTo>
                  <a:cubicBezTo>
                    <a:pt x="1057" y="6702"/>
                    <a:pt x="1224" y="6953"/>
                    <a:pt x="1446" y="7159"/>
                  </a:cubicBezTo>
                  <a:cubicBezTo>
                    <a:pt x="1407" y="6857"/>
                    <a:pt x="1372" y="6554"/>
                    <a:pt x="1359" y="6249"/>
                  </a:cubicBezTo>
                  <a:cubicBezTo>
                    <a:pt x="1344" y="5868"/>
                    <a:pt x="1348" y="5466"/>
                    <a:pt x="1451" y="5097"/>
                  </a:cubicBezTo>
                  <a:cubicBezTo>
                    <a:pt x="1541" y="4772"/>
                    <a:pt x="1730" y="4521"/>
                    <a:pt x="1992" y="4313"/>
                  </a:cubicBezTo>
                  <a:cubicBezTo>
                    <a:pt x="2197" y="4148"/>
                    <a:pt x="2422" y="4013"/>
                    <a:pt x="2632" y="3858"/>
                  </a:cubicBezTo>
                  <a:cubicBezTo>
                    <a:pt x="2246" y="2937"/>
                    <a:pt x="1873" y="2013"/>
                    <a:pt x="1470" y="1377"/>
                  </a:cubicBezTo>
                  <a:cubicBezTo>
                    <a:pt x="784" y="2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1"/>
            <p:cNvSpPr/>
            <p:nvPr/>
          </p:nvSpPr>
          <p:spPr>
            <a:xfrm>
              <a:off x="4858210" y="1540356"/>
              <a:ext cx="282424" cy="257411"/>
            </a:xfrm>
            <a:custGeom>
              <a:avLst/>
              <a:gdLst/>
              <a:ahLst/>
              <a:cxnLst/>
              <a:rect l="l" t="t" r="r" b="b"/>
              <a:pathLst>
                <a:path w="6402" h="5835" extrusionOk="0">
                  <a:moveTo>
                    <a:pt x="6254" y="1"/>
                  </a:moveTo>
                  <a:cubicBezTo>
                    <a:pt x="5969" y="1"/>
                    <a:pt x="5294" y="61"/>
                    <a:pt x="4461" y="542"/>
                  </a:cubicBezTo>
                  <a:cubicBezTo>
                    <a:pt x="3350" y="1183"/>
                    <a:pt x="1648" y="2794"/>
                    <a:pt x="396" y="3626"/>
                  </a:cubicBezTo>
                  <a:cubicBezTo>
                    <a:pt x="101" y="3821"/>
                    <a:pt x="1" y="4514"/>
                    <a:pt x="105" y="5015"/>
                  </a:cubicBezTo>
                  <a:cubicBezTo>
                    <a:pt x="186" y="5400"/>
                    <a:pt x="792" y="5835"/>
                    <a:pt x="1410" y="5835"/>
                  </a:cubicBezTo>
                  <a:cubicBezTo>
                    <a:pt x="1644" y="5835"/>
                    <a:pt x="1879" y="5772"/>
                    <a:pt x="2088" y="5622"/>
                  </a:cubicBezTo>
                  <a:cubicBezTo>
                    <a:pt x="3459" y="4634"/>
                    <a:pt x="6402" y="3298"/>
                    <a:pt x="6402" y="3298"/>
                  </a:cubicBezTo>
                  <a:lnTo>
                    <a:pt x="6402" y="8"/>
                  </a:lnTo>
                  <a:cubicBezTo>
                    <a:pt x="6402" y="8"/>
                    <a:pt x="6350" y="1"/>
                    <a:pt x="625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1"/>
            <p:cNvSpPr/>
            <p:nvPr/>
          </p:nvSpPr>
          <p:spPr>
            <a:xfrm>
              <a:off x="4858210" y="1540356"/>
              <a:ext cx="282424" cy="257411"/>
            </a:xfrm>
            <a:custGeom>
              <a:avLst/>
              <a:gdLst/>
              <a:ahLst/>
              <a:cxnLst/>
              <a:rect l="l" t="t" r="r" b="b"/>
              <a:pathLst>
                <a:path w="6402" h="5835" extrusionOk="0">
                  <a:moveTo>
                    <a:pt x="6254" y="1"/>
                  </a:moveTo>
                  <a:cubicBezTo>
                    <a:pt x="5969" y="1"/>
                    <a:pt x="5294" y="61"/>
                    <a:pt x="4461" y="542"/>
                  </a:cubicBezTo>
                  <a:cubicBezTo>
                    <a:pt x="3350" y="1183"/>
                    <a:pt x="1648" y="2794"/>
                    <a:pt x="396" y="3626"/>
                  </a:cubicBezTo>
                  <a:cubicBezTo>
                    <a:pt x="101" y="3821"/>
                    <a:pt x="1" y="4514"/>
                    <a:pt x="105" y="5015"/>
                  </a:cubicBezTo>
                  <a:cubicBezTo>
                    <a:pt x="186" y="5400"/>
                    <a:pt x="792" y="5835"/>
                    <a:pt x="1410" y="5835"/>
                  </a:cubicBezTo>
                  <a:cubicBezTo>
                    <a:pt x="1644" y="5835"/>
                    <a:pt x="1879" y="5772"/>
                    <a:pt x="2088" y="5622"/>
                  </a:cubicBezTo>
                  <a:cubicBezTo>
                    <a:pt x="3459" y="4634"/>
                    <a:pt x="6402" y="3298"/>
                    <a:pt x="6402" y="3298"/>
                  </a:cubicBezTo>
                  <a:lnTo>
                    <a:pt x="6402" y="8"/>
                  </a:lnTo>
                  <a:cubicBezTo>
                    <a:pt x="6402" y="8"/>
                    <a:pt x="6350" y="1"/>
                    <a:pt x="625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5471876" y="1534224"/>
              <a:ext cx="138830" cy="249956"/>
            </a:xfrm>
            <a:custGeom>
              <a:avLst/>
              <a:gdLst/>
              <a:ahLst/>
              <a:cxnLst/>
              <a:rect l="l" t="t" r="r" b="b"/>
              <a:pathLst>
                <a:path w="3147" h="5666" extrusionOk="0">
                  <a:moveTo>
                    <a:pt x="0" y="1"/>
                  </a:moveTo>
                  <a:lnTo>
                    <a:pt x="0" y="5001"/>
                  </a:lnTo>
                  <a:cubicBezTo>
                    <a:pt x="0" y="5001"/>
                    <a:pt x="172" y="5270"/>
                    <a:pt x="369" y="5598"/>
                  </a:cubicBezTo>
                  <a:cubicBezTo>
                    <a:pt x="396" y="5642"/>
                    <a:pt x="441" y="5666"/>
                    <a:pt x="488" y="5666"/>
                  </a:cubicBezTo>
                  <a:cubicBezTo>
                    <a:pt x="519" y="5666"/>
                    <a:pt x="551" y="5655"/>
                    <a:pt x="577" y="5632"/>
                  </a:cubicBezTo>
                  <a:cubicBezTo>
                    <a:pt x="1172" y="5102"/>
                    <a:pt x="2379" y="4301"/>
                    <a:pt x="3096" y="3560"/>
                  </a:cubicBezTo>
                  <a:cubicBezTo>
                    <a:pt x="3136" y="3519"/>
                    <a:pt x="3147" y="3457"/>
                    <a:pt x="3122" y="3405"/>
                  </a:cubicBezTo>
                  <a:cubicBezTo>
                    <a:pt x="2778" y="2662"/>
                    <a:pt x="2024" y="1970"/>
                    <a:pt x="1694" y="1450"/>
                  </a:cubicBezTo>
                  <a:cubicBezTo>
                    <a:pt x="994" y="345"/>
                    <a:pt x="268" y="48"/>
                    <a:pt x="233" y="3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5471876" y="1540974"/>
              <a:ext cx="98509" cy="243118"/>
            </a:xfrm>
            <a:custGeom>
              <a:avLst/>
              <a:gdLst/>
              <a:ahLst/>
              <a:cxnLst/>
              <a:rect l="l" t="t" r="r" b="b"/>
              <a:pathLst>
                <a:path w="2233" h="5511" extrusionOk="0">
                  <a:moveTo>
                    <a:pt x="0" y="1"/>
                  </a:moveTo>
                  <a:lnTo>
                    <a:pt x="0" y="4847"/>
                  </a:lnTo>
                  <a:cubicBezTo>
                    <a:pt x="0" y="4847"/>
                    <a:pt x="171" y="5116"/>
                    <a:pt x="369" y="5443"/>
                  </a:cubicBezTo>
                  <a:cubicBezTo>
                    <a:pt x="395" y="5487"/>
                    <a:pt x="441" y="5511"/>
                    <a:pt x="488" y="5511"/>
                  </a:cubicBezTo>
                  <a:cubicBezTo>
                    <a:pt x="519" y="5511"/>
                    <a:pt x="550" y="5500"/>
                    <a:pt x="576" y="5478"/>
                  </a:cubicBezTo>
                  <a:cubicBezTo>
                    <a:pt x="968" y="5130"/>
                    <a:pt x="1624" y="4663"/>
                    <a:pt x="2233" y="4174"/>
                  </a:cubicBezTo>
                  <a:cubicBezTo>
                    <a:pt x="1995" y="3886"/>
                    <a:pt x="1859" y="3522"/>
                    <a:pt x="1754" y="3168"/>
                  </a:cubicBezTo>
                  <a:cubicBezTo>
                    <a:pt x="1686" y="2943"/>
                    <a:pt x="1656" y="2724"/>
                    <a:pt x="1446" y="2584"/>
                  </a:cubicBezTo>
                  <a:cubicBezTo>
                    <a:pt x="1268" y="2468"/>
                    <a:pt x="1111" y="2362"/>
                    <a:pt x="985" y="2185"/>
                  </a:cubicBezTo>
                  <a:cubicBezTo>
                    <a:pt x="667" y="1744"/>
                    <a:pt x="574" y="1191"/>
                    <a:pt x="450" y="676"/>
                  </a:cubicBezTo>
                  <a:cubicBezTo>
                    <a:pt x="423" y="562"/>
                    <a:pt x="395" y="404"/>
                    <a:pt x="303" y="321"/>
                  </a:cubicBezTo>
                  <a:cubicBezTo>
                    <a:pt x="231" y="256"/>
                    <a:pt x="156" y="204"/>
                    <a:pt x="92" y="127"/>
                  </a:cubicBezTo>
                  <a:cubicBezTo>
                    <a:pt x="58" y="87"/>
                    <a:pt x="27" y="45"/>
                    <a:pt x="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5471920" y="1540974"/>
              <a:ext cx="75613" cy="243118"/>
            </a:xfrm>
            <a:custGeom>
              <a:avLst/>
              <a:gdLst/>
              <a:ahLst/>
              <a:cxnLst/>
              <a:rect l="l" t="t" r="r" b="b"/>
              <a:pathLst>
                <a:path w="1714" h="5511" extrusionOk="0">
                  <a:moveTo>
                    <a:pt x="0" y="1"/>
                  </a:moveTo>
                  <a:lnTo>
                    <a:pt x="0" y="4847"/>
                  </a:lnTo>
                  <a:cubicBezTo>
                    <a:pt x="0" y="4847"/>
                    <a:pt x="173" y="5116"/>
                    <a:pt x="369" y="5443"/>
                  </a:cubicBezTo>
                  <a:cubicBezTo>
                    <a:pt x="396" y="5487"/>
                    <a:pt x="442" y="5511"/>
                    <a:pt x="488" y="5511"/>
                  </a:cubicBezTo>
                  <a:cubicBezTo>
                    <a:pt x="519" y="5511"/>
                    <a:pt x="551" y="5500"/>
                    <a:pt x="577" y="5478"/>
                  </a:cubicBezTo>
                  <a:cubicBezTo>
                    <a:pt x="845" y="5240"/>
                    <a:pt x="1237" y="4946"/>
                    <a:pt x="1652" y="4627"/>
                  </a:cubicBezTo>
                  <a:cubicBezTo>
                    <a:pt x="1663" y="4448"/>
                    <a:pt x="1676" y="4270"/>
                    <a:pt x="1683" y="4093"/>
                  </a:cubicBezTo>
                  <a:cubicBezTo>
                    <a:pt x="1702" y="3656"/>
                    <a:pt x="1714" y="3086"/>
                    <a:pt x="1347" y="2778"/>
                  </a:cubicBezTo>
                  <a:cubicBezTo>
                    <a:pt x="1197" y="2651"/>
                    <a:pt x="1020" y="2556"/>
                    <a:pt x="882" y="2414"/>
                  </a:cubicBezTo>
                  <a:cubicBezTo>
                    <a:pt x="753" y="2284"/>
                    <a:pt x="675" y="2118"/>
                    <a:pt x="624" y="1945"/>
                  </a:cubicBezTo>
                  <a:cubicBezTo>
                    <a:pt x="510" y="1547"/>
                    <a:pt x="494" y="1125"/>
                    <a:pt x="422" y="720"/>
                  </a:cubicBezTo>
                  <a:cubicBezTo>
                    <a:pt x="398" y="589"/>
                    <a:pt x="367" y="460"/>
                    <a:pt x="316" y="339"/>
                  </a:cubicBezTo>
                  <a:cubicBezTo>
                    <a:pt x="311" y="334"/>
                    <a:pt x="309" y="326"/>
                    <a:pt x="304" y="321"/>
                  </a:cubicBezTo>
                  <a:cubicBezTo>
                    <a:pt x="231" y="256"/>
                    <a:pt x="157" y="204"/>
                    <a:pt x="92" y="127"/>
                  </a:cubicBezTo>
                  <a:cubicBezTo>
                    <a:pt x="58" y="87"/>
                    <a:pt x="28" y="45"/>
                    <a:pt x="0" y="1"/>
                  </a:cubicBezTo>
                  <a:close/>
                </a:path>
              </a:pathLst>
            </a:custGeom>
            <a:solidFill>
              <a:srgbClr val="E8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1"/>
            <p:cNvSpPr/>
            <p:nvPr/>
          </p:nvSpPr>
          <p:spPr>
            <a:xfrm>
              <a:off x="4945291" y="1534974"/>
              <a:ext cx="200767" cy="225604"/>
            </a:xfrm>
            <a:custGeom>
              <a:avLst/>
              <a:gdLst/>
              <a:ahLst/>
              <a:cxnLst/>
              <a:rect l="l" t="t" r="r" b="b"/>
              <a:pathLst>
                <a:path w="4551" h="5114" extrusionOk="0">
                  <a:moveTo>
                    <a:pt x="4280" y="0"/>
                  </a:moveTo>
                  <a:cubicBezTo>
                    <a:pt x="3977" y="0"/>
                    <a:pt x="3284" y="64"/>
                    <a:pt x="2426" y="559"/>
                  </a:cubicBezTo>
                  <a:cubicBezTo>
                    <a:pt x="1817" y="911"/>
                    <a:pt x="1058" y="1529"/>
                    <a:pt x="255" y="2185"/>
                  </a:cubicBezTo>
                  <a:cubicBezTo>
                    <a:pt x="193" y="2235"/>
                    <a:pt x="131" y="2285"/>
                    <a:pt x="69" y="2336"/>
                  </a:cubicBezTo>
                  <a:cubicBezTo>
                    <a:pt x="10" y="2384"/>
                    <a:pt x="1" y="2471"/>
                    <a:pt x="50" y="2530"/>
                  </a:cubicBezTo>
                  <a:cubicBezTo>
                    <a:pt x="573" y="3168"/>
                    <a:pt x="1376" y="4359"/>
                    <a:pt x="2113" y="5075"/>
                  </a:cubicBezTo>
                  <a:cubicBezTo>
                    <a:pt x="2139" y="5100"/>
                    <a:pt x="2173" y="5113"/>
                    <a:pt x="2208" y="5113"/>
                  </a:cubicBezTo>
                  <a:cubicBezTo>
                    <a:pt x="2231" y="5113"/>
                    <a:pt x="2254" y="5107"/>
                    <a:pt x="2275" y="5096"/>
                  </a:cubicBezTo>
                  <a:cubicBezTo>
                    <a:pt x="3412" y="4479"/>
                    <a:pt x="4551" y="3498"/>
                    <a:pt x="4551" y="3498"/>
                  </a:cubicBezTo>
                  <a:lnTo>
                    <a:pt x="4551" y="20"/>
                  </a:lnTo>
                  <a:lnTo>
                    <a:pt x="4443" y="8"/>
                  </a:lnTo>
                  <a:cubicBezTo>
                    <a:pt x="4434" y="7"/>
                    <a:pt x="4378" y="0"/>
                    <a:pt x="4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1"/>
            <p:cNvSpPr/>
            <p:nvPr/>
          </p:nvSpPr>
          <p:spPr>
            <a:xfrm>
              <a:off x="4945291" y="1578867"/>
              <a:ext cx="200767" cy="181710"/>
            </a:xfrm>
            <a:custGeom>
              <a:avLst/>
              <a:gdLst/>
              <a:ahLst/>
              <a:cxnLst/>
              <a:rect l="l" t="t" r="r" b="b"/>
              <a:pathLst>
                <a:path w="4551" h="4119" extrusionOk="0">
                  <a:moveTo>
                    <a:pt x="4551" y="0"/>
                  </a:moveTo>
                  <a:cubicBezTo>
                    <a:pt x="4321" y="368"/>
                    <a:pt x="4042" y="702"/>
                    <a:pt x="3734" y="1004"/>
                  </a:cubicBezTo>
                  <a:cubicBezTo>
                    <a:pt x="3407" y="1325"/>
                    <a:pt x="3044" y="1614"/>
                    <a:pt x="2655" y="1861"/>
                  </a:cubicBezTo>
                  <a:cubicBezTo>
                    <a:pt x="2466" y="1981"/>
                    <a:pt x="2271" y="2088"/>
                    <a:pt x="2070" y="2188"/>
                  </a:cubicBezTo>
                  <a:cubicBezTo>
                    <a:pt x="1985" y="2230"/>
                    <a:pt x="1882" y="2288"/>
                    <a:pt x="1782" y="2288"/>
                  </a:cubicBezTo>
                  <a:cubicBezTo>
                    <a:pt x="1771" y="2288"/>
                    <a:pt x="1760" y="2288"/>
                    <a:pt x="1750" y="2286"/>
                  </a:cubicBezTo>
                  <a:cubicBezTo>
                    <a:pt x="1633" y="2271"/>
                    <a:pt x="1569" y="2160"/>
                    <a:pt x="1523" y="2063"/>
                  </a:cubicBezTo>
                  <a:cubicBezTo>
                    <a:pt x="1437" y="1877"/>
                    <a:pt x="1367" y="1682"/>
                    <a:pt x="1294" y="1490"/>
                  </a:cubicBezTo>
                  <a:cubicBezTo>
                    <a:pt x="1185" y="1206"/>
                    <a:pt x="1070" y="917"/>
                    <a:pt x="913" y="656"/>
                  </a:cubicBezTo>
                  <a:cubicBezTo>
                    <a:pt x="698" y="828"/>
                    <a:pt x="480" y="1007"/>
                    <a:pt x="255" y="1190"/>
                  </a:cubicBezTo>
                  <a:cubicBezTo>
                    <a:pt x="193" y="1240"/>
                    <a:pt x="131" y="1290"/>
                    <a:pt x="69" y="1341"/>
                  </a:cubicBezTo>
                  <a:cubicBezTo>
                    <a:pt x="10" y="1389"/>
                    <a:pt x="1" y="1476"/>
                    <a:pt x="50" y="1535"/>
                  </a:cubicBezTo>
                  <a:cubicBezTo>
                    <a:pt x="573" y="2173"/>
                    <a:pt x="1376" y="3364"/>
                    <a:pt x="2113" y="4080"/>
                  </a:cubicBezTo>
                  <a:cubicBezTo>
                    <a:pt x="2139" y="4105"/>
                    <a:pt x="2173" y="4118"/>
                    <a:pt x="2208" y="4118"/>
                  </a:cubicBezTo>
                  <a:cubicBezTo>
                    <a:pt x="2231" y="4118"/>
                    <a:pt x="2254" y="4112"/>
                    <a:pt x="2275" y="4101"/>
                  </a:cubicBezTo>
                  <a:cubicBezTo>
                    <a:pt x="3412" y="3484"/>
                    <a:pt x="4551" y="2503"/>
                    <a:pt x="4551" y="2503"/>
                  </a:cubicBezTo>
                  <a:lnTo>
                    <a:pt x="4551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5052972" y="1578911"/>
              <a:ext cx="93083" cy="176857"/>
            </a:xfrm>
            <a:custGeom>
              <a:avLst/>
              <a:gdLst/>
              <a:ahLst/>
              <a:cxnLst/>
              <a:rect l="l" t="t" r="r" b="b"/>
              <a:pathLst>
                <a:path w="2110" h="4009" extrusionOk="0">
                  <a:moveTo>
                    <a:pt x="2110" y="0"/>
                  </a:moveTo>
                  <a:cubicBezTo>
                    <a:pt x="1886" y="359"/>
                    <a:pt x="1614" y="685"/>
                    <a:pt x="1313" y="983"/>
                  </a:cubicBezTo>
                  <a:cubicBezTo>
                    <a:pt x="1308" y="992"/>
                    <a:pt x="1304" y="1003"/>
                    <a:pt x="1299" y="1013"/>
                  </a:cubicBezTo>
                  <a:cubicBezTo>
                    <a:pt x="1205" y="1200"/>
                    <a:pt x="1105" y="1435"/>
                    <a:pt x="936" y="1568"/>
                  </a:cubicBezTo>
                  <a:cubicBezTo>
                    <a:pt x="793" y="1680"/>
                    <a:pt x="593" y="1718"/>
                    <a:pt x="489" y="1878"/>
                  </a:cubicBezTo>
                  <a:cubicBezTo>
                    <a:pt x="353" y="2087"/>
                    <a:pt x="337" y="2385"/>
                    <a:pt x="307" y="2626"/>
                  </a:cubicBezTo>
                  <a:cubicBezTo>
                    <a:pt x="250" y="3093"/>
                    <a:pt x="131" y="3555"/>
                    <a:pt x="0" y="4008"/>
                  </a:cubicBezTo>
                  <a:cubicBezTo>
                    <a:pt x="1078" y="3389"/>
                    <a:pt x="2110" y="2503"/>
                    <a:pt x="2110" y="2503"/>
                  </a:cubicBezTo>
                  <a:lnTo>
                    <a:pt x="2110" y="0"/>
                  </a:lnTo>
                  <a:close/>
                </a:path>
              </a:pathLst>
            </a:custGeom>
            <a:solidFill>
              <a:srgbClr val="E8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5249278" y="1419705"/>
              <a:ext cx="119508" cy="79672"/>
            </a:xfrm>
            <a:custGeom>
              <a:avLst/>
              <a:gdLst/>
              <a:ahLst/>
              <a:cxnLst/>
              <a:rect l="l" t="t" r="r" b="b"/>
              <a:pathLst>
                <a:path w="2709" h="1806" extrusionOk="0">
                  <a:moveTo>
                    <a:pt x="0" y="1"/>
                  </a:moveTo>
                  <a:lnTo>
                    <a:pt x="0" y="1605"/>
                  </a:lnTo>
                  <a:cubicBezTo>
                    <a:pt x="93" y="1634"/>
                    <a:pt x="187" y="1659"/>
                    <a:pt x="284" y="1682"/>
                  </a:cubicBezTo>
                  <a:cubicBezTo>
                    <a:pt x="675" y="1770"/>
                    <a:pt x="1075" y="1806"/>
                    <a:pt x="1476" y="1806"/>
                  </a:cubicBezTo>
                  <a:cubicBezTo>
                    <a:pt x="1880" y="1806"/>
                    <a:pt x="2285" y="1769"/>
                    <a:pt x="2682" y="1714"/>
                  </a:cubicBezTo>
                  <a:cubicBezTo>
                    <a:pt x="2692" y="1713"/>
                    <a:pt x="2699" y="1712"/>
                    <a:pt x="2709" y="1710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320963" y="1571192"/>
              <a:ext cx="86289" cy="24837"/>
            </a:xfrm>
            <a:custGeom>
              <a:avLst/>
              <a:gdLst/>
              <a:ahLst/>
              <a:cxnLst/>
              <a:rect l="l" t="t" r="r" b="b"/>
              <a:pathLst>
                <a:path w="1956" h="563" extrusionOk="0">
                  <a:moveTo>
                    <a:pt x="1059" y="1"/>
                  </a:moveTo>
                  <a:cubicBezTo>
                    <a:pt x="584" y="1"/>
                    <a:pt x="211" y="239"/>
                    <a:pt x="22" y="462"/>
                  </a:cubicBezTo>
                  <a:cubicBezTo>
                    <a:pt x="1" y="487"/>
                    <a:pt x="3" y="526"/>
                    <a:pt x="29" y="548"/>
                  </a:cubicBezTo>
                  <a:cubicBezTo>
                    <a:pt x="40" y="558"/>
                    <a:pt x="54" y="563"/>
                    <a:pt x="69" y="563"/>
                  </a:cubicBezTo>
                  <a:cubicBezTo>
                    <a:pt x="86" y="563"/>
                    <a:pt x="102" y="555"/>
                    <a:pt x="113" y="540"/>
                  </a:cubicBezTo>
                  <a:cubicBezTo>
                    <a:pt x="276" y="348"/>
                    <a:pt x="622" y="122"/>
                    <a:pt x="1058" y="122"/>
                  </a:cubicBezTo>
                  <a:lnTo>
                    <a:pt x="1895" y="122"/>
                  </a:lnTo>
                  <a:cubicBezTo>
                    <a:pt x="1928" y="122"/>
                    <a:pt x="1956" y="95"/>
                    <a:pt x="1956" y="61"/>
                  </a:cubicBezTo>
                  <a:cubicBezTo>
                    <a:pt x="1956" y="28"/>
                    <a:pt x="1928" y="1"/>
                    <a:pt x="1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210634" y="1571236"/>
              <a:ext cx="86377" cy="24793"/>
            </a:xfrm>
            <a:custGeom>
              <a:avLst/>
              <a:gdLst/>
              <a:ahLst/>
              <a:cxnLst/>
              <a:rect l="l" t="t" r="r" b="b"/>
              <a:pathLst>
                <a:path w="1958" h="562" extrusionOk="0">
                  <a:moveTo>
                    <a:pt x="61" y="1"/>
                  </a:moveTo>
                  <a:cubicBezTo>
                    <a:pt x="28" y="1"/>
                    <a:pt x="0" y="27"/>
                    <a:pt x="0" y="61"/>
                  </a:cubicBezTo>
                  <a:cubicBezTo>
                    <a:pt x="0" y="93"/>
                    <a:pt x="28" y="122"/>
                    <a:pt x="61" y="122"/>
                  </a:cubicBezTo>
                  <a:lnTo>
                    <a:pt x="897" y="122"/>
                  </a:lnTo>
                  <a:cubicBezTo>
                    <a:pt x="1333" y="122"/>
                    <a:pt x="1679" y="348"/>
                    <a:pt x="1843" y="540"/>
                  </a:cubicBezTo>
                  <a:cubicBezTo>
                    <a:pt x="1854" y="554"/>
                    <a:pt x="1872" y="562"/>
                    <a:pt x="1889" y="562"/>
                  </a:cubicBezTo>
                  <a:cubicBezTo>
                    <a:pt x="1903" y="562"/>
                    <a:pt x="1916" y="557"/>
                    <a:pt x="1929" y="548"/>
                  </a:cubicBezTo>
                  <a:cubicBezTo>
                    <a:pt x="1953" y="527"/>
                    <a:pt x="1957" y="487"/>
                    <a:pt x="1935" y="463"/>
                  </a:cubicBezTo>
                  <a:cubicBezTo>
                    <a:pt x="1746" y="239"/>
                    <a:pt x="1373" y="1"/>
                    <a:pt x="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857637" y="1496860"/>
              <a:ext cx="136801" cy="300776"/>
            </a:xfrm>
            <a:custGeom>
              <a:avLst/>
              <a:gdLst/>
              <a:ahLst/>
              <a:cxnLst/>
              <a:rect l="l" t="t" r="r" b="b"/>
              <a:pathLst>
                <a:path w="3101" h="6818" extrusionOk="0">
                  <a:moveTo>
                    <a:pt x="81" y="0"/>
                  </a:moveTo>
                  <a:cubicBezTo>
                    <a:pt x="27" y="0"/>
                    <a:pt x="1" y="2"/>
                    <a:pt x="1" y="2"/>
                  </a:cubicBezTo>
                  <a:lnTo>
                    <a:pt x="1" y="1525"/>
                  </a:lnTo>
                  <a:cubicBezTo>
                    <a:pt x="1" y="1525"/>
                    <a:pt x="260" y="1746"/>
                    <a:pt x="530" y="1809"/>
                  </a:cubicBezTo>
                  <a:cubicBezTo>
                    <a:pt x="320" y="3115"/>
                    <a:pt x="101" y="5072"/>
                    <a:pt x="78" y="5727"/>
                  </a:cubicBezTo>
                  <a:cubicBezTo>
                    <a:pt x="62" y="6169"/>
                    <a:pt x="509" y="6762"/>
                    <a:pt x="1304" y="6815"/>
                  </a:cubicBezTo>
                  <a:cubicBezTo>
                    <a:pt x="1329" y="6817"/>
                    <a:pt x="1355" y="6817"/>
                    <a:pt x="1381" y="6817"/>
                  </a:cubicBezTo>
                  <a:cubicBezTo>
                    <a:pt x="2141" y="6817"/>
                    <a:pt x="2755" y="6077"/>
                    <a:pt x="2814" y="5652"/>
                  </a:cubicBezTo>
                  <a:cubicBezTo>
                    <a:pt x="3100" y="3538"/>
                    <a:pt x="2722" y="1383"/>
                    <a:pt x="2722" y="1383"/>
                  </a:cubicBezTo>
                  <a:cubicBezTo>
                    <a:pt x="2541" y="699"/>
                    <a:pt x="2328" y="290"/>
                    <a:pt x="1294" y="123"/>
                  </a:cubicBezTo>
                  <a:cubicBezTo>
                    <a:pt x="626" y="14"/>
                    <a:pt x="236" y="0"/>
                    <a:pt x="8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857637" y="1496904"/>
              <a:ext cx="71113" cy="152461"/>
            </a:xfrm>
            <a:custGeom>
              <a:avLst/>
              <a:gdLst/>
              <a:ahLst/>
              <a:cxnLst/>
              <a:rect l="l" t="t" r="r" b="b"/>
              <a:pathLst>
                <a:path w="1612" h="3456" extrusionOk="0">
                  <a:moveTo>
                    <a:pt x="77" y="0"/>
                  </a:moveTo>
                  <a:cubicBezTo>
                    <a:pt x="26" y="0"/>
                    <a:pt x="1" y="2"/>
                    <a:pt x="1" y="2"/>
                  </a:cubicBezTo>
                  <a:lnTo>
                    <a:pt x="1" y="1525"/>
                  </a:lnTo>
                  <a:cubicBezTo>
                    <a:pt x="1" y="1525"/>
                    <a:pt x="259" y="1746"/>
                    <a:pt x="530" y="1809"/>
                  </a:cubicBezTo>
                  <a:cubicBezTo>
                    <a:pt x="452" y="2300"/>
                    <a:pt x="371" y="2884"/>
                    <a:pt x="300" y="3455"/>
                  </a:cubicBezTo>
                  <a:cubicBezTo>
                    <a:pt x="302" y="3455"/>
                    <a:pt x="303" y="3452"/>
                    <a:pt x="306" y="3452"/>
                  </a:cubicBezTo>
                  <a:cubicBezTo>
                    <a:pt x="607" y="3448"/>
                    <a:pt x="945" y="3356"/>
                    <a:pt x="1186" y="3173"/>
                  </a:cubicBezTo>
                  <a:cubicBezTo>
                    <a:pt x="1470" y="2956"/>
                    <a:pt x="1445" y="2601"/>
                    <a:pt x="1407" y="2280"/>
                  </a:cubicBezTo>
                  <a:cubicBezTo>
                    <a:pt x="1386" y="2103"/>
                    <a:pt x="1339" y="1877"/>
                    <a:pt x="1338" y="1700"/>
                  </a:cubicBezTo>
                  <a:cubicBezTo>
                    <a:pt x="1338" y="1521"/>
                    <a:pt x="1378" y="1389"/>
                    <a:pt x="1413" y="1215"/>
                  </a:cubicBezTo>
                  <a:cubicBezTo>
                    <a:pt x="1450" y="1031"/>
                    <a:pt x="1497" y="851"/>
                    <a:pt x="1528" y="666"/>
                  </a:cubicBezTo>
                  <a:cubicBezTo>
                    <a:pt x="1556" y="506"/>
                    <a:pt x="1581" y="348"/>
                    <a:pt x="1611" y="189"/>
                  </a:cubicBezTo>
                  <a:cubicBezTo>
                    <a:pt x="1515" y="164"/>
                    <a:pt x="1410" y="142"/>
                    <a:pt x="1294" y="123"/>
                  </a:cubicBezTo>
                  <a:cubicBezTo>
                    <a:pt x="620" y="14"/>
                    <a:pt x="229" y="0"/>
                    <a:pt x="7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5086146" y="1526857"/>
              <a:ext cx="445606" cy="567275"/>
            </a:xfrm>
            <a:custGeom>
              <a:avLst/>
              <a:gdLst/>
              <a:ahLst/>
              <a:cxnLst/>
              <a:rect l="l" t="t" r="r" b="b"/>
              <a:pathLst>
                <a:path w="10101" h="12859" extrusionOk="0">
                  <a:moveTo>
                    <a:pt x="2308" y="0"/>
                  </a:moveTo>
                  <a:cubicBezTo>
                    <a:pt x="2300" y="0"/>
                    <a:pt x="2292" y="1"/>
                    <a:pt x="2284" y="3"/>
                  </a:cubicBezTo>
                  <a:lnTo>
                    <a:pt x="1122" y="203"/>
                  </a:lnTo>
                  <a:lnTo>
                    <a:pt x="1113" y="295"/>
                  </a:lnTo>
                  <a:cubicBezTo>
                    <a:pt x="1113" y="295"/>
                    <a:pt x="923" y="2288"/>
                    <a:pt x="767" y="4034"/>
                  </a:cubicBezTo>
                  <a:cubicBezTo>
                    <a:pt x="701" y="4796"/>
                    <a:pt x="596" y="5565"/>
                    <a:pt x="484" y="6380"/>
                  </a:cubicBezTo>
                  <a:cubicBezTo>
                    <a:pt x="351" y="7354"/>
                    <a:pt x="214" y="8361"/>
                    <a:pt x="141" y="9379"/>
                  </a:cubicBezTo>
                  <a:cubicBezTo>
                    <a:pt x="0" y="11387"/>
                    <a:pt x="291" y="12709"/>
                    <a:pt x="304" y="12764"/>
                  </a:cubicBezTo>
                  <a:lnTo>
                    <a:pt x="325" y="12859"/>
                  </a:lnTo>
                  <a:lnTo>
                    <a:pt x="9775" y="12859"/>
                  </a:lnTo>
                  <a:lnTo>
                    <a:pt x="9796" y="12764"/>
                  </a:lnTo>
                  <a:cubicBezTo>
                    <a:pt x="9809" y="12709"/>
                    <a:pt x="10100" y="11386"/>
                    <a:pt x="9959" y="9379"/>
                  </a:cubicBezTo>
                  <a:cubicBezTo>
                    <a:pt x="9888" y="8361"/>
                    <a:pt x="9750" y="7354"/>
                    <a:pt x="9616" y="6380"/>
                  </a:cubicBezTo>
                  <a:cubicBezTo>
                    <a:pt x="9505" y="5565"/>
                    <a:pt x="9400" y="4796"/>
                    <a:pt x="9332" y="4034"/>
                  </a:cubicBezTo>
                  <a:cubicBezTo>
                    <a:pt x="9177" y="2286"/>
                    <a:pt x="8987" y="295"/>
                    <a:pt x="8987" y="295"/>
                  </a:cubicBezTo>
                  <a:lnTo>
                    <a:pt x="8977" y="203"/>
                  </a:lnTo>
                  <a:lnTo>
                    <a:pt x="7815" y="3"/>
                  </a:lnTo>
                  <a:cubicBezTo>
                    <a:pt x="7808" y="1"/>
                    <a:pt x="7800" y="1"/>
                    <a:pt x="7793" y="1"/>
                  </a:cubicBezTo>
                  <a:cubicBezTo>
                    <a:pt x="7744" y="1"/>
                    <a:pt x="7698" y="27"/>
                    <a:pt x="7674" y="69"/>
                  </a:cubicBezTo>
                  <a:cubicBezTo>
                    <a:pt x="6170" y="2630"/>
                    <a:pt x="5050" y="3346"/>
                    <a:pt x="5050" y="3346"/>
                  </a:cubicBezTo>
                  <a:cubicBezTo>
                    <a:pt x="5050" y="3346"/>
                    <a:pt x="3929" y="2630"/>
                    <a:pt x="2426" y="69"/>
                  </a:cubicBezTo>
                  <a:cubicBezTo>
                    <a:pt x="2402" y="27"/>
                    <a:pt x="2356" y="0"/>
                    <a:pt x="2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5086146" y="1553370"/>
              <a:ext cx="445606" cy="540762"/>
            </a:xfrm>
            <a:custGeom>
              <a:avLst/>
              <a:gdLst/>
              <a:ahLst/>
              <a:cxnLst/>
              <a:rect l="l" t="t" r="r" b="b"/>
              <a:pathLst>
                <a:path w="10101" h="12258" extrusionOk="0">
                  <a:moveTo>
                    <a:pt x="9017" y="0"/>
                  </a:moveTo>
                  <a:cubicBezTo>
                    <a:pt x="8790" y="584"/>
                    <a:pt x="8421" y="1121"/>
                    <a:pt x="7961" y="1526"/>
                  </a:cubicBezTo>
                  <a:cubicBezTo>
                    <a:pt x="7623" y="1823"/>
                    <a:pt x="7221" y="2040"/>
                    <a:pt x="6826" y="2250"/>
                  </a:cubicBezTo>
                  <a:cubicBezTo>
                    <a:pt x="6434" y="2459"/>
                    <a:pt x="6013" y="2648"/>
                    <a:pt x="5662" y="2923"/>
                  </a:cubicBezTo>
                  <a:cubicBezTo>
                    <a:pt x="5537" y="3022"/>
                    <a:pt x="5414" y="3121"/>
                    <a:pt x="5280" y="3208"/>
                  </a:cubicBezTo>
                  <a:cubicBezTo>
                    <a:pt x="5199" y="3262"/>
                    <a:pt x="5083" y="3347"/>
                    <a:pt x="4978" y="3347"/>
                  </a:cubicBezTo>
                  <a:cubicBezTo>
                    <a:pt x="4973" y="3347"/>
                    <a:pt x="4968" y="3347"/>
                    <a:pt x="4963" y="3347"/>
                  </a:cubicBezTo>
                  <a:cubicBezTo>
                    <a:pt x="4837" y="3336"/>
                    <a:pt x="4716" y="3203"/>
                    <a:pt x="4624" y="3128"/>
                  </a:cubicBezTo>
                  <a:cubicBezTo>
                    <a:pt x="4440" y="2981"/>
                    <a:pt x="4209" y="2891"/>
                    <a:pt x="3998" y="2790"/>
                  </a:cubicBezTo>
                  <a:cubicBezTo>
                    <a:pt x="3521" y="2561"/>
                    <a:pt x="3055" y="2329"/>
                    <a:pt x="2557" y="2149"/>
                  </a:cubicBezTo>
                  <a:cubicBezTo>
                    <a:pt x="2339" y="2070"/>
                    <a:pt x="2120" y="1992"/>
                    <a:pt x="1895" y="1936"/>
                  </a:cubicBezTo>
                  <a:cubicBezTo>
                    <a:pt x="1702" y="1886"/>
                    <a:pt x="1503" y="1837"/>
                    <a:pt x="1334" y="1725"/>
                  </a:cubicBezTo>
                  <a:cubicBezTo>
                    <a:pt x="1157" y="1608"/>
                    <a:pt x="1046" y="1422"/>
                    <a:pt x="968" y="1224"/>
                  </a:cubicBezTo>
                  <a:cubicBezTo>
                    <a:pt x="907" y="1887"/>
                    <a:pt x="834" y="2682"/>
                    <a:pt x="767" y="3433"/>
                  </a:cubicBezTo>
                  <a:cubicBezTo>
                    <a:pt x="700" y="4195"/>
                    <a:pt x="595" y="4964"/>
                    <a:pt x="484" y="5779"/>
                  </a:cubicBezTo>
                  <a:cubicBezTo>
                    <a:pt x="351" y="6753"/>
                    <a:pt x="214" y="7760"/>
                    <a:pt x="141" y="8778"/>
                  </a:cubicBezTo>
                  <a:cubicBezTo>
                    <a:pt x="0" y="10786"/>
                    <a:pt x="290" y="12108"/>
                    <a:pt x="304" y="12163"/>
                  </a:cubicBezTo>
                  <a:lnTo>
                    <a:pt x="325" y="12258"/>
                  </a:lnTo>
                  <a:lnTo>
                    <a:pt x="9775" y="12258"/>
                  </a:lnTo>
                  <a:lnTo>
                    <a:pt x="9796" y="12163"/>
                  </a:lnTo>
                  <a:cubicBezTo>
                    <a:pt x="9809" y="12108"/>
                    <a:pt x="10100" y="10785"/>
                    <a:pt x="9959" y="8778"/>
                  </a:cubicBezTo>
                  <a:cubicBezTo>
                    <a:pt x="9888" y="7760"/>
                    <a:pt x="9750" y="6753"/>
                    <a:pt x="9616" y="5779"/>
                  </a:cubicBezTo>
                  <a:cubicBezTo>
                    <a:pt x="9505" y="4964"/>
                    <a:pt x="9400" y="4195"/>
                    <a:pt x="9332" y="3433"/>
                  </a:cubicBezTo>
                  <a:cubicBezTo>
                    <a:pt x="9214" y="2098"/>
                    <a:pt x="9075" y="623"/>
                    <a:pt x="901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5631744" y="1116115"/>
              <a:ext cx="138918" cy="168563"/>
            </a:xfrm>
            <a:custGeom>
              <a:avLst/>
              <a:gdLst/>
              <a:ahLst/>
              <a:cxnLst/>
              <a:rect l="l" t="t" r="r" b="b"/>
              <a:pathLst>
                <a:path w="3149" h="3821" extrusionOk="0">
                  <a:moveTo>
                    <a:pt x="1441" y="0"/>
                  </a:moveTo>
                  <a:cubicBezTo>
                    <a:pt x="592" y="0"/>
                    <a:pt x="211" y="773"/>
                    <a:pt x="211" y="773"/>
                  </a:cubicBezTo>
                  <a:lnTo>
                    <a:pt x="1" y="3595"/>
                  </a:lnTo>
                  <a:cubicBezTo>
                    <a:pt x="164" y="3748"/>
                    <a:pt x="379" y="3820"/>
                    <a:pt x="617" y="3820"/>
                  </a:cubicBezTo>
                  <a:cubicBezTo>
                    <a:pt x="1162" y="3820"/>
                    <a:pt x="1825" y="3442"/>
                    <a:pt x="2250" y="2796"/>
                  </a:cubicBezTo>
                  <a:cubicBezTo>
                    <a:pt x="3148" y="1428"/>
                    <a:pt x="2486" y="181"/>
                    <a:pt x="1745" y="32"/>
                  </a:cubicBezTo>
                  <a:cubicBezTo>
                    <a:pt x="1638" y="10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5631700" y="1116115"/>
              <a:ext cx="102391" cy="168519"/>
            </a:xfrm>
            <a:custGeom>
              <a:avLst/>
              <a:gdLst/>
              <a:ahLst/>
              <a:cxnLst/>
              <a:rect l="l" t="t" r="r" b="b"/>
              <a:pathLst>
                <a:path w="2321" h="3820" extrusionOk="0">
                  <a:moveTo>
                    <a:pt x="1441" y="0"/>
                  </a:moveTo>
                  <a:cubicBezTo>
                    <a:pt x="593" y="0"/>
                    <a:pt x="211" y="773"/>
                    <a:pt x="211" y="773"/>
                  </a:cubicBezTo>
                  <a:lnTo>
                    <a:pt x="1" y="3596"/>
                  </a:lnTo>
                  <a:cubicBezTo>
                    <a:pt x="164" y="3748"/>
                    <a:pt x="378" y="3819"/>
                    <a:pt x="615" y="3819"/>
                  </a:cubicBezTo>
                  <a:cubicBezTo>
                    <a:pt x="854" y="3819"/>
                    <a:pt x="1116" y="3746"/>
                    <a:pt x="1371" y="3609"/>
                  </a:cubicBezTo>
                  <a:cubicBezTo>
                    <a:pt x="1270" y="3191"/>
                    <a:pt x="1187" y="2763"/>
                    <a:pt x="1139" y="2336"/>
                  </a:cubicBezTo>
                  <a:cubicBezTo>
                    <a:pt x="1089" y="1863"/>
                    <a:pt x="1113" y="1358"/>
                    <a:pt x="1401" y="958"/>
                  </a:cubicBezTo>
                  <a:cubicBezTo>
                    <a:pt x="1615" y="662"/>
                    <a:pt x="1952" y="438"/>
                    <a:pt x="2320" y="403"/>
                  </a:cubicBezTo>
                  <a:cubicBezTo>
                    <a:pt x="2156" y="206"/>
                    <a:pt x="1954" y="74"/>
                    <a:pt x="1744" y="32"/>
                  </a:cubicBezTo>
                  <a:cubicBezTo>
                    <a:pt x="1637" y="10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5631611" y="1116204"/>
              <a:ext cx="72878" cy="164372"/>
            </a:xfrm>
            <a:custGeom>
              <a:avLst/>
              <a:gdLst/>
              <a:ahLst/>
              <a:cxnLst/>
              <a:rect l="l" t="t" r="r" b="b"/>
              <a:pathLst>
                <a:path w="1652" h="3726" extrusionOk="0">
                  <a:moveTo>
                    <a:pt x="1442" y="1"/>
                  </a:moveTo>
                  <a:cubicBezTo>
                    <a:pt x="593" y="1"/>
                    <a:pt x="211" y="771"/>
                    <a:pt x="211" y="771"/>
                  </a:cubicBezTo>
                  <a:lnTo>
                    <a:pt x="1" y="3594"/>
                  </a:lnTo>
                  <a:cubicBezTo>
                    <a:pt x="61" y="3650"/>
                    <a:pt x="130" y="3692"/>
                    <a:pt x="201" y="3726"/>
                  </a:cubicBezTo>
                  <a:cubicBezTo>
                    <a:pt x="257" y="3486"/>
                    <a:pt x="308" y="3245"/>
                    <a:pt x="357" y="3003"/>
                  </a:cubicBezTo>
                  <a:cubicBezTo>
                    <a:pt x="459" y="2507"/>
                    <a:pt x="545" y="2007"/>
                    <a:pt x="593" y="1504"/>
                  </a:cubicBezTo>
                  <a:cubicBezTo>
                    <a:pt x="609" y="1345"/>
                    <a:pt x="592" y="1175"/>
                    <a:pt x="676" y="1033"/>
                  </a:cubicBezTo>
                  <a:cubicBezTo>
                    <a:pt x="771" y="872"/>
                    <a:pt x="924" y="752"/>
                    <a:pt x="1065" y="634"/>
                  </a:cubicBezTo>
                  <a:cubicBezTo>
                    <a:pt x="1276" y="457"/>
                    <a:pt x="1494" y="253"/>
                    <a:pt x="1652" y="16"/>
                  </a:cubicBezTo>
                  <a:cubicBezTo>
                    <a:pt x="1579" y="6"/>
                    <a:pt x="1509" y="1"/>
                    <a:pt x="1442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847843" y="1116115"/>
              <a:ext cx="138874" cy="168563"/>
            </a:xfrm>
            <a:custGeom>
              <a:avLst/>
              <a:gdLst/>
              <a:ahLst/>
              <a:cxnLst/>
              <a:rect l="l" t="t" r="r" b="b"/>
              <a:pathLst>
                <a:path w="3148" h="3821" extrusionOk="0">
                  <a:moveTo>
                    <a:pt x="1707" y="0"/>
                  </a:moveTo>
                  <a:cubicBezTo>
                    <a:pt x="1612" y="0"/>
                    <a:pt x="1511" y="10"/>
                    <a:pt x="1404" y="32"/>
                  </a:cubicBezTo>
                  <a:cubicBezTo>
                    <a:pt x="662" y="181"/>
                    <a:pt x="0" y="1428"/>
                    <a:pt x="898" y="2796"/>
                  </a:cubicBezTo>
                  <a:cubicBezTo>
                    <a:pt x="1323" y="3442"/>
                    <a:pt x="1986" y="3820"/>
                    <a:pt x="2531" y="3820"/>
                  </a:cubicBezTo>
                  <a:cubicBezTo>
                    <a:pt x="2769" y="3820"/>
                    <a:pt x="2984" y="3748"/>
                    <a:pt x="3148" y="3595"/>
                  </a:cubicBezTo>
                  <a:lnTo>
                    <a:pt x="2938" y="773"/>
                  </a:lnTo>
                  <a:cubicBezTo>
                    <a:pt x="2938" y="773"/>
                    <a:pt x="2556" y="0"/>
                    <a:pt x="1707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884502" y="1116115"/>
              <a:ext cx="102214" cy="168519"/>
            </a:xfrm>
            <a:custGeom>
              <a:avLst/>
              <a:gdLst/>
              <a:ahLst/>
              <a:cxnLst/>
              <a:rect l="l" t="t" r="r" b="b"/>
              <a:pathLst>
                <a:path w="2317" h="3820" extrusionOk="0">
                  <a:moveTo>
                    <a:pt x="876" y="0"/>
                  </a:moveTo>
                  <a:cubicBezTo>
                    <a:pt x="781" y="0"/>
                    <a:pt x="680" y="10"/>
                    <a:pt x="573" y="32"/>
                  </a:cubicBezTo>
                  <a:cubicBezTo>
                    <a:pt x="364" y="74"/>
                    <a:pt x="164" y="205"/>
                    <a:pt x="0" y="397"/>
                  </a:cubicBezTo>
                  <a:cubicBezTo>
                    <a:pt x="11" y="397"/>
                    <a:pt x="21" y="397"/>
                    <a:pt x="32" y="397"/>
                  </a:cubicBezTo>
                  <a:cubicBezTo>
                    <a:pt x="215" y="397"/>
                    <a:pt x="399" y="432"/>
                    <a:pt x="569" y="508"/>
                  </a:cubicBezTo>
                  <a:cubicBezTo>
                    <a:pt x="939" y="675"/>
                    <a:pt x="1206" y="1037"/>
                    <a:pt x="1283" y="1432"/>
                  </a:cubicBezTo>
                  <a:cubicBezTo>
                    <a:pt x="1329" y="1666"/>
                    <a:pt x="1314" y="1908"/>
                    <a:pt x="1281" y="2141"/>
                  </a:cubicBezTo>
                  <a:cubicBezTo>
                    <a:pt x="1239" y="2429"/>
                    <a:pt x="1186" y="2717"/>
                    <a:pt x="1129" y="3002"/>
                  </a:cubicBezTo>
                  <a:cubicBezTo>
                    <a:pt x="1084" y="3213"/>
                    <a:pt x="1039" y="3423"/>
                    <a:pt x="992" y="3633"/>
                  </a:cubicBezTo>
                  <a:cubicBezTo>
                    <a:pt x="1233" y="3754"/>
                    <a:pt x="1479" y="3819"/>
                    <a:pt x="1705" y="3819"/>
                  </a:cubicBezTo>
                  <a:cubicBezTo>
                    <a:pt x="1941" y="3819"/>
                    <a:pt x="2154" y="3748"/>
                    <a:pt x="2317" y="3596"/>
                  </a:cubicBezTo>
                  <a:lnTo>
                    <a:pt x="2107" y="773"/>
                  </a:lnTo>
                  <a:cubicBezTo>
                    <a:pt x="2107" y="773"/>
                    <a:pt x="1725" y="0"/>
                    <a:pt x="876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922440" y="1116248"/>
              <a:ext cx="64320" cy="166534"/>
            </a:xfrm>
            <a:custGeom>
              <a:avLst/>
              <a:gdLst/>
              <a:ahLst/>
              <a:cxnLst/>
              <a:rect l="l" t="t" r="r" b="b"/>
              <a:pathLst>
                <a:path w="1458" h="3775" extrusionOk="0">
                  <a:moveTo>
                    <a:pt x="18" y="0"/>
                  </a:moveTo>
                  <a:cubicBezTo>
                    <a:pt x="12" y="0"/>
                    <a:pt x="6" y="0"/>
                    <a:pt x="1" y="0"/>
                  </a:cubicBezTo>
                  <a:cubicBezTo>
                    <a:pt x="127" y="215"/>
                    <a:pt x="276" y="419"/>
                    <a:pt x="416" y="630"/>
                  </a:cubicBezTo>
                  <a:cubicBezTo>
                    <a:pt x="523" y="792"/>
                    <a:pt x="632" y="962"/>
                    <a:pt x="698" y="1146"/>
                  </a:cubicBezTo>
                  <a:cubicBezTo>
                    <a:pt x="769" y="1345"/>
                    <a:pt x="791" y="1561"/>
                    <a:pt x="810" y="1771"/>
                  </a:cubicBezTo>
                  <a:cubicBezTo>
                    <a:pt x="848" y="2243"/>
                    <a:pt x="899" y="2710"/>
                    <a:pt x="990" y="3177"/>
                  </a:cubicBezTo>
                  <a:cubicBezTo>
                    <a:pt x="1030" y="3378"/>
                    <a:pt x="1080" y="3577"/>
                    <a:pt x="1132" y="3774"/>
                  </a:cubicBezTo>
                  <a:cubicBezTo>
                    <a:pt x="1253" y="3738"/>
                    <a:pt x="1365" y="3681"/>
                    <a:pt x="1458" y="3593"/>
                  </a:cubicBezTo>
                  <a:lnTo>
                    <a:pt x="1248" y="770"/>
                  </a:lnTo>
                  <a:cubicBezTo>
                    <a:pt x="1248" y="770"/>
                    <a:pt x="865" y="0"/>
                    <a:pt x="18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943173" y="669377"/>
              <a:ext cx="731559" cy="800555"/>
            </a:xfrm>
            <a:custGeom>
              <a:avLst/>
              <a:gdLst/>
              <a:ahLst/>
              <a:cxnLst/>
              <a:rect l="l" t="t" r="r" b="b"/>
              <a:pathLst>
                <a:path w="16583" h="18147" extrusionOk="0">
                  <a:moveTo>
                    <a:pt x="8298" y="1"/>
                  </a:moveTo>
                  <a:cubicBezTo>
                    <a:pt x="3656" y="1"/>
                    <a:pt x="0" y="3960"/>
                    <a:pt x="371" y="8587"/>
                  </a:cubicBezTo>
                  <a:lnTo>
                    <a:pt x="709" y="12813"/>
                  </a:lnTo>
                  <a:cubicBezTo>
                    <a:pt x="915" y="15363"/>
                    <a:pt x="2850" y="17438"/>
                    <a:pt x="5380" y="17822"/>
                  </a:cubicBezTo>
                  <a:lnTo>
                    <a:pt x="6749" y="18030"/>
                  </a:lnTo>
                  <a:cubicBezTo>
                    <a:pt x="7262" y="18107"/>
                    <a:pt x="7779" y="18146"/>
                    <a:pt x="8297" y="18146"/>
                  </a:cubicBezTo>
                  <a:cubicBezTo>
                    <a:pt x="8814" y="18146"/>
                    <a:pt x="9331" y="18107"/>
                    <a:pt x="9844" y="18030"/>
                  </a:cubicBezTo>
                  <a:lnTo>
                    <a:pt x="11213" y="17822"/>
                  </a:lnTo>
                  <a:cubicBezTo>
                    <a:pt x="13745" y="17438"/>
                    <a:pt x="15679" y="15363"/>
                    <a:pt x="15884" y="12813"/>
                  </a:cubicBezTo>
                  <a:lnTo>
                    <a:pt x="16211" y="8743"/>
                  </a:lnTo>
                  <a:cubicBezTo>
                    <a:pt x="16582" y="4111"/>
                    <a:pt x="12990" y="27"/>
                    <a:pt x="8344" y="1"/>
                  </a:cubicBezTo>
                  <a:cubicBezTo>
                    <a:pt x="8329" y="1"/>
                    <a:pt x="8313" y="1"/>
                    <a:pt x="8298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5417704" y="1019727"/>
              <a:ext cx="132654" cy="33572"/>
            </a:xfrm>
            <a:custGeom>
              <a:avLst/>
              <a:gdLst/>
              <a:ahLst/>
              <a:cxnLst/>
              <a:rect l="l" t="t" r="r" b="b"/>
              <a:pathLst>
                <a:path w="3007" h="761" extrusionOk="0">
                  <a:moveTo>
                    <a:pt x="1503" y="0"/>
                  </a:moveTo>
                  <a:cubicBezTo>
                    <a:pt x="969" y="0"/>
                    <a:pt x="456" y="194"/>
                    <a:pt x="55" y="547"/>
                  </a:cubicBezTo>
                  <a:cubicBezTo>
                    <a:pt x="5" y="592"/>
                    <a:pt x="0" y="669"/>
                    <a:pt x="45" y="720"/>
                  </a:cubicBezTo>
                  <a:cubicBezTo>
                    <a:pt x="69" y="746"/>
                    <a:pt x="103" y="760"/>
                    <a:pt x="137" y="760"/>
                  </a:cubicBezTo>
                  <a:cubicBezTo>
                    <a:pt x="165" y="760"/>
                    <a:pt x="194" y="750"/>
                    <a:pt x="216" y="730"/>
                  </a:cubicBezTo>
                  <a:cubicBezTo>
                    <a:pt x="573" y="416"/>
                    <a:pt x="1030" y="244"/>
                    <a:pt x="1503" y="244"/>
                  </a:cubicBezTo>
                  <a:cubicBezTo>
                    <a:pt x="1978" y="244"/>
                    <a:pt x="2435" y="416"/>
                    <a:pt x="2790" y="730"/>
                  </a:cubicBezTo>
                  <a:cubicBezTo>
                    <a:pt x="2813" y="749"/>
                    <a:pt x="2842" y="760"/>
                    <a:pt x="2871" y="760"/>
                  </a:cubicBezTo>
                  <a:cubicBezTo>
                    <a:pt x="2904" y="760"/>
                    <a:pt x="2937" y="747"/>
                    <a:pt x="2963" y="720"/>
                  </a:cubicBezTo>
                  <a:cubicBezTo>
                    <a:pt x="3007" y="668"/>
                    <a:pt x="3002" y="592"/>
                    <a:pt x="2952" y="547"/>
                  </a:cubicBezTo>
                  <a:cubicBezTo>
                    <a:pt x="2552" y="194"/>
                    <a:pt x="2038" y="0"/>
                    <a:pt x="1503" y="0"/>
                  </a:cubicBezTo>
                  <a:close/>
                </a:path>
              </a:pathLst>
            </a:custGeom>
            <a:solidFill>
              <a:srgbClr val="B536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5068147" y="1019727"/>
              <a:ext cx="132698" cy="33572"/>
            </a:xfrm>
            <a:custGeom>
              <a:avLst/>
              <a:gdLst/>
              <a:ahLst/>
              <a:cxnLst/>
              <a:rect l="l" t="t" r="r" b="b"/>
              <a:pathLst>
                <a:path w="3008" h="761" extrusionOk="0">
                  <a:moveTo>
                    <a:pt x="1504" y="0"/>
                  </a:moveTo>
                  <a:cubicBezTo>
                    <a:pt x="969" y="0"/>
                    <a:pt x="456" y="194"/>
                    <a:pt x="55" y="547"/>
                  </a:cubicBezTo>
                  <a:cubicBezTo>
                    <a:pt x="6" y="592"/>
                    <a:pt x="1" y="669"/>
                    <a:pt x="45" y="720"/>
                  </a:cubicBezTo>
                  <a:cubicBezTo>
                    <a:pt x="68" y="746"/>
                    <a:pt x="101" y="760"/>
                    <a:pt x="135" y="760"/>
                  </a:cubicBezTo>
                  <a:cubicBezTo>
                    <a:pt x="165" y="760"/>
                    <a:pt x="193" y="751"/>
                    <a:pt x="217" y="730"/>
                  </a:cubicBezTo>
                  <a:cubicBezTo>
                    <a:pt x="571" y="417"/>
                    <a:pt x="1029" y="244"/>
                    <a:pt x="1504" y="244"/>
                  </a:cubicBezTo>
                  <a:cubicBezTo>
                    <a:pt x="1978" y="244"/>
                    <a:pt x="2435" y="416"/>
                    <a:pt x="2791" y="730"/>
                  </a:cubicBezTo>
                  <a:cubicBezTo>
                    <a:pt x="2814" y="751"/>
                    <a:pt x="2843" y="761"/>
                    <a:pt x="2872" y="761"/>
                  </a:cubicBezTo>
                  <a:cubicBezTo>
                    <a:pt x="2905" y="761"/>
                    <a:pt x="2938" y="747"/>
                    <a:pt x="2962" y="720"/>
                  </a:cubicBezTo>
                  <a:cubicBezTo>
                    <a:pt x="3007" y="668"/>
                    <a:pt x="3002" y="592"/>
                    <a:pt x="2952" y="547"/>
                  </a:cubicBezTo>
                  <a:cubicBezTo>
                    <a:pt x="2551" y="194"/>
                    <a:pt x="2038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4943217" y="669244"/>
              <a:ext cx="731559" cy="506352"/>
            </a:xfrm>
            <a:custGeom>
              <a:avLst/>
              <a:gdLst/>
              <a:ahLst/>
              <a:cxnLst/>
              <a:rect l="l" t="t" r="r" b="b"/>
              <a:pathLst>
                <a:path w="16583" h="11478" extrusionOk="0">
                  <a:moveTo>
                    <a:pt x="8298" y="0"/>
                  </a:moveTo>
                  <a:cubicBezTo>
                    <a:pt x="3655" y="0"/>
                    <a:pt x="0" y="3961"/>
                    <a:pt x="372" y="8588"/>
                  </a:cubicBezTo>
                  <a:lnTo>
                    <a:pt x="596" y="11380"/>
                  </a:lnTo>
                  <a:cubicBezTo>
                    <a:pt x="608" y="11375"/>
                    <a:pt x="620" y="11368"/>
                    <a:pt x="632" y="11363"/>
                  </a:cubicBezTo>
                  <a:cubicBezTo>
                    <a:pt x="838" y="11263"/>
                    <a:pt x="1039" y="11150"/>
                    <a:pt x="1244" y="11046"/>
                  </a:cubicBezTo>
                  <a:cubicBezTo>
                    <a:pt x="2265" y="10531"/>
                    <a:pt x="3233" y="9909"/>
                    <a:pt x="3980" y="9032"/>
                  </a:cubicBezTo>
                  <a:cubicBezTo>
                    <a:pt x="4699" y="8188"/>
                    <a:pt x="5250" y="7205"/>
                    <a:pt x="5682" y="6186"/>
                  </a:cubicBezTo>
                  <a:cubicBezTo>
                    <a:pt x="5686" y="6178"/>
                    <a:pt x="5693" y="6174"/>
                    <a:pt x="5700" y="6174"/>
                  </a:cubicBezTo>
                  <a:cubicBezTo>
                    <a:pt x="5709" y="6174"/>
                    <a:pt x="5719" y="6179"/>
                    <a:pt x="5724" y="6186"/>
                  </a:cubicBezTo>
                  <a:cubicBezTo>
                    <a:pt x="6060" y="6679"/>
                    <a:pt x="6458" y="7120"/>
                    <a:pt x="6838" y="7578"/>
                  </a:cubicBezTo>
                  <a:cubicBezTo>
                    <a:pt x="7173" y="7980"/>
                    <a:pt x="7537" y="8356"/>
                    <a:pt x="7933" y="8698"/>
                  </a:cubicBezTo>
                  <a:cubicBezTo>
                    <a:pt x="8630" y="9302"/>
                    <a:pt x="9412" y="9801"/>
                    <a:pt x="10231" y="10227"/>
                  </a:cubicBezTo>
                  <a:cubicBezTo>
                    <a:pt x="11086" y="10671"/>
                    <a:pt x="11983" y="11018"/>
                    <a:pt x="12921" y="11233"/>
                  </a:cubicBezTo>
                  <a:cubicBezTo>
                    <a:pt x="13595" y="11387"/>
                    <a:pt x="14287" y="11477"/>
                    <a:pt x="14979" y="11477"/>
                  </a:cubicBezTo>
                  <a:cubicBezTo>
                    <a:pt x="15261" y="11477"/>
                    <a:pt x="15542" y="11462"/>
                    <a:pt x="15822" y="11431"/>
                  </a:cubicBezTo>
                  <a:cubicBezTo>
                    <a:pt x="15880" y="11425"/>
                    <a:pt x="15940" y="11415"/>
                    <a:pt x="15997" y="11408"/>
                  </a:cubicBezTo>
                  <a:lnTo>
                    <a:pt x="16211" y="8744"/>
                  </a:lnTo>
                  <a:cubicBezTo>
                    <a:pt x="16583" y="4112"/>
                    <a:pt x="12990" y="27"/>
                    <a:pt x="8344" y="1"/>
                  </a:cubicBezTo>
                  <a:cubicBezTo>
                    <a:pt x="8329" y="1"/>
                    <a:pt x="8313" y="0"/>
                    <a:pt x="8298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4916749" y="637174"/>
              <a:ext cx="784409" cy="514910"/>
            </a:xfrm>
            <a:custGeom>
              <a:avLst/>
              <a:gdLst/>
              <a:ahLst/>
              <a:cxnLst/>
              <a:rect l="l" t="t" r="r" b="b"/>
              <a:pathLst>
                <a:path w="17781" h="11672" extrusionOk="0">
                  <a:moveTo>
                    <a:pt x="8898" y="1"/>
                  </a:moveTo>
                  <a:cubicBezTo>
                    <a:pt x="7123" y="1"/>
                    <a:pt x="6166" y="827"/>
                    <a:pt x="6166" y="827"/>
                  </a:cubicBezTo>
                  <a:cubicBezTo>
                    <a:pt x="4693" y="993"/>
                    <a:pt x="3536" y="1696"/>
                    <a:pt x="2534" y="2775"/>
                  </a:cubicBezTo>
                  <a:cubicBezTo>
                    <a:pt x="885" y="4552"/>
                    <a:pt x="0" y="6667"/>
                    <a:pt x="0" y="9376"/>
                  </a:cubicBezTo>
                  <a:cubicBezTo>
                    <a:pt x="0" y="10839"/>
                    <a:pt x="1160" y="11671"/>
                    <a:pt x="1160" y="11671"/>
                  </a:cubicBezTo>
                  <a:cubicBezTo>
                    <a:pt x="1160" y="11671"/>
                    <a:pt x="4810" y="9804"/>
                    <a:pt x="6167" y="5431"/>
                  </a:cubicBezTo>
                  <a:cubicBezTo>
                    <a:pt x="6167" y="5431"/>
                    <a:pt x="11961" y="10759"/>
                    <a:pt x="16634" y="11670"/>
                  </a:cubicBezTo>
                  <a:cubicBezTo>
                    <a:pt x="16634" y="11670"/>
                    <a:pt x="17780" y="10869"/>
                    <a:pt x="17780" y="9530"/>
                  </a:cubicBezTo>
                  <a:cubicBezTo>
                    <a:pt x="17780" y="6969"/>
                    <a:pt x="16890" y="4618"/>
                    <a:pt x="15222" y="2800"/>
                  </a:cubicBezTo>
                  <a:cubicBezTo>
                    <a:pt x="13578" y="1007"/>
                    <a:pt x="11349" y="13"/>
                    <a:pt x="8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4930204" y="1138613"/>
              <a:ext cx="85318" cy="312864"/>
            </a:xfrm>
            <a:custGeom>
              <a:avLst/>
              <a:gdLst/>
              <a:ahLst/>
              <a:cxnLst/>
              <a:rect l="l" t="t" r="r" b="b"/>
              <a:pathLst>
                <a:path w="1934" h="7092" extrusionOk="0">
                  <a:moveTo>
                    <a:pt x="859" y="1"/>
                  </a:moveTo>
                  <a:cubicBezTo>
                    <a:pt x="827" y="1"/>
                    <a:pt x="796" y="22"/>
                    <a:pt x="793" y="55"/>
                  </a:cubicBezTo>
                  <a:cubicBezTo>
                    <a:pt x="792" y="70"/>
                    <a:pt x="662" y="1507"/>
                    <a:pt x="272" y="3536"/>
                  </a:cubicBezTo>
                  <a:cubicBezTo>
                    <a:pt x="0" y="4944"/>
                    <a:pt x="108" y="5957"/>
                    <a:pt x="593" y="6542"/>
                  </a:cubicBezTo>
                  <a:cubicBezTo>
                    <a:pt x="890" y="6900"/>
                    <a:pt x="1332" y="7091"/>
                    <a:pt x="1872" y="7091"/>
                  </a:cubicBezTo>
                  <a:cubicBezTo>
                    <a:pt x="1905" y="7091"/>
                    <a:pt x="1932" y="7065"/>
                    <a:pt x="1933" y="7030"/>
                  </a:cubicBezTo>
                  <a:cubicBezTo>
                    <a:pt x="1933" y="6998"/>
                    <a:pt x="1907" y="6970"/>
                    <a:pt x="1873" y="6970"/>
                  </a:cubicBezTo>
                  <a:cubicBezTo>
                    <a:pt x="1363" y="6970"/>
                    <a:pt x="964" y="6800"/>
                    <a:pt x="687" y="6466"/>
                  </a:cubicBezTo>
                  <a:cubicBezTo>
                    <a:pt x="228" y="5909"/>
                    <a:pt x="128" y="4932"/>
                    <a:pt x="392" y="3559"/>
                  </a:cubicBezTo>
                  <a:cubicBezTo>
                    <a:pt x="783" y="1524"/>
                    <a:pt x="913" y="81"/>
                    <a:pt x="914" y="66"/>
                  </a:cubicBezTo>
                  <a:cubicBezTo>
                    <a:pt x="917" y="33"/>
                    <a:pt x="892" y="3"/>
                    <a:pt x="8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5603070" y="1138613"/>
              <a:ext cx="85318" cy="312864"/>
            </a:xfrm>
            <a:custGeom>
              <a:avLst/>
              <a:gdLst/>
              <a:ahLst/>
              <a:cxnLst/>
              <a:rect l="l" t="t" r="r" b="b"/>
              <a:pathLst>
                <a:path w="1934" h="7092" extrusionOk="0">
                  <a:moveTo>
                    <a:pt x="1075" y="1"/>
                  </a:moveTo>
                  <a:cubicBezTo>
                    <a:pt x="1041" y="3"/>
                    <a:pt x="1017" y="33"/>
                    <a:pt x="1019" y="66"/>
                  </a:cubicBezTo>
                  <a:cubicBezTo>
                    <a:pt x="1020" y="81"/>
                    <a:pt x="1151" y="1524"/>
                    <a:pt x="1543" y="3559"/>
                  </a:cubicBezTo>
                  <a:cubicBezTo>
                    <a:pt x="1806" y="4932"/>
                    <a:pt x="1706" y="5909"/>
                    <a:pt x="1246" y="6466"/>
                  </a:cubicBezTo>
                  <a:cubicBezTo>
                    <a:pt x="970" y="6800"/>
                    <a:pt x="571" y="6970"/>
                    <a:pt x="61" y="6970"/>
                  </a:cubicBezTo>
                  <a:cubicBezTo>
                    <a:pt x="28" y="6970"/>
                    <a:pt x="0" y="6997"/>
                    <a:pt x="0" y="7030"/>
                  </a:cubicBezTo>
                  <a:cubicBezTo>
                    <a:pt x="0" y="7063"/>
                    <a:pt x="27" y="7091"/>
                    <a:pt x="61" y="7091"/>
                  </a:cubicBezTo>
                  <a:cubicBezTo>
                    <a:pt x="600" y="7091"/>
                    <a:pt x="1044" y="6902"/>
                    <a:pt x="1341" y="6542"/>
                  </a:cubicBezTo>
                  <a:cubicBezTo>
                    <a:pt x="1824" y="5957"/>
                    <a:pt x="1933" y="4945"/>
                    <a:pt x="1661" y="3536"/>
                  </a:cubicBezTo>
                  <a:cubicBezTo>
                    <a:pt x="1272" y="1507"/>
                    <a:pt x="1141" y="70"/>
                    <a:pt x="1140" y="55"/>
                  </a:cubicBezTo>
                  <a:cubicBezTo>
                    <a:pt x="1138" y="23"/>
                    <a:pt x="1108" y="1"/>
                    <a:pt x="1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4916837" y="971952"/>
              <a:ext cx="230457" cy="180166"/>
            </a:xfrm>
            <a:custGeom>
              <a:avLst/>
              <a:gdLst/>
              <a:ahLst/>
              <a:cxnLst/>
              <a:rect l="l" t="t" r="r" b="b"/>
              <a:pathLst>
                <a:path w="5224" h="4084" extrusionOk="0">
                  <a:moveTo>
                    <a:pt x="5224" y="1"/>
                  </a:moveTo>
                  <a:lnTo>
                    <a:pt x="5224" y="1"/>
                  </a:lnTo>
                  <a:cubicBezTo>
                    <a:pt x="5128" y="93"/>
                    <a:pt x="5033" y="188"/>
                    <a:pt x="4933" y="279"/>
                  </a:cubicBezTo>
                  <a:cubicBezTo>
                    <a:pt x="4448" y="722"/>
                    <a:pt x="3909" y="1116"/>
                    <a:pt x="3316" y="1401"/>
                  </a:cubicBezTo>
                  <a:cubicBezTo>
                    <a:pt x="2866" y="1619"/>
                    <a:pt x="2321" y="1785"/>
                    <a:pt x="1795" y="1785"/>
                  </a:cubicBezTo>
                  <a:cubicBezTo>
                    <a:pt x="1353" y="1785"/>
                    <a:pt x="923" y="1668"/>
                    <a:pt x="573" y="1367"/>
                  </a:cubicBezTo>
                  <a:cubicBezTo>
                    <a:pt x="297" y="1128"/>
                    <a:pt x="149" y="812"/>
                    <a:pt x="76" y="471"/>
                  </a:cubicBezTo>
                  <a:cubicBezTo>
                    <a:pt x="27" y="894"/>
                    <a:pt x="0" y="1332"/>
                    <a:pt x="0" y="1788"/>
                  </a:cubicBezTo>
                  <a:cubicBezTo>
                    <a:pt x="0" y="3253"/>
                    <a:pt x="1159" y="4084"/>
                    <a:pt x="1159" y="4084"/>
                  </a:cubicBezTo>
                  <a:cubicBezTo>
                    <a:pt x="1159" y="4084"/>
                    <a:pt x="3593" y="2838"/>
                    <a:pt x="5224" y="1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5382501" y="900841"/>
              <a:ext cx="318643" cy="251147"/>
            </a:xfrm>
            <a:custGeom>
              <a:avLst/>
              <a:gdLst/>
              <a:ahLst/>
              <a:cxnLst/>
              <a:rect l="l" t="t" r="r" b="b"/>
              <a:pathLst>
                <a:path w="7223" h="5693" extrusionOk="0">
                  <a:moveTo>
                    <a:pt x="6601" y="0"/>
                  </a:moveTo>
                  <a:cubicBezTo>
                    <a:pt x="6626" y="473"/>
                    <a:pt x="6534" y="947"/>
                    <a:pt x="6277" y="1353"/>
                  </a:cubicBezTo>
                  <a:cubicBezTo>
                    <a:pt x="5626" y="2382"/>
                    <a:pt x="4275" y="2738"/>
                    <a:pt x="3150" y="2908"/>
                  </a:cubicBezTo>
                  <a:cubicBezTo>
                    <a:pt x="2673" y="2980"/>
                    <a:pt x="2188" y="3018"/>
                    <a:pt x="1703" y="3018"/>
                  </a:cubicBezTo>
                  <a:cubicBezTo>
                    <a:pt x="1132" y="3018"/>
                    <a:pt x="560" y="2966"/>
                    <a:pt x="1" y="2858"/>
                  </a:cubicBezTo>
                  <a:lnTo>
                    <a:pt x="1" y="2858"/>
                  </a:lnTo>
                  <a:cubicBezTo>
                    <a:pt x="1870" y="4103"/>
                    <a:pt x="4075" y="5303"/>
                    <a:pt x="6076" y="5692"/>
                  </a:cubicBezTo>
                  <a:cubicBezTo>
                    <a:pt x="6076" y="5692"/>
                    <a:pt x="7222" y="4890"/>
                    <a:pt x="7222" y="3552"/>
                  </a:cubicBezTo>
                  <a:cubicBezTo>
                    <a:pt x="7222" y="2307"/>
                    <a:pt x="7010" y="1111"/>
                    <a:pt x="6601" y="0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5505755" y="1209195"/>
              <a:ext cx="129257" cy="129257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1465" y="1"/>
                  </a:moveTo>
                  <a:cubicBezTo>
                    <a:pt x="656" y="1"/>
                    <a:pt x="0" y="657"/>
                    <a:pt x="0" y="1465"/>
                  </a:cubicBezTo>
                  <a:cubicBezTo>
                    <a:pt x="0" y="2274"/>
                    <a:pt x="656" y="2930"/>
                    <a:pt x="1465" y="2930"/>
                  </a:cubicBezTo>
                  <a:cubicBezTo>
                    <a:pt x="2273" y="2930"/>
                    <a:pt x="2929" y="2274"/>
                    <a:pt x="2929" y="1465"/>
                  </a:cubicBezTo>
                  <a:cubicBezTo>
                    <a:pt x="2929" y="657"/>
                    <a:pt x="2273" y="1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4983493" y="1209195"/>
              <a:ext cx="129257" cy="129257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1465" y="1"/>
                  </a:moveTo>
                  <a:cubicBezTo>
                    <a:pt x="656" y="1"/>
                    <a:pt x="0" y="657"/>
                    <a:pt x="0" y="1465"/>
                  </a:cubicBezTo>
                  <a:cubicBezTo>
                    <a:pt x="0" y="2274"/>
                    <a:pt x="656" y="2930"/>
                    <a:pt x="1465" y="2930"/>
                  </a:cubicBezTo>
                  <a:cubicBezTo>
                    <a:pt x="2274" y="2930"/>
                    <a:pt x="2929" y="2274"/>
                    <a:pt x="2929" y="1465"/>
                  </a:cubicBezTo>
                  <a:cubicBezTo>
                    <a:pt x="2929" y="657"/>
                    <a:pt x="2274" y="1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5290039" y="1297819"/>
              <a:ext cx="38336" cy="15970"/>
            </a:xfrm>
            <a:custGeom>
              <a:avLst/>
              <a:gdLst/>
              <a:ahLst/>
              <a:cxnLst/>
              <a:rect l="l" t="t" r="r" b="b"/>
              <a:pathLst>
                <a:path w="869" h="362" extrusionOk="0">
                  <a:moveTo>
                    <a:pt x="768" y="1"/>
                  </a:moveTo>
                  <a:cubicBezTo>
                    <a:pt x="760" y="1"/>
                    <a:pt x="752" y="2"/>
                    <a:pt x="745" y="4"/>
                  </a:cubicBezTo>
                  <a:lnTo>
                    <a:pt x="79" y="183"/>
                  </a:lnTo>
                  <a:cubicBezTo>
                    <a:pt x="30" y="196"/>
                    <a:pt x="1" y="246"/>
                    <a:pt x="14" y="295"/>
                  </a:cubicBezTo>
                  <a:cubicBezTo>
                    <a:pt x="25" y="336"/>
                    <a:pt x="62" y="362"/>
                    <a:pt x="103" y="362"/>
                  </a:cubicBezTo>
                  <a:cubicBezTo>
                    <a:pt x="110" y="362"/>
                    <a:pt x="118" y="360"/>
                    <a:pt x="126" y="359"/>
                  </a:cubicBezTo>
                  <a:lnTo>
                    <a:pt x="792" y="180"/>
                  </a:lnTo>
                  <a:cubicBezTo>
                    <a:pt x="840" y="167"/>
                    <a:pt x="869" y="117"/>
                    <a:pt x="856" y="69"/>
                  </a:cubicBezTo>
                  <a:cubicBezTo>
                    <a:pt x="844" y="27"/>
                    <a:pt x="80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5213458" y="1353491"/>
              <a:ext cx="191547" cy="32425"/>
            </a:xfrm>
            <a:custGeom>
              <a:avLst/>
              <a:gdLst/>
              <a:ahLst/>
              <a:cxnLst/>
              <a:rect l="l" t="t" r="r" b="b"/>
              <a:pathLst>
                <a:path w="4342" h="735" extrusionOk="0">
                  <a:moveTo>
                    <a:pt x="102" y="1"/>
                  </a:moveTo>
                  <a:cubicBezTo>
                    <a:pt x="75" y="1"/>
                    <a:pt x="47" y="13"/>
                    <a:pt x="30" y="37"/>
                  </a:cubicBezTo>
                  <a:cubicBezTo>
                    <a:pt x="0" y="77"/>
                    <a:pt x="9" y="135"/>
                    <a:pt x="48" y="164"/>
                  </a:cubicBezTo>
                  <a:cubicBezTo>
                    <a:pt x="79" y="188"/>
                    <a:pt x="821" y="735"/>
                    <a:pt x="2171" y="735"/>
                  </a:cubicBezTo>
                  <a:cubicBezTo>
                    <a:pt x="3521" y="735"/>
                    <a:pt x="4262" y="188"/>
                    <a:pt x="4293" y="164"/>
                  </a:cubicBezTo>
                  <a:cubicBezTo>
                    <a:pt x="4334" y="135"/>
                    <a:pt x="4341" y="78"/>
                    <a:pt x="4311" y="37"/>
                  </a:cubicBezTo>
                  <a:cubicBezTo>
                    <a:pt x="4293" y="13"/>
                    <a:pt x="4267" y="1"/>
                    <a:pt x="4239" y="1"/>
                  </a:cubicBezTo>
                  <a:cubicBezTo>
                    <a:pt x="4220" y="1"/>
                    <a:pt x="4200" y="7"/>
                    <a:pt x="4184" y="19"/>
                  </a:cubicBezTo>
                  <a:cubicBezTo>
                    <a:pt x="4176" y="24"/>
                    <a:pt x="3460" y="552"/>
                    <a:pt x="2171" y="552"/>
                  </a:cubicBezTo>
                  <a:cubicBezTo>
                    <a:pt x="885" y="552"/>
                    <a:pt x="165" y="24"/>
                    <a:pt x="158" y="19"/>
                  </a:cubicBezTo>
                  <a:cubicBezTo>
                    <a:pt x="141" y="7"/>
                    <a:pt x="122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5049487" y="1168566"/>
              <a:ext cx="169931" cy="21528"/>
            </a:xfrm>
            <a:custGeom>
              <a:avLst/>
              <a:gdLst/>
              <a:ahLst/>
              <a:cxnLst/>
              <a:rect l="l" t="t" r="r" b="b"/>
              <a:pathLst>
                <a:path w="3852" h="488" extrusionOk="0">
                  <a:moveTo>
                    <a:pt x="3716" y="1"/>
                  </a:moveTo>
                  <a:cubicBezTo>
                    <a:pt x="3705" y="1"/>
                    <a:pt x="3694" y="2"/>
                    <a:pt x="3684" y="5"/>
                  </a:cubicBezTo>
                  <a:cubicBezTo>
                    <a:pt x="3311" y="109"/>
                    <a:pt x="2723" y="245"/>
                    <a:pt x="1926" y="245"/>
                  </a:cubicBezTo>
                  <a:cubicBezTo>
                    <a:pt x="1128" y="245"/>
                    <a:pt x="539" y="107"/>
                    <a:pt x="167" y="5"/>
                  </a:cubicBezTo>
                  <a:cubicBezTo>
                    <a:pt x="157" y="2"/>
                    <a:pt x="147" y="1"/>
                    <a:pt x="136" y="1"/>
                  </a:cubicBezTo>
                  <a:cubicBezTo>
                    <a:pt x="83" y="1"/>
                    <a:pt x="33" y="36"/>
                    <a:pt x="17" y="90"/>
                  </a:cubicBezTo>
                  <a:cubicBezTo>
                    <a:pt x="0" y="154"/>
                    <a:pt x="38" y="221"/>
                    <a:pt x="103" y="240"/>
                  </a:cubicBezTo>
                  <a:cubicBezTo>
                    <a:pt x="489" y="346"/>
                    <a:pt x="1098" y="488"/>
                    <a:pt x="1926" y="488"/>
                  </a:cubicBezTo>
                  <a:cubicBezTo>
                    <a:pt x="2754" y="488"/>
                    <a:pt x="3363" y="346"/>
                    <a:pt x="3748" y="240"/>
                  </a:cubicBezTo>
                  <a:cubicBezTo>
                    <a:pt x="3814" y="221"/>
                    <a:pt x="3852" y="154"/>
                    <a:pt x="3834" y="90"/>
                  </a:cubicBezTo>
                  <a:cubicBezTo>
                    <a:pt x="3818" y="35"/>
                    <a:pt x="3770" y="1"/>
                    <a:pt x="3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5029989" y="1147083"/>
              <a:ext cx="35292" cy="31189"/>
            </a:xfrm>
            <a:custGeom>
              <a:avLst/>
              <a:gdLst/>
              <a:ahLst/>
              <a:cxnLst/>
              <a:rect l="l" t="t" r="r" b="b"/>
              <a:pathLst>
                <a:path w="800" h="707" extrusionOk="0">
                  <a:moveTo>
                    <a:pt x="104" y="1"/>
                  </a:moveTo>
                  <a:cubicBezTo>
                    <a:pt x="78" y="1"/>
                    <a:pt x="53" y="11"/>
                    <a:pt x="35" y="32"/>
                  </a:cubicBezTo>
                  <a:cubicBezTo>
                    <a:pt x="1" y="70"/>
                    <a:pt x="5" y="128"/>
                    <a:pt x="43" y="161"/>
                  </a:cubicBezTo>
                  <a:lnTo>
                    <a:pt x="637" y="683"/>
                  </a:lnTo>
                  <a:cubicBezTo>
                    <a:pt x="653" y="698"/>
                    <a:pt x="675" y="706"/>
                    <a:pt x="696" y="706"/>
                  </a:cubicBezTo>
                  <a:cubicBezTo>
                    <a:pt x="722" y="706"/>
                    <a:pt x="747" y="696"/>
                    <a:pt x="765" y="676"/>
                  </a:cubicBezTo>
                  <a:cubicBezTo>
                    <a:pt x="799" y="637"/>
                    <a:pt x="795" y="580"/>
                    <a:pt x="757" y="546"/>
                  </a:cubicBezTo>
                  <a:lnTo>
                    <a:pt x="164" y="24"/>
                  </a:lnTo>
                  <a:cubicBezTo>
                    <a:pt x="146" y="8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5069912" y="1181359"/>
              <a:ext cx="129125" cy="53909"/>
            </a:xfrm>
            <a:custGeom>
              <a:avLst/>
              <a:gdLst/>
              <a:ahLst/>
              <a:cxnLst/>
              <a:rect l="l" t="t" r="r" b="b"/>
              <a:pathLst>
                <a:path w="2927" h="1222" extrusionOk="0">
                  <a:moveTo>
                    <a:pt x="461" y="0"/>
                  </a:moveTo>
                  <a:cubicBezTo>
                    <a:pt x="183" y="278"/>
                    <a:pt x="9" y="667"/>
                    <a:pt x="1" y="1098"/>
                  </a:cubicBezTo>
                  <a:cubicBezTo>
                    <a:pt x="284" y="1151"/>
                    <a:pt x="791" y="1221"/>
                    <a:pt x="1464" y="1221"/>
                  </a:cubicBezTo>
                  <a:cubicBezTo>
                    <a:pt x="2137" y="1221"/>
                    <a:pt x="2643" y="1151"/>
                    <a:pt x="2926" y="1098"/>
                  </a:cubicBezTo>
                  <a:cubicBezTo>
                    <a:pt x="2919" y="667"/>
                    <a:pt x="2743" y="278"/>
                    <a:pt x="2467" y="0"/>
                  </a:cubicBezTo>
                  <a:cubicBezTo>
                    <a:pt x="2173" y="46"/>
                    <a:pt x="1840" y="76"/>
                    <a:pt x="1464" y="76"/>
                  </a:cubicBezTo>
                  <a:cubicBezTo>
                    <a:pt x="1087" y="76"/>
                    <a:pt x="755" y="46"/>
                    <a:pt x="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5399044" y="1168566"/>
              <a:ext cx="169975" cy="21528"/>
            </a:xfrm>
            <a:custGeom>
              <a:avLst/>
              <a:gdLst/>
              <a:ahLst/>
              <a:cxnLst/>
              <a:rect l="l" t="t" r="r" b="b"/>
              <a:pathLst>
                <a:path w="3853" h="488" extrusionOk="0">
                  <a:moveTo>
                    <a:pt x="3716" y="1"/>
                  </a:moveTo>
                  <a:cubicBezTo>
                    <a:pt x="3705" y="1"/>
                    <a:pt x="3695" y="2"/>
                    <a:pt x="3684" y="5"/>
                  </a:cubicBezTo>
                  <a:cubicBezTo>
                    <a:pt x="3311" y="109"/>
                    <a:pt x="2724" y="245"/>
                    <a:pt x="1925" y="245"/>
                  </a:cubicBezTo>
                  <a:cubicBezTo>
                    <a:pt x="1127" y="245"/>
                    <a:pt x="539" y="107"/>
                    <a:pt x="167" y="5"/>
                  </a:cubicBezTo>
                  <a:cubicBezTo>
                    <a:pt x="156" y="2"/>
                    <a:pt x="146" y="1"/>
                    <a:pt x="136" y="1"/>
                  </a:cubicBezTo>
                  <a:cubicBezTo>
                    <a:pt x="82" y="1"/>
                    <a:pt x="33" y="36"/>
                    <a:pt x="18" y="90"/>
                  </a:cubicBezTo>
                  <a:cubicBezTo>
                    <a:pt x="1" y="154"/>
                    <a:pt x="39" y="221"/>
                    <a:pt x="103" y="240"/>
                  </a:cubicBezTo>
                  <a:cubicBezTo>
                    <a:pt x="489" y="346"/>
                    <a:pt x="1099" y="488"/>
                    <a:pt x="1925" y="488"/>
                  </a:cubicBezTo>
                  <a:cubicBezTo>
                    <a:pt x="2754" y="488"/>
                    <a:pt x="3362" y="346"/>
                    <a:pt x="3748" y="240"/>
                  </a:cubicBezTo>
                  <a:cubicBezTo>
                    <a:pt x="3813" y="221"/>
                    <a:pt x="3852" y="154"/>
                    <a:pt x="3833" y="90"/>
                  </a:cubicBezTo>
                  <a:cubicBezTo>
                    <a:pt x="3818" y="35"/>
                    <a:pt x="3769" y="1"/>
                    <a:pt x="3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5553221" y="1147039"/>
              <a:ext cx="35204" cy="31233"/>
            </a:xfrm>
            <a:custGeom>
              <a:avLst/>
              <a:gdLst/>
              <a:ahLst/>
              <a:cxnLst/>
              <a:rect l="l" t="t" r="r" b="b"/>
              <a:pathLst>
                <a:path w="798" h="708" extrusionOk="0">
                  <a:moveTo>
                    <a:pt x="696" y="1"/>
                  </a:moveTo>
                  <a:cubicBezTo>
                    <a:pt x="675" y="1"/>
                    <a:pt x="653" y="9"/>
                    <a:pt x="636" y="24"/>
                  </a:cubicBezTo>
                  <a:lnTo>
                    <a:pt x="42" y="546"/>
                  </a:lnTo>
                  <a:cubicBezTo>
                    <a:pt x="5" y="579"/>
                    <a:pt x="1" y="637"/>
                    <a:pt x="34" y="676"/>
                  </a:cubicBezTo>
                  <a:cubicBezTo>
                    <a:pt x="52" y="697"/>
                    <a:pt x="78" y="707"/>
                    <a:pt x="102" y="707"/>
                  </a:cubicBezTo>
                  <a:cubicBezTo>
                    <a:pt x="123" y="707"/>
                    <a:pt x="146" y="699"/>
                    <a:pt x="163" y="683"/>
                  </a:cubicBezTo>
                  <a:lnTo>
                    <a:pt x="756" y="161"/>
                  </a:lnTo>
                  <a:cubicBezTo>
                    <a:pt x="793" y="127"/>
                    <a:pt x="797" y="69"/>
                    <a:pt x="764" y="32"/>
                  </a:cubicBezTo>
                  <a:cubicBezTo>
                    <a:pt x="746" y="11"/>
                    <a:pt x="721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5419424" y="1181359"/>
              <a:ext cx="129080" cy="53909"/>
            </a:xfrm>
            <a:custGeom>
              <a:avLst/>
              <a:gdLst/>
              <a:ahLst/>
              <a:cxnLst/>
              <a:rect l="l" t="t" r="r" b="b"/>
              <a:pathLst>
                <a:path w="2926" h="1222" extrusionOk="0">
                  <a:moveTo>
                    <a:pt x="460" y="0"/>
                  </a:moveTo>
                  <a:cubicBezTo>
                    <a:pt x="183" y="278"/>
                    <a:pt x="8" y="667"/>
                    <a:pt x="1" y="1098"/>
                  </a:cubicBezTo>
                  <a:cubicBezTo>
                    <a:pt x="285" y="1151"/>
                    <a:pt x="790" y="1221"/>
                    <a:pt x="1463" y="1221"/>
                  </a:cubicBezTo>
                  <a:cubicBezTo>
                    <a:pt x="2137" y="1221"/>
                    <a:pt x="2642" y="1151"/>
                    <a:pt x="2926" y="1098"/>
                  </a:cubicBezTo>
                  <a:cubicBezTo>
                    <a:pt x="2918" y="667"/>
                    <a:pt x="2744" y="278"/>
                    <a:pt x="2467" y="0"/>
                  </a:cubicBezTo>
                  <a:cubicBezTo>
                    <a:pt x="2173" y="46"/>
                    <a:pt x="1841" y="76"/>
                    <a:pt x="1463" y="76"/>
                  </a:cubicBezTo>
                  <a:cubicBezTo>
                    <a:pt x="1086" y="76"/>
                    <a:pt x="754" y="46"/>
                    <a:pt x="4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5044061" y="722048"/>
              <a:ext cx="511602" cy="137727"/>
            </a:xfrm>
            <a:custGeom>
              <a:avLst/>
              <a:gdLst/>
              <a:ahLst/>
              <a:cxnLst/>
              <a:rect l="l" t="t" r="r" b="b"/>
              <a:pathLst>
                <a:path w="11597" h="3122" extrusionOk="0">
                  <a:moveTo>
                    <a:pt x="9874" y="1"/>
                  </a:moveTo>
                  <a:cubicBezTo>
                    <a:pt x="9500" y="1"/>
                    <a:pt x="9250" y="599"/>
                    <a:pt x="9650" y="882"/>
                  </a:cubicBezTo>
                  <a:cubicBezTo>
                    <a:pt x="10114" y="1209"/>
                    <a:pt x="10138" y="1768"/>
                    <a:pt x="9740" y="2084"/>
                  </a:cubicBezTo>
                  <a:cubicBezTo>
                    <a:pt x="9561" y="2224"/>
                    <a:pt x="9281" y="2252"/>
                    <a:pt x="9021" y="2252"/>
                  </a:cubicBezTo>
                  <a:cubicBezTo>
                    <a:pt x="8909" y="2252"/>
                    <a:pt x="8801" y="2247"/>
                    <a:pt x="8706" y="2243"/>
                  </a:cubicBezTo>
                  <a:cubicBezTo>
                    <a:pt x="7948" y="2216"/>
                    <a:pt x="7414" y="1887"/>
                    <a:pt x="6806" y="1491"/>
                  </a:cubicBezTo>
                  <a:cubicBezTo>
                    <a:pt x="6564" y="1333"/>
                    <a:pt x="6361" y="1266"/>
                    <a:pt x="6169" y="1266"/>
                  </a:cubicBezTo>
                  <a:cubicBezTo>
                    <a:pt x="5876" y="1266"/>
                    <a:pt x="5610" y="1424"/>
                    <a:pt x="5276" y="1661"/>
                  </a:cubicBezTo>
                  <a:cubicBezTo>
                    <a:pt x="4994" y="1863"/>
                    <a:pt x="4696" y="2105"/>
                    <a:pt x="4345" y="2105"/>
                  </a:cubicBezTo>
                  <a:cubicBezTo>
                    <a:pt x="4169" y="2105"/>
                    <a:pt x="3980" y="2044"/>
                    <a:pt x="3772" y="1887"/>
                  </a:cubicBezTo>
                  <a:cubicBezTo>
                    <a:pt x="3630" y="1781"/>
                    <a:pt x="3552" y="1579"/>
                    <a:pt x="3421" y="1454"/>
                  </a:cubicBezTo>
                  <a:cubicBezTo>
                    <a:pt x="3232" y="1275"/>
                    <a:pt x="3054" y="1139"/>
                    <a:pt x="2782" y="1112"/>
                  </a:cubicBezTo>
                  <a:cubicBezTo>
                    <a:pt x="2755" y="1109"/>
                    <a:pt x="2727" y="1107"/>
                    <a:pt x="2700" y="1107"/>
                  </a:cubicBezTo>
                  <a:cubicBezTo>
                    <a:pt x="2460" y="1107"/>
                    <a:pt x="2230" y="1213"/>
                    <a:pt x="2011" y="1306"/>
                  </a:cubicBezTo>
                  <a:cubicBezTo>
                    <a:pt x="1777" y="1406"/>
                    <a:pt x="1486" y="1665"/>
                    <a:pt x="1242" y="1714"/>
                  </a:cubicBezTo>
                  <a:cubicBezTo>
                    <a:pt x="1148" y="1781"/>
                    <a:pt x="1054" y="1847"/>
                    <a:pt x="959" y="1913"/>
                  </a:cubicBezTo>
                  <a:cubicBezTo>
                    <a:pt x="713" y="1693"/>
                    <a:pt x="692" y="1485"/>
                    <a:pt x="898" y="1288"/>
                  </a:cubicBezTo>
                  <a:cubicBezTo>
                    <a:pt x="966" y="1181"/>
                    <a:pt x="867" y="1043"/>
                    <a:pt x="755" y="1043"/>
                  </a:cubicBezTo>
                  <a:cubicBezTo>
                    <a:pt x="729" y="1043"/>
                    <a:pt x="702" y="1050"/>
                    <a:pt x="676" y="1068"/>
                  </a:cubicBezTo>
                  <a:cubicBezTo>
                    <a:pt x="0" y="1525"/>
                    <a:pt x="14" y="2529"/>
                    <a:pt x="745" y="2529"/>
                  </a:cubicBezTo>
                  <a:cubicBezTo>
                    <a:pt x="849" y="2529"/>
                    <a:pt x="967" y="2509"/>
                    <a:pt x="1099" y="2464"/>
                  </a:cubicBezTo>
                  <a:cubicBezTo>
                    <a:pt x="1608" y="2292"/>
                    <a:pt x="2014" y="1880"/>
                    <a:pt x="2480" y="1880"/>
                  </a:cubicBezTo>
                  <a:cubicBezTo>
                    <a:pt x="2670" y="1880"/>
                    <a:pt x="2870" y="1949"/>
                    <a:pt x="3091" y="2131"/>
                  </a:cubicBezTo>
                  <a:cubicBezTo>
                    <a:pt x="3295" y="2297"/>
                    <a:pt x="3388" y="2522"/>
                    <a:pt x="3632" y="2657"/>
                  </a:cubicBezTo>
                  <a:cubicBezTo>
                    <a:pt x="3850" y="2777"/>
                    <a:pt x="4079" y="2828"/>
                    <a:pt x="4310" y="2828"/>
                  </a:cubicBezTo>
                  <a:cubicBezTo>
                    <a:pt x="4716" y="2828"/>
                    <a:pt x="5126" y="2671"/>
                    <a:pt x="5480" y="2462"/>
                  </a:cubicBezTo>
                  <a:cubicBezTo>
                    <a:pt x="5752" y="2300"/>
                    <a:pt x="5916" y="2203"/>
                    <a:pt x="6104" y="2203"/>
                  </a:cubicBezTo>
                  <a:cubicBezTo>
                    <a:pt x="6246" y="2203"/>
                    <a:pt x="6402" y="2259"/>
                    <a:pt x="6627" y="2386"/>
                  </a:cubicBezTo>
                  <a:cubicBezTo>
                    <a:pt x="6977" y="2583"/>
                    <a:pt x="7282" y="2798"/>
                    <a:pt x="7671" y="2924"/>
                  </a:cubicBezTo>
                  <a:cubicBezTo>
                    <a:pt x="8063" y="3051"/>
                    <a:pt x="8495" y="3122"/>
                    <a:pt x="8924" y="3122"/>
                  </a:cubicBezTo>
                  <a:cubicBezTo>
                    <a:pt x="9308" y="3122"/>
                    <a:pt x="9689" y="3065"/>
                    <a:pt x="10041" y="2941"/>
                  </a:cubicBezTo>
                  <a:cubicBezTo>
                    <a:pt x="11597" y="2388"/>
                    <a:pt x="11245" y="882"/>
                    <a:pt x="10115" y="84"/>
                  </a:cubicBezTo>
                  <a:cubicBezTo>
                    <a:pt x="10033" y="26"/>
                    <a:pt x="9951" y="1"/>
                    <a:pt x="9874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5520401" y="1766527"/>
              <a:ext cx="122949" cy="107596"/>
            </a:xfrm>
            <a:custGeom>
              <a:avLst/>
              <a:gdLst/>
              <a:ahLst/>
              <a:cxnLst/>
              <a:rect l="l" t="t" r="r" b="b"/>
              <a:pathLst>
                <a:path w="2787" h="2439" extrusionOk="0">
                  <a:moveTo>
                    <a:pt x="1371" y="1"/>
                  </a:moveTo>
                  <a:cubicBezTo>
                    <a:pt x="1249" y="1"/>
                    <a:pt x="1122" y="14"/>
                    <a:pt x="993" y="40"/>
                  </a:cubicBezTo>
                  <a:cubicBezTo>
                    <a:pt x="538" y="133"/>
                    <a:pt x="0" y="645"/>
                    <a:pt x="201" y="1538"/>
                  </a:cubicBezTo>
                  <a:cubicBezTo>
                    <a:pt x="346" y="2179"/>
                    <a:pt x="986" y="2438"/>
                    <a:pt x="1520" y="2438"/>
                  </a:cubicBezTo>
                  <a:cubicBezTo>
                    <a:pt x="1776" y="2438"/>
                    <a:pt x="2007" y="2379"/>
                    <a:pt x="2147" y="2273"/>
                  </a:cubicBezTo>
                  <a:cubicBezTo>
                    <a:pt x="2635" y="1909"/>
                    <a:pt x="2786" y="1286"/>
                    <a:pt x="2589" y="739"/>
                  </a:cubicBezTo>
                  <a:cubicBezTo>
                    <a:pt x="2426" y="287"/>
                    <a:pt x="1951" y="1"/>
                    <a:pt x="1371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5525959" y="1795245"/>
              <a:ext cx="53423" cy="78260"/>
            </a:xfrm>
            <a:custGeom>
              <a:avLst/>
              <a:gdLst/>
              <a:ahLst/>
              <a:cxnLst/>
              <a:rect l="l" t="t" r="r" b="b"/>
              <a:pathLst>
                <a:path w="1211" h="1774" extrusionOk="0">
                  <a:moveTo>
                    <a:pt x="253" y="1"/>
                  </a:moveTo>
                  <a:cubicBezTo>
                    <a:pt x="209" y="1"/>
                    <a:pt x="164" y="14"/>
                    <a:pt x="119" y="43"/>
                  </a:cubicBezTo>
                  <a:cubicBezTo>
                    <a:pt x="30" y="269"/>
                    <a:pt x="0" y="550"/>
                    <a:pt x="77" y="886"/>
                  </a:cubicBezTo>
                  <a:cubicBezTo>
                    <a:pt x="205" y="1453"/>
                    <a:pt x="723" y="1720"/>
                    <a:pt x="1210" y="1774"/>
                  </a:cubicBezTo>
                  <a:cubicBezTo>
                    <a:pt x="1076" y="1698"/>
                    <a:pt x="972" y="1573"/>
                    <a:pt x="924" y="1385"/>
                  </a:cubicBezTo>
                  <a:cubicBezTo>
                    <a:pt x="880" y="1211"/>
                    <a:pt x="901" y="1028"/>
                    <a:pt x="887" y="849"/>
                  </a:cubicBezTo>
                  <a:cubicBezTo>
                    <a:pt x="876" y="705"/>
                    <a:pt x="822" y="579"/>
                    <a:pt x="751" y="453"/>
                  </a:cubicBezTo>
                  <a:cubicBezTo>
                    <a:pt x="663" y="293"/>
                    <a:pt x="464" y="1"/>
                    <a:pt x="253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5093910" y="1641376"/>
              <a:ext cx="430165" cy="355258"/>
            </a:xfrm>
            <a:custGeom>
              <a:avLst/>
              <a:gdLst/>
              <a:ahLst/>
              <a:cxnLst/>
              <a:rect l="l" t="t" r="r" b="b"/>
              <a:pathLst>
                <a:path w="9751" h="8053" extrusionOk="0">
                  <a:moveTo>
                    <a:pt x="1022" y="0"/>
                  </a:moveTo>
                  <a:cubicBezTo>
                    <a:pt x="1022" y="0"/>
                    <a:pt x="612" y="151"/>
                    <a:pt x="1" y="548"/>
                  </a:cubicBezTo>
                  <a:lnTo>
                    <a:pt x="157" y="6777"/>
                  </a:lnTo>
                  <a:cubicBezTo>
                    <a:pt x="157" y="6777"/>
                    <a:pt x="2921" y="6829"/>
                    <a:pt x="4875" y="8052"/>
                  </a:cubicBezTo>
                  <a:cubicBezTo>
                    <a:pt x="6829" y="6830"/>
                    <a:pt x="9594" y="6778"/>
                    <a:pt x="9594" y="6777"/>
                  </a:cubicBezTo>
                  <a:lnTo>
                    <a:pt x="9750" y="548"/>
                  </a:lnTo>
                  <a:cubicBezTo>
                    <a:pt x="9138" y="151"/>
                    <a:pt x="8728" y="0"/>
                    <a:pt x="8728" y="0"/>
                  </a:cubicBezTo>
                  <a:cubicBezTo>
                    <a:pt x="6326" y="298"/>
                    <a:pt x="4875" y="2150"/>
                    <a:pt x="4875" y="2150"/>
                  </a:cubicBezTo>
                  <a:cubicBezTo>
                    <a:pt x="4875" y="2150"/>
                    <a:pt x="3424" y="298"/>
                    <a:pt x="10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5093954" y="1649449"/>
              <a:ext cx="430165" cy="347185"/>
            </a:xfrm>
            <a:custGeom>
              <a:avLst/>
              <a:gdLst/>
              <a:ahLst/>
              <a:cxnLst/>
              <a:rect l="l" t="t" r="r" b="b"/>
              <a:pathLst>
                <a:path w="9751" h="7870" extrusionOk="0">
                  <a:moveTo>
                    <a:pt x="9125" y="0"/>
                  </a:moveTo>
                  <a:cubicBezTo>
                    <a:pt x="8716" y="90"/>
                    <a:pt x="8316" y="218"/>
                    <a:pt x="7923" y="366"/>
                  </a:cubicBezTo>
                  <a:cubicBezTo>
                    <a:pt x="7465" y="539"/>
                    <a:pt x="7013" y="733"/>
                    <a:pt x="6563" y="924"/>
                  </a:cubicBezTo>
                  <a:cubicBezTo>
                    <a:pt x="6259" y="1053"/>
                    <a:pt x="5942" y="1184"/>
                    <a:pt x="5614" y="1233"/>
                  </a:cubicBezTo>
                  <a:cubicBezTo>
                    <a:pt x="5133" y="1637"/>
                    <a:pt x="4874" y="1967"/>
                    <a:pt x="4874" y="1967"/>
                  </a:cubicBezTo>
                  <a:cubicBezTo>
                    <a:pt x="4874" y="1967"/>
                    <a:pt x="4424" y="1392"/>
                    <a:pt x="3611" y="832"/>
                  </a:cubicBezTo>
                  <a:cubicBezTo>
                    <a:pt x="3027" y="723"/>
                    <a:pt x="2465" y="519"/>
                    <a:pt x="1892" y="370"/>
                  </a:cubicBezTo>
                  <a:cubicBezTo>
                    <a:pt x="1463" y="258"/>
                    <a:pt x="977" y="137"/>
                    <a:pt x="509" y="137"/>
                  </a:cubicBezTo>
                  <a:cubicBezTo>
                    <a:pt x="462" y="137"/>
                    <a:pt x="414" y="138"/>
                    <a:pt x="367" y="141"/>
                  </a:cubicBezTo>
                  <a:cubicBezTo>
                    <a:pt x="256" y="205"/>
                    <a:pt x="133" y="278"/>
                    <a:pt x="1" y="365"/>
                  </a:cubicBezTo>
                  <a:lnTo>
                    <a:pt x="157" y="6595"/>
                  </a:lnTo>
                  <a:cubicBezTo>
                    <a:pt x="157" y="6595"/>
                    <a:pt x="2921" y="6647"/>
                    <a:pt x="4875" y="7869"/>
                  </a:cubicBezTo>
                  <a:cubicBezTo>
                    <a:pt x="6830" y="6647"/>
                    <a:pt x="9594" y="6595"/>
                    <a:pt x="9594" y="6595"/>
                  </a:cubicBezTo>
                  <a:lnTo>
                    <a:pt x="9750" y="365"/>
                  </a:lnTo>
                  <a:cubicBezTo>
                    <a:pt x="9503" y="204"/>
                    <a:pt x="9293" y="87"/>
                    <a:pt x="9125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5080940" y="1661933"/>
              <a:ext cx="456193" cy="337656"/>
            </a:xfrm>
            <a:custGeom>
              <a:avLst/>
              <a:gdLst/>
              <a:ahLst/>
              <a:cxnLst/>
              <a:rect l="l" t="t" r="r" b="b"/>
              <a:pathLst>
                <a:path w="10341" h="7654" extrusionOk="0">
                  <a:moveTo>
                    <a:pt x="90" y="1"/>
                  </a:moveTo>
                  <a:lnTo>
                    <a:pt x="1" y="77"/>
                  </a:lnTo>
                  <a:lnTo>
                    <a:pt x="401" y="6461"/>
                  </a:lnTo>
                  <a:cubicBezTo>
                    <a:pt x="401" y="6461"/>
                    <a:pt x="2948" y="6512"/>
                    <a:pt x="4660" y="7194"/>
                  </a:cubicBezTo>
                  <a:cubicBezTo>
                    <a:pt x="4660" y="7194"/>
                    <a:pt x="4525" y="7653"/>
                    <a:pt x="5169" y="7653"/>
                  </a:cubicBezTo>
                  <a:cubicBezTo>
                    <a:pt x="5812" y="7653"/>
                    <a:pt x="5678" y="7194"/>
                    <a:pt x="5681" y="7194"/>
                  </a:cubicBezTo>
                  <a:cubicBezTo>
                    <a:pt x="7392" y="6512"/>
                    <a:pt x="9940" y="6461"/>
                    <a:pt x="9940" y="6461"/>
                  </a:cubicBezTo>
                  <a:lnTo>
                    <a:pt x="10340" y="77"/>
                  </a:lnTo>
                  <a:lnTo>
                    <a:pt x="10251" y="1"/>
                  </a:lnTo>
                  <a:cubicBezTo>
                    <a:pt x="7338" y="1"/>
                    <a:pt x="5814" y="1417"/>
                    <a:pt x="5644" y="1584"/>
                  </a:cubicBezTo>
                  <a:cubicBezTo>
                    <a:pt x="5634" y="1595"/>
                    <a:pt x="5632" y="1608"/>
                    <a:pt x="5632" y="1623"/>
                  </a:cubicBezTo>
                  <a:cubicBezTo>
                    <a:pt x="5634" y="1732"/>
                    <a:pt x="5481" y="1836"/>
                    <a:pt x="5170" y="1836"/>
                  </a:cubicBezTo>
                  <a:cubicBezTo>
                    <a:pt x="4859" y="1836"/>
                    <a:pt x="4706" y="1732"/>
                    <a:pt x="4709" y="1623"/>
                  </a:cubicBezTo>
                  <a:cubicBezTo>
                    <a:pt x="4709" y="1608"/>
                    <a:pt x="4707" y="1595"/>
                    <a:pt x="4697" y="1584"/>
                  </a:cubicBezTo>
                  <a:cubicBezTo>
                    <a:pt x="4528" y="1417"/>
                    <a:pt x="3004" y="1"/>
                    <a:pt x="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5080984" y="1665286"/>
              <a:ext cx="456105" cy="337568"/>
            </a:xfrm>
            <a:custGeom>
              <a:avLst/>
              <a:gdLst/>
              <a:ahLst/>
              <a:cxnLst/>
              <a:rect l="l" t="t" r="r" b="b"/>
              <a:pathLst>
                <a:path w="10339" h="7652" extrusionOk="0">
                  <a:moveTo>
                    <a:pt x="1" y="1"/>
                  </a:moveTo>
                  <a:lnTo>
                    <a:pt x="222" y="6590"/>
                  </a:lnTo>
                  <a:cubicBezTo>
                    <a:pt x="222" y="6616"/>
                    <a:pt x="243" y="6637"/>
                    <a:pt x="270" y="6638"/>
                  </a:cubicBezTo>
                  <a:cubicBezTo>
                    <a:pt x="635" y="6648"/>
                    <a:pt x="3079" y="6741"/>
                    <a:pt x="4660" y="7370"/>
                  </a:cubicBezTo>
                  <a:cubicBezTo>
                    <a:pt x="4660" y="7370"/>
                    <a:pt x="4524" y="7652"/>
                    <a:pt x="5168" y="7652"/>
                  </a:cubicBezTo>
                  <a:cubicBezTo>
                    <a:pt x="5811" y="7652"/>
                    <a:pt x="5677" y="7370"/>
                    <a:pt x="5679" y="7370"/>
                  </a:cubicBezTo>
                  <a:cubicBezTo>
                    <a:pt x="7260" y="6741"/>
                    <a:pt x="9704" y="6649"/>
                    <a:pt x="10069" y="6638"/>
                  </a:cubicBezTo>
                  <a:cubicBezTo>
                    <a:pt x="10096" y="6637"/>
                    <a:pt x="10116" y="6616"/>
                    <a:pt x="10117" y="6590"/>
                  </a:cubicBezTo>
                  <a:lnTo>
                    <a:pt x="10338" y="1"/>
                  </a:lnTo>
                  <a:cubicBezTo>
                    <a:pt x="7451" y="1"/>
                    <a:pt x="5896" y="1352"/>
                    <a:pt x="5700" y="1534"/>
                  </a:cubicBezTo>
                  <a:cubicBezTo>
                    <a:pt x="5686" y="1546"/>
                    <a:pt x="5686" y="1564"/>
                    <a:pt x="5692" y="1582"/>
                  </a:cubicBezTo>
                  <a:cubicBezTo>
                    <a:pt x="5727" y="1699"/>
                    <a:pt x="5479" y="1835"/>
                    <a:pt x="5169" y="1835"/>
                  </a:cubicBezTo>
                  <a:cubicBezTo>
                    <a:pt x="4860" y="1835"/>
                    <a:pt x="4612" y="1698"/>
                    <a:pt x="4647" y="1582"/>
                  </a:cubicBezTo>
                  <a:cubicBezTo>
                    <a:pt x="4653" y="1564"/>
                    <a:pt x="4653" y="1546"/>
                    <a:pt x="4639" y="1534"/>
                  </a:cubicBezTo>
                  <a:cubicBezTo>
                    <a:pt x="4442" y="1352"/>
                    <a:pt x="2887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5331285" y="1726516"/>
              <a:ext cx="195871" cy="263940"/>
            </a:xfrm>
            <a:custGeom>
              <a:avLst/>
              <a:gdLst/>
              <a:ahLst/>
              <a:cxnLst/>
              <a:rect l="l" t="t" r="r" b="b"/>
              <a:pathLst>
                <a:path w="4440" h="5983" extrusionOk="0">
                  <a:moveTo>
                    <a:pt x="194" y="0"/>
                  </a:moveTo>
                  <a:cubicBezTo>
                    <a:pt x="110" y="68"/>
                    <a:pt x="51" y="120"/>
                    <a:pt x="22" y="146"/>
                  </a:cubicBezTo>
                  <a:cubicBezTo>
                    <a:pt x="9" y="158"/>
                    <a:pt x="9" y="176"/>
                    <a:pt x="14" y="194"/>
                  </a:cubicBezTo>
                  <a:cubicBezTo>
                    <a:pt x="21" y="217"/>
                    <a:pt x="14" y="241"/>
                    <a:pt x="1" y="264"/>
                  </a:cubicBezTo>
                  <a:lnTo>
                    <a:pt x="1" y="5982"/>
                  </a:lnTo>
                  <a:cubicBezTo>
                    <a:pt x="1584" y="5353"/>
                    <a:pt x="4029" y="5261"/>
                    <a:pt x="4392" y="5250"/>
                  </a:cubicBezTo>
                  <a:cubicBezTo>
                    <a:pt x="4418" y="5249"/>
                    <a:pt x="4439" y="5228"/>
                    <a:pt x="4439" y="5202"/>
                  </a:cubicBezTo>
                  <a:lnTo>
                    <a:pt x="4439" y="5202"/>
                  </a:lnTo>
                  <a:cubicBezTo>
                    <a:pt x="4439" y="5202"/>
                    <a:pt x="4435" y="5202"/>
                    <a:pt x="4426" y="5202"/>
                  </a:cubicBezTo>
                  <a:cubicBezTo>
                    <a:pt x="4222" y="5202"/>
                    <a:pt x="1772" y="5153"/>
                    <a:pt x="972" y="2810"/>
                  </a:cubicBezTo>
                  <a:cubicBezTo>
                    <a:pt x="574" y="1647"/>
                    <a:pt x="336" y="687"/>
                    <a:pt x="194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5090733" y="1726163"/>
              <a:ext cx="195209" cy="264161"/>
            </a:xfrm>
            <a:custGeom>
              <a:avLst/>
              <a:gdLst/>
              <a:ahLst/>
              <a:cxnLst/>
              <a:rect l="l" t="t" r="r" b="b"/>
              <a:pathLst>
                <a:path w="4425" h="5988" extrusionOk="0">
                  <a:moveTo>
                    <a:pt x="4234" y="0"/>
                  </a:moveTo>
                  <a:cubicBezTo>
                    <a:pt x="4092" y="687"/>
                    <a:pt x="3854" y="1652"/>
                    <a:pt x="3456" y="2819"/>
                  </a:cubicBezTo>
                  <a:cubicBezTo>
                    <a:pt x="2653" y="5168"/>
                    <a:pt x="195" y="5211"/>
                    <a:pt x="0" y="5211"/>
                  </a:cubicBezTo>
                  <a:cubicBezTo>
                    <a:pt x="1" y="5237"/>
                    <a:pt x="21" y="5258"/>
                    <a:pt x="48" y="5260"/>
                  </a:cubicBezTo>
                  <a:cubicBezTo>
                    <a:pt x="411" y="5271"/>
                    <a:pt x="2843" y="5362"/>
                    <a:pt x="4424" y="5987"/>
                  </a:cubicBezTo>
                  <a:lnTo>
                    <a:pt x="4424" y="249"/>
                  </a:lnTo>
                  <a:cubicBezTo>
                    <a:pt x="4421" y="231"/>
                    <a:pt x="4421" y="215"/>
                    <a:pt x="4424" y="202"/>
                  </a:cubicBezTo>
                  <a:lnTo>
                    <a:pt x="4424" y="170"/>
                  </a:lnTo>
                  <a:cubicBezTo>
                    <a:pt x="4423" y="165"/>
                    <a:pt x="4422" y="158"/>
                    <a:pt x="4417" y="154"/>
                  </a:cubicBezTo>
                  <a:cubicBezTo>
                    <a:pt x="4387" y="126"/>
                    <a:pt x="4323" y="71"/>
                    <a:pt x="4234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5020196" y="1932747"/>
              <a:ext cx="513984" cy="216781"/>
            </a:xfrm>
            <a:custGeom>
              <a:avLst/>
              <a:gdLst/>
              <a:ahLst/>
              <a:cxnLst/>
              <a:rect l="l" t="t" r="r" b="b"/>
              <a:pathLst>
                <a:path w="11651" h="4914" extrusionOk="0">
                  <a:moveTo>
                    <a:pt x="1602" y="0"/>
                  </a:moveTo>
                  <a:cubicBezTo>
                    <a:pt x="897" y="0"/>
                    <a:pt x="396" y="417"/>
                    <a:pt x="231" y="909"/>
                  </a:cubicBezTo>
                  <a:cubicBezTo>
                    <a:pt x="0" y="1593"/>
                    <a:pt x="50" y="2558"/>
                    <a:pt x="1263" y="3174"/>
                  </a:cubicBezTo>
                  <a:cubicBezTo>
                    <a:pt x="3158" y="4139"/>
                    <a:pt x="6126" y="4548"/>
                    <a:pt x="7057" y="4656"/>
                  </a:cubicBezTo>
                  <a:cubicBezTo>
                    <a:pt x="7947" y="4759"/>
                    <a:pt x="8973" y="4914"/>
                    <a:pt x="9819" y="4914"/>
                  </a:cubicBezTo>
                  <a:cubicBezTo>
                    <a:pt x="10765" y="4914"/>
                    <a:pt x="11486" y="4721"/>
                    <a:pt x="11544" y="4050"/>
                  </a:cubicBezTo>
                  <a:cubicBezTo>
                    <a:pt x="11651" y="2834"/>
                    <a:pt x="10827" y="2043"/>
                    <a:pt x="9862" y="2043"/>
                  </a:cubicBezTo>
                  <a:cubicBezTo>
                    <a:pt x="9794" y="2043"/>
                    <a:pt x="9726" y="2046"/>
                    <a:pt x="9657" y="2054"/>
                  </a:cubicBezTo>
                  <a:cubicBezTo>
                    <a:pt x="8850" y="2148"/>
                    <a:pt x="8499" y="2310"/>
                    <a:pt x="7919" y="2310"/>
                  </a:cubicBezTo>
                  <a:cubicBezTo>
                    <a:pt x="7825" y="2310"/>
                    <a:pt x="7724" y="2306"/>
                    <a:pt x="7615" y="2296"/>
                  </a:cubicBezTo>
                  <a:cubicBezTo>
                    <a:pt x="6099" y="1834"/>
                    <a:pt x="2424" y="173"/>
                    <a:pt x="2424" y="173"/>
                  </a:cubicBezTo>
                  <a:cubicBezTo>
                    <a:pt x="2128" y="53"/>
                    <a:pt x="1853" y="0"/>
                    <a:pt x="160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5020196" y="1932747"/>
              <a:ext cx="513984" cy="216781"/>
            </a:xfrm>
            <a:custGeom>
              <a:avLst/>
              <a:gdLst/>
              <a:ahLst/>
              <a:cxnLst/>
              <a:rect l="l" t="t" r="r" b="b"/>
              <a:pathLst>
                <a:path w="11651" h="4914" extrusionOk="0">
                  <a:moveTo>
                    <a:pt x="1602" y="0"/>
                  </a:moveTo>
                  <a:cubicBezTo>
                    <a:pt x="897" y="0"/>
                    <a:pt x="396" y="417"/>
                    <a:pt x="231" y="909"/>
                  </a:cubicBezTo>
                  <a:cubicBezTo>
                    <a:pt x="0" y="1593"/>
                    <a:pt x="50" y="2558"/>
                    <a:pt x="1263" y="3174"/>
                  </a:cubicBezTo>
                  <a:cubicBezTo>
                    <a:pt x="3158" y="4139"/>
                    <a:pt x="6126" y="4548"/>
                    <a:pt x="7057" y="4656"/>
                  </a:cubicBezTo>
                  <a:cubicBezTo>
                    <a:pt x="7947" y="4759"/>
                    <a:pt x="8973" y="4914"/>
                    <a:pt x="9819" y="4914"/>
                  </a:cubicBezTo>
                  <a:cubicBezTo>
                    <a:pt x="10765" y="4914"/>
                    <a:pt x="11486" y="4721"/>
                    <a:pt x="11544" y="4050"/>
                  </a:cubicBezTo>
                  <a:cubicBezTo>
                    <a:pt x="11651" y="2834"/>
                    <a:pt x="10827" y="2043"/>
                    <a:pt x="9862" y="2043"/>
                  </a:cubicBezTo>
                  <a:cubicBezTo>
                    <a:pt x="9794" y="2043"/>
                    <a:pt x="9726" y="2046"/>
                    <a:pt x="9657" y="2054"/>
                  </a:cubicBezTo>
                  <a:cubicBezTo>
                    <a:pt x="8850" y="2148"/>
                    <a:pt x="8499" y="2310"/>
                    <a:pt x="7919" y="2310"/>
                  </a:cubicBezTo>
                  <a:cubicBezTo>
                    <a:pt x="7825" y="2310"/>
                    <a:pt x="7724" y="2306"/>
                    <a:pt x="7615" y="2296"/>
                  </a:cubicBezTo>
                  <a:cubicBezTo>
                    <a:pt x="6099" y="1834"/>
                    <a:pt x="2424" y="173"/>
                    <a:pt x="2424" y="173"/>
                  </a:cubicBezTo>
                  <a:cubicBezTo>
                    <a:pt x="2128" y="53"/>
                    <a:pt x="1853" y="0"/>
                    <a:pt x="160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5024034" y="1995829"/>
              <a:ext cx="510058" cy="153741"/>
            </a:xfrm>
            <a:custGeom>
              <a:avLst/>
              <a:gdLst/>
              <a:ahLst/>
              <a:cxnLst/>
              <a:rect l="l" t="t" r="r" b="b"/>
              <a:pathLst>
                <a:path w="11562" h="3485" extrusionOk="0">
                  <a:moveTo>
                    <a:pt x="39" y="0"/>
                  </a:moveTo>
                  <a:lnTo>
                    <a:pt x="39" y="0"/>
                  </a:lnTo>
                  <a:cubicBezTo>
                    <a:pt x="0" y="598"/>
                    <a:pt x="246" y="1273"/>
                    <a:pt x="1175" y="1745"/>
                  </a:cubicBezTo>
                  <a:cubicBezTo>
                    <a:pt x="3070" y="2710"/>
                    <a:pt x="6038" y="3119"/>
                    <a:pt x="6969" y="3227"/>
                  </a:cubicBezTo>
                  <a:cubicBezTo>
                    <a:pt x="7859" y="3330"/>
                    <a:pt x="8885" y="3485"/>
                    <a:pt x="9731" y="3485"/>
                  </a:cubicBezTo>
                  <a:cubicBezTo>
                    <a:pt x="10677" y="3485"/>
                    <a:pt x="11398" y="3292"/>
                    <a:pt x="11456" y="2621"/>
                  </a:cubicBezTo>
                  <a:cubicBezTo>
                    <a:pt x="11562" y="1405"/>
                    <a:pt x="10740" y="613"/>
                    <a:pt x="9775" y="613"/>
                  </a:cubicBezTo>
                  <a:cubicBezTo>
                    <a:pt x="9706" y="613"/>
                    <a:pt x="9637" y="617"/>
                    <a:pt x="9568" y="625"/>
                  </a:cubicBezTo>
                  <a:cubicBezTo>
                    <a:pt x="8764" y="719"/>
                    <a:pt x="8412" y="880"/>
                    <a:pt x="7833" y="880"/>
                  </a:cubicBezTo>
                  <a:cubicBezTo>
                    <a:pt x="7739" y="880"/>
                    <a:pt x="7638" y="876"/>
                    <a:pt x="7528" y="866"/>
                  </a:cubicBezTo>
                  <a:cubicBezTo>
                    <a:pt x="7169" y="756"/>
                    <a:pt x="6686" y="578"/>
                    <a:pt x="6161" y="372"/>
                  </a:cubicBezTo>
                  <a:cubicBezTo>
                    <a:pt x="5867" y="410"/>
                    <a:pt x="5572" y="442"/>
                    <a:pt x="5276" y="462"/>
                  </a:cubicBezTo>
                  <a:cubicBezTo>
                    <a:pt x="4929" y="484"/>
                    <a:pt x="4582" y="490"/>
                    <a:pt x="4234" y="490"/>
                  </a:cubicBezTo>
                  <a:cubicBezTo>
                    <a:pt x="3908" y="490"/>
                    <a:pt x="3582" y="485"/>
                    <a:pt x="3257" y="481"/>
                  </a:cubicBezTo>
                  <a:cubicBezTo>
                    <a:pt x="2582" y="474"/>
                    <a:pt x="1901" y="456"/>
                    <a:pt x="1232" y="348"/>
                  </a:cubicBezTo>
                  <a:cubicBezTo>
                    <a:pt x="827" y="283"/>
                    <a:pt x="410" y="182"/>
                    <a:pt x="3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5013270" y="1931379"/>
              <a:ext cx="251941" cy="190841"/>
            </a:xfrm>
            <a:custGeom>
              <a:avLst/>
              <a:gdLst/>
              <a:ahLst/>
              <a:cxnLst/>
              <a:rect l="l" t="t" r="r" b="b"/>
              <a:pathLst>
                <a:path w="5711" h="4326" extrusionOk="0">
                  <a:moveTo>
                    <a:pt x="1761" y="1"/>
                  </a:moveTo>
                  <a:cubicBezTo>
                    <a:pt x="1477" y="1"/>
                    <a:pt x="1250" y="68"/>
                    <a:pt x="1084" y="144"/>
                  </a:cubicBezTo>
                  <a:cubicBezTo>
                    <a:pt x="737" y="304"/>
                    <a:pt x="472" y="590"/>
                    <a:pt x="358" y="931"/>
                  </a:cubicBezTo>
                  <a:cubicBezTo>
                    <a:pt x="205" y="1386"/>
                    <a:pt x="1" y="2518"/>
                    <a:pt x="1404" y="3233"/>
                  </a:cubicBezTo>
                  <a:cubicBezTo>
                    <a:pt x="2395" y="3737"/>
                    <a:pt x="3678" y="4088"/>
                    <a:pt x="4807" y="4325"/>
                  </a:cubicBezTo>
                  <a:cubicBezTo>
                    <a:pt x="5105" y="3840"/>
                    <a:pt x="5599" y="2849"/>
                    <a:pt x="5711" y="1522"/>
                  </a:cubicBezTo>
                  <a:cubicBezTo>
                    <a:pt x="4201" y="902"/>
                    <a:pt x="2617" y="186"/>
                    <a:pt x="2591" y="175"/>
                  </a:cubicBezTo>
                  <a:cubicBezTo>
                    <a:pt x="2276" y="48"/>
                    <a:pt x="1999" y="1"/>
                    <a:pt x="1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5023504" y="1998564"/>
              <a:ext cx="240824" cy="123698"/>
            </a:xfrm>
            <a:custGeom>
              <a:avLst/>
              <a:gdLst/>
              <a:ahLst/>
              <a:cxnLst/>
              <a:rect l="l" t="t" r="r" b="b"/>
              <a:pathLst>
                <a:path w="5459" h="2804" extrusionOk="0">
                  <a:moveTo>
                    <a:pt x="17" y="0"/>
                  </a:moveTo>
                  <a:lnTo>
                    <a:pt x="17" y="0"/>
                  </a:lnTo>
                  <a:cubicBezTo>
                    <a:pt x="1" y="531"/>
                    <a:pt x="206" y="1220"/>
                    <a:pt x="1171" y="1712"/>
                  </a:cubicBezTo>
                  <a:cubicBezTo>
                    <a:pt x="2161" y="2215"/>
                    <a:pt x="3444" y="2566"/>
                    <a:pt x="4573" y="2803"/>
                  </a:cubicBezTo>
                  <a:cubicBezTo>
                    <a:pt x="4860" y="2336"/>
                    <a:pt x="5323" y="1401"/>
                    <a:pt x="5459" y="151"/>
                  </a:cubicBezTo>
                  <a:lnTo>
                    <a:pt x="5459" y="151"/>
                  </a:lnTo>
                  <a:cubicBezTo>
                    <a:pt x="5221" y="276"/>
                    <a:pt x="4949" y="325"/>
                    <a:pt x="4677" y="336"/>
                  </a:cubicBezTo>
                  <a:cubicBezTo>
                    <a:pt x="4627" y="339"/>
                    <a:pt x="4577" y="340"/>
                    <a:pt x="4526" y="340"/>
                  </a:cubicBezTo>
                  <a:cubicBezTo>
                    <a:pt x="4237" y="340"/>
                    <a:pt x="3948" y="308"/>
                    <a:pt x="3658" y="294"/>
                  </a:cubicBezTo>
                  <a:cubicBezTo>
                    <a:pt x="3525" y="288"/>
                    <a:pt x="3392" y="284"/>
                    <a:pt x="3258" y="284"/>
                  </a:cubicBezTo>
                  <a:cubicBezTo>
                    <a:pt x="3101" y="284"/>
                    <a:pt x="2945" y="289"/>
                    <a:pt x="2789" y="299"/>
                  </a:cubicBezTo>
                  <a:cubicBezTo>
                    <a:pt x="2479" y="317"/>
                    <a:pt x="2168" y="360"/>
                    <a:pt x="1875" y="465"/>
                  </a:cubicBezTo>
                  <a:cubicBezTo>
                    <a:pt x="1719" y="521"/>
                    <a:pt x="1572" y="596"/>
                    <a:pt x="1432" y="687"/>
                  </a:cubicBezTo>
                  <a:cubicBezTo>
                    <a:pt x="1340" y="747"/>
                    <a:pt x="1279" y="831"/>
                    <a:pt x="1203" y="906"/>
                  </a:cubicBezTo>
                  <a:cubicBezTo>
                    <a:pt x="1153" y="953"/>
                    <a:pt x="1107" y="973"/>
                    <a:pt x="1061" y="973"/>
                  </a:cubicBezTo>
                  <a:cubicBezTo>
                    <a:pt x="998" y="973"/>
                    <a:pt x="936" y="935"/>
                    <a:pt x="868" y="880"/>
                  </a:cubicBezTo>
                  <a:cubicBezTo>
                    <a:pt x="727" y="764"/>
                    <a:pt x="614" y="620"/>
                    <a:pt x="485" y="494"/>
                  </a:cubicBezTo>
                  <a:cubicBezTo>
                    <a:pt x="323" y="334"/>
                    <a:pt x="160" y="177"/>
                    <a:pt x="1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5403499" y="2021459"/>
              <a:ext cx="129698" cy="129345"/>
            </a:xfrm>
            <a:custGeom>
              <a:avLst/>
              <a:gdLst/>
              <a:ahLst/>
              <a:cxnLst/>
              <a:rect l="l" t="t" r="r" b="b"/>
              <a:pathLst>
                <a:path w="2940" h="2932" extrusionOk="0">
                  <a:moveTo>
                    <a:pt x="1170" y="1"/>
                  </a:moveTo>
                  <a:cubicBezTo>
                    <a:pt x="1101" y="1"/>
                    <a:pt x="1032" y="5"/>
                    <a:pt x="963" y="13"/>
                  </a:cubicBezTo>
                  <a:cubicBezTo>
                    <a:pt x="645" y="50"/>
                    <a:pt x="400" y="97"/>
                    <a:pt x="183" y="140"/>
                  </a:cubicBezTo>
                  <a:cubicBezTo>
                    <a:pt x="405" y="189"/>
                    <a:pt x="692" y="265"/>
                    <a:pt x="890" y="373"/>
                  </a:cubicBezTo>
                  <a:cubicBezTo>
                    <a:pt x="1322" y="608"/>
                    <a:pt x="1673" y="1295"/>
                    <a:pt x="1673" y="1808"/>
                  </a:cubicBezTo>
                  <a:cubicBezTo>
                    <a:pt x="1673" y="2322"/>
                    <a:pt x="1195" y="2535"/>
                    <a:pt x="806" y="2682"/>
                  </a:cubicBezTo>
                  <a:cubicBezTo>
                    <a:pt x="674" y="2733"/>
                    <a:pt x="252" y="2818"/>
                    <a:pt x="1" y="2865"/>
                  </a:cubicBezTo>
                  <a:cubicBezTo>
                    <a:pt x="390" y="2903"/>
                    <a:pt x="773" y="2931"/>
                    <a:pt x="1126" y="2931"/>
                  </a:cubicBezTo>
                  <a:cubicBezTo>
                    <a:pt x="1130" y="2931"/>
                    <a:pt x="1134" y="2931"/>
                    <a:pt x="1137" y="2931"/>
                  </a:cubicBezTo>
                  <a:cubicBezTo>
                    <a:pt x="1757" y="2931"/>
                    <a:pt x="2286" y="2848"/>
                    <a:pt x="2594" y="2598"/>
                  </a:cubicBezTo>
                  <a:cubicBezTo>
                    <a:pt x="2766" y="2460"/>
                    <a:pt x="2864" y="2272"/>
                    <a:pt x="2884" y="2042"/>
                  </a:cubicBezTo>
                  <a:cubicBezTo>
                    <a:pt x="2939" y="1415"/>
                    <a:pt x="2752" y="859"/>
                    <a:pt x="2358" y="475"/>
                  </a:cubicBezTo>
                  <a:cubicBezTo>
                    <a:pt x="2042" y="168"/>
                    <a:pt x="1617" y="1"/>
                    <a:pt x="11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5403455" y="2021459"/>
              <a:ext cx="127625" cy="129125"/>
            </a:xfrm>
            <a:custGeom>
              <a:avLst/>
              <a:gdLst/>
              <a:ahLst/>
              <a:cxnLst/>
              <a:rect l="l" t="t" r="r" b="b"/>
              <a:pathLst>
                <a:path w="2893" h="2927" extrusionOk="0">
                  <a:moveTo>
                    <a:pt x="1171" y="1"/>
                  </a:moveTo>
                  <a:cubicBezTo>
                    <a:pt x="1102" y="1"/>
                    <a:pt x="1033" y="5"/>
                    <a:pt x="964" y="13"/>
                  </a:cubicBezTo>
                  <a:cubicBezTo>
                    <a:pt x="646" y="50"/>
                    <a:pt x="401" y="97"/>
                    <a:pt x="183" y="140"/>
                  </a:cubicBezTo>
                  <a:cubicBezTo>
                    <a:pt x="406" y="189"/>
                    <a:pt x="693" y="265"/>
                    <a:pt x="891" y="373"/>
                  </a:cubicBezTo>
                  <a:cubicBezTo>
                    <a:pt x="1323" y="608"/>
                    <a:pt x="1674" y="1295"/>
                    <a:pt x="1674" y="1808"/>
                  </a:cubicBezTo>
                  <a:cubicBezTo>
                    <a:pt x="1673" y="2323"/>
                    <a:pt x="1195" y="2538"/>
                    <a:pt x="806" y="2686"/>
                  </a:cubicBezTo>
                  <a:cubicBezTo>
                    <a:pt x="674" y="2735"/>
                    <a:pt x="251" y="2821"/>
                    <a:pt x="1" y="2868"/>
                  </a:cubicBezTo>
                  <a:cubicBezTo>
                    <a:pt x="308" y="2898"/>
                    <a:pt x="607" y="2918"/>
                    <a:pt x="896" y="2926"/>
                  </a:cubicBezTo>
                  <a:cubicBezTo>
                    <a:pt x="978" y="2898"/>
                    <a:pt x="1058" y="2868"/>
                    <a:pt x="1138" y="2834"/>
                  </a:cubicBezTo>
                  <a:cubicBezTo>
                    <a:pt x="1526" y="2672"/>
                    <a:pt x="1899" y="2466"/>
                    <a:pt x="2252" y="2238"/>
                  </a:cubicBezTo>
                  <a:cubicBezTo>
                    <a:pt x="2474" y="2094"/>
                    <a:pt x="2686" y="1939"/>
                    <a:pt x="2893" y="1776"/>
                  </a:cubicBezTo>
                  <a:cubicBezTo>
                    <a:pt x="2880" y="1259"/>
                    <a:pt x="2696" y="804"/>
                    <a:pt x="2358" y="475"/>
                  </a:cubicBezTo>
                  <a:cubicBezTo>
                    <a:pt x="2043" y="168"/>
                    <a:pt x="1618" y="1"/>
                    <a:pt x="117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5485374" y="1800406"/>
              <a:ext cx="69746" cy="68290"/>
            </a:xfrm>
            <a:custGeom>
              <a:avLst/>
              <a:gdLst/>
              <a:ahLst/>
              <a:cxnLst/>
              <a:rect l="l" t="t" r="r" b="b"/>
              <a:pathLst>
                <a:path w="1581" h="1548" extrusionOk="0">
                  <a:moveTo>
                    <a:pt x="874" y="1"/>
                  </a:moveTo>
                  <a:cubicBezTo>
                    <a:pt x="658" y="1"/>
                    <a:pt x="496" y="61"/>
                    <a:pt x="456" y="163"/>
                  </a:cubicBezTo>
                  <a:cubicBezTo>
                    <a:pt x="456" y="163"/>
                    <a:pt x="277" y="166"/>
                    <a:pt x="204" y="270"/>
                  </a:cubicBezTo>
                  <a:cubicBezTo>
                    <a:pt x="130" y="375"/>
                    <a:pt x="209" y="486"/>
                    <a:pt x="209" y="486"/>
                  </a:cubicBezTo>
                  <a:cubicBezTo>
                    <a:pt x="1" y="620"/>
                    <a:pt x="293" y="928"/>
                    <a:pt x="293" y="928"/>
                  </a:cubicBezTo>
                  <a:cubicBezTo>
                    <a:pt x="292" y="1127"/>
                    <a:pt x="484" y="1304"/>
                    <a:pt x="631" y="1395"/>
                  </a:cubicBezTo>
                  <a:cubicBezTo>
                    <a:pt x="811" y="1508"/>
                    <a:pt x="934" y="1547"/>
                    <a:pt x="1027" y="1547"/>
                  </a:cubicBezTo>
                  <a:cubicBezTo>
                    <a:pt x="1112" y="1547"/>
                    <a:pt x="1170" y="1514"/>
                    <a:pt x="1224" y="1476"/>
                  </a:cubicBezTo>
                  <a:cubicBezTo>
                    <a:pt x="1337" y="1395"/>
                    <a:pt x="1465" y="1135"/>
                    <a:pt x="1530" y="774"/>
                  </a:cubicBezTo>
                  <a:cubicBezTo>
                    <a:pt x="1581" y="474"/>
                    <a:pt x="1530" y="138"/>
                    <a:pt x="1322" y="73"/>
                  </a:cubicBezTo>
                  <a:cubicBezTo>
                    <a:pt x="1162" y="23"/>
                    <a:pt x="1008" y="1"/>
                    <a:pt x="87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5083719" y="1932747"/>
              <a:ext cx="514072" cy="216781"/>
            </a:xfrm>
            <a:custGeom>
              <a:avLst/>
              <a:gdLst/>
              <a:ahLst/>
              <a:cxnLst/>
              <a:rect l="l" t="t" r="r" b="b"/>
              <a:pathLst>
                <a:path w="11653" h="4914" extrusionOk="0">
                  <a:moveTo>
                    <a:pt x="10049" y="0"/>
                  </a:moveTo>
                  <a:cubicBezTo>
                    <a:pt x="9799" y="0"/>
                    <a:pt x="9523" y="53"/>
                    <a:pt x="9228" y="173"/>
                  </a:cubicBezTo>
                  <a:cubicBezTo>
                    <a:pt x="9228" y="173"/>
                    <a:pt x="5554" y="1834"/>
                    <a:pt x="4037" y="2296"/>
                  </a:cubicBezTo>
                  <a:cubicBezTo>
                    <a:pt x="3927" y="2306"/>
                    <a:pt x="3827" y="2310"/>
                    <a:pt x="3732" y="2310"/>
                  </a:cubicBezTo>
                  <a:cubicBezTo>
                    <a:pt x="3152" y="2310"/>
                    <a:pt x="2801" y="2148"/>
                    <a:pt x="1995" y="2054"/>
                  </a:cubicBezTo>
                  <a:cubicBezTo>
                    <a:pt x="1926" y="2046"/>
                    <a:pt x="1858" y="2043"/>
                    <a:pt x="1790" y="2043"/>
                  </a:cubicBezTo>
                  <a:cubicBezTo>
                    <a:pt x="826" y="2043"/>
                    <a:pt x="1" y="2834"/>
                    <a:pt x="108" y="4050"/>
                  </a:cubicBezTo>
                  <a:cubicBezTo>
                    <a:pt x="166" y="4721"/>
                    <a:pt x="887" y="4914"/>
                    <a:pt x="1833" y="4914"/>
                  </a:cubicBezTo>
                  <a:cubicBezTo>
                    <a:pt x="2679" y="4914"/>
                    <a:pt x="3705" y="4759"/>
                    <a:pt x="4595" y="4656"/>
                  </a:cubicBezTo>
                  <a:cubicBezTo>
                    <a:pt x="5527" y="4548"/>
                    <a:pt x="8495" y="4139"/>
                    <a:pt x="10389" y="3174"/>
                  </a:cubicBezTo>
                  <a:cubicBezTo>
                    <a:pt x="11602" y="2558"/>
                    <a:pt x="11653" y="1593"/>
                    <a:pt x="11421" y="909"/>
                  </a:cubicBezTo>
                  <a:cubicBezTo>
                    <a:pt x="11256" y="417"/>
                    <a:pt x="10755" y="0"/>
                    <a:pt x="10049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5087028" y="1962921"/>
              <a:ext cx="510763" cy="186651"/>
            </a:xfrm>
            <a:custGeom>
              <a:avLst/>
              <a:gdLst/>
              <a:ahLst/>
              <a:cxnLst/>
              <a:rect l="l" t="t" r="r" b="b"/>
              <a:pathLst>
                <a:path w="11578" h="4231" extrusionOk="0">
                  <a:moveTo>
                    <a:pt x="11246" y="0"/>
                  </a:moveTo>
                  <a:cubicBezTo>
                    <a:pt x="11053" y="509"/>
                    <a:pt x="10691" y="940"/>
                    <a:pt x="10295" y="1303"/>
                  </a:cubicBezTo>
                  <a:cubicBezTo>
                    <a:pt x="8757" y="2718"/>
                    <a:pt x="6581" y="3312"/>
                    <a:pt x="4548" y="3524"/>
                  </a:cubicBezTo>
                  <a:cubicBezTo>
                    <a:pt x="4072" y="3574"/>
                    <a:pt x="3593" y="3604"/>
                    <a:pt x="3114" y="3604"/>
                  </a:cubicBezTo>
                  <a:cubicBezTo>
                    <a:pt x="2944" y="3604"/>
                    <a:pt x="2774" y="3601"/>
                    <a:pt x="2605" y="3592"/>
                  </a:cubicBezTo>
                  <a:cubicBezTo>
                    <a:pt x="2290" y="3577"/>
                    <a:pt x="1981" y="3542"/>
                    <a:pt x="1671" y="3498"/>
                  </a:cubicBezTo>
                  <a:cubicBezTo>
                    <a:pt x="1439" y="3465"/>
                    <a:pt x="1206" y="3426"/>
                    <a:pt x="987" y="3345"/>
                  </a:cubicBezTo>
                  <a:cubicBezTo>
                    <a:pt x="550" y="3183"/>
                    <a:pt x="274" y="2841"/>
                    <a:pt x="216" y="2377"/>
                  </a:cubicBezTo>
                  <a:cubicBezTo>
                    <a:pt x="212" y="2354"/>
                    <a:pt x="211" y="2330"/>
                    <a:pt x="210" y="2306"/>
                  </a:cubicBezTo>
                  <a:cubicBezTo>
                    <a:pt x="68" y="2605"/>
                    <a:pt x="0" y="2962"/>
                    <a:pt x="36" y="3367"/>
                  </a:cubicBezTo>
                  <a:cubicBezTo>
                    <a:pt x="95" y="4038"/>
                    <a:pt x="816" y="4231"/>
                    <a:pt x="1761" y="4231"/>
                  </a:cubicBezTo>
                  <a:cubicBezTo>
                    <a:pt x="2607" y="4231"/>
                    <a:pt x="3633" y="4076"/>
                    <a:pt x="4523" y="3973"/>
                  </a:cubicBezTo>
                  <a:cubicBezTo>
                    <a:pt x="5453" y="3865"/>
                    <a:pt x="8421" y="3456"/>
                    <a:pt x="10317" y="2491"/>
                  </a:cubicBezTo>
                  <a:cubicBezTo>
                    <a:pt x="11529" y="1874"/>
                    <a:pt x="11578" y="909"/>
                    <a:pt x="11347" y="225"/>
                  </a:cubicBezTo>
                  <a:cubicBezTo>
                    <a:pt x="11321" y="147"/>
                    <a:pt x="11288" y="73"/>
                    <a:pt x="11246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5352769" y="1931379"/>
              <a:ext cx="251941" cy="190841"/>
            </a:xfrm>
            <a:custGeom>
              <a:avLst/>
              <a:gdLst/>
              <a:ahLst/>
              <a:cxnLst/>
              <a:rect l="l" t="t" r="r" b="b"/>
              <a:pathLst>
                <a:path w="5711" h="4326" extrusionOk="0">
                  <a:moveTo>
                    <a:pt x="3949" y="1"/>
                  </a:moveTo>
                  <a:cubicBezTo>
                    <a:pt x="3711" y="1"/>
                    <a:pt x="3434" y="48"/>
                    <a:pt x="3119" y="175"/>
                  </a:cubicBezTo>
                  <a:cubicBezTo>
                    <a:pt x="3094" y="186"/>
                    <a:pt x="1509" y="902"/>
                    <a:pt x="0" y="1522"/>
                  </a:cubicBezTo>
                  <a:cubicBezTo>
                    <a:pt x="112" y="2849"/>
                    <a:pt x="605" y="3840"/>
                    <a:pt x="904" y="4325"/>
                  </a:cubicBezTo>
                  <a:cubicBezTo>
                    <a:pt x="2033" y="4088"/>
                    <a:pt x="3316" y="3737"/>
                    <a:pt x="4305" y="3233"/>
                  </a:cubicBezTo>
                  <a:cubicBezTo>
                    <a:pt x="5710" y="2518"/>
                    <a:pt x="5506" y="1386"/>
                    <a:pt x="5353" y="931"/>
                  </a:cubicBezTo>
                  <a:cubicBezTo>
                    <a:pt x="5238" y="590"/>
                    <a:pt x="4973" y="304"/>
                    <a:pt x="4626" y="144"/>
                  </a:cubicBezTo>
                  <a:cubicBezTo>
                    <a:pt x="4459" y="68"/>
                    <a:pt x="4232" y="1"/>
                    <a:pt x="3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5381443" y="1961288"/>
              <a:ext cx="223266" cy="160887"/>
            </a:xfrm>
            <a:custGeom>
              <a:avLst/>
              <a:gdLst/>
              <a:ahLst/>
              <a:cxnLst/>
              <a:rect l="l" t="t" r="r" b="b"/>
              <a:pathLst>
                <a:path w="5061" h="3647" extrusionOk="0">
                  <a:moveTo>
                    <a:pt x="4584" y="1"/>
                  </a:moveTo>
                  <a:cubicBezTo>
                    <a:pt x="4397" y="526"/>
                    <a:pt x="4025" y="967"/>
                    <a:pt x="3621" y="1340"/>
                  </a:cubicBezTo>
                  <a:cubicBezTo>
                    <a:pt x="2614" y="2266"/>
                    <a:pt x="1335" y="2840"/>
                    <a:pt x="1" y="3185"/>
                  </a:cubicBezTo>
                  <a:cubicBezTo>
                    <a:pt x="91" y="3369"/>
                    <a:pt x="179" y="3524"/>
                    <a:pt x="254" y="3646"/>
                  </a:cubicBezTo>
                  <a:cubicBezTo>
                    <a:pt x="1384" y="3409"/>
                    <a:pt x="2666" y="3058"/>
                    <a:pt x="3655" y="2554"/>
                  </a:cubicBezTo>
                  <a:cubicBezTo>
                    <a:pt x="5060" y="1839"/>
                    <a:pt x="4855" y="706"/>
                    <a:pt x="4703" y="253"/>
                  </a:cubicBezTo>
                  <a:cubicBezTo>
                    <a:pt x="4672" y="165"/>
                    <a:pt x="4634" y="80"/>
                    <a:pt x="458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5084734" y="2021459"/>
              <a:ext cx="129742" cy="129345"/>
            </a:xfrm>
            <a:custGeom>
              <a:avLst/>
              <a:gdLst/>
              <a:ahLst/>
              <a:cxnLst/>
              <a:rect l="l" t="t" r="r" b="b"/>
              <a:pathLst>
                <a:path w="2941" h="2932" extrusionOk="0">
                  <a:moveTo>
                    <a:pt x="1771" y="1"/>
                  </a:moveTo>
                  <a:cubicBezTo>
                    <a:pt x="1323" y="1"/>
                    <a:pt x="898" y="168"/>
                    <a:pt x="583" y="475"/>
                  </a:cubicBezTo>
                  <a:cubicBezTo>
                    <a:pt x="189" y="859"/>
                    <a:pt x="1" y="1415"/>
                    <a:pt x="56" y="2042"/>
                  </a:cubicBezTo>
                  <a:cubicBezTo>
                    <a:pt x="76" y="2272"/>
                    <a:pt x="174" y="2460"/>
                    <a:pt x="346" y="2598"/>
                  </a:cubicBezTo>
                  <a:cubicBezTo>
                    <a:pt x="654" y="2848"/>
                    <a:pt x="1181" y="2931"/>
                    <a:pt x="1803" y="2931"/>
                  </a:cubicBezTo>
                  <a:cubicBezTo>
                    <a:pt x="1807" y="2931"/>
                    <a:pt x="1811" y="2931"/>
                    <a:pt x="1815" y="2931"/>
                  </a:cubicBezTo>
                  <a:cubicBezTo>
                    <a:pt x="2168" y="2931"/>
                    <a:pt x="2550" y="2903"/>
                    <a:pt x="2940" y="2865"/>
                  </a:cubicBezTo>
                  <a:cubicBezTo>
                    <a:pt x="2689" y="2818"/>
                    <a:pt x="2267" y="2733"/>
                    <a:pt x="2133" y="2682"/>
                  </a:cubicBezTo>
                  <a:cubicBezTo>
                    <a:pt x="1745" y="2535"/>
                    <a:pt x="1267" y="2322"/>
                    <a:pt x="1267" y="1808"/>
                  </a:cubicBezTo>
                  <a:cubicBezTo>
                    <a:pt x="1267" y="1295"/>
                    <a:pt x="1618" y="608"/>
                    <a:pt x="2049" y="373"/>
                  </a:cubicBezTo>
                  <a:cubicBezTo>
                    <a:pt x="2248" y="265"/>
                    <a:pt x="2536" y="189"/>
                    <a:pt x="2757" y="140"/>
                  </a:cubicBezTo>
                  <a:cubicBezTo>
                    <a:pt x="2541" y="97"/>
                    <a:pt x="2295" y="50"/>
                    <a:pt x="1978" y="13"/>
                  </a:cubicBezTo>
                  <a:cubicBezTo>
                    <a:pt x="1908" y="5"/>
                    <a:pt x="1839" y="1"/>
                    <a:pt x="1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5085572" y="2062220"/>
              <a:ext cx="128904" cy="88671"/>
            </a:xfrm>
            <a:custGeom>
              <a:avLst/>
              <a:gdLst/>
              <a:ahLst/>
              <a:cxnLst/>
              <a:rect l="l" t="t" r="r" b="b"/>
              <a:pathLst>
                <a:path w="2922" h="2010" extrusionOk="0">
                  <a:moveTo>
                    <a:pt x="237" y="1"/>
                  </a:moveTo>
                  <a:cubicBezTo>
                    <a:pt x="71" y="323"/>
                    <a:pt x="1" y="706"/>
                    <a:pt x="36" y="1120"/>
                  </a:cubicBezTo>
                  <a:cubicBezTo>
                    <a:pt x="55" y="1349"/>
                    <a:pt x="154" y="1536"/>
                    <a:pt x="326" y="1675"/>
                  </a:cubicBezTo>
                  <a:cubicBezTo>
                    <a:pt x="636" y="1926"/>
                    <a:pt x="1168" y="2009"/>
                    <a:pt x="1796" y="2009"/>
                  </a:cubicBezTo>
                  <a:cubicBezTo>
                    <a:pt x="2149" y="2009"/>
                    <a:pt x="2531" y="1982"/>
                    <a:pt x="2921" y="1943"/>
                  </a:cubicBezTo>
                  <a:cubicBezTo>
                    <a:pt x="2670" y="1896"/>
                    <a:pt x="2248" y="1811"/>
                    <a:pt x="2114" y="1762"/>
                  </a:cubicBezTo>
                  <a:cubicBezTo>
                    <a:pt x="1812" y="1646"/>
                    <a:pt x="1457" y="1487"/>
                    <a:pt x="1314" y="1178"/>
                  </a:cubicBezTo>
                  <a:cubicBezTo>
                    <a:pt x="1214" y="1156"/>
                    <a:pt x="1114" y="1130"/>
                    <a:pt x="1019" y="1094"/>
                  </a:cubicBezTo>
                  <a:cubicBezTo>
                    <a:pt x="581" y="932"/>
                    <a:pt x="306" y="590"/>
                    <a:pt x="248" y="127"/>
                  </a:cubicBezTo>
                  <a:cubicBezTo>
                    <a:pt x="242" y="85"/>
                    <a:pt x="239" y="43"/>
                    <a:pt x="23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4763763" y="1369372"/>
              <a:ext cx="160358" cy="33483"/>
            </a:xfrm>
            <a:custGeom>
              <a:avLst/>
              <a:gdLst/>
              <a:ahLst/>
              <a:cxnLst/>
              <a:rect l="l" t="t" r="r" b="b"/>
              <a:pathLst>
                <a:path w="3635" h="759" extrusionOk="0">
                  <a:moveTo>
                    <a:pt x="413" y="1"/>
                  </a:moveTo>
                  <a:cubicBezTo>
                    <a:pt x="258" y="1"/>
                    <a:pt x="125" y="109"/>
                    <a:pt x="96" y="261"/>
                  </a:cubicBezTo>
                  <a:lnTo>
                    <a:pt x="0" y="758"/>
                  </a:lnTo>
                  <a:lnTo>
                    <a:pt x="3634" y="758"/>
                  </a:lnTo>
                  <a:lnTo>
                    <a:pt x="3541" y="261"/>
                  </a:lnTo>
                  <a:cubicBezTo>
                    <a:pt x="3513" y="111"/>
                    <a:pt x="3379" y="1"/>
                    <a:pt x="3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4763719" y="1380400"/>
              <a:ext cx="160314" cy="22455"/>
            </a:xfrm>
            <a:custGeom>
              <a:avLst/>
              <a:gdLst/>
              <a:ahLst/>
              <a:cxnLst/>
              <a:rect l="l" t="t" r="r" b="b"/>
              <a:pathLst>
                <a:path w="3634" h="509" extrusionOk="0">
                  <a:moveTo>
                    <a:pt x="100" y="1"/>
                  </a:moveTo>
                  <a:cubicBezTo>
                    <a:pt x="99" y="5"/>
                    <a:pt x="96" y="8"/>
                    <a:pt x="96" y="11"/>
                  </a:cubicBezTo>
                  <a:lnTo>
                    <a:pt x="0" y="508"/>
                  </a:lnTo>
                  <a:lnTo>
                    <a:pt x="3633" y="508"/>
                  </a:lnTo>
                  <a:lnTo>
                    <a:pt x="3550" y="72"/>
                  </a:lnTo>
                  <a:cubicBezTo>
                    <a:pt x="3032" y="297"/>
                    <a:pt x="2451" y="377"/>
                    <a:pt x="1888" y="379"/>
                  </a:cubicBezTo>
                  <a:cubicBezTo>
                    <a:pt x="1877" y="379"/>
                    <a:pt x="1866" y="379"/>
                    <a:pt x="1854" y="379"/>
                  </a:cubicBezTo>
                  <a:cubicBezTo>
                    <a:pt x="1474" y="379"/>
                    <a:pt x="1091" y="345"/>
                    <a:pt x="721" y="253"/>
                  </a:cubicBezTo>
                  <a:cubicBezTo>
                    <a:pt x="551" y="210"/>
                    <a:pt x="274" y="140"/>
                    <a:pt x="10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4767865" y="1402722"/>
              <a:ext cx="152064" cy="212899"/>
            </a:xfrm>
            <a:custGeom>
              <a:avLst/>
              <a:gdLst/>
              <a:ahLst/>
              <a:cxnLst/>
              <a:rect l="l" t="t" r="r" b="b"/>
              <a:pathLst>
                <a:path w="3447" h="4826" extrusionOk="0">
                  <a:moveTo>
                    <a:pt x="1" y="0"/>
                  </a:moveTo>
                  <a:lnTo>
                    <a:pt x="202" y="4677"/>
                  </a:lnTo>
                  <a:cubicBezTo>
                    <a:pt x="206" y="4760"/>
                    <a:pt x="274" y="4825"/>
                    <a:pt x="357" y="4825"/>
                  </a:cubicBezTo>
                  <a:lnTo>
                    <a:pt x="3092" y="4825"/>
                  </a:lnTo>
                  <a:cubicBezTo>
                    <a:pt x="3175" y="4825"/>
                    <a:pt x="3243" y="4761"/>
                    <a:pt x="3246" y="4677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4767865" y="1402810"/>
              <a:ext cx="152197" cy="212943"/>
            </a:xfrm>
            <a:custGeom>
              <a:avLst/>
              <a:gdLst/>
              <a:ahLst/>
              <a:cxnLst/>
              <a:rect l="l" t="t" r="r" b="b"/>
              <a:pathLst>
                <a:path w="3450" h="4827" extrusionOk="0">
                  <a:moveTo>
                    <a:pt x="1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1"/>
                  </a:moveTo>
                  <a:lnTo>
                    <a:pt x="29" y="661"/>
                  </a:lnTo>
                  <a:cubicBezTo>
                    <a:pt x="34" y="661"/>
                    <a:pt x="39" y="661"/>
                    <a:pt x="44" y="661"/>
                  </a:cubicBezTo>
                  <a:cubicBezTo>
                    <a:pt x="379" y="661"/>
                    <a:pt x="719" y="733"/>
                    <a:pt x="1052" y="763"/>
                  </a:cubicBezTo>
                  <a:cubicBezTo>
                    <a:pt x="1500" y="804"/>
                    <a:pt x="1951" y="806"/>
                    <a:pt x="2402" y="814"/>
                  </a:cubicBezTo>
                  <a:cubicBezTo>
                    <a:pt x="2414" y="814"/>
                    <a:pt x="2427" y="825"/>
                    <a:pt x="2427" y="838"/>
                  </a:cubicBezTo>
                  <a:cubicBezTo>
                    <a:pt x="2418" y="1063"/>
                    <a:pt x="2423" y="1294"/>
                    <a:pt x="2482" y="1513"/>
                  </a:cubicBezTo>
                  <a:cubicBezTo>
                    <a:pt x="2515" y="1633"/>
                    <a:pt x="2566" y="1728"/>
                    <a:pt x="2650" y="1819"/>
                  </a:cubicBezTo>
                  <a:cubicBezTo>
                    <a:pt x="2697" y="1869"/>
                    <a:pt x="2753" y="1922"/>
                    <a:pt x="2764" y="1992"/>
                  </a:cubicBezTo>
                  <a:cubicBezTo>
                    <a:pt x="2773" y="2058"/>
                    <a:pt x="2750" y="2129"/>
                    <a:pt x="2738" y="2193"/>
                  </a:cubicBezTo>
                  <a:cubicBezTo>
                    <a:pt x="2718" y="2289"/>
                    <a:pt x="2715" y="2385"/>
                    <a:pt x="2717" y="2484"/>
                  </a:cubicBezTo>
                  <a:cubicBezTo>
                    <a:pt x="2719" y="2710"/>
                    <a:pt x="2751" y="2932"/>
                    <a:pt x="2759" y="3157"/>
                  </a:cubicBezTo>
                  <a:cubicBezTo>
                    <a:pt x="2770" y="3531"/>
                    <a:pt x="2680" y="3862"/>
                    <a:pt x="2446" y="4157"/>
                  </a:cubicBezTo>
                  <a:cubicBezTo>
                    <a:pt x="2236" y="4424"/>
                    <a:pt x="1930" y="4683"/>
                    <a:pt x="1613" y="4811"/>
                  </a:cubicBezTo>
                  <a:cubicBezTo>
                    <a:pt x="1596" y="4817"/>
                    <a:pt x="1579" y="4821"/>
                    <a:pt x="1563" y="4826"/>
                  </a:cubicBezTo>
                  <a:lnTo>
                    <a:pt x="3095" y="4826"/>
                  </a:lnTo>
                  <a:cubicBezTo>
                    <a:pt x="3177" y="4826"/>
                    <a:pt x="3246" y="4760"/>
                    <a:pt x="3249" y="4677"/>
                  </a:cubicBezTo>
                  <a:lnTo>
                    <a:pt x="3450" y="1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4755866" y="1399722"/>
              <a:ext cx="176107" cy="24396"/>
            </a:xfrm>
            <a:custGeom>
              <a:avLst/>
              <a:gdLst/>
              <a:ahLst/>
              <a:cxnLst/>
              <a:rect l="l" t="t" r="r" b="b"/>
              <a:pathLst>
                <a:path w="3992" h="553" extrusionOk="0">
                  <a:moveTo>
                    <a:pt x="214" y="1"/>
                  </a:moveTo>
                  <a:cubicBezTo>
                    <a:pt x="131" y="1"/>
                    <a:pt x="62" y="62"/>
                    <a:pt x="51" y="144"/>
                  </a:cubicBezTo>
                  <a:lnTo>
                    <a:pt x="5" y="492"/>
                  </a:lnTo>
                  <a:cubicBezTo>
                    <a:pt x="1" y="524"/>
                    <a:pt x="25" y="552"/>
                    <a:pt x="58" y="552"/>
                  </a:cubicBezTo>
                  <a:lnTo>
                    <a:pt x="3935" y="552"/>
                  </a:lnTo>
                  <a:cubicBezTo>
                    <a:pt x="3967" y="552"/>
                    <a:pt x="3992" y="524"/>
                    <a:pt x="3988" y="492"/>
                  </a:cubicBezTo>
                  <a:lnTo>
                    <a:pt x="3942" y="144"/>
                  </a:lnTo>
                  <a:cubicBezTo>
                    <a:pt x="3930" y="62"/>
                    <a:pt x="3861" y="1"/>
                    <a:pt x="3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4755911" y="1404266"/>
              <a:ext cx="176151" cy="19852"/>
            </a:xfrm>
            <a:custGeom>
              <a:avLst/>
              <a:gdLst/>
              <a:ahLst/>
              <a:cxnLst/>
              <a:rect l="l" t="t" r="r" b="b"/>
              <a:pathLst>
                <a:path w="3993" h="450" extrusionOk="0">
                  <a:moveTo>
                    <a:pt x="64" y="1"/>
                  </a:moveTo>
                  <a:cubicBezTo>
                    <a:pt x="59" y="14"/>
                    <a:pt x="53" y="26"/>
                    <a:pt x="51" y="41"/>
                  </a:cubicBezTo>
                  <a:lnTo>
                    <a:pt x="5" y="389"/>
                  </a:lnTo>
                  <a:cubicBezTo>
                    <a:pt x="1" y="421"/>
                    <a:pt x="25" y="449"/>
                    <a:pt x="58" y="449"/>
                  </a:cubicBezTo>
                  <a:lnTo>
                    <a:pt x="3935" y="449"/>
                  </a:lnTo>
                  <a:cubicBezTo>
                    <a:pt x="3967" y="449"/>
                    <a:pt x="3992" y="421"/>
                    <a:pt x="3988" y="389"/>
                  </a:cubicBezTo>
                  <a:lnTo>
                    <a:pt x="3942" y="41"/>
                  </a:lnTo>
                  <a:cubicBezTo>
                    <a:pt x="3933" y="36"/>
                    <a:pt x="3930" y="34"/>
                    <a:pt x="3924" y="30"/>
                  </a:cubicBezTo>
                  <a:cubicBezTo>
                    <a:pt x="3741" y="94"/>
                    <a:pt x="3559" y="158"/>
                    <a:pt x="3369" y="202"/>
                  </a:cubicBezTo>
                  <a:cubicBezTo>
                    <a:pt x="2952" y="299"/>
                    <a:pt x="2522" y="340"/>
                    <a:pt x="2093" y="344"/>
                  </a:cubicBezTo>
                  <a:cubicBezTo>
                    <a:pt x="2053" y="344"/>
                    <a:pt x="2013" y="345"/>
                    <a:pt x="1973" y="345"/>
                  </a:cubicBezTo>
                  <a:cubicBezTo>
                    <a:pt x="1593" y="345"/>
                    <a:pt x="1206" y="333"/>
                    <a:pt x="832" y="269"/>
                  </a:cubicBezTo>
                  <a:cubicBezTo>
                    <a:pt x="667" y="240"/>
                    <a:pt x="505" y="193"/>
                    <a:pt x="347" y="137"/>
                  </a:cubicBezTo>
                  <a:cubicBezTo>
                    <a:pt x="248" y="104"/>
                    <a:pt x="148" y="63"/>
                    <a:pt x="6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4777085" y="1528931"/>
              <a:ext cx="24925" cy="78745"/>
            </a:xfrm>
            <a:custGeom>
              <a:avLst/>
              <a:gdLst/>
              <a:ahLst/>
              <a:cxnLst/>
              <a:rect l="l" t="t" r="r" b="b"/>
              <a:pathLst>
                <a:path w="565" h="1785" extrusionOk="0">
                  <a:moveTo>
                    <a:pt x="283" y="1"/>
                  </a:moveTo>
                  <a:cubicBezTo>
                    <a:pt x="141" y="1"/>
                    <a:pt x="0" y="88"/>
                    <a:pt x="19" y="258"/>
                  </a:cubicBezTo>
                  <a:cubicBezTo>
                    <a:pt x="70" y="731"/>
                    <a:pt x="82" y="1227"/>
                    <a:pt x="197" y="1689"/>
                  </a:cubicBezTo>
                  <a:cubicBezTo>
                    <a:pt x="214" y="1752"/>
                    <a:pt x="273" y="1785"/>
                    <a:pt x="332" y="1785"/>
                  </a:cubicBezTo>
                  <a:cubicBezTo>
                    <a:pt x="388" y="1785"/>
                    <a:pt x="442" y="1754"/>
                    <a:pt x="455" y="1689"/>
                  </a:cubicBezTo>
                  <a:cubicBezTo>
                    <a:pt x="544" y="1224"/>
                    <a:pt x="529" y="733"/>
                    <a:pt x="555" y="258"/>
                  </a:cubicBezTo>
                  <a:cubicBezTo>
                    <a:pt x="564" y="85"/>
                    <a:pt x="423" y="1"/>
                    <a:pt x="283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4879605" y="1452041"/>
              <a:ext cx="100141" cy="119905"/>
            </a:xfrm>
            <a:custGeom>
              <a:avLst/>
              <a:gdLst/>
              <a:ahLst/>
              <a:cxnLst/>
              <a:rect l="l" t="t" r="r" b="b"/>
              <a:pathLst>
                <a:path w="2270" h="2718" extrusionOk="0">
                  <a:moveTo>
                    <a:pt x="229" y="1"/>
                  </a:moveTo>
                  <a:cubicBezTo>
                    <a:pt x="165" y="1"/>
                    <a:pt x="111" y="16"/>
                    <a:pt x="81" y="52"/>
                  </a:cubicBezTo>
                  <a:cubicBezTo>
                    <a:pt x="1" y="150"/>
                    <a:pt x="5" y="315"/>
                    <a:pt x="219" y="527"/>
                  </a:cubicBezTo>
                  <a:cubicBezTo>
                    <a:pt x="380" y="687"/>
                    <a:pt x="487" y="797"/>
                    <a:pt x="550" y="1106"/>
                  </a:cubicBezTo>
                  <a:cubicBezTo>
                    <a:pt x="641" y="1547"/>
                    <a:pt x="458" y="2124"/>
                    <a:pt x="839" y="2718"/>
                  </a:cubicBezTo>
                  <a:lnTo>
                    <a:pt x="2268" y="2718"/>
                  </a:lnTo>
                  <a:cubicBezTo>
                    <a:pt x="2269" y="2716"/>
                    <a:pt x="2192" y="1714"/>
                    <a:pt x="1787" y="1196"/>
                  </a:cubicBezTo>
                  <a:cubicBezTo>
                    <a:pt x="1417" y="724"/>
                    <a:pt x="785" y="273"/>
                    <a:pt x="641" y="151"/>
                  </a:cubicBezTo>
                  <a:cubicBezTo>
                    <a:pt x="542" y="69"/>
                    <a:pt x="363" y="1"/>
                    <a:pt x="229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004756" y="1055018"/>
              <a:ext cx="608919" cy="259352"/>
            </a:xfrm>
            <a:custGeom>
              <a:avLst/>
              <a:gdLst/>
              <a:ahLst/>
              <a:cxnLst/>
              <a:rect l="l" t="t" r="r" b="b"/>
              <a:pathLst>
                <a:path w="13803" h="5879" extrusionOk="0">
                  <a:moveTo>
                    <a:pt x="2941" y="367"/>
                  </a:moveTo>
                  <a:cubicBezTo>
                    <a:pt x="4360" y="367"/>
                    <a:pt x="5515" y="1522"/>
                    <a:pt x="5515" y="2941"/>
                  </a:cubicBezTo>
                  <a:cubicBezTo>
                    <a:pt x="5515" y="4359"/>
                    <a:pt x="4360" y="5515"/>
                    <a:pt x="2941" y="5515"/>
                  </a:cubicBezTo>
                  <a:cubicBezTo>
                    <a:pt x="1522" y="5515"/>
                    <a:pt x="367" y="4360"/>
                    <a:pt x="367" y="2941"/>
                  </a:cubicBezTo>
                  <a:cubicBezTo>
                    <a:pt x="367" y="1522"/>
                    <a:pt x="1522" y="367"/>
                    <a:pt x="2941" y="367"/>
                  </a:cubicBezTo>
                  <a:close/>
                  <a:moveTo>
                    <a:pt x="10863" y="367"/>
                  </a:moveTo>
                  <a:cubicBezTo>
                    <a:pt x="12283" y="367"/>
                    <a:pt x="13437" y="1522"/>
                    <a:pt x="13437" y="2941"/>
                  </a:cubicBezTo>
                  <a:cubicBezTo>
                    <a:pt x="13438" y="4359"/>
                    <a:pt x="12283" y="5515"/>
                    <a:pt x="10863" y="5515"/>
                  </a:cubicBezTo>
                  <a:cubicBezTo>
                    <a:pt x="9444" y="5515"/>
                    <a:pt x="8289" y="4360"/>
                    <a:pt x="8289" y="2941"/>
                  </a:cubicBezTo>
                  <a:cubicBezTo>
                    <a:pt x="8289" y="1522"/>
                    <a:pt x="9444" y="367"/>
                    <a:pt x="10863" y="367"/>
                  </a:cubicBezTo>
                  <a:close/>
                  <a:moveTo>
                    <a:pt x="2939" y="1"/>
                  </a:moveTo>
                  <a:cubicBezTo>
                    <a:pt x="1319" y="1"/>
                    <a:pt x="0" y="1319"/>
                    <a:pt x="0" y="2940"/>
                  </a:cubicBezTo>
                  <a:cubicBezTo>
                    <a:pt x="0" y="4560"/>
                    <a:pt x="1319" y="5879"/>
                    <a:pt x="2939" y="5879"/>
                  </a:cubicBezTo>
                  <a:cubicBezTo>
                    <a:pt x="4527" y="5879"/>
                    <a:pt x="5822" y="4613"/>
                    <a:pt x="5873" y="3037"/>
                  </a:cubicBezTo>
                  <a:cubicBezTo>
                    <a:pt x="6009" y="2947"/>
                    <a:pt x="6371" y="2744"/>
                    <a:pt x="6900" y="2744"/>
                  </a:cubicBezTo>
                  <a:cubicBezTo>
                    <a:pt x="7429" y="2744"/>
                    <a:pt x="7793" y="2947"/>
                    <a:pt x="7927" y="3037"/>
                  </a:cubicBezTo>
                  <a:cubicBezTo>
                    <a:pt x="7980" y="4613"/>
                    <a:pt x="9273" y="5879"/>
                    <a:pt x="10860" y="5879"/>
                  </a:cubicBezTo>
                  <a:cubicBezTo>
                    <a:pt x="12481" y="5879"/>
                    <a:pt x="13800" y="4560"/>
                    <a:pt x="13800" y="2940"/>
                  </a:cubicBezTo>
                  <a:cubicBezTo>
                    <a:pt x="13803" y="1319"/>
                    <a:pt x="12483" y="1"/>
                    <a:pt x="10863" y="1"/>
                  </a:cubicBezTo>
                  <a:cubicBezTo>
                    <a:pt x="9349" y="1"/>
                    <a:pt x="8099" y="1152"/>
                    <a:pt x="7942" y="2625"/>
                  </a:cubicBezTo>
                  <a:cubicBezTo>
                    <a:pt x="7716" y="2509"/>
                    <a:pt x="7364" y="2379"/>
                    <a:pt x="6902" y="2379"/>
                  </a:cubicBezTo>
                  <a:cubicBezTo>
                    <a:pt x="6440" y="2379"/>
                    <a:pt x="6087" y="2509"/>
                    <a:pt x="5862" y="2625"/>
                  </a:cubicBezTo>
                  <a:cubicBezTo>
                    <a:pt x="5704" y="1151"/>
                    <a:pt x="4454" y="1"/>
                    <a:pt x="2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020946" y="1071208"/>
              <a:ext cx="227104" cy="227148"/>
            </a:xfrm>
            <a:custGeom>
              <a:avLst/>
              <a:gdLst/>
              <a:ahLst/>
              <a:cxnLst/>
              <a:rect l="l" t="t" r="r" b="b"/>
              <a:pathLst>
                <a:path w="5148" h="5149" extrusionOk="0">
                  <a:moveTo>
                    <a:pt x="2574" y="0"/>
                  </a:moveTo>
                  <a:cubicBezTo>
                    <a:pt x="1155" y="0"/>
                    <a:pt x="0" y="1155"/>
                    <a:pt x="0" y="2574"/>
                  </a:cubicBezTo>
                  <a:cubicBezTo>
                    <a:pt x="0" y="3993"/>
                    <a:pt x="1155" y="5148"/>
                    <a:pt x="2574" y="5148"/>
                  </a:cubicBezTo>
                  <a:cubicBezTo>
                    <a:pt x="3993" y="5148"/>
                    <a:pt x="5148" y="3992"/>
                    <a:pt x="5148" y="2574"/>
                  </a:cubicBezTo>
                  <a:cubicBezTo>
                    <a:pt x="5148" y="1155"/>
                    <a:pt x="3993" y="0"/>
                    <a:pt x="2574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370414" y="1071208"/>
              <a:ext cx="227192" cy="227148"/>
            </a:xfrm>
            <a:custGeom>
              <a:avLst/>
              <a:gdLst/>
              <a:ahLst/>
              <a:cxnLst/>
              <a:rect l="l" t="t" r="r" b="b"/>
              <a:pathLst>
                <a:path w="5150" h="5149" extrusionOk="0">
                  <a:moveTo>
                    <a:pt x="2574" y="0"/>
                  </a:moveTo>
                  <a:cubicBezTo>
                    <a:pt x="1155" y="0"/>
                    <a:pt x="0" y="1155"/>
                    <a:pt x="0" y="2574"/>
                  </a:cubicBezTo>
                  <a:cubicBezTo>
                    <a:pt x="0" y="3993"/>
                    <a:pt x="1155" y="5148"/>
                    <a:pt x="2574" y="5148"/>
                  </a:cubicBezTo>
                  <a:cubicBezTo>
                    <a:pt x="3994" y="5148"/>
                    <a:pt x="5149" y="3992"/>
                    <a:pt x="5148" y="2574"/>
                  </a:cubicBezTo>
                  <a:cubicBezTo>
                    <a:pt x="5148" y="1155"/>
                    <a:pt x="3994" y="0"/>
                    <a:pt x="2574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030915" y="1185815"/>
              <a:ext cx="61232" cy="81480"/>
            </a:xfrm>
            <a:custGeom>
              <a:avLst/>
              <a:gdLst/>
              <a:ahLst/>
              <a:cxnLst/>
              <a:rect l="l" t="t" r="r" b="b"/>
              <a:pathLst>
                <a:path w="1388" h="1847" extrusionOk="0">
                  <a:moveTo>
                    <a:pt x="480" y="1"/>
                  </a:moveTo>
                  <a:cubicBezTo>
                    <a:pt x="239" y="1"/>
                    <a:pt x="0" y="193"/>
                    <a:pt x="49" y="543"/>
                  </a:cubicBezTo>
                  <a:cubicBezTo>
                    <a:pt x="105" y="938"/>
                    <a:pt x="340" y="1342"/>
                    <a:pt x="616" y="1625"/>
                  </a:cubicBezTo>
                  <a:cubicBezTo>
                    <a:pt x="709" y="1720"/>
                    <a:pt x="946" y="1847"/>
                    <a:pt x="1129" y="1847"/>
                  </a:cubicBezTo>
                  <a:cubicBezTo>
                    <a:pt x="1251" y="1847"/>
                    <a:pt x="1350" y="1791"/>
                    <a:pt x="1367" y="1632"/>
                  </a:cubicBezTo>
                  <a:cubicBezTo>
                    <a:pt x="1388" y="1443"/>
                    <a:pt x="1198" y="1244"/>
                    <a:pt x="1110" y="1090"/>
                  </a:cubicBezTo>
                  <a:cubicBezTo>
                    <a:pt x="994" y="881"/>
                    <a:pt x="952" y="659"/>
                    <a:pt x="923" y="425"/>
                  </a:cubicBezTo>
                  <a:cubicBezTo>
                    <a:pt x="887" y="136"/>
                    <a:pt x="683" y="1"/>
                    <a:pt x="480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089101" y="1257808"/>
              <a:ext cx="33042" cy="25719"/>
            </a:xfrm>
            <a:custGeom>
              <a:avLst/>
              <a:gdLst/>
              <a:ahLst/>
              <a:cxnLst/>
              <a:rect l="l" t="t" r="r" b="b"/>
              <a:pathLst>
                <a:path w="749" h="583" extrusionOk="0">
                  <a:moveTo>
                    <a:pt x="374" y="1"/>
                  </a:moveTo>
                  <a:cubicBezTo>
                    <a:pt x="0" y="1"/>
                    <a:pt x="0" y="583"/>
                    <a:pt x="374" y="583"/>
                  </a:cubicBezTo>
                  <a:cubicBezTo>
                    <a:pt x="748" y="583"/>
                    <a:pt x="748" y="1"/>
                    <a:pt x="374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5397147" y="1223488"/>
              <a:ext cx="96877" cy="62334"/>
            </a:xfrm>
            <a:custGeom>
              <a:avLst/>
              <a:gdLst/>
              <a:ahLst/>
              <a:cxnLst/>
              <a:rect l="l" t="t" r="r" b="b"/>
              <a:pathLst>
                <a:path w="2196" h="1413" extrusionOk="0">
                  <a:moveTo>
                    <a:pt x="583" y="0"/>
                  </a:moveTo>
                  <a:cubicBezTo>
                    <a:pt x="276" y="0"/>
                    <a:pt x="0" y="359"/>
                    <a:pt x="282" y="684"/>
                  </a:cubicBezTo>
                  <a:cubicBezTo>
                    <a:pt x="499" y="934"/>
                    <a:pt x="762" y="1154"/>
                    <a:pt x="1075" y="1272"/>
                  </a:cubicBezTo>
                  <a:cubicBezTo>
                    <a:pt x="1261" y="1343"/>
                    <a:pt x="1489" y="1413"/>
                    <a:pt x="1705" y="1413"/>
                  </a:cubicBezTo>
                  <a:cubicBezTo>
                    <a:pt x="1800" y="1413"/>
                    <a:pt x="1893" y="1399"/>
                    <a:pt x="1979" y="1365"/>
                  </a:cubicBezTo>
                  <a:cubicBezTo>
                    <a:pt x="2103" y="1315"/>
                    <a:pt x="2195" y="1135"/>
                    <a:pt x="2067" y="1031"/>
                  </a:cubicBezTo>
                  <a:cubicBezTo>
                    <a:pt x="1883" y="883"/>
                    <a:pt x="1658" y="816"/>
                    <a:pt x="1466" y="678"/>
                  </a:cubicBezTo>
                  <a:cubicBezTo>
                    <a:pt x="1271" y="537"/>
                    <a:pt x="1072" y="382"/>
                    <a:pt x="927" y="187"/>
                  </a:cubicBezTo>
                  <a:cubicBezTo>
                    <a:pt x="828" y="55"/>
                    <a:pt x="704" y="0"/>
                    <a:pt x="583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4980667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6C3EAB-A0D3-2124-5844-A914ECD5A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1348922" y="150"/>
            <a:ext cx="5696700" cy="458100"/>
          </a:xfrm>
        </p:spPr>
        <p:txBody>
          <a:bodyPr/>
          <a:lstStyle/>
          <a:p>
            <a:r>
              <a:rPr lang="en-US" sz="2800" b="1" dirty="0">
                <a:solidFill>
                  <a:srgbClr val="FF0000"/>
                </a:solidFill>
                <a:latin typeface="Autour One" panose="020B0604020202020204" charset="0"/>
              </a:rPr>
              <a:t>Sample questions – P.27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2BABD-31BF-9BC1-02E6-45A9EB435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5" t="6056" r="7294"/>
          <a:stretch/>
        </p:blipFill>
        <p:spPr>
          <a:xfrm>
            <a:off x="0" y="527371"/>
            <a:ext cx="9144000" cy="461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407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CAFB9D-9A7A-4FA1-767D-895629D4A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-1" y="433102"/>
            <a:ext cx="9225647" cy="458100"/>
          </a:xfrm>
        </p:spPr>
        <p:txBody>
          <a:bodyPr/>
          <a:lstStyle/>
          <a:p>
            <a:pPr marL="139700" indent="0"/>
            <a:r>
              <a:rPr lang="en-US" sz="4000" b="1" dirty="0">
                <a:solidFill>
                  <a:schemeClr val="accent5">
                    <a:lumMod val="75000"/>
                  </a:schemeClr>
                </a:solidFill>
                <a:latin typeface="Autour One" panose="020B0604020202020204" charset="0"/>
              </a:rPr>
              <a:t>DISCUSSION - PAIRWORK</a:t>
            </a:r>
            <a:endParaRPr lang="en-US" sz="3200" dirty="0">
              <a:solidFill>
                <a:schemeClr val="accent5">
                  <a:lumMod val="75000"/>
                </a:schemeClr>
              </a:solidFill>
              <a:latin typeface="Autour One" panose="020B0604020202020204" charset="0"/>
            </a:endParaRPr>
          </a:p>
          <a:p>
            <a:pPr marL="6540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the main topic of these questions ? </a:t>
            </a:r>
            <a:endParaRPr lang="en-US" sz="2600" i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540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Brainstorm as many vocabulary about the topic as possible.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0E85FA-BBDA-9841-B3E5-A8D087F3A1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5" t="62952" r="18408"/>
          <a:stretch/>
        </p:blipFill>
        <p:spPr>
          <a:xfrm>
            <a:off x="-13" y="2571750"/>
            <a:ext cx="9144014" cy="226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3170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CAFB9D-9A7A-4FA1-767D-895629D4A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178335" y="272144"/>
            <a:ext cx="8593584" cy="458100"/>
          </a:xfrm>
        </p:spPr>
        <p:txBody>
          <a:bodyPr/>
          <a:lstStyle/>
          <a:p>
            <a:pPr marL="139700" indent="0" algn="l"/>
            <a:r>
              <a:rPr lang="en-US" sz="2400" b="1" i="1" dirty="0">
                <a:solidFill>
                  <a:srgbClr val="FF0000"/>
                </a:solidFill>
              </a:rPr>
              <a:t>Listen to the sample answer</a:t>
            </a:r>
          </a:p>
          <a:p>
            <a:pPr marL="139700" indent="0" algn="l"/>
            <a:r>
              <a:rPr lang="en-US" sz="2400" b="1" i="1" dirty="0">
                <a:solidFill>
                  <a:srgbClr val="FF0000"/>
                </a:solidFill>
              </a:rPr>
              <a:t>Take note as many words and phrases as you can hear </a:t>
            </a:r>
          </a:p>
        </p:txBody>
      </p:sp>
      <p:pic>
        <p:nvPicPr>
          <p:cNvPr id="2" name="Question 04-06 Track 0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01986" y="1210814"/>
            <a:ext cx="436563" cy="4365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8322" y="1810524"/>
            <a:ext cx="8593610" cy="21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supermarket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once/ twice a week, Thursday evening, 8-9 pm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fresh fruits and vegetables, organic food, I like to eat healthy food </a:t>
            </a:r>
          </a:p>
        </p:txBody>
      </p:sp>
    </p:spTree>
    <p:extLst>
      <p:ext uri="{BB962C8B-B14F-4D97-AF65-F5344CB8AC3E}">
        <p14:creationId xmlns:p14="http://schemas.microsoft.com/office/powerpoint/2010/main" val="9186630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7314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2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41"/>
          <p:cNvSpPr/>
          <p:nvPr/>
        </p:nvSpPr>
        <p:spPr>
          <a:xfrm>
            <a:off x="3675188" y="1305642"/>
            <a:ext cx="1793854" cy="975116"/>
          </a:xfrm>
          <a:custGeom>
            <a:avLst/>
            <a:gdLst/>
            <a:ahLst/>
            <a:cxnLst/>
            <a:rect l="l" t="t" r="r" b="b"/>
            <a:pathLst>
              <a:path w="32865" h="17865" extrusionOk="0">
                <a:moveTo>
                  <a:pt x="15172" y="909"/>
                </a:moveTo>
                <a:cubicBezTo>
                  <a:pt x="8394" y="1524"/>
                  <a:pt x="-2919" y="9604"/>
                  <a:pt x="734" y="15347"/>
                </a:cubicBezTo>
                <a:cubicBezTo>
                  <a:pt x="3482" y="19667"/>
                  <a:pt x="10908" y="14115"/>
                  <a:pt x="16021" y="13860"/>
                </a:cubicBezTo>
                <a:cubicBezTo>
                  <a:pt x="20874" y="13618"/>
                  <a:pt x="26411" y="20028"/>
                  <a:pt x="30247" y="17045"/>
                </a:cubicBezTo>
                <a:cubicBezTo>
                  <a:pt x="32296" y="15452"/>
                  <a:pt x="33986" y="10690"/>
                  <a:pt x="31733" y="9402"/>
                </a:cubicBezTo>
                <a:cubicBezTo>
                  <a:pt x="29080" y="7886"/>
                  <a:pt x="24805" y="9598"/>
                  <a:pt x="22816" y="7278"/>
                </a:cubicBezTo>
                <a:cubicBezTo>
                  <a:pt x="21664" y="5935"/>
                  <a:pt x="22494" y="3515"/>
                  <a:pt x="21329" y="2183"/>
                </a:cubicBezTo>
                <a:cubicBezTo>
                  <a:pt x="19555" y="155"/>
                  <a:pt x="16088" y="-381"/>
                  <a:pt x="13474" y="272"/>
                </a:cubicBezTo>
              </a:path>
            </a:pathLst>
          </a:custGeom>
          <a:noFill/>
          <a:ln w="38100" cap="rnd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93" name="Google Shape;1293;p41"/>
          <p:cNvSpPr txBox="1">
            <a:spLocks noGrp="1"/>
          </p:cNvSpPr>
          <p:nvPr>
            <p:ph type="title" idx="2"/>
          </p:nvPr>
        </p:nvSpPr>
        <p:spPr>
          <a:xfrm>
            <a:off x="676966" y="1376564"/>
            <a:ext cx="8168271" cy="24928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400" dirty="0"/>
              <a:t>Get it right</a:t>
            </a:r>
            <a:br>
              <a:rPr lang="en-US" sz="4400" dirty="0"/>
            </a:br>
            <a:r>
              <a:rPr lang="en-US" sz="2800" i="1" dirty="0"/>
              <a:t>Tips to answer correctly</a:t>
            </a:r>
            <a:endParaRPr lang="en-US" sz="4400" i="1" dirty="0"/>
          </a:p>
        </p:txBody>
      </p:sp>
      <p:sp>
        <p:nvSpPr>
          <p:cNvPr id="1294" name="Google Shape;1294;p41"/>
          <p:cNvSpPr txBox="1">
            <a:spLocks noGrp="1"/>
          </p:cNvSpPr>
          <p:nvPr>
            <p:ph type="title"/>
          </p:nvPr>
        </p:nvSpPr>
        <p:spPr>
          <a:xfrm>
            <a:off x="3796849" y="1115354"/>
            <a:ext cx="1991181" cy="13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03</a:t>
            </a:r>
            <a:endParaRPr sz="6000" dirty="0"/>
          </a:p>
        </p:txBody>
      </p:sp>
      <p:grpSp>
        <p:nvGrpSpPr>
          <p:cNvPr id="1296" name="Google Shape;1296;p41"/>
          <p:cNvGrpSpPr/>
          <p:nvPr/>
        </p:nvGrpSpPr>
        <p:grpSpPr>
          <a:xfrm rot="-253591">
            <a:off x="7812618" y="-179217"/>
            <a:ext cx="1407971" cy="3057795"/>
            <a:chOff x="2571048" y="2507724"/>
            <a:chExt cx="1132829" cy="2460249"/>
          </a:xfrm>
        </p:grpSpPr>
        <p:sp>
          <p:nvSpPr>
            <p:cNvPr id="1297" name="Google Shape;1297;p41"/>
            <p:cNvSpPr/>
            <p:nvPr/>
          </p:nvSpPr>
          <p:spPr>
            <a:xfrm>
              <a:off x="2571048" y="2507724"/>
              <a:ext cx="1132829" cy="2460249"/>
            </a:xfrm>
            <a:custGeom>
              <a:avLst/>
              <a:gdLst/>
              <a:ahLst/>
              <a:cxnLst/>
              <a:rect l="l" t="t" r="r" b="b"/>
              <a:pathLst>
                <a:path w="25679" h="55769" extrusionOk="0">
                  <a:moveTo>
                    <a:pt x="8997" y="1"/>
                  </a:moveTo>
                  <a:cubicBezTo>
                    <a:pt x="8290" y="1"/>
                    <a:pt x="7567" y="307"/>
                    <a:pt x="7137" y="878"/>
                  </a:cubicBezTo>
                  <a:cubicBezTo>
                    <a:pt x="6887" y="1208"/>
                    <a:pt x="6723" y="1611"/>
                    <a:pt x="6398" y="1866"/>
                  </a:cubicBezTo>
                  <a:cubicBezTo>
                    <a:pt x="6123" y="2080"/>
                    <a:pt x="5771" y="2161"/>
                    <a:pt x="5440" y="2268"/>
                  </a:cubicBezTo>
                  <a:cubicBezTo>
                    <a:pt x="3155" y="3001"/>
                    <a:pt x="1492" y="5343"/>
                    <a:pt x="1552" y="7743"/>
                  </a:cubicBezTo>
                  <a:cubicBezTo>
                    <a:pt x="1582" y="8977"/>
                    <a:pt x="2018" y="10150"/>
                    <a:pt x="2157" y="11368"/>
                  </a:cubicBezTo>
                  <a:cubicBezTo>
                    <a:pt x="2288" y="12509"/>
                    <a:pt x="2025" y="13663"/>
                    <a:pt x="2025" y="14807"/>
                  </a:cubicBezTo>
                  <a:cubicBezTo>
                    <a:pt x="2011" y="15018"/>
                    <a:pt x="1996" y="15241"/>
                    <a:pt x="1883" y="15421"/>
                  </a:cubicBezTo>
                  <a:cubicBezTo>
                    <a:pt x="1773" y="15597"/>
                    <a:pt x="1586" y="15706"/>
                    <a:pt x="1418" y="15828"/>
                  </a:cubicBezTo>
                  <a:cubicBezTo>
                    <a:pt x="478" y="16509"/>
                    <a:pt x="1" y="17724"/>
                    <a:pt x="74" y="18883"/>
                  </a:cubicBezTo>
                  <a:cubicBezTo>
                    <a:pt x="136" y="19850"/>
                    <a:pt x="549" y="20776"/>
                    <a:pt x="1146" y="21530"/>
                  </a:cubicBezTo>
                  <a:cubicBezTo>
                    <a:pt x="1421" y="21877"/>
                    <a:pt x="1735" y="22169"/>
                    <a:pt x="2101" y="22419"/>
                  </a:cubicBezTo>
                  <a:cubicBezTo>
                    <a:pt x="2305" y="22558"/>
                    <a:pt x="3258" y="22845"/>
                    <a:pt x="3339" y="22997"/>
                  </a:cubicBezTo>
                  <a:cubicBezTo>
                    <a:pt x="3933" y="24120"/>
                    <a:pt x="4793" y="25069"/>
                    <a:pt x="5836" y="25769"/>
                  </a:cubicBezTo>
                  <a:cubicBezTo>
                    <a:pt x="5536" y="26074"/>
                    <a:pt x="5223" y="26456"/>
                    <a:pt x="4920" y="26934"/>
                  </a:cubicBezTo>
                  <a:cubicBezTo>
                    <a:pt x="4170" y="28119"/>
                    <a:pt x="3655" y="29428"/>
                    <a:pt x="3087" y="30705"/>
                  </a:cubicBezTo>
                  <a:cubicBezTo>
                    <a:pt x="2507" y="32012"/>
                    <a:pt x="1832" y="33399"/>
                    <a:pt x="2104" y="34871"/>
                  </a:cubicBezTo>
                  <a:cubicBezTo>
                    <a:pt x="2235" y="35584"/>
                    <a:pt x="2609" y="36244"/>
                    <a:pt x="3129" y="36746"/>
                  </a:cubicBezTo>
                  <a:cubicBezTo>
                    <a:pt x="3226" y="36839"/>
                    <a:pt x="4545" y="37658"/>
                    <a:pt x="4705" y="37658"/>
                  </a:cubicBezTo>
                  <a:cubicBezTo>
                    <a:pt x="4715" y="37658"/>
                    <a:pt x="4720" y="37656"/>
                    <a:pt x="4721" y="37649"/>
                  </a:cubicBezTo>
                  <a:lnTo>
                    <a:pt x="4721" y="37649"/>
                  </a:lnTo>
                  <a:cubicBezTo>
                    <a:pt x="4611" y="38467"/>
                    <a:pt x="5016" y="39157"/>
                    <a:pt x="5178" y="39924"/>
                  </a:cubicBezTo>
                  <a:cubicBezTo>
                    <a:pt x="5345" y="40722"/>
                    <a:pt x="5273" y="41578"/>
                    <a:pt x="5228" y="42384"/>
                  </a:cubicBezTo>
                  <a:cubicBezTo>
                    <a:pt x="5092" y="44804"/>
                    <a:pt x="5124" y="47262"/>
                    <a:pt x="4895" y="49672"/>
                  </a:cubicBezTo>
                  <a:cubicBezTo>
                    <a:pt x="4885" y="49783"/>
                    <a:pt x="4872" y="49898"/>
                    <a:pt x="4809" y="49987"/>
                  </a:cubicBezTo>
                  <a:cubicBezTo>
                    <a:pt x="4737" y="50090"/>
                    <a:pt x="4613" y="50141"/>
                    <a:pt x="4499" y="50192"/>
                  </a:cubicBezTo>
                  <a:cubicBezTo>
                    <a:pt x="2418" y="51127"/>
                    <a:pt x="2299" y="53449"/>
                    <a:pt x="2380" y="55460"/>
                  </a:cubicBezTo>
                  <a:cubicBezTo>
                    <a:pt x="2384" y="55548"/>
                    <a:pt x="6278" y="55682"/>
                    <a:pt x="6543" y="55692"/>
                  </a:cubicBezTo>
                  <a:cubicBezTo>
                    <a:pt x="7345" y="55725"/>
                    <a:pt x="8148" y="55753"/>
                    <a:pt x="8951" y="55753"/>
                  </a:cubicBezTo>
                  <a:cubicBezTo>
                    <a:pt x="9153" y="55753"/>
                    <a:pt x="9354" y="55752"/>
                    <a:pt x="9556" y="55748"/>
                  </a:cubicBezTo>
                  <a:cubicBezTo>
                    <a:pt x="9571" y="55747"/>
                    <a:pt x="9586" y="55747"/>
                    <a:pt x="9602" y="55747"/>
                  </a:cubicBezTo>
                  <a:cubicBezTo>
                    <a:pt x="9790" y="55747"/>
                    <a:pt x="10022" y="55768"/>
                    <a:pt x="10254" y="55768"/>
                  </a:cubicBezTo>
                  <a:cubicBezTo>
                    <a:pt x="10581" y="55768"/>
                    <a:pt x="10909" y="55726"/>
                    <a:pt x="11113" y="55524"/>
                  </a:cubicBezTo>
                  <a:cubicBezTo>
                    <a:pt x="11482" y="55156"/>
                    <a:pt x="11312" y="54405"/>
                    <a:pt x="11326" y="53935"/>
                  </a:cubicBezTo>
                  <a:cubicBezTo>
                    <a:pt x="11348" y="53248"/>
                    <a:pt x="11394" y="52563"/>
                    <a:pt x="11468" y="51881"/>
                  </a:cubicBezTo>
                  <a:cubicBezTo>
                    <a:pt x="11609" y="50558"/>
                    <a:pt x="11851" y="49246"/>
                    <a:pt x="12189" y="47959"/>
                  </a:cubicBezTo>
                  <a:cubicBezTo>
                    <a:pt x="12543" y="50453"/>
                    <a:pt x="12896" y="52947"/>
                    <a:pt x="13252" y="55440"/>
                  </a:cubicBezTo>
                  <a:cubicBezTo>
                    <a:pt x="13838" y="55564"/>
                    <a:pt x="14446" y="55598"/>
                    <a:pt x="15056" y="55598"/>
                  </a:cubicBezTo>
                  <a:cubicBezTo>
                    <a:pt x="15729" y="55598"/>
                    <a:pt x="16405" y="55557"/>
                    <a:pt x="17061" y="55553"/>
                  </a:cubicBezTo>
                  <a:cubicBezTo>
                    <a:pt x="18452" y="55544"/>
                    <a:pt x="19843" y="55537"/>
                    <a:pt x="21233" y="55528"/>
                  </a:cubicBezTo>
                  <a:cubicBezTo>
                    <a:pt x="21414" y="55527"/>
                    <a:pt x="21600" y="55524"/>
                    <a:pt x="21762" y="55443"/>
                  </a:cubicBezTo>
                  <a:cubicBezTo>
                    <a:pt x="22202" y="55221"/>
                    <a:pt x="22057" y="54381"/>
                    <a:pt x="22051" y="53987"/>
                  </a:cubicBezTo>
                  <a:cubicBezTo>
                    <a:pt x="22039" y="53194"/>
                    <a:pt x="21849" y="52422"/>
                    <a:pt x="21514" y="51703"/>
                  </a:cubicBezTo>
                  <a:cubicBezTo>
                    <a:pt x="21216" y="51062"/>
                    <a:pt x="21273" y="50825"/>
                    <a:pt x="21898" y="50338"/>
                  </a:cubicBezTo>
                  <a:cubicBezTo>
                    <a:pt x="23374" y="49191"/>
                    <a:pt x="24473" y="47586"/>
                    <a:pt x="25070" y="45819"/>
                  </a:cubicBezTo>
                  <a:cubicBezTo>
                    <a:pt x="25433" y="44747"/>
                    <a:pt x="25679" y="43431"/>
                    <a:pt x="25676" y="42179"/>
                  </a:cubicBezTo>
                  <a:cubicBezTo>
                    <a:pt x="25675" y="41541"/>
                    <a:pt x="25609" y="40920"/>
                    <a:pt x="25460" y="40357"/>
                  </a:cubicBezTo>
                  <a:cubicBezTo>
                    <a:pt x="25259" y="39574"/>
                    <a:pt x="24914" y="38782"/>
                    <a:pt x="24587" y="38041"/>
                  </a:cubicBezTo>
                  <a:cubicBezTo>
                    <a:pt x="24206" y="37179"/>
                    <a:pt x="23506" y="36522"/>
                    <a:pt x="22520" y="36522"/>
                  </a:cubicBezTo>
                  <a:cubicBezTo>
                    <a:pt x="22268" y="36522"/>
                    <a:pt x="21049" y="36748"/>
                    <a:pt x="21015" y="37133"/>
                  </a:cubicBezTo>
                  <a:lnTo>
                    <a:pt x="21015" y="37133"/>
                  </a:lnTo>
                  <a:cubicBezTo>
                    <a:pt x="21083" y="36336"/>
                    <a:pt x="21471" y="35520"/>
                    <a:pt x="21291" y="34712"/>
                  </a:cubicBezTo>
                  <a:cubicBezTo>
                    <a:pt x="21117" y="33929"/>
                    <a:pt x="20496" y="33751"/>
                    <a:pt x="19892" y="33347"/>
                  </a:cubicBezTo>
                  <a:cubicBezTo>
                    <a:pt x="19439" y="33046"/>
                    <a:pt x="19203" y="32621"/>
                    <a:pt x="19020" y="32125"/>
                  </a:cubicBezTo>
                  <a:cubicBezTo>
                    <a:pt x="18913" y="31831"/>
                    <a:pt x="18764" y="31472"/>
                    <a:pt x="18841" y="31156"/>
                  </a:cubicBezTo>
                  <a:cubicBezTo>
                    <a:pt x="19749" y="31109"/>
                    <a:pt x="20670" y="31033"/>
                    <a:pt x="21529" y="30731"/>
                  </a:cubicBezTo>
                  <a:cubicBezTo>
                    <a:pt x="22387" y="30431"/>
                    <a:pt x="23191" y="29878"/>
                    <a:pt x="23620" y="29075"/>
                  </a:cubicBezTo>
                  <a:cubicBezTo>
                    <a:pt x="24124" y="28128"/>
                    <a:pt x="24046" y="26980"/>
                    <a:pt x="23835" y="25928"/>
                  </a:cubicBezTo>
                  <a:cubicBezTo>
                    <a:pt x="23576" y="24637"/>
                    <a:pt x="23134" y="23383"/>
                    <a:pt x="22528" y="22213"/>
                  </a:cubicBezTo>
                  <a:cubicBezTo>
                    <a:pt x="23610" y="21357"/>
                    <a:pt x="24350" y="19957"/>
                    <a:pt x="24288" y="18564"/>
                  </a:cubicBezTo>
                  <a:cubicBezTo>
                    <a:pt x="24241" y="17475"/>
                    <a:pt x="23728" y="16414"/>
                    <a:pt x="22906" y="15700"/>
                  </a:cubicBezTo>
                  <a:cubicBezTo>
                    <a:pt x="22809" y="15614"/>
                    <a:pt x="22707" y="15533"/>
                    <a:pt x="22639" y="15422"/>
                  </a:cubicBezTo>
                  <a:cubicBezTo>
                    <a:pt x="22566" y="15301"/>
                    <a:pt x="22544" y="15154"/>
                    <a:pt x="22523" y="15013"/>
                  </a:cubicBezTo>
                  <a:lnTo>
                    <a:pt x="22109" y="12192"/>
                  </a:lnTo>
                  <a:cubicBezTo>
                    <a:pt x="21916" y="10883"/>
                    <a:pt x="22617" y="9544"/>
                    <a:pt x="22753" y="8258"/>
                  </a:cubicBezTo>
                  <a:cubicBezTo>
                    <a:pt x="22885" y="7003"/>
                    <a:pt x="22612" y="5701"/>
                    <a:pt x="21952" y="4621"/>
                  </a:cubicBezTo>
                  <a:cubicBezTo>
                    <a:pt x="21379" y="3681"/>
                    <a:pt x="20544" y="2969"/>
                    <a:pt x="19576" y="2460"/>
                  </a:cubicBezTo>
                  <a:cubicBezTo>
                    <a:pt x="18998" y="2156"/>
                    <a:pt x="18397" y="2165"/>
                    <a:pt x="17772" y="2008"/>
                  </a:cubicBezTo>
                  <a:cubicBezTo>
                    <a:pt x="17138" y="1849"/>
                    <a:pt x="16528" y="1606"/>
                    <a:pt x="15919" y="1372"/>
                  </a:cubicBezTo>
                  <a:cubicBezTo>
                    <a:pt x="14923" y="991"/>
                    <a:pt x="13886" y="588"/>
                    <a:pt x="12812" y="588"/>
                  </a:cubicBezTo>
                  <a:cubicBezTo>
                    <a:pt x="12641" y="588"/>
                    <a:pt x="12470" y="598"/>
                    <a:pt x="12298" y="620"/>
                  </a:cubicBezTo>
                  <a:cubicBezTo>
                    <a:pt x="11993" y="658"/>
                    <a:pt x="11687" y="733"/>
                    <a:pt x="11383" y="733"/>
                  </a:cubicBezTo>
                  <a:cubicBezTo>
                    <a:pt x="11298" y="733"/>
                    <a:pt x="11213" y="728"/>
                    <a:pt x="11128" y="713"/>
                  </a:cubicBezTo>
                  <a:cubicBezTo>
                    <a:pt x="10357" y="582"/>
                    <a:pt x="9823" y="4"/>
                    <a:pt x="9004" y="1"/>
                  </a:cubicBezTo>
                  <a:cubicBezTo>
                    <a:pt x="9002" y="1"/>
                    <a:pt x="8999" y="1"/>
                    <a:pt x="89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2880000" algn="bl" rotWithShape="0">
                <a:schemeClr val="accent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41"/>
            <p:cNvSpPr/>
            <p:nvPr/>
          </p:nvSpPr>
          <p:spPr>
            <a:xfrm>
              <a:off x="3305894" y="4212098"/>
              <a:ext cx="303599" cy="630977"/>
            </a:xfrm>
            <a:custGeom>
              <a:avLst/>
              <a:gdLst/>
              <a:ahLst/>
              <a:cxnLst/>
              <a:rect l="l" t="t" r="r" b="b"/>
              <a:pathLst>
                <a:path w="6882" h="14303" extrusionOk="0">
                  <a:moveTo>
                    <a:pt x="5863" y="1"/>
                  </a:moveTo>
                  <a:cubicBezTo>
                    <a:pt x="5846" y="1"/>
                    <a:pt x="5829" y="16"/>
                    <a:pt x="5822" y="45"/>
                  </a:cubicBezTo>
                  <a:cubicBezTo>
                    <a:pt x="5614" y="892"/>
                    <a:pt x="5173" y="1472"/>
                    <a:pt x="4845" y="2060"/>
                  </a:cubicBezTo>
                  <a:cubicBezTo>
                    <a:pt x="4668" y="2374"/>
                    <a:pt x="4553" y="2666"/>
                    <a:pt x="4430" y="2992"/>
                  </a:cubicBezTo>
                  <a:cubicBezTo>
                    <a:pt x="4299" y="3314"/>
                    <a:pt x="4169" y="3673"/>
                    <a:pt x="3929" y="4082"/>
                  </a:cubicBezTo>
                  <a:cubicBezTo>
                    <a:pt x="3627" y="4606"/>
                    <a:pt x="3274" y="5054"/>
                    <a:pt x="2955" y="5521"/>
                  </a:cubicBezTo>
                  <a:cubicBezTo>
                    <a:pt x="2795" y="5755"/>
                    <a:pt x="2642" y="5992"/>
                    <a:pt x="2504" y="6249"/>
                  </a:cubicBezTo>
                  <a:cubicBezTo>
                    <a:pt x="2369" y="6501"/>
                    <a:pt x="2236" y="6795"/>
                    <a:pt x="2163" y="7044"/>
                  </a:cubicBezTo>
                  <a:cubicBezTo>
                    <a:pt x="2019" y="7506"/>
                    <a:pt x="1868" y="8008"/>
                    <a:pt x="1561" y="8516"/>
                  </a:cubicBezTo>
                  <a:cubicBezTo>
                    <a:pt x="1332" y="8896"/>
                    <a:pt x="1020" y="9265"/>
                    <a:pt x="728" y="9695"/>
                  </a:cubicBezTo>
                  <a:cubicBezTo>
                    <a:pt x="440" y="10121"/>
                    <a:pt x="164" y="10594"/>
                    <a:pt x="51" y="11109"/>
                  </a:cubicBezTo>
                  <a:cubicBezTo>
                    <a:pt x="1" y="11287"/>
                    <a:pt x="14" y="11525"/>
                    <a:pt x="32" y="11775"/>
                  </a:cubicBezTo>
                  <a:cubicBezTo>
                    <a:pt x="41" y="11901"/>
                    <a:pt x="71" y="12034"/>
                    <a:pt x="96" y="12170"/>
                  </a:cubicBezTo>
                  <a:cubicBezTo>
                    <a:pt x="123" y="12305"/>
                    <a:pt x="146" y="12443"/>
                    <a:pt x="190" y="12584"/>
                  </a:cubicBezTo>
                  <a:cubicBezTo>
                    <a:pt x="324" y="13147"/>
                    <a:pt x="538" y="13714"/>
                    <a:pt x="580" y="14302"/>
                  </a:cubicBezTo>
                  <a:cubicBezTo>
                    <a:pt x="648" y="13709"/>
                    <a:pt x="948" y="13187"/>
                    <a:pt x="1297" y="12824"/>
                  </a:cubicBezTo>
                  <a:cubicBezTo>
                    <a:pt x="1376" y="12731"/>
                    <a:pt x="1473" y="12651"/>
                    <a:pt x="1557" y="12575"/>
                  </a:cubicBezTo>
                  <a:cubicBezTo>
                    <a:pt x="1644" y="12502"/>
                    <a:pt x="1719" y="12431"/>
                    <a:pt x="1799" y="12370"/>
                  </a:cubicBezTo>
                  <a:cubicBezTo>
                    <a:pt x="1963" y="12250"/>
                    <a:pt x="2078" y="12144"/>
                    <a:pt x="2168" y="12049"/>
                  </a:cubicBezTo>
                  <a:cubicBezTo>
                    <a:pt x="2387" y="11779"/>
                    <a:pt x="2591" y="11486"/>
                    <a:pt x="2818" y="11168"/>
                  </a:cubicBezTo>
                  <a:cubicBezTo>
                    <a:pt x="3045" y="10854"/>
                    <a:pt x="3318" y="10520"/>
                    <a:pt x="3645" y="10216"/>
                  </a:cubicBezTo>
                  <a:cubicBezTo>
                    <a:pt x="4085" y="9807"/>
                    <a:pt x="4614" y="9462"/>
                    <a:pt x="5097" y="8967"/>
                  </a:cubicBezTo>
                  <a:cubicBezTo>
                    <a:pt x="5387" y="8662"/>
                    <a:pt x="5582" y="8395"/>
                    <a:pt x="5764" y="8090"/>
                  </a:cubicBezTo>
                  <a:cubicBezTo>
                    <a:pt x="5943" y="7790"/>
                    <a:pt x="6088" y="7467"/>
                    <a:pt x="6210" y="7131"/>
                  </a:cubicBezTo>
                  <a:cubicBezTo>
                    <a:pt x="6454" y="6457"/>
                    <a:pt x="6597" y="5724"/>
                    <a:pt x="6704" y="4963"/>
                  </a:cubicBezTo>
                  <a:cubicBezTo>
                    <a:pt x="6790" y="4364"/>
                    <a:pt x="6841" y="3887"/>
                    <a:pt x="6864" y="3461"/>
                  </a:cubicBezTo>
                  <a:cubicBezTo>
                    <a:pt x="6882" y="3032"/>
                    <a:pt x="6863" y="2653"/>
                    <a:pt x="6761" y="2258"/>
                  </a:cubicBezTo>
                  <a:cubicBezTo>
                    <a:pt x="6565" y="1512"/>
                    <a:pt x="6173" y="871"/>
                    <a:pt x="5905" y="42"/>
                  </a:cubicBezTo>
                  <a:cubicBezTo>
                    <a:pt x="5896" y="14"/>
                    <a:pt x="5880" y="1"/>
                    <a:pt x="58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41"/>
            <p:cNvSpPr/>
            <p:nvPr/>
          </p:nvSpPr>
          <p:spPr>
            <a:xfrm>
              <a:off x="3337082" y="4280210"/>
              <a:ext cx="231736" cy="484030"/>
            </a:xfrm>
            <a:custGeom>
              <a:avLst/>
              <a:gdLst/>
              <a:ahLst/>
              <a:cxnLst/>
              <a:rect l="l" t="t" r="r" b="b"/>
              <a:pathLst>
                <a:path w="5253" h="10972" extrusionOk="0">
                  <a:moveTo>
                    <a:pt x="5143" y="0"/>
                  </a:moveTo>
                  <a:cubicBezTo>
                    <a:pt x="4963" y="851"/>
                    <a:pt x="4716" y="1512"/>
                    <a:pt x="4415" y="2125"/>
                  </a:cubicBezTo>
                  <a:cubicBezTo>
                    <a:pt x="4110" y="2735"/>
                    <a:pt x="3750" y="3298"/>
                    <a:pt x="3271" y="3937"/>
                  </a:cubicBezTo>
                  <a:cubicBezTo>
                    <a:pt x="2919" y="4404"/>
                    <a:pt x="2699" y="4963"/>
                    <a:pt x="2463" y="5530"/>
                  </a:cubicBezTo>
                  <a:cubicBezTo>
                    <a:pt x="2383" y="5730"/>
                    <a:pt x="2331" y="5909"/>
                    <a:pt x="2283" y="6098"/>
                  </a:cubicBezTo>
                  <a:cubicBezTo>
                    <a:pt x="2233" y="6287"/>
                    <a:pt x="2178" y="6476"/>
                    <a:pt x="2109" y="6666"/>
                  </a:cubicBezTo>
                  <a:cubicBezTo>
                    <a:pt x="1858" y="7326"/>
                    <a:pt x="1356" y="7931"/>
                    <a:pt x="953" y="8596"/>
                  </a:cubicBezTo>
                  <a:cubicBezTo>
                    <a:pt x="746" y="8922"/>
                    <a:pt x="471" y="9333"/>
                    <a:pt x="279" y="9764"/>
                  </a:cubicBezTo>
                  <a:cubicBezTo>
                    <a:pt x="79" y="10193"/>
                    <a:pt x="1" y="10650"/>
                    <a:pt x="81" y="10971"/>
                  </a:cubicBezTo>
                  <a:cubicBezTo>
                    <a:pt x="314" y="10729"/>
                    <a:pt x="473" y="10346"/>
                    <a:pt x="689" y="9963"/>
                  </a:cubicBezTo>
                  <a:cubicBezTo>
                    <a:pt x="896" y="9578"/>
                    <a:pt x="1127" y="9180"/>
                    <a:pt x="1377" y="8905"/>
                  </a:cubicBezTo>
                  <a:cubicBezTo>
                    <a:pt x="1864" y="8350"/>
                    <a:pt x="2403" y="7800"/>
                    <a:pt x="2993" y="7324"/>
                  </a:cubicBezTo>
                  <a:cubicBezTo>
                    <a:pt x="3162" y="7185"/>
                    <a:pt x="3340" y="7057"/>
                    <a:pt x="3509" y="6911"/>
                  </a:cubicBezTo>
                  <a:cubicBezTo>
                    <a:pt x="3678" y="6764"/>
                    <a:pt x="3849" y="6603"/>
                    <a:pt x="3982" y="6428"/>
                  </a:cubicBezTo>
                  <a:cubicBezTo>
                    <a:pt x="4389" y="5909"/>
                    <a:pt x="4775" y="5334"/>
                    <a:pt x="4927" y="4681"/>
                  </a:cubicBezTo>
                  <a:cubicBezTo>
                    <a:pt x="5131" y="3796"/>
                    <a:pt x="5206" y="3054"/>
                    <a:pt x="5231" y="2322"/>
                  </a:cubicBezTo>
                  <a:cubicBezTo>
                    <a:pt x="5252" y="1591"/>
                    <a:pt x="5225" y="867"/>
                    <a:pt x="514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1"/>
            <p:cNvSpPr/>
            <p:nvPr/>
          </p:nvSpPr>
          <p:spPr>
            <a:xfrm>
              <a:off x="3332230" y="4239184"/>
              <a:ext cx="271572" cy="561319"/>
            </a:xfrm>
            <a:custGeom>
              <a:avLst/>
              <a:gdLst/>
              <a:ahLst/>
              <a:cxnLst/>
              <a:rect l="l" t="t" r="r" b="b"/>
              <a:pathLst>
                <a:path w="6156" h="12724" extrusionOk="0">
                  <a:moveTo>
                    <a:pt x="5281" y="0"/>
                  </a:moveTo>
                  <a:cubicBezTo>
                    <a:pt x="5252" y="0"/>
                    <a:pt x="5227" y="30"/>
                    <a:pt x="5227" y="65"/>
                  </a:cubicBezTo>
                  <a:cubicBezTo>
                    <a:pt x="5227" y="65"/>
                    <a:pt x="5226" y="128"/>
                    <a:pt x="5225" y="240"/>
                  </a:cubicBezTo>
                  <a:cubicBezTo>
                    <a:pt x="5221" y="351"/>
                    <a:pt x="5226" y="510"/>
                    <a:pt x="5214" y="700"/>
                  </a:cubicBezTo>
                  <a:cubicBezTo>
                    <a:pt x="5198" y="1082"/>
                    <a:pt x="5162" y="1590"/>
                    <a:pt x="5087" y="2092"/>
                  </a:cubicBezTo>
                  <a:cubicBezTo>
                    <a:pt x="5009" y="2594"/>
                    <a:pt x="4906" y="3093"/>
                    <a:pt x="4800" y="3460"/>
                  </a:cubicBezTo>
                  <a:cubicBezTo>
                    <a:pt x="4754" y="3645"/>
                    <a:pt x="4701" y="3794"/>
                    <a:pt x="4669" y="3901"/>
                  </a:cubicBezTo>
                  <a:cubicBezTo>
                    <a:pt x="4635" y="4007"/>
                    <a:pt x="4616" y="4068"/>
                    <a:pt x="4616" y="4068"/>
                  </a:cubicBezTo>
                  <a:cubicBezTo>
                    <a:pt x="4678" y="3397"/>
                    <a:pt x="4560" y="2882"/>
                    <a:pt x="4449" y="2546"/>
                  </a:cubicBezTo>
                  <a:cubicBezTo>
                    <a:pt x="4325" y="2206"/>
                    <a:pt x="4208" y="2035"/>
                    <a:pt x="4196" y="2020"/>
                  </a:cubicBezTo>
                  <a:cubicBezTo>
                    <a:pt x="4185" y="2005"/>
                    <a:pt x="4170" y="1998"/>
                    <a:pt x="4155" y="1998"/>
                  </a:cubicBezTo>
                  <a:cubicBezTo>
                    <a:pt x="4143" y="1998"/>
                    <a:pt x="4131" y="2002"/>
                    <a:pt x="4122" y="2011"/>
                  </a:cubicBezTo>
                  <a:cubicBezTo>
                    <a:pt x="4100" y="2032"/>
                    <a:pt x="4094" y="2069"/>
                    <a:pt x="4111" y="2094"/>
                  </a:cubicBezTo>
                  <a:cubicBezTo>
                    <a:pt x="4112" y="2095"/>
                    <a:pt x="4122" y="2110"/>
                    <a:pt x="4137" y="2136"/>
                  </a:cubicBezTo>
                  <a:cubicBezTo>
                    <a:pt x="4153" y="2163"/>
                    <a:pt x="4175" y="2201"/>
                    <a:pt x="4202" y="2254"/>
                  </a:cubicBezTo>
                  <a:cubicBezTo>
                    <a:pt x="4254" y="2359"/>
                    <a:pt x="4328" y="2517"/>
                    <a:pt x="4385" y="2725"/>
                  </a:cubicBezTo>
                  <a:cubicBezTo>
                    <a:pt x="4511" y="3140"/>
                    <a:pt x="4602" y="3780"/>
                    <a:pt x="4427" y="4584"/>
                  </a:cubicBezTo>
                  <a:cubicBezTo>
                    <a:pt x="4427" y="4584"/>
                    <a:pt x="4137" y="5337"/>
                    <a:pt x="3754" y="6050"/>
                  </a:cubicBezTo>
                  <a:cubicBezTo>
                    <a:pt x="3567" y="6408"/>
                    <a:pt x="3362" y="6758"/>
                    <a:pt x="3208" y="7017"/>
                  </a:cubicBezTo>
                  <a:cubicBezTo>
                    <a:pt x="3050" y="7275"/>
                    <a:pt x="2939" y="7443"/>
                    <a:pt x="2939" y="7443"/>
                  </a:cubicBezTo>
                  <a:cubicBezTo>
                    <a:pt x="3222" y="6603"/>
                    <a:pt x="3189" y="5904"/>
                    <a:pt x="3094" y="5446"/>
                  </a:cubicBezTo>
                  <a:cubicBezTo>
                    <a:pt x="3045" y="5212"/>
                    <a:pt x="2979" y="5037"/>
                    <a:pt x="2928" y="4918"/>
                  </a:cubicBezTo>
                  <a:cubicBezTo>
                    <a:pt x="2902" y="4859"/>
                    <a:pt x="2879" y="4815"/>
                    <a:pt x="2862" y="4784"/>
                  </a:cubicBezTo>
                  <a:cubicBezTo>
                    <a:pt x="2844" y="4753"/>
                    <a:pt x="2835" y="4736"/>
                    <a:pt x="2834" y="4734"/>
                  </a:cubicBezTo>
                  <a:cubicBezTo>
                    <a:pt x="2824" y="4720"/>
                    <a:pt x="2809" y="4713"/>
                    <a:pt x="2793" y="4713"/>
                  </a:cubicBezTo>
                  <a:cubicBezTo>
                    <a:pt x="2782" y="4713"/>
                    <a:pt x="2770" y="4717"/>
                    <a:pt x="2760" y="4725"/>
                  </a:cubicBezTo>
                  <a:cubicBezTo>
                    <a:pt x="2736" y="4743"/>
                    <a:pt x="2726" y="4779"/>
                    <a:pt x="2748" y="4800"/>
                  </a:cubicBezTo>
                  <a:cubicBezTo>
                    <a:pt x="2748" y="4801"/>
                    <a:pt x="2760" y="4821"/>
                    <a:pt x="2778" y="4854"/>
                  </a:cubicBezTo>
                  <a:cubicBezTo>
                    <a:pt x="2795" y="4890"/>
                    <a:pt x="2821" y="4941"/>
                    <a:pt x="2849" y="5010"/>
                  </a:cubicBezTo>
                  <a:cubicBezTo>
                    <a:pt x="2905" y="5144"/>
                    <a:pt x="2977" y="5347"/>
                    <a:pt x="3015" y="5611"/>
                  </a:cubicBezTo>
                  <a:cubicBezTo>
                    <a:pt x="3061" y="5874"/>
                    <a:pt x="3075" y="6202"/>
                    <a:pt x="3029" y="6583"/>
                  </a:cubicBezTo>
                  <a:cubicBezTo>
                    <a:pt x="2983" y="6967"/>
                    <a:pt x="2878" y="7390"/>
                    <a:pt x="2650" y="7852"/>
                  </a:cubicBezTo>
                  <a:cubicBezTo>
                    <a:pt x="2650" y="7852"/>
                    <a:pt x="2529" y="8011"/>
                    <a:pt x="2346" y="8248"/>
                  </a:cubicBezTo>
                  <a:cubicBezTo>
                    <a:pt x="2157" y="8482"/>
                    <a:pt x="1906" y="8792"/>
                    <a:pt x="1654" y="9103"/>
                  </a:cubicBezTo>
                  <a:cubicBezTo>
                    <a:pt x="1403" y="9414"/>
                    <a:pt x="1160" y="9735"/>
                    <a:pt x="996" y="9989"/>
                  </a:cubicBezTo>
                  <a:cubicBezTo>
                    <a:pt x="828" y="10239"/>
                    <a:pt x="734" y="10418"/>
                    <a:pt x="734" y="10418"/>
                  </a:cubicBezTo>
                  <a:cubicBezTo>
                    <a:pt x="927" y="9767"/>
                    <a:pt x="1077" y="9239"/>
                    <a:pt x="1142" y="8860"/>
                  </a:cubicBezTo>
                  <a:cubicBezTo>
                    <a:pt x="1211" y="8487"/>
                    <a:pt x="1206" y="8262"/>
                    <a:pt x="1203" y="8243"/>
                  </a:cubicBezTo>
                  <a:cubicBezTo>
                    <a:pt x="1202" y="8216"/>
                    <a:pt x="1182" y="8199"/>
                    <a:pt x="1157" y="8199"/>
                  </a:cubicBezTo>
                  <a:cubicBezTo>
                    <a:pt x="1152" y="8199"/>
                    <a:pt x="1148" y="8199"/>
                    <a:pt x="1143" y="8200"/>
                  </a:cubicBezTo>
                  <a:cubicBezTo>
                    <a:pt x="1112" y="8210"/>
                    <a:pt x="1087" y="8241"/>
                    <a:pt x="1088" y="8274"/>
                  </a:cubicBezTo>
                  <a:lnTo>
                    <a:pt x="1088" y="8326"/>
                  </a:lnTo>
                  <a:cubicBezTo>
                    <a:pt x="1087" y="8361"/>
                    <a:pt x="1084" y="8409"/>
                    <a:pt x="1079" y="8472"/>
                  </a:cubicBezTo>
                  <a:cubicBezTo>
                    <a:pt x="1069" y="8598"/>
                    <a:pt x="1045" y="8777"/>
                    <a:pt x="997" y="9009"/>
                  </a:cubicBezTo>
                  <a:cubicBezTo>
                    <a:pt x="908" y="9470"/>
                    <a:pt x="704" y="10118"/>
                    <a:pt x="481" y="10916"/>
                  </a:cubicBezTo>
                  <a:cubicBezTo>
                    <a:pt x="481" y="10916"/>
                    <a:pt x="470" y="10942"/>
                    <a:pt x="449" y="10987"/>
                  </a:cubicBezTo>
                  <a:cubicBezTo>
                    <a:pt x="426" y="11032"/>
                    <a:pt x="402" y="11098"/>
                    <a:pt x="372" y="11178"/>
                  </a:cubicBezTo>
                  <a:cubicBezTo>
                    <a:pt x="344" y="11257"/>
                    <a:pt x="308" y="11350"/>
                    <a:pt x="271" y="11450"/>
                  </a:cubicBezTo>
                  <a:cubicBezTo>
                    <a:pt x="236" y="11549"/>
                    <a:pt x="209" y="11660"/>
                    <a:pt x="178" y="11767"/>
                  </a:cubicBezTo>
                  <a:cubicBezTo>
                    <a:pt x="108" y="11982"/>
                    <a:pt x="79" y="12207"/>
                    <a:pt x="44" y="12373"/>
                  </a:cubicBezTo>
                  <a:cubicBezTo>
                    <a:pt x="27" y="12455"/>
                    <a:pt x="16" y="12525"/>
                    <a:pt x="13" y="12575"/>
                  </a:cubicBezTo>
                  <a:cubicBezTo>
                    <a:pt x="8" y="12624"/>
                    <a:pt x="4" y="12653"/>
                    <a:pt x="4" y="12653"/>
                  </a:cubicBezTo>
                  <a:cubicBezTo>
                    <a:pt x="0" y="12687"/>
                    <a:pt x="21" y="12719"/>
                    <a:pt x="51" y="12723"/>
                  </a:cubicBezTo>
                  <a:cubicBezTo>
                    <a:pt x="53" y="12723"/>
                    <a:pt x="55" y="12723"/>
                    <a:pt x="57" y="12723"/>
                  </a:cubicBezTo>
                  <a:cubicBezTo>
                    <a:pt x="83" y="12723"/>
                    <a:pt x="106" y="12698"/>
                    <a:pt x="110" y="12665"/>
                  </a:cubicBezTo>
                  <a:cubicBezTo>
                    <a:pt x="110" y="12665"/>
                    <a:pt x="113" y="12638"/>
                    <a:pt x="118" y="12590"/>
                  </a:cubicBezTo>
                  <a:cubicBezTo>
                    <a:pt x="121" y="12540"/>
                    <a:pt x="132" y="12473"/>
                    <a:pt x="149" y="12391"/>
                  </a:cubicBezTo>
                  <a:cubicBezTo>
                    <a:pt x="183" y="12228"/>
                    <a:pt x="212" y="12006"/>
                    <a:pt x="281" y="11795"/>
                  </a:cubicBezTo>
                  <a:cubicBezTo>
                    <a:pt x="312" y="11688"/>
                    <a:pt x="339" y="11581"/>
                    <a:pt x="372" y="11482"/>
                  </a:cubicBezTo>
                  <a:cubicBezTo>
                    <a:pt x="409" y="11386"/>
                    <a:pt x="444" y="11293"/>
                    <a:pt x="472" y="11215"/>
                  </a:cubicBezTo>
                  <a:cubicBezTo>
                    <a:pt x="501" y="11139"/>
                    <a:pt x="524" y="11073"/>
                    <a:pt x="547" y="11029"/>
                  </a:cubicBezTo>
                  <a:cubicBezTo>
                    <a:pt x="568" y="10984"/>
                    <a:pt x="580" y="10960"/>
                    <a:pt x="580" y="10960"/>
                  </a:cubicBezTo>
                  <a:cubicBezTo>
                    <a:pt x="1037" y="10275"/>
                    <a:pt x="1596" y="9959"/>
                    <a:pt x="1993" y="9778"/>
                  </a:cubicBezTo>
                  <a:cubicBezTo>
                    <a:pt x="2191" y="9690"/>
                    <a:pt x="2361" y="9634"/>
                    <a:pt x="2478" y="9602"/>
                  </a:cubicBezTo>
                  <a:cubicBezTo>
                    <a:pt x="2535" y="9585"/>
                    <a:pt x="2582" y="9574"/>
                    <a:pt x="2613" y="9568"/>
                  </a:cubicBezTo>
                  <a:cubicBezTo>
                    <a:pt x="2645" y="9563"/>
                    <a:pt x="2661" y="9559"/>
                    <a:pt x="2662" y="9559"/>
                  </a:cubicBezTo>
                  <a:cubicBezTo>
                    <a:pt x="2694" y="9553"/>
                    <a:pt x="2721" y="9522"/>
                    <a:pt x="2723" y="9489"/>
                  </a:cubicBezTo>
                  <a:cubicBezTo>
                    <a:pt x="2724" y="9459"/>
                    <a:pt x="2704" y="9438"/>
                    <a:pt x="2677" y="9438"/>
                  </a:cubicBezTo>
                  <a:cubicBezTo>
                    <a:pt x="2674" y="9438"/>
                    <a:pt x="2671" y="9438"/>
                    <a:pt x="2668" y="9439"/>
                  </a:cubicBezTo>
                  <a:cubicBezTo>
                    <a:pt x="2647" y="9443"/>
                    <a:pt x="2431" y="9477"/>
                    <a:pt x="2089" y="9613"/>
                  </a:cubicBezTo>
                  <a:cubicBezTo>
                    <a:pt x="1754" y="9753"/>
                    <a:pt x="1284" y="9983"/>
                    <a:pt x="825" y="10473"/>
                  </a:cubicBezTo>
                  <a:cubicBezTo>
                    <a:pt x="825" y="10473"/>
                    <a:pt x="917" y="10298"/>
                    <a:pt x="1084" y="10049"/>
                  </a:cubicBezTo>
                  <a:cubicBezTo>
                    <a:pt x="1247" y="9800"/>
                    <a:pt x="1486" y="9482"/>
                    <a:pt x="1737" y="9171"/>
                  </a:cubicBezTo>
                  <a:cubicBezTo>
                    <a:pt x="1989" y="8860"/>
                    <a:pt x="2240" y="8550"/>
                    <a:pt x="2429" y="8316"/>
                  </a:cubicBezTo>
                  <a:cubicBezTo>
                    <a:pt x="2613" y="8077"/>
                    <a:pt x="2735" y="7919"/>
                    <a:pt x="2735" y="7919"/>
                  </a:cubicBezTo>
                  <a:cubicBezTo>
                    <a:pt x="3105" y="7563"/>
                    <a:pt x="3456" y="7255"/>
                    <a:pt x="3770" y="7016"/>
                  </a:cubicBezTo>
                  <a:cubicBezTo>
                    <a:pt x="4086" y="6776"/>
                    <a:pt x="4381" y="6596"/>
                    <a:pt x="4632" y="6456"/>
                  </a:cubicBezTo>
                  <a:cubicBezTo>
                    <a:pt x="4888" y="6322"/>
                    <a:pt x="5098" y="6227"/>
                    <a:pt x="5247" y="6169"/>
                  </a:cubicBezTo>
                  <a:cubicBezTo>
                    <a:pt x="5321" y="6141"/>
                    <a:pt x="5381" y="6122"/>
                    <a:pt x="5423" y="6109"/>
                  </a:cubicBezTo>
                  <a:cubicBezTo>
                    <a:pt x="5463" y="6097"/>
                    <a:pt x="5487" y="6091"/>
                    <a:pt x="5488" y="6091"/>
                  </a:cubicBezTo>
                  <a:cubicBezTo>
                    <a:pt x="5520" y="6083"/>
                    <a:pt x="5547" y="6048"/>
                    <a:pt x="5547" y="6010"/>
                  </a:cubicBezTo>
                  <a:cubicBezTo>
                    <a:pt x="5547" y="5977"/>
                    <a:pt x="5530" y="5954"/>
                    <a:pt x="5505" y="5954"/>
                  </a:cubicBezTo>
                  <a:cubicBezTo>
                    <a:pt x="5501" y="5954"/>
                    <a:pt x="5497" y="5954"/>
                    <a:pt x="5493" y="5955"/>
                  </a:cubicBezTo>
                  <a:cubicBezTo>
                    <a:pt x="5492" y="5955"/>
                    <a:pt x="5471" y="5961"/>
                    <a:pt x="5435" y="5972"/>
                  </a:cubicBezTo>
                  <a:cubicBezTo>
                    <a:pt x="5398" y="5985"/>
                    <a:pt x="5346" y="6003"/>
                    <a:pt x="5279" y="6026"/>
                  </a:cubicBezTo>
                  <a:cubicBezTo>
                    <a:pt x="5147" y="6076"/>
                    <a:pt x="4959" y="6156"/>
                    <a:pt x="4735" y="6273"/>
                  </a:cubicBezTo>
                  <a:cubicBezTo>
                    <a:pt x="4279" y="6509"/>
                    <a:pt x="3688" y="6888"/>
                    <a:pt x="3031" y="7500"/>
                  </a:cubicBezTo>
                  <a:cubicBezTo>
                    <a:pt x="3031" y="7500"/>
                    <a:pt x="3144" y="7329"/>
                    <a:pt x="3303" y="7070"/>
                  </a:cubicBezTo>
                  <a:cubicBezTo>
                    <a:pt x="3460" y="6807"/>
                    <a:pt x="3665" y="6457"/>
                    <a:pt x="3853" y="6097"/>
                  </a:cubicBezTo>
                  <a:cubicBezTo>
                    <a:pt x="4239" y="5379"/>
                    <a:pt x="4531" y="4619"/>
                    <a:pt x="4531" y="4619"/>
                  </a:cubicBezTo>
                  <a:cubicBezTo>
                    <a:pt x="4946" y="3904"/>
                    <a:pt x="5329" y="3360"/>
                    <a:pt x="5619" y="2984"/>
                  </a:cubicBezTo>
                  <a:cubicBezTo>
                    <a:pt x="5768" y="2799"/>
                    <a:pt x="5887" y="2656"/>
                    <a:pt x="5976" y="2560"/>
                  </a:cubicBezTo>
                  <a:cubicBezTo>
                    <a:pt x="6020" y="2512"/>
                    <a:pt x="6056" y="2476"/>
                    <a:pt x="6081" y="2453"/>
                  </a:cubicBezTo>
                  <a:cubicBezTo>
                    <a:pt x="6106" y="2428"/>
                    <a:pt x="6119" y="2416"/>
                    <a:pt x="6120" y="2415"/>
                  </a:cubicBezTo>
                  <a:cubicBezTo>
                    <a:pt x="6145" y="2392"/>
                    <a:pt x="6156" y="2349"/>
                    <a:pt x="6140" y="2317"/>
                  </a:cubicBezTo>
                  <a:cubicBezTo>
                    <a:pt x="6130" y="2298"/>
                    <a:pt x="6115" y="2288"/>
                    <a:pt x="6098" y="2288"/>
                  </a:cubicBezTo>
                  <a:cubicBezTo>
                    <a:pt x="6087" y="2288"/>
                    <a:pt x="6076" y="2292"/>
                    <a:pt x="6066" y="2301"/>
                  </a:cubicBezTo>
                  <a:cubicBezTo>
                    <a:pt x="6022" y="2325"/>
                    <a:pt x="5418" y="2947"/>
                    <a:pt x="4719" y="4099"/>
                  </a:cubicBezTo>
                  <a:cubicBezTo>
                    <a:pt x="4719" y="4099"/>
                    <a:pt x="4737" y="4039"/>
                    <a:pt x="4772" y="3931"/>
                  </a:cubicBezTo>
                  <a:cubicBezTo>
                    <a:pt x="4803" y="3824"/>
                    <a:pt x="4857" y="3672"/>
                    <a:pt x="4903" y="3486"/>
                  </a:cubicBezTo>
                  <a:cubicBezTo>
                    <a:pt x="5009" y="3116"/>
                    <a:pt x="5113" y="2614"/>
                    <a:pt x="5192" y="2107"/>
                  </a:cubicBezTo>
                  <a:cubicBezTo>
                    <a:pt x="5268" y="1601"/>
                    <a:pt x="5305" y="1088"/>
                    <a:pt x="5320" y="704"/>
                  </a:cubicBezTo>
                  <a:cubicBezTo>
                    <a:pt x="5332" y="513"/>
                    <a:pt x="5327" y="352"/>
                    <a:pt x="5331" y="241"/>
                  </a:cubicBezTo>
                  <a:cubicBezTo>
                    <a:pt x="5332" y="130"/>
                    <a:pt x="5334" y="65"/>
                    <a:pt x="5334" y="65"/>
                  </a:cubicBezTo>
                  <a:cubicBezTo>
                    <a:pt x="5334" y="30"/>
                    <a:pt x="5310" y="0"/>
                    <a:pt x="528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41"/>
            <p:cNvSpPr/>
            <p:nvPr/>
          </p:nvSpPr>
          <p:spPr>
            <a:xfrm>
              <a:off x="3305938" y="4607974"/>
              <a:ext cx="76010" cy="235133"/>
            </a:xfrm>
            <a:custGeom>
              <a:avLst/>
              <a:gdLst/>
              <a:ahLst/>
              <a:cxnLst/>
              <a:rect l="l" t="t" r="r" b="b"/>
              <a:pathLst>
                <a:path w="1723" h="5330" extrusionOk="0">
                  <a:moveTo>
                    <a:pt x="1250" y="1"/>
                  </a:moveTo>
                  <a:cubicBezTo>
                    <a:pt x="1083" y="229"/>
                    <a:pt x="903" y="464"/>
                    <a:pt x="728" y="722"/>
                  </a:cubicBezTo>
                  <a:cubicBezTo>
                    <a:pt x="441" y="1148"/>
                    <a:pt x="164" y="1621"/>
                    <a:pt x="52" y="2136"/>
                  </a:cubicBezTo>
                  <a:cubicBezTo>
                    <a:pt x="1" y="2316"/>
                    <a:pt x="13" y="2554"/>
                    <a:pt x="32" y="2802"/>
                  </a:cubicBezTo>
                  <a:cubicBezTo>
                    <a:pt x="43" y="2928"/>
                    <a:pt x="73" y="3062"/>
                    <a:pt x="96" y="3197"/>
                  </a:cubicBezTo>
                  <a:cubicBezTo>
                    <a:pt x="123" y="3332"/>
                    <a:pt x="147" y="3470"/>
                    <a:pt x="190" y="3611"/>
                  </a:cubicBezTo>
                  <a:cubicBezTo>
                    <a:pt x="325" y="4174"/>
                    <a:pt x="538" y="4741"/>
                    <a:pt x="580" y="5329"/>
                  </a:cubicBezTo>
                  <a:cubicBezTo>
                    <a:pt x="648" y="4736"/>
                    <a:pt x="947" y="4214"/>
                    <a:pt x="1298" y="3852"/>
                  </a:cubicBezTo>
                  <a:cubicBezTo>
                    <a:pt x="1377" y="3759"/>
                    <a:pt x="1473" y="3679"/>
                    <a:pt x="1558" y="3604"/>
                  </a:cubicBezTo>
                  <a:cubicBezTo>
                    <a:pt x="1617" y="3554"/>
                    <a:pt x="1670" y="3507"/>
                    <a:pt x="1722" y="3464"/>
                  </a:cubicBezTo>
                  <a:cubicBezTo>
                    <a:pt x="1392" y="3278"/>
                    <a:pt x="1248" y="2910"/>
                    <a:pt x="1189" y="2553"/>
                  </a:cubicBezTo>
                  <a:cubicBezTo>
                    <a:pt x="1092" y="1965"/>
                    <a:pt x="1181" y="1361"/>
                    <a:pt x="1210" y="772"/>
                  </a:cubicBezTo>
                  <a:cubicBezTo>
                    <a:pt x="1223" y="515"/>
                    <a:pt x="1236" y="257"/>
                    <a:pt x="125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41"/>
            <p:cNvSpPr/>
            <p:nvPr/>
          </p:nvSpPr>
          <p:spPr>
            <a:xfrm>
              <a:off x="3016596" y="3654017"/>
              <a:ext cx="183386" cy="60967"/>
            </a:xfrm>
            <a:custGeom>
              <a:avLst/>
              <a:gdLst/>
              <a:ahLst/>
              <a:cxnLst/>
              <a:rect l="l" t="t" r="r" b="b"/>
              <a:pathLst>
                <a:path w="4157" h="1382" extrusionOk="0">
                  <a:moveTo>
                    <a:pt x="624" y="1"/>
                  </a:moveTo>
                  <a:lnTo>
                    <a:pt x="1" y="569"/>
                  </a:lnTo>
                  <a:lnTo>
                    <a:pt x="1" y="1381"/>
                  </a:lnTo>
                  <a:lnTo>
                    <a:pt x="4157" y="1381"/>
                  </a:lnTo>
                  <a:lnTo>
                    <a:pt x="4157" y="569"/>
                  </a:lnTo>
                  <a:lnTo>
                    <a:pt x="3535" y="1"/>
                  </a:lnTo>
                  <a:cubicBezTo>
                    <a:pt x="3535" y="1"/>
                    <a:pt x="2640" y="270"/>
                    <a:pt x="2079" y="270"/>
                  </a:cubicBezTo>
                  <a:cubicBezTo>
                    <a:pt x="1518" y="270"/>
                    <a:pt x="624" y="1"/>
                    <a:pt x="624" y="1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41"/>
            <p:cNvSpPr/>
            <p:nvPr/>
          </p:nvSpPr>
          <p:spPr>
            <a:xfrm>
              <a:off x="3016596" y="3654017"/>
              <a:ext cx="183386" cy="60967"/>
            </a:xfrm>
            <a:custGeom>
              <a:avLst/>
              <a:gdLst/>
              <a:ahLst/>
              <a:cxnLst/>
              <a:rect l="l" t="t" r="r" b="b"/>
              <a:pathLst>
                <a:path w="4157" h="1382" extrusionOk="0">
                  <a:moveTo>
                    <a:pt x="624" y="1"/>
                  </a:moveTo>
                  <a:lnTo>
                    <a:pt x="1" y="569"/>
                  </a:lnTo>
                  <a:lnTo>
                    <a:pt x="1" y="1381"/>
                  </a:lnTo>
                  <a:lnTo>
                    <a:pt x="4157" y="1381"/>
                  </a:lnTo>
                  <a:lnTo>
                    <a:pt x="4157" y="569"/>
                  </a:lnTo>
                  <a:lnTo>
                    <a:pt x="3535" y="1"/>
                  </a:lnTo>
                  <a:cubicBezTo>
                    <a:pt x="3535" y="1"/>
                    <a:pt x="2640" y="270"/>
                    <a:pt x="2079" y="270"/>
                  </a:cubicBezTo>
                  <a:cubicBezTo>
                    <a:pt x="1518" y="270"/>
                    <a:pt x="624" y="1"/>
                    <a:pt x="624" y="1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41"/>
            <p:cNvSpPr/>
            <p:nvPr/>
          </p:nvSpPr>
          <p:spPr>
            <a:xfrm>
              <a:off x="2890563" y="3569363"/>
              <a:ext cx="434886" cy="669092"/>
            </a:xfrm>
            <a:custGeom>
              <a:avLst/>
              <a:gdLst/>
              <a:ahLst/>
              <a:cxnLst/>
              <a:rect l="l" t="t" r="r" b="b"/>
              <a:pathLst>
                <a:path w="9858" h="15167" extrusionOk="0">
                  <a:moveTo>
                    <a:pt x="3576" y="1"/>
                  </a:moveTo>
                  <a:lnTo>
                    <a:pt x="3576" y="2310"/>
                  </a:lnTo>
                  <a:lnTo>
                    <a:pt x="1114" y="2735"/>
                  </a:lnTo>
                  <a:cubicBezTo>
                    <a:pt x="1114" y="2735"/>
                    <a:pt x="924" y="4726"/>
                    <a:pt x="769" y="6474"/>
                  </a:cubicBezTo>
                  <a:cubicBezTo>
                    <a:pt x="618" y="8176"/>
                    <a:pt x="272" y="9974"/>
                    <a:pt x="142" y="11816"/>
                  </a:cubicBezTo>
                  <a:cubicBezTo>
                    <a:pt x="0" y="13829"/>
                    <a:pt x="303" y="15167"/>
                    <a:pt x="303" y="15167"/>
                  </a:cubicBezTo>
                  <a:lnTo>
                    <a:pt x="9557" y="15167"/>
                  </a:lnTo>
                  <a:cubicBezTo>
                    <a:pt x="9557" y="15167"/>
                    <a:pt x="9858" y="13829"/>
                    <a:pt x="9717" y="11816"/>
                  </a:cubicBezTo>
                  <a:cubicBezTo>
                    <a:pt x="9587" y="9974"/>
                    <a:pt x="9242" y="8176"/>
                    <a:pt x="9091" y="6474"/>
                  </a:cubicBezTo>
                  <a:cubicBezTo>
                    <a:pt x="8935" y="4728"/>
                    <a:pt x="8706" y="2310"/>
                    <a:pt x="8706" y="2310"/>
                  </a:cubicBezTo>
                  <a:lnTo>
                    <a:pt x="6285" y="2310"/>
                  </a:lnTo>
                  <a:lnTo>
                    <a:pt x="6285" y="1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41"/>
            <p:cNvSpPr/>
            <p:nvPr/>
          </p:nvSpPr>
          <p:spPr>
            <a:xfrm>
              <a:off x="3048314" y="3569319"/>
              <a:ext cx="119508" cy="77907"/>
            </a:xfrm>
            <a:custGeom>
              <a:avLst/>
              <a:gdLst/>
              <a:ahLst/>
              <a:cxnLst/>
              <a:rect l="l" t="t" r="r" b="b"/>
              <a:pathLst>
                <a:path w="2709" h="1766" extrusionOk="0">
                  <a:moveTo>
                    <a:pt x="0" y="0"/>
                  </a:moveTo>
                  <a:lnTo>
                    <a:pt x="0" y="1765"/>
                  </a:lnTo>
                  <a:cubicBezTo>
                    <a:pt x="394" y="1720"/>
                    <a:pt x="784" y="1648"/>
                    <a:pt x="1174" y="1583"/>
                  </a:cubicBezTo>
                  <a:cubicBezTo>
                    <a:pt x="1688" y="1495"/>
                    <a:pt x="2200" y="1397"/>
                    <a:pt x="2709" y="1284"/>
                  </a:cubicBezTo>
                  <a:lnTo>
                    <a:pt x="2709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41"/>
            <p:cNvSpPr/>
            <p:nvPr/>
          </p:nvSpPr>
          <p:spPr>
            <a:xfrm>
              <a:off x="3274617" y="3391982"/>
              <a:ext cx="261823" cy="402505"/>
            </a:xfrm>
            <a:custGeom>
              <a:avLst/>
              <a:gdLst/>
              <a:ahLst/>
              <a:cxnLst/>
              <a:rect l="l" t="t" r="r" b="b"/>
              <a:pathLst>
                <a:path w="5935" h="9124" extrusionOk="0">
                  <a:moveTo>
                    <a:pt x="3386" y="0"/>
                  </a:moveTo>
                  <a:cubicBezTo>
                    <a:pt x="3367" y="0"/>
                    <a:pt x="3347" y="3"/>
                    <a:pt x="3325" y="11"/>
                  </a:cubicBezTo>
                  <a:cubicBezTo>
                    <a:pt x="3207" y="58"/>
                    <a:pt x="3159" y="230"/>
                    <a:pt x="3159" y="230"/>
                  </a:cubicBezTo>
                  <a:cubicBezTo>
                    <a:pt x="2985" y="255"/>
                    <a:pt x="2817" y="825"/>
                    <a:pt x="2827" y="1264"/>
                  </a:cubicBezTo>
                  <a:cubicBezTo>
                    <a:pt x="2832" y="1422"/>
                    <a:pt x="2876" y="1836"/>
                    <a:pt x="2735" y="1854"/>
                  </a:cubicBezTo>
                  <a:cubicBezTo>
                    <a:pt x="2595" y="1834"/>
                    <a:pt x="2615" y="1754"/>
                    <a:pt x="2512" y="1551"/>
                  </a:cubicBezTo>
                  <a:cubicBezTo>
                    <a:pt x="2403" y="1340"/>
                    <a:pt x="2283" y="1262"/>
                    <a:pt x="2179" y="1262"/>
                  </a:cubicBezTo>
                  <a:cubicBezTo>
                    <a:pt x="2152" y="1262"/>
                    <a:pt x="2126" y="1268"/>
                    <a:pt x="2102" y="1277"/>
                  </a:cubicBezTo>
                  <a:cubicBezTo>
                    <a:pt x="1966" y="1333"/>
                    <a:pt x="1956" y="1666"/>
                    <a:pt x="2029" y="1842"/>
                  </a:cubicBezTo>
                  <a:cubicBezTo>
                    <a:pt x="2103" y="2015"/>
                    <a:pt x="2316" y="3048"/>
                    <a:pt x="2696" y="3250"/>
                  </a:cubicBezTo>
                  <a:lnTo>
                    <a:pt x="3284" y="6328"/>
                  </a:lnTo>
                  <a:lnTo>
                    <a:pt x="0" y="6328"/>
                  </a:lnTo>
                  <a:lnTo>
                    <a:pt x="0" y="9123"/>
                  </a:lnTo>
                  <a:lnTo>
                    <a:pt x="4551" y="8735"/>
                  </a:lnTo>
                  <a:cubicBezTo>
                    <a:pt x="4989" y="8699"/>
                    <a:pt x="5385" y="8465"/>
                    <a:pt x="5628" y="8100"/>
                  </a:cubicBezTo>
                  <a:cubicBezTo>
                    <a:pt x="5866" y="7748"/>
                    <a:pt x="5934" y="7306"/>
                    <a:pt x="5813" y="6895"/>
                  </a:cubicBezTo>
                  <a:lnTo>
                    <a:pt x="4529" y="2519"/>
                  </a:lnTo>
                  <a:cubicBezTo>
                    <a:pt x="4529" y="2519"/>
                    <a:pt x="4440" y="1090"/>
                    <a:pt x="4314" y="702"/>
                  </a:cubicBezTo>
                  <a:cubicBezTo>
                    <a:pt x="4260" y="537"/>
                    <a:pt x="4137" y="306"/>
                    <a:pt x="3942" y="258"/>
                  </a:cubicBezTo>
                  <a:cubicBezTo>
                    <a:pt x="3942" y="258"/>
                    <a:pt x="3792" y="24"/>
                    <a:pt x="3639" y="24"/>
                  </a:cubicBezTo>
                  <a:cubicBezTo>
                    <a:pt x="3604" y="24"/>
                    <a:pt x="3568" y="37"/>
                    <a:pt x="3533" y="69"/>
                  </a:cubicBezTo>
                  <a:cubicBezTo>
                    <a:pt x="3533" y="69"/>
                    <a:pt x="3473" y="0"/>
                    <a:pt x="3386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41"/>
            <p:cNvSpPr/>
            <p:nvPr/>
          </p:nvSpPr>
          <p:spPr>
            <a:xfrm>
              <a:off x="3274529" y="3392070"/>
              <a:ext cx="261911" cy="402505"/>
            </a:xfrm>
            <a:custGeom>
              <a:avLst/>
              <a:gdLst/>
              <a:ahLst/>
              <a:cxnLst/>
              <a:rect l="l" t="t" r="r" b="b"/>
              <a:pathLst>
                <a:path w="5937" h="9124" extrusionOk="0">
                  <a:moveTo>
                    <a:pt x="3387" y="1"/>
                  </a:moveTo>
                  <a:cubicBezTo>
                    <a:pt x="3368" y="1"/>
                    <a:pt x="3347" y="4"/>
                    <a:pt x="3325" y="13"/>
                  </a:cubicBezTo>
                  <a:cubicBezTo>
                    <a:pt x="3208" y="58"/>
                    <a:pt x="3160" y="230"/>
                    <a:pt x="3160" y="230"/>
                  </a:cubicBezTo>
                  <a:cubicBezTo>
                    <a:pt x="2985" y="255"/>
                    <a:pt x="2817" y="825"/>
                    <a:pt x="2827" y="1264"/>
                  </a:cubicBezTo>
                  <a:cubicBezTo>
                    <a:pt x="2832" y="1422"/>
                    <a:pt x="2877" y="1836"/>
                    <a:pt x="2736" y="1855"/>
                  </a:cubicBezTo>
                  <a:cubicBezTo>
                    <a:pt x="2595" y="1835"/>
                    <a:pt x="2616" y="1756"/>
                    <a:pt x="2512" y="1552"/>
                  </a:cubicBezTo>
                  <a:cubicBezTo>
                    <a:pt x="2403" y="1341"/>
                    <a:pt x="2284" y="1263"/>
                    <a:pt x="2180" y="1263"/>
                  </a:cubicBezTo>
                  <a:cubicBezTo>
                    <a:pt x="2152" y="1263"/>
                    <a:pt x="2126" y="1269"/>
                    <a:pt x="2101" y="1279"/>
                  </a:cubicBezTo>
                  <a:cubicBezTo>
                    <a:pt x="1966" y="1333"/>
                    <a:pt x="1955" y="1667"/>
                    <a:pt x="2029" y="1842"/>
                  </a:cubicBezTo>
                  <a:cubicBezTo>
                    <a:pt x="2104" y="2015"/>
                    <a:pt x="2317" y="3049"/>
                    <a:pt x="2696" y="3250"/>
                  </a:cubicBezTo>
                  <a:lnTo>
                    <a:pt x="3285" y="6328"/>
                  </a:lnTo>
                  <a:lnTo>
                    <a:pt x="0" y="6328"/>
                  </a:lnTo>
                  <a:lnTo>
                    <a:pt x="0" y="9123"/>
                  </a:lnTo>
                  <a:lnTo>
                    <a:pt x="4552" y="8736"/>
                  </a:lnTo>
                  <a:cubicBezTo>
                    <a:pt x="4989" y="8700"/>
                    <a:pt x="5384" y="8466"/>
                    <a:pt x="5629" y="8100"/>
                  </a:cubicBezTo>
                  <a:cubicBezTo>
                    <a:pt x="5868" y="7746"/>
                    <a:pt x="5936" y="7304"/>
                    <a:pt x="5815" y="6893"/>
                  </a:cubicBezTo>
                  <a:lnTo>
                    <a:pt x="4919" y="3841"/>
                  </a:lnTo>
                  <a:cubicBezTo>
                    <a:pt x="4772" y="3917"/>
                    <a:pt x="4621" y="3985"/>
                    <a:pt x="4473" y="4046"/>
                  </a:cubicBezTo>
                  <a:cubicBezTo>
                    <a:pt x="4212" y="4152"/>
                    <a:pt x="3900" y="4267"/>
                    <a:pt x="3603" y="4267"/>
                  </a:cubicBezTo>
                  <a:cubicBezTo>
                    <a:pt x="3523" y="4267"/>
                    <a:pt x="3445" y="4259"/>
                    <a:pt x="3369" y="4240"/>
                  </a:cubicBezTo>
                  <a:cubicBezTo>
                    <a:pt x="2960" y="4138"/>
                    <a:pt x="2933" y="3674"/>
                    <a:pt x="3015" y="3329"/>
                  </a:cubicBezTo>
                  <a:cubicBezTo>
                    <a:pt x="3084" y="3045"/>
                    <a:pt x="3241" y="2819"/>
                    <a:pt x="3413" y="2585"/>
                  </a:cubicBezTo>
                  <a:cubicBezTo>
                    <a:pt x="3509" y="2451"/>
                    <a:pt x="3609" y="2320"/>
                    <a:pt x="3697" y="2179"/>
                  </a:cubicBezTo>
                  <a:cubicBezTo>
                    <a:pt x="3788" y="2035"/>
                    <a:pt x="3833" y="1888"/>
                    <a:pt x="3895" y="1731"/>
                  </a:cubicBezTo>
                  <a:cubicBezTo>
                    <a:pt x="3933" y="1635"/>
                    <a:pt x="3980" y="1551"/>
                    <a:pt x="4079" y="1505"/>
                  </a:cubicBezTo>
                  <a:cubicBezTo>
                    <a:pt x="4170" y="1463"/>
                    <a:pt x="4274" y="1449"/>
                    <a:pt x="4373" y="1435"/>
                  </a:cubicBezTo>
                  <a:lnTo>
                    <a:pt x="4436" y="1427"/>
                  </a:lnTo>
                  <a:cubicBezTo>
                    <a:pt x="4401" y="1126"/>
                    <a:pt x="4360" y="844"/>
                    <a:pt x="4315" y="702"/>
                  </a:cubicBezTo>
                  <a:cubicBezTo>
                    <a:pt x="4260" y="538"/>
                    <a:pt x="4137" y="307"/>
                    <a:pt x="3943" y="260"/>
                  </a:cubicBezTo>
                  <a:cubicBezTo>
                    <a:pt x="3943" y="260"/>
                    <a:pt x="3793" y="25"/>
                    <a:pt x="3641" y="25"/>
                  </a:cubicBezTo>
                  <a:cubicBezTo>
                    <a:pt x="3605" y="25"/>
                    <a:pt x="3569" y="38"/>
                    <a:pt x="3534" y="70"/>
                  </a:cubicBezTo>
                  <a:cubicBezTo>
                    <a:pt x="3534" y="70"/>
                    <a:pt x="3475" y="1"/>
                    <a:pt x="338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41"/>
            <p:cNvSpPr/>
            <p:nvPr/>
          </p:nvSpPr>
          <p:spPr>
            <a:xfrm>
              <a:off x="3360727" y="3392026"/>
              <a:ext cx="108346" cy="137154"/>
            </a:xfrm>
            <a:custGeom>
              <a:avLst/>
              <a:gdLst/>
              <a:ahLst/>
              <a:cxnLst/>
              <a:rect l="l" t="t" r="r" b="b"/>
              <a:pathLst>
                <a:path w="2456" h="3109" extrusionOk="0">
                  <a:moveTo>
                    <a:pt x="1432" y="0"/>
                  </a:moveTo>
                  <a:cubicBezTo>
                    <a:pt x="1412" y="0"/>
                    <a:pt x="1392" y="3"/>
                    <a:pt x="1370" y="12"/>
                  </a:cubicBezTo>
                  <a:cubicBezTo>
                    <a:pt x="1253" y="58"/>
                    <a:pt x="1204" y="230"/>
                    <a:pt x="1204" y="230"/>
                  </a:cubicBezTo>
                  <a:cubicBezTo>
                    <a:pt x="1030" y="255"/>
                    <a:pt x="862" y="825"/>
                    <a:pt x="872" y="1264"/>
                  </a:cubicBezTo>
                  <a:cubicBezTo>
                    <a:pt x="877" y="1422"/>
                    <a:pt x="921" y="1836"/>
                    <a:pt x="781" y="1854"/>
                  </a:cubicBezTo>
                  <a:cubicBezTo>
                    <a:pt x="640" y="1835"/>
                    <a:pt x="661" y="1754"/>
                    <a:pt x="557" y="1551"/>
                  </a:cubicBezTo>
                  <a:cubicBezTo>
                    <a:pt x="448" y="1341"/>
                    <a:pt x="328" y="1263"/>
                    <a:pt x="225" y="1263"/>
                  </a:cubicBezTo>
                  <a:cubicBezTo>
                    <a:pt x="197" y="1263"/>
                    <a:pt x="171" y="1269"/>
                    <a:pt x="146" y="1279"/>
                  </a:cubicBezTo>
                  <a:cubicBezTo>
                    <a:pt x="11" y="1333"/>
                    <a:pt x="0" y="1667"/>
                    <a:pt x="74" y="1842"/>
                  </a:cubicBezTo>
                  <a:cubicBezTo>
                    <a:pt x="139" y="1991"/>
                    <a:pt x="303" y="2757"/>
                    <a:pt x="582" y="3109"/>
                  </a:cubicBezTo>
                  <a:cubicBezTo>
                    <a:pt x="735" y="2922"/>
                    <a:pt x="888" y="2736"/>
                    <a:pt x="1038" y="2548"/>
                  </a:cubicBezTo>
                  <a:cubicBezTo>
                    <a:pt x="1280" y="2243"/>
                    <a:pt x="1494" y="1926"/>
                    <a:pt x="1711" y="1603"/>
                  </a:cubicBezTo>
                  <a:cubicBezTo>
                    <a:pt x="1883" y="1349"/>
                    <a:pt x="2169" y="1276"/>
                    <a:pt x="2456" y="1214"/>
                  </a:cubicBezTo>
                  <a:cubicBezTo>
                    <a:pt x="2426" y="998"/>
                    <a:pt x="2395" y="809"/>
                    <a:pt x="2359" y="702"/>
                  </a:cubicBezTo>
                  <a:cubicBezTo>
                    <a:pt x="2305" y="537"/>
                    <a:pt x="2182" y="306"/>
                    <a:pt x="1988" y="258"/>
                  </a:cubicBezTo>
                  <a:cubicBezTo>
                    <a:pt x="1988" y="258"/>
                    <a:pt x="1837" y="24"/>
                    <a:pt x="1685" y="24"/>
                  </a:cubicBezTo>
                  <a:cubicBezTo>
                    <a:pt x="1649" y="24"/>
                    <a:pt x="1613" y="37"/>
                    <a:pt x="1579" y="69"/>
                  </a:cubicBezTo>
                  <a:cubicBezTo>
                    <a:pt x="1579" y="69"/>
                    <a:pt x="1519" y="0"/>
                    <a:pt x="143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41"/>
            <p:cNvSpPr/>
            <p:nvPr/>
          </p:nvSpPr>
          <p:spPr>
            <a:xfrm>
              <a:off x="3269191" y="3597551"/>
              <a:ext cx="272807" cy="202929"/>
            </a:xfrm>
            <a:custGeom>
              <a:avLst/>
              <a:gdLst/>
              <a:ahLst/>
              <a:cxnLst/>
              <a:rect l="l" t="t" r="r" b="b"/>
              <a:pathLst>
                <a:path w="6184" h="4600" extrusionOk="0">
                  <a:moveTo>
                    <a:pt x="5408" y="0"/>
                  </a:moveTo>
                  <a:lnTo>
                    <a:pt x="3083" y="629"/>
                  </a:lnTo>
                  <a:lnTo>
                    <a:pt x="3259" y="1550"/>
                  </a:lnTo>
                  <a:lnTo>
                    <a:pt x="0" y="1550"/>
                  </a:lnTo>
                  <a:lnTo>
                    <a:pt x="0" y="4600"/>
                  </a:lnTo>
                  <a:lnTo>
                    <a:pt x="4684" y="4200"/>
                  </a:lnTo>
                  <a:cubicBezTo>
                    <a:pt x="5159" y="4159"/>
                    <a:pt x="5584" y="3908"/>
                    <a:pt x="5851" y="3512"/>
                  </a:cubicBezTo>
                  <a:cubicBezTo>
                    <a:pt x="6110" y="3125"/>
                    <a:pt x="6183" y="2648"/>
                    <a:pt x="6052" y="2201"/>
                  </a:cubicBezTo>
                  <a:lnTo>
                    <a:pt x="54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41"/>
            <p:cNvSpPr/>
            <p:nvPr/>
          </p:nvSpPr>
          <p:spPr>
            <a:xfrm>
              <a:off x="3269279" y="3665883"/>
              <a:ext cx="254058" cy="134595"/>
            </a:xfrm>
            <a:custGeom>
              <a:avLst/>
              <a:gdLst/>
              <a:ahLst/>
              <a:cxnLst/>
              <a:rect l="l" t="t" r="r" b="b"/>
              <a:pathLst>
                <a:path w="5759" h="3051" extrusionOk="0">
                  <a:moveTo>
                    <a:pt x="1" y="1"/>
                  </a:moveTo>
                  <a:lnTo>
                    <a:pt x="1" y="3051"/>
                  </a:lnTo>
                  <a:lnTo>
                    <a:pt x="4683" y="2651"/>
                  </a:lnTo>
                  <a:cubicBezTo>
                    <a:pt x="5108" y="2615"/>
                    <a:pt x="5492" y="2410"/>
                    <a:pt x="5759" y="2084"/>
                  </a:cubicBezTo>
                  <a:lnTo>
                    <a:pt x="5759" y="2084"/>
                  </a:lnTo>
                  <a:cubicBezTo>
                    <a:pt x="5320" y="2244"/>
                    <a:pt x="4877" y="2396"/>
                    <a:pt x="4419" y="2496"/>
                  </a:cubicBezTo>
                  <a:cubicBezTo>
                    <a:pt x="4108" y="2565"/>
                    <a:pt x="3782" y="2614"/>
                    <a:pt x="3458" y="2614"/>
                  </a:cubicBezTo>
                  <a:cubicBezTo>
                    <a:pt x="3177" y="2614"/>
                    <a:pt x="2899" y="2577"/>
                    <a:pt x="2633" y="2483"/>
                  </a:cubicBezTo>
                  <a:cubicBezTo>
                    <a:pt x="2066" y="2283"/>
                    <a:pt x="1679" y="1827"/>
                    <a:pt x="1348" y="1346"/>
                  </a:cubicBezTo>
                  <a:cubicBezTo>
                    <a:pt x="1168" y="1085"/>
                    <a:pt x="997" y="815"/>
                    <a:pt x="792" y="571"/>
                  </a:cubicBezTo>
                  <a:cubicBezTo>
                    <a:pt x="633" y="382"/>
                    <a:pt x="437" y="209"/>
                    <a:pt x="296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41"/>
            <p:cNvSpPr/>
            <p:nvPr/>
          </p:nvSpPr>
          <p:spPr>
            <a:xfrm>
              <a:off x="3405150" y="3597551"/>
              <a:ext cx="112052" cy="69702"/>
            </a:xfrm>
            <a:custGeom>
              <a:avLst/>
              <a:gdLst/>
              <a:ahLst/>
              <a:cxnLst/>
              <a:rect l="l" t="t" r="r" b="b"/>
              <a:pathLst>
                <a:path w="2540" h="1580" extrusionOk="0">
                  <a:moveTo>
                    <a:pt x="2325" y="0"/>
                  </a:moveTo>
                  <a:lnTo>
                    <a:pt x="1" y="629"/>
                  </a:lnTo>
                  <a:lnTo>
                    <a:pt x="176" y="1550"/>
                  </a:lnTo>
                  <a:lnTo>
                    <a:pt x="32" y="1550"/>
                  </a:lnTo>
                  <a:cubicBezTo>
                    <a:pt x="129" y="1570"/>
                    <a:pt x="229" y="1579"/>
                    <a:pt x="328" y="1579"/>
                  </a:cubicBezTo>
                  <a:cubicBezTo>
                    <a:pt x="429" y="1579"/>
                    <a:pt x="531" y="1569"/>
                    <a:pt x="632" y="1550"/>
                  </a:cubicBezTo>
                  <a:cubicBezTo>
                    <a:pt x="1230" y="1435"/>
                    <a:pt x="1773" y="1114"/>
                    <a:pt x="2311" y="844"/>
                  </a:cubicBezTo>
                  <a:cubicBezTo>
                    <a:pt x="2386" y="806"/>
                    <a:pt x="2462" y="767"/>
                    <a:pt x="2539" y="729"/>
                  </a:cubicBezTo>
                  <a:lnTo>
                    <a:pt x="2325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41"/>
            <p:cNvSpPr/>
            <p:nvPr/>
          </p:nvSpPr>
          <p:spPr>
            <a:xfrm>
              <a:off x="3395003" y="3569892"/>
              <a:ext cx="125595" cy="85318"/>
            </a:xfrm>
            <a:custGeom>
              <a:avLst/>
              <a:gdLst/>
              <a:ahLst/>
              <a:cxnLst/>
              <a:rect l="l" t="t" r="r" b="b"/>
              <a:pathLst>
                <a:path w="2847" h="1934" extrusionOk="0">
                  <a:moveTo>
                    <a:pt x="2385" y="0"/>
                  </a:moveTo>
                  <a:cubicBezTo>
                    <a:pt x="2373" y="0"/>
                    <a:pt x="2360" y="2"/>
                    <a:pt x="2347" y="5"/>
                  </a:cubicBezTo>
                  <a:lnTo>
                    <a:pt x="124" y="605"/>
                  </a:lnTo>
                  <a:cubicBezTo>
                    <a:pt x="48" y="626"/>
                    <a:pt x="1" y="701"/>
                    <a:pt x="15" y="777"/>
                  </a:cubicBezTo>
                  <a:lnTo>
                    <a:pt x="214" y="1812"/>
                  </a:lnTo>
                  <a:cubicBezTo>
                    <a:pt x="227" y="1884"/>
                    <a:pt x="290" y="1933"/>
                    <a:pt x="360" y="1933"/>
                  </a:cubicBezTo>
                  <a:cubicBezTo>
                    <a:pt x="373" y="1933"/>
                    <a:pt x="386" y="1932"/>
                    <a:pt x="399" y="1928"/>
                  </a:cubicBezTo>
                  <a:lnTo>
                    <a:pt x="2720" y="1300"/>
                  </a:lnTo>
                  <a:cubicBezTo>
                    <a:pt x="2801" y="1278"/>
                    <a:pt x="2847" y="1194"/>
                    <a:pt x="2824" y="1114"/>
                  </a:cubicBezTo>
                  <a:lnTo>
                    <a:pt x="2527" y="106"/>
                  </a:lnTo>
                  <a:cubicBezTo>
                    <a:pt x="2510" y="43"/>
                    <a:pt x="2450" y="0"/>
                    <a:pt x="23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41"/>
            <p:cNvSpPr/>
            <p:nvPr/>
          </p:nvSpPr>
          <p:spPr>
            <a:xfrm>
              <a:off x="3430824" y="3265817"/>
              <a:ext cx="138918" cy="168563"/>
            </a:xfrm>
            <a:custGeom>
              <a:avLst/>
              <a:gdLst/>
              <a:ahLst/>
              <a:cxnLst/>
              <a:rect l="l" t="t" r="r" b="b"/>
              <a:pathLst>
                <a:path w="3149" h="3821" extrusionOk="0">
                  <a:moveTo>
                    <a:pt x="1442" y="0"/>
                  </a:moveTo>
                  <a:cubicBezTo>
                    <a:pt x="592" y="0"/>
                    <a:pt x="211" y="773"/>
                    <a:pt x="211" y="773"/>
                  </a:cubicBezTo>
                  <a:lnTo>
                    <a:pt x="1" y="3595"/>
                  </a:lnTo>
                  <a:cubicBezTo>
                    <a:pt x="164" y="3748"/>
                    <a:pt x="380" y="3820"/>
                    <a:pt x="617" y="3820"/>
                  </a:cubicBezTo>
                  <a:cubicBezTo>
                    <a:pt x="1162" y="3820"/>
                    <a:pt x="1825" y="3442"/>
                    <a:pt x="2250" y="2796"/>
                  </a:cubicBezTo>
                  <a:cubicBezTo>
                    <a:pt x="3148" y="1429"/>
                    <a:pt x="2487" y="181"/>
                    <a:pt x="1745" y="32"/>
                  </a:cubicBezTo>
                  <a:cubicBezTo>
                    <a:pt x="1638" y="10"/>
                    <a:pt x="1537" y="0"/>
                    <a:pt x="144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41"/>
            <p:cNvSpPr/>
            <p:nvPr/>
          </p:nvSpPr>
          <p:spPr>
            <a:xfrm>
              <a:off x="3430780" y="3265729"/>
              <a:ext cx="89068" cy="163578"/>
            </a:xfrm>
            <a:custGeom>
              <a:avLst/>
              <a:gdLst/>
              <a:ahLst/>
              <a:cxnLst/>
              <a:rect l="l" t="t" r="r" b="b"/>
              <a:pathLst>
                <a:path w="2019" h="3708" extrusionOk="0">
                  <a:moveTo>
                    <a:pt x="1443" y="1"/>
                  </a:moveTo>
                  <a:cubicBezTo>
                    <a:pt x="594" y="1"/>
                    <a:pt x="211" y="774"/>
                    <a:pt x="211" y="774"/>
                  </a:cubicBezTo>
                  <a:lnTo>
                    <a:pt x="1" y="3597"/>
                  </a:lnTo>
                  <a:cubicBezTo>
                    <a:pt x="48" y="3642"/>
                    <a:pt x="102" y="3677"/>
                    <a:pt x="156" y="3708"/>
                  </a:cubicBezTo>
                  <a:cubicBezTo>
                    <a:pt x="167" y="3675"/>
                    <a:pt x="175" y="3639"/>
                    <a:pt x="186" y="3606"/>
                  </a:cubicBezTo>
                  <a:cubicBezTo>
                    <a:pt x="458" y="2660"/>
                    <a:pt x="810" y="1701"/>
                    <a:pt x="1378" y="892"/>
                  </a:cubicBezTo>
                  <a:cubicBezTo>
                    <a:pt x="1566" y="624"/>
                    <a:pt x="1773" y="359"/>
                    <a:pt x="2019" y="140"/>
                  </a:cubicBezTo>
                  <a:cubicBezTo>
                    <a:pt x="1931" y="87"/>
                    <a:pt x="1839" y="52"/>
                    <a:pt x="1745" y="32"/>
                  </a:cubicBezTo>
                  <a:cubicBezTo>
                    <a:pt x="1638" y="10"/>
                    <a:pt x="1538" y="1"/>
                    <a:pt x="1443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41"/>
            <p:cNvSpPr/>
            <p:nvPr/>
          </p:nvSpPr>
          <p:spPr>
            <a:xfrm>
              <a:off x="2646924" y="3265817"/>
              <a:ext cx="138874" cy="168563"/>
            </a:xfrm>
            <a:custGeom>
              <a:avLst/>
              <a:gdLst/>
              <a:ahLst/>
              <a:cxnLst/>
              <a:rect l="l" t="t" r="r" b="b"/>
              <a:pathLst>
                <a:path w="3148" h="3821" extrusionOk="0">
                  <a:moveTo>
                    <a:pt x="1707" y="0"/>
                  </a:moveTo>
                  <a:cubicBezTo>
                    <a:pt x="1612" y="0"/>
                    <a:pt x="1511" y="10"/>
                    <a:pt x="1404" y="32"/>
                  </a:cubicBezTo>
                  <a:cubicBezTo>
                    <a:pt x="662" y="181"/>
                    <a:pt x="0" y="1429"/>
                    <a:pt x="899" y="2796"/>
                  </a:cubicBezTo>
                  <a:cubicBezTo>
                    <a:pt x="1324" y="3442"/>
                    <a:pt x="1986" y="3820"/>
                    <a:pt x="2531" y="3820"/>
                  </a:cubicBezTo>
                  <a:cubicBezTo>
                    <a:pt x="2769" y="3820"/>
                    <a:pt x="2985" y="3748"/>
                    <a:pt x="3148" y="3595"/>
                  </a:cubicBezTo>
                  <a:lnTo>
                    <a:pt x="2938" y="773"/>
                  </a:lnTo>
                  <a:cubicBezTo>
                    <a:pt x="2938" y="773"/>
                    <a:pt x="2556" y="0"/>
                    <a:pt x="1707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41"/>
            <p:cNvSpPr/>
            <p:nvPr/>
          </p:nvSpPr>
          <p:spPr>
            <a:xfrm>
              <a:off x="2703654" y="3265817"/>
              <a:ext cx="82186" cy="165167"/>
            </a:xfrm>
            <a:custGeom>
              <a:avLst/>
              <a:gdLst/>
              <a:ahLst/>
              <a:cxnLst/>
              <a:rect l="l" t="t" r="r" b="b"/>
              <a:pathLst>
                <a:path w="1863" h="3744" extrusionOk="0">
                  <a:moveTo>
                    <a:pt x="423" y="0"/>
                  </a:moveTo>
                  <a:cubicBezTo>
                    <a:pt x="327" y="0"/>
                    <a:pt x="226" y="10"/>
                    <a:pt x="119" y="32"/>
                  </a:cubicBezTo>
                  <a:cubicBezTo>
                    <a:pt x="79" y="39"/>
                    <a:pt x="39" y="53"/>
                    <a:pt x="0" y="66"/>
                  </a:cubicBezTo>
                  <a:cubicBezTo>
                    <a:pt x="207" y="224"/>
                    <a:pt x="369" y="455"/>
                    <a:pt x="516" y="667"/>
                  </a:cubicBezTo>
                  <a:cubicBezTo>
                    <a:pt x="818" y="1101"/>
                    <a:pt x="1019" y="1572"/>
                    <a:pt x="1161" y="2081"/>
                  </a:cubicBezTo>
                  <a:cubicBezTo>
                    <a:pt x="1316" y="2639"/>
                    <a:pt x="1443" y="3199"/>
                    <a:pt x="1639" y="3743"/>
                  </a:cubicBezTo>
                  <a:cubicBezTo>
                    <a:pt x="1721" y="3709"/>
                    <a:pt x="1797" y="3659"/>
                    <a:pt x="1863" y="3596"/>
                  </a:cubicBezTo>
                  <a:lnTo>
                    <a:pt x="1653" y="773"/>
                  </a:lnTo>
                  <a:cubicBezTo>
                    <a:pt x="1653" y="773"/>
                    <a:pt x="1272" y="0"/>
                    <a:pt x="42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41"/>
            <p:cNvSpPr/>
            <p:nvPr/>
          </p:nvSpPr>
          <p:spPr>
            <a:xfrm>
              <a:off x="2742562" y="2819254"/>
              <a:ext cx="731559" cy="800378"/>
            </a:xfrm>
            <a:custGeom>
              <a:avLst/>
              <a:gdLst/>
              <a:ahLst/>
              <a:cxnLst/>
              <a:rect l="l" t="t" r="r" b="b"/>
              <a:pathLst>
                <a:path w="16583" h="18143" extrusionOk="0">
                  <a:moveTo>
                    <a:pt x="8289" y="1"/>
                  </a:moveTo>
                  <a:cubicBezTo>
                    <a:pt x="8273" y="1"/>
                    <a:pt x="8256" y="1"/>
                    <a:pt x="8239" y="1"/>
                  </a:cubicBezTo>
                  <a:cubicBezTo>
                    <a:pt x="3594" y="27"/>
                    <a:pt x="1" y="4111"/>
                    <a:pt x="372" y="8743"/>
                  </a:cubicBezTo>
                  <a:lnTo>
                    <a:pt x="698" y="12813"/>
                  </a:lnTo>
                  <a:cubicBezTo>
                    <a:pt x="904" y="15364"/>
                    <a:pt x="2838" y="17438"/>
                    <a:pt x="5370" y="17822"/>
                  </a:cubicBezTo>
                  <a:lnTo>
                    <a:pt x="6687" y="18021"/>
                  </a:lnTo>
                  <a:cubicBezTo>
                    <a:pt x="7217" y="18102"/>
                    <a:pt x="7752" y="18142"/>
                    <a:pt x="8287" y="18142"/>
                  </a:cubicBezTo>
                  <a:cubicBezTo>
                    <a:pt x="8822" y="18142"/>
                    <a:pt x="9357" y="18102"/>
                    <a:pt x="9887" y="18021"/>
                  </a:cubicBezTo>
                  <a:lnTo>
                    <a:pt x="11203" y="17822"/>
                  </a:lnTo>
                  <a:cubicBezTo>
                    <a:pt x="13734" y="17438"/>
                    <a:pt x="15668" y="15364"/>
                    <a:pt x="15873" y="12813"/>
                  </a:cubicBezTo>
                  <a:lnTo>
                    <a:pt x="16212" y="8587"/>
                  </a:lnTo>
                  <a:cubicBezTo>
                    <a:pt x="16583" y="3960"/>
                    <a:pt x="12929" y="1"/>
                    <a:pt x="8289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41"/>
            <p:cNvSpPr/>
            <p:nvPr/>
          </p:nvSpPr>
          <p:spPr>
            <a:xfrm>
              <a:off x="2772956" y="2819166"/>
              <a:ext cx="666534" cy="288468"/>
            </a:xfrm>
            <a:custGeom>
              <a:avLst/>
              <a:gdLst/>
              <a:ahLst/>
              <a:cxnLst/>
              <a:rect l="l" t="t" r="r" b="b"/>
              <a:pathLst>
                <a:path w="15109" h="6539" extrusionOk="0">
                  <a:moveTo>
                    <a:pt x="7597" y="1"/>
                  </a:moveTo>
                  <a:cubicBezTo>
                    <a:pt x="7581" y="1"/>
                    <a:pt x="7566" y="1"/>
                    <a:pt x="7550" y="1"/>
                  </a:cubicBezTo>
                  <a:cubicBezTo>
                    <a:pt x="3947" y="21"/>
                    <a:pt x="979" y="2483"/>
                    <a:pt x="1" y="5747"/>
                  </a:cubicBezTo>
                  <a:cubicBezTo>
                    <a:pt x="509" y="5982"/>
                    <a:pt x="1090" y="6076"/>
                    <a:pt x="1655" y="6076"/>
                  </a:cubicBezTo>
                  <a:cubicBezTo>
                    <a:pt x="1849" y="6076"/>
                    <a:pt x="2041" y="6065"/>
                    <a:pt x="2228" y="6045"/>
                  </a:cubicBezTo>
                  <a:cubicBezTo>
                    <a:pt x="2496" y="6015"/>
                    <a:pt x="2763" y="5966"/>
                    <a:pt x="3022" y="5895"/>
                  </a:cubicBezTo>
                  <a:cubicBezTo>
                    <a:pt x="3278" y="5825"/>
                    <a:pt x="3522" y="5699"/>
                    <a:pt x="3784" y="5662"/>
                  </a:cubicBezTo>
                  <a:cubicBezTo>
                    <a:pt x="3818" y="5657"/>
                    <a:pt x="3852" y="5655"/>
                    <a:pt x="3886" y="5655"/>
                  </a:cubicBezTo>
                  <a:cubicBezTo>
                    <a:pt x="4103" y="5655"/>
                    <a:pt x="4310" y="5750"/>
                    <a:pt x="4514" y="5824"/>
                  </a:cubicBezTo>
                  <a:cubicBezTo>
                    <a:pt x="4876" y="5953"/>
                    <a:pt x="5234" y="6089"/>
                    <a:pt x="5602" y="6199"/>
                  </a:cubicBezTo>
                  <a:cubicBezTo>
                    <a:pt x="6304" y="6409"/>
                    <a:pt x="7055" y="6538"/>
                    <a:pt x="7802" y="6538"/>
                  </a:cubicBezTo>
                  <a:cubicBezTo>
                    <a:pt x="8606" y="6538"/>
                    <a:pt x="9404" y="6389"/>
                    <a:pt x="10129" y="6029"/>
                  </a:cubicBezTo>
                  <a:cubicBezTo>
                    <a:pt x="10365" y="5912"/>
                    <a:pt x="10613" y="5730"/>
                    <a:pt x="10881" y="5693"/>
                  </a:cubicBezTo>
                  <a:cubicBezTo>
                    <a:pt x="10916" y="5688"/>
                    <a:pt x="10951" y="5686"/>
                    <a:pt x="10986" y="5686"/>
                  </a:cubicBezTo>
                  <a:cubicBezTo>
                    <a:pt x="11105" y="5686"/>
                    <a:pt x="11223" y="5709"/>
                    <a:pt x="11339" y="5729"/>
                  </a:cubicBezTo>
                  <a:cubicBezTo>
                    <a:pt x="11514" y="5756"/>
                    <a:pt x="11690" y="5784"/>
                    <a:pt x="11864" y="5811"/>
                  </a:cubicBezTo>
                  <a:cubicBezTo>
                    <a:pt x="12220" y="5864"/>
                    <a:pt x="12576" y="5900"/>
                    <a:pt x="12931" y="5900"/>
                  </a:cubicBezTo>
                  <a:cubicBezTo>
                    <a:pt x="13290" y="5900"/>
                    <a:pt x="13647" y="5863"/>
                    <a:pt x="14001" y="5769"/>
                  </a:cubicBezTo>
                  <a:cubicBezTo>
                    <a:pt x="14375" y="5669"/>
                    <a:pt x="14751" y="5525"/>
                    <a:pt x="15108" y="5339"/>
                  </a:cubicBezTo>
                  <a:cubicBezTo>
                    <a:pt x="14032" y="2251"/>
                    <a:pt x="11096" y="1"/>
                    <a:pt x="759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41"/>
            <p:cNvSpPr/>
            <p:nvPr/>
          </p:nvSpPr>
          <p:spPr>
            <a:xfrm>
              <a:off x="2740092" y="2808491"/>
              <a:ext cx="736500" cy="495059"/>
            </a:xfrm>
            <a:custGeom>
              <a:avLst/>
              <a:gdLst/>
              <a:ahLst/>
              <a:cxnLst/>
              <a:rect l="l" t="t" r="r" b="b"/>
              <a:pathLst>
                <a:path w="16695" h="11222" extrusionOk="0">
                  <a:moveTo>
                    <a:pt x="8347" y="0"/>
                  </a:moveTo>
                  <a:cubicBezTo>
                    <a:pt x="6082" y="14"/>
                    <a:pt x="3925" y="952"/>
                    <a:pt x="2374" y="2642"/>
                  </a:cubicBezTo>
                  <a:cubicBezTo>
                    <a:pt x="796" y="4361"/>
                    <a:pt x="0" y="6681"/>
                    <a:pt x="186" y="9005"/>
                  </a:cubicBezTo>
                  <a:cubicBezTo>
                    <a:pt x="186" y="9005"/>
                    <a:pt x="348" y="10605"/>
                    <a:pt x="607" y="11221"/>
                  </a:cubicBezTo>
                  <a:cubicBezTo>
                    <a:pt x="607" y="11221"/>
                    <a:pt x="1009" y="10704"/>
                    <a:pt x="1625" y="9351"/>
                  </a:cubicBezTo>
                  <a:cubicBezTo>
                    <a:pt x="1700" y="9188"/>
                    <a:pt x="1734" y="9010"/>
                    <a:pt x="1718" y="8831"/>
                  </a:cubicBezTo>
                  <a:cubicBezTo>
                    <a:pt x="1681" y="8414"/>
                    <a:pt x="1632" y="7535"/>
                    <a:pt x="1745" y="6577"/>
                  </a:cubicBezTo>
                  <a:cubicBezTo>
                    <a:pt x="1771" y="6345"/>
                    <a:pt x="1875" y="6130"/>
                    <a:pt x="2039" y="5963"/>
                  </a:cubicBezTo>
                  <a:cubicBezTo>
                    <a:pt x="2396" y="5601"/>
                    <a:pt x="3126" y="5029"/>
                    <a:pt x="4174" y="5029"/>
                  </a:cubicBezTo>
                  <a:cubicBezTo>
                    <a:pt x="5708" y="5029"/>
                    <a:pt x="7323" y="5610"/>
                    <a:pt x="8347" y="5610"/>
                  </a:cubicBezTo>
                  <a:cubicBezTo>
                    <a:pt x="9372" y="5610"/>
                    <a:pt x="10985" y="5029"/>
                    <a:pt x="12520" y="5029"/>
                  </a:cubicBezTo>
                  <a:cubicBezTo>
                    <a:pt x="13569" y="5029"/>
                    <a:pt x="14298" y="5601"/>
                    <a:pt x="14656" y="5963"/>
                  </a:cubicBezTo>
                  <a:cubicBezTo>
                    <a:pt x="14818" y="6130"/>
                    <a:pt x="14921" y="6346"/>
                    <a:pt x="14950" y="6577"/>
                  </a:cubicBezTo>
                  <a:cubicBezTo>
                    <a:pt x="15062" y="7535"/>
                    <a:pt x="15014" y="8414"/>
                    <a:pt x="14977" y="8831"/>
                  </a:cubicBezTo>
                  <a:cubicBezTo>
                    <a:pt x="14961" y="9010"/>
                    <a:pt x="14994" y="9188"/>
                    <a:pt x="15070" y="9351"/>
                  </a:cubicBezTo>
                  <a:cubicBezTo>
                    <a:pt x="15686" y="10704"/>
                    <a:pt x="16086" y="11221"/>
                    <a:pt x="16086" y="11221"/>
                  </a:cubicBezTo>
                  <a:cubicBezTo>
                    <a:pt x="16347" y="10605"/>
                    <a:pt x="16509" y="9005"/>
                    <a:pt x="16509" y="9005"/>
                  </a:cubicBezTo>
                  <a:cubicBezTo>
                    <a:pt x="16695" y="6680"/>
                    <a:pt x="15897" y="4360"/>
                    <a:pt x="14320" y="2642"/>
                  </a:cubicBezTo>
                  <a:cubicBezTo>
                    <a:pt x="12769" y="951"/>
                    <a:pt x="10612" y="14"/>
                    <a:pt x="8347" y="0"/>
                  </a:cubicBezTo>
                  <a:close/>
                </a:path>
              </a:pathLst>
            </a:custGeom>
            <a:solidFill>
              <a:srgbClr val="5B52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41"/>
            <p:cNvSpPr/>
            <p:nvPr/>
          </p:nvSpPr>
          <p:spPr>
            <a:xfrm>
              <a:off x="2763428" y="2808491"/>
              <a:ext cx="684003" cy="277219"/>
            </a:xfrm>
            <a:custGeom>
              <a:avLst/>
              <a:gdLst/>
              <a:ahLst/>
              <a:cxnLst/>
              <a:rect l="l" t="t" r="r" b="b"/>
              <a:pathLst>
                <a:path w="15505" h="6284" extrusionOk="0">
                  <a:moveTo>
                    <a:pt x="7818" y="0"/>
                  </a:moveTo>
                  <a:cubicBezTo>
                    <a:pt x="5553" y="13"/>
                    <a:pt x="3396" y="951"/>
                    <a:pt x="1844" y="2642"/>
                  </a:cubicBezTo>
                  <a:cubicBezTo>
                    <a:pt x="988" y="3574"/>
                    <a:pt x="364" y="4686"/>
                    <a:pt x="1" y="5878"/>
                  </a:cubicBezTo>
                  <a:cubicBezTo>
                    <a:pt x="392" y="6102"/>
                    <a:pt x="841" y="6229"/>
                    <a:pt x="1298" y="6284"/>
                  </a:cubicBezTo>
                  <a:cubicBezTo>
                    <a:pt x="1348" y="6166"/>
                    <a:pt x="1420" y="6057"/>
                    <a:pt x="1510" y="5963"/>
                  </a:cubicBezTo>
                  <a:cubicBezTo>
                    <a:pt x="1867" y="5601"/>
                    <a:pt x="2597" y="5030"/>
                    <a:pt x="3646" y="5030"/>
                  </a:cubicBezTo>
                  <a:cubicBezTo>
                    <a:pt x="5181" y="5030"/>
                    <a:pt x="6794" y="5610"/>
                    <a:pt x="7818" y="5610"/>
                  </a:cubicBezTo>
                  <a:cubicBezTo>
                    <a:pt x="8842" y="5610"/>
                    <a:pt x="10456" y="5030"/>
                    <a:pt x="11991" y="5030"/>
                  </a:cubicBezTo>
                  <a:cubicBezTo>
                    <a:pt x="13040" y="5030"/>
                    <a:pt x="13769" y="5601"/>
                    <a:pt x="14127" y="5963"/>
                  </a:cubicBezTo>
                  <a:cubicBezTo>
                    <a:pt x="14143" y="5980"/>
                    <a:pt x="14158" y="6002"/>
                    <a:pt x="14174" y="6020"/>
                  </a:cubicBezTo>
                  <a:cubicBezTo>
                    <a:pt x="14189" y="6016"/>
                    <a:pt x="14202" y="6014"/>
                    <a:pt x="14217" y="6011"/>
                  </a:cubicBezTo>
                  <a:cubicBezTo>
                    <a:pt x="14656" y="5894"/>
                    <a:pt x="15095" y="5715"/>
                    <a:pt x="15505" y="5483"/>
                  </a:cubicBezTo>
                  <a:cubicBezTo>
                    <a:pt x="15130" y="4441"/>
                    <a:pt x="14553" y="3471"/>
                    <a:pt x="13791" y="2642"/>
                  </a:cubicBezTo>
                  <a:cubicBezTo>
                    <a:pt x="12240" y="951"/>
                    <a:pt x="10083" y="13"/>
                    <a:pt x="7818" y="0"/>
                  </a:cubicBezTo>
                  <a:close/>
                </a:path>
              </a:pathLst>
            </a:custGeom>
            <a:solidFill>
              <a:srgbClr val="5B52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41"/>
            <p:cNvSpPr/>
            <p:nvPr/>
          </p:nvSpPr>
          <p:spPr>
            <a:xfrm>
              <a:off x="3218460" y="3265949"/>
              <a:ext cx="129257" cy="136889"/>
            </a:xfrm>
            <a:custGeom>
              <a:avLst/>
              <a:gdLst/>
              <a:ahLst/>
              <a:cxnLst/>
              <a:rect l="l" t="t" r="r" b="b"/>
              <a:pathLst>
                <a:path w="2930" h="3103" extrusionOk="0">
                  <a:moveTo>
                    <a:pt x="1465" y="0"/>
                  </a:moveTo>
                  <a:cubicBezTo>
                    <a:pt x="656" y="0"/>
                    <a:pt x="0" y="695"/>
                    <a:pt x="0" y="1552"/>
                  </a:cubicBezTo>
                  <a:cubicBezTo>
                    <a:pt x="0" y="2408"/>
                    <a:pt x="656" y="3103"/>
                    <a:pt x="1465" y="3103"/>
                  </a:cubicBezTo>
                  <a:cubicBezTo>
                    <a:pt x="2274" y="3103"/>
                    <a:pt x="2929" y="2408"/>
                    <a:pt x="2929" y="1552"/>
                  </a:cubicBezTo>
                  <a:cubicBezTo>
                    <a:pt x="2929" y="695"/>
                    <a:pt x="2274" y="0"/>
                    <a:pt x="1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41"/>
            <p:cNvSpPr/>
            <p:nvPr/>
          </p:nvSpPr>
          <p:spPr>
            <a:xfrm>
              <a:off x="3197948" y="3260611"/>
              <a:ext cx="170240" cy="56379"/>
            </a:xfrm>
            <a:custGeom>
              <a:avLst/>
              <a:gdLst/>
              <a:ahLst/>
              <a:cxnLst/>
              <a:rect l="l" t="t" r="r" b="b"/>
              <a:pathLst>
                <a:path w="3859" h="1278" extrusionOk="0">
                  <a:moveTo>
                    <a:pt x="1930" y="1"/>
                  </a:moveTo>
                  <a:cubicBezTo>
                    <a:pt x="1151" y="1"/>
                    <a:pt x="423" y="420"/>
                    <a:pt x="33" y="1094"/>
                  </a:cubicBezTo>
                  <a:cubicBezTo>
                    <a:pt x="1" y="1154"/>
                    <a:pt x="21" y="1228"/>
                    <a:pt x="78" y="1261"/>
                  </a:cubicBezTo>
                  <a:cubicBezTo>
                    <a:pt x="96" y="1272"/>
                    <a:pt x="117" y="1277"/>
                    <a:pt x="138" y="1277"/>
                  </a:cubicBezTo>
                  <a:cubicBezTo>
                    <a:pt x="181" y="1277"/>
                    <a:pt x="222" y="1255"/>
                    <a:pt x="244" y="1217"/>
                  </a:cubicBezTo>
                  <a:cubicBezTo>
                    <a:pt x="591" y="616"/>
                    <a:pt x="1237" y="244"/>
                    <a:pt x="1930" y="244"/>
                  </a:cubicBezTo>
                  <a:cubicBezTo>
                    <a:pt x="2622" y="244"/>
                    <a:pt x="3268" y="616"/>
                    <a:pt x="3615" y="1217"/>
                  </a:cubicBezTo>
                  <a:cubicBezTo>
                    <a:pt x="3637" y="1256"/>
                    <a:pt x="3679" y="1278"/>
                    <a:pt x="3721" y="1278"/>
                  </a:cubicBezTo>
                  <a:cubicBezTo>
                    <a:pt x="3742" y="1278"/>
                    <a:pt x="3763" y="1272"/>
                    <a:pt x="3782" y="1261"/>
                  </a:cubicBezTo>
                  <a:cubicBezTo>
                    <a:pt x="3840" y="1228"/>
                    <a:pt x="3858" y="1152"/>
                    <a:pt x="3826" y="1094"/>
                  </a:cubicBezTo>
                  <a:cubicBezTo>
                    <a:pt x="3435" y="420"/>
                    <a:pt x="2708" y="1"/>
                    <a:pt x="1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41"/>
            <p:cNvSpPr/>
            <p:nvPr/>
          </p:nvSpPr>
          <p:spPr>
            <a:xfrm>
              <a:off x="3213740" y="3166738"/>
              <a:ext cx="138653" cy="38909"/>
            </a:xfrm>
            <a:custGeom>
              <a:avLst/>
              <a:gdLst/>
              <a:ahLst/>
              <a:cxnLst/>
              <a:rect l="l" t="t" r="r" b="b"/>
              <a:pathLst>
                <a:path w="3143" h="882" extrusionOk="0">
                  <a:moveTo>
                    <a:pt x="1572" y="0"/>
                  </a:moveTo>
                  <a:cubicBezTo>
                    <a:pt x="1023" y="0"/>
                    <a:pt x="495" y="200"/>
                    <a:pt x="84" y="562"/>
                  </a:cubicBezTo>
                  <a:cubicBezTo>
                    <a:pt x="9" y="629"/>
                    <a:pt x="1" y="745"/>
                    <a:pt x="68" y="820"/>
                  </a:cubicBezTo>
                  <a:cubicBezTo>
                    <a:pt x="105" y="860"/>
                    <a:pt x="155" y="881"/>
                    <a:pt x="206" y="881"/>
                  </a:cubicBezTo>
                  <a:cubicBezTo>
                    <a:pt x="249" y="881"/>
                    <a:pt x="291" y="866"/>
                    <a:pt x="326" y="835"/>
                  </a:cubicBezTo>
                  <a:cubicBezTo>
                    <a:pt x="669" y="532"/>
                    <a:pt x="1110" y="364"/>
                    <a:pt x="1572" y="364"/>
                  </a:cubicBezTo>
                  <a:cubicBezTo>
                    <a:pt x="2033" y="364"/>
                    <a:pt x="2475" y="532"/>
                    <a:pt x="2820" y="835"/>
                  </a:cubicBezTo>
                  <a:cubicBezTo>
                    <a:pt x="2853" y="867"/>
                    <a:pt x="2896" y="882"/>
                    <a:pt x="2940" y="882"/>
                  </a:cubicBezTo>
                  <a:cubicBezTo>
                    <a:pt x="2990" y="882"/>
                    <a:pt x="3040" y="862"/>
                    <a:pt x="3075" y="820"/>
                  </a:cubicBezTo>
                  <a:cubicBezTo>
                    <a:pt x="3142" y="745"/>
                    <a:pt x="3136" y="629"/>
                    <a:pt x="3059" y="562"/>
                  </a:cubicBezTo>
                  <a:cubicBezTo>
                    <a:pt x="2648" y="200"/>
                    <a:pt x="2121" y="0"/>
                    <a:pt x="15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41"/>
            <p:cNvSpPr/>
            <p:nvPr/>
          </p:nvSpPr>
          <p:spPr>
            <a:xfrm>
              <a:off x="2868948" y="3265949"/>
              <a:ext cx="129213" cy="136889"/>
            </a:xfrm>
            <a:custGeom>
              <a:avLst/>
              <a:gdLst/>
              <a:ahLst/>
              <a:cxnLst/>
              <a:rect l="l" t="t" r="r" b="b"/>
              <a:pathLst>
                <a:path w="2929" h="3103" extrusionOk="0">
                  <a:moveTo>
                    <a:pt x="1465" y="0"/>
                  </a:moveTo>
                  <a:cubicBezTo>
                    <a:pt x="656" y="0"/>
                    <a:pt x="1" y="695"/>
                    <a:pt x="1" y="1552"/>
                  </a:cubicBezTo>
                  <a:cubicBezTo>
                    <a:pt x="1" y="2408"/>
                    <a:pt x="656" y="3103"/>
                    <a:pt x="1465" y="3103"/>
                  </a:cubicBezTo>
                  <a:cubicBezTo>
                    <a:pt x="2273" y="3103"/>
                    <a:pt x="2929" y="2408"/>
                    <a:pt x="2929" y="1552"/>
                  </a:cubicBezTo>
                  <a:cubicBezTo>
                    <a:pt x="2929" y="695"/>
                    <a:pt x="2273" y="0"/>
                    <a:pt x="14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41"/>
            <p:cNvSpPr/>
            <p:nvPr/>
          </p:nvSpPr>
          <p:spPr>
            <a:xfrm>
              <a:off x="2848391" y="3260611"/>
              <a:ext cx="170284" cy="56379"/>
            </a:xfrm>
            <a:custGeom>
              <a:avLst/>
              <a:gdLst/>
              <a:ahLst/>
              <a:cxnLst/>
              <a:rect l="l" t="t" r="r" b="b"/>
              <a:pathLst>
                <a:path w="3860" h="1278" extrusionOk="0">
                  <a:moveTo>
                    <a:pt x="1930" y="1"/>
                  </a:moveTo>
                  <a:cubicBezTo>
                    <a:pt x="1151" y="1"/>
                    <a:pt x="424" y="420"/>
                    <a:pt x="34" y="1094"/>
                  </a:cubicBezTo>
                  <a:cubicBezTo>
                    <a:pt x="0" y="1154"/>
                    <a:pt x="20" y="1228"/>
                    <a:pt x="78" y="1261"/>
                  </a:cubicBezTo>
                  <a:cubicBezTo>
                    <a:pt x="97" y="1272"/>
                    <a:pt x="118" y="1278"/>
                    <a:pt x="139" y="1278"/>
                  </a:cubicBezTo>
                  <a:cubicBezTo>
                    <a:pt x="181" y="1278"/>
                    <a:pt x="222" y="1256"/>
                    <a:pt x="245" y="1217"/>
                  </a:cubicBezTo>
                  <a:cubicBezTo>
                    <a:pt x="592" y="616"/>
                    <a:pt x="1238" y="244"/>
                    <a:pt x="1930" y="244"/>
                  </a:cubicBezTo>
                  <a:cubicBezTo>
                    <a:pt x="2622" y="244"/>
                    <a:pt x="3270" y="616"/>
                    <a:pt x="3616" y="1217"/>
                  </a:cubicBezTo>
                  <a:cubicBezTo>
                    <a:pt x="3638" y="1255"/>
                    <a:pt x="3679" y="1277"/>
                    <a:pt x="3721" y="1277"/>
                  </a:cubicBezTo>
                  <a:cubicBezTo>
                    <a:pt x="3742" y="1277"/>
                    <a:pt x="3762" y="1272"/>
                    <a:pt x="3781" y="1261"/>
                  </a:cubicBezTo>
                  <a:cubicBezTo>
                    <a:pt x="3839" y="1228"/>
                    <a:pt x="3859" y="1152"/>
                    <a:pt x="3826" y="1094"/>
                  </a:cubicBezTo>
                  <a:cubicBezTo>
                    <a:pt x="3435" y="420"/>
                    <a:pt x="2709" y="1"/>
                    <a:pt x="1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41"/>
            <p:cNvSpPr/>
            <p:nvPr/>
          </p:nvSpPr>
          <p:spPr>
            <a:xfrm>
              <a:off x="2864228" y="3166738"/>
              <a:ext cx="138609" cy="38909"/>
            </a:xfrm>
            <a:custGeom>
              <a:avLst/>
              <a:gdLst/>
              <a:ahLst/>
              <a:cxnLst/>
              <a:rect l="l" t="t" r="r" b="b"/>
              <a:pathLst>
                <a:path w="3142" h="882" extrusionOk="0">
                  <a:moveTo>
                    <a:pt x="1571" y="0"/>
                  </a:moveTo>
                  <a:cubicBezTo>
                    <a:pt x="1022" y="0"/>
                    <a:pt x="494" y="200"/>
                    <a:pt x="82" y="562"/>
                  </a:cubicBezTo>
                  <a:cubicBezTo>
                    <a:pt x="8" y="629"/>
                    <a:pt x="1" y="745"/>
                    <a:pt x="67" y="820"/>
                  </a:cubicBezTo>
                  <a:cubicBezTo>
                    <a:pt x="102" y="861"/>
                    <a:pt x="154" y="882"/>
                    <a:pt x="203" y="882"/>
                  </a:cubicBezTo>
                  <a:cubicBezTo>
                    <a:pt x="247" y="882"/>
                    <a:pt x="291" y="867"/>
                    <a:pt x="323" y="835"/>
                  </a:cubicBezTo>
                  <a:cubicBezTo>
                    <a:pt x="669" y="532"/>
                    <a:pt x="1111" y="364"/>
                    <a:pt x="1571" y="364"/>
                  </a:cubicBezTo>
                  <a:cubicBezTo>
                    <a:pt x="2030" y="364"/>
                    <a:pt x="2473" y="532"/>
                    <a:pt x="2817" y="835"/>
                  </a:cubicBezTo>
                  <a:cubicBezTo>
                    <a:pt x="2851" y="866"/>
                    <a:pt x="2894" y="881"/>
                    <a:pt x="2937" y="881"/>
                  </a:cubicBezTo>
                  <a:cubicBezTo>
                    <a:pt x="2988" y="881"/>
                    <a:pt x="3038" y="860"/>
                    <a:pt x="3075" y="820"/>
                  </a:cubicBezTo>
                  <a:cubicBezTo>
                    <a:pt x="3142" y="745"/>
                    <a:pt x="3134" y="629"/>
                    <a:pt x="3059" y="562"/>
                  </a:cubicBezTo>
                  <a:cubicBezTo>
                    <a:pt x="2648" y="200"/>
                    <a:pt x="2120" y="0"/>
                    <a:pt x="1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41"/>
            <p:cNvSpPr/>
            <p:nvPr/>
          </p:nvSpPr>
          <p:spPr>
            <a:xfrm>
              <a:off x="3089119" y="3447477"/>
              <a:ext cx="38380" cy="16014"/>
            </a:xfrm>
            <a:custGeom>
              <a:avLst/>
              <a:gdLst/>
              <a:ahLst/>
              <a:cxnLst/>
              <a:rect l="l" t="t" r="r" b="b"/>
              <a:pathLst>
                <a:path w="870" h="363" extrusionOk="0">
                  <a:moveTo>
                    <a:pt x="768" y="1"/>
                  </a:moveTo>
                  <a:cubicBezTo>
                    <a:pt x="760" y="1"/>
                    <a:pt x="752" y="2"/>
                    <a:pt x="745" y="4"/>
                  </a:cubicBezTo>
                  <a:lnTo>
                    <a:pt x="79" y="182"/>
                  </a:lnTo>
                  <a:cubicBezTo>
                    <a:pt x="30" y="196"/>
                    <a:pt x="1" y="245"/>
                    <a:pt x="15" y="294"/>
                  </a:cubicBezTo>
                  <a:cubicBezTo>
                    <a:pt x="25" y="337"/>
                    <a:pt x="62" y="363"/>
                    <a:pt x="103" y="363"/>
                  </a:cubicBezTo>
                  <a:cubicBezTo>
                    <a:pt x="110" y="363"/>
                    <a:pt x="118" y="361"/>
                    <a:pt x="126" y="359"/>
                  </a:cubicBezTo>
                  <a:lnTo>
                    <a:pt x="792" y="180"/>
                  </a:lnTo>
                  <a:cubicBezTo>
                    <a:pt x="840" y="166"/>
                    <a:pt x="870" y="117"/>
                    <a:pt x="856" y="68"/>
                  </a:cubicBezTo>
                  <a:cubicBezTo>
                    <a:pt x="846" y="27"/>
                    <a:pt x="80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41"/>
            <p:cNvSpPr/>
            <p:nvPr/>
          </p:nvSpPr>
          <p:spPr>
            <a:xfrm>
              <a:off x="3012538" y="3503192"/>
              <a:ext cx="191547" cy="32425"/>
            </a:xfrm>
            <a:custGeom>
              <a:avLst/>
              <a:gdLst/>
              <a:ahLst/>
              <a:cxnLst/>
              <a:rect l="l" t="t" r="r" b="b"/>
              <a:pathLst>
                <a:path w="4342" h="735" extrusionOk="0">
                  <a:moveTo>
                    <a:pt x="4239" y="1"/>
                  </a:moveTo>
                  <a:cubicBezTo>
                    <a:pt x="4220" y="1"/>
                    <a:pt x="4201" y="7"/>
                    <a:pt x="4184" y="19"/>
                  </a:cubicBezTo>
                  <a:cubicBezTo>
                    <a:pt x="4176" y="24"/>
                    <a:pt x="3455" y="552"/>
                    <a:pt x="2171" y="552"/>
                  </a:cubicBezTo>
                  <a:cubicBezTo>
                    <a:pt x="886" y="552"/>
                    <a:pt x="164" y="24"/>
                    <a:pt x="158" y="19"/>
                  </a:cubicBezTo>
                  <a:cubicBezTo>
                    <a:pt x="142" y="7"/>
                    <a:pt x="123" y="1"/>
                    <a:pt x="104" y="1"/>
                  </a:cubicBezTo>
                  <a:cubicBezTo>
                    <a:pt x="76" y="1"/>
                    <a:pt x="48" y="14"/>
                    <a:pt x="30" y="37"/>
                  </a:cubicBezTo>
                  <a:cubicBezTo>
                    <a:pt x="0" y="77"/>
                    <a:pt x="8" y="135"/>
                    <a:pt x="49" y="164"/>
                  </a:cubicBezTo>
                  <a:cubicBezTo>
                    <a:pt x="79" y="188"/>
                    <a:pt x="821" y="735"/>
                    <a:pt x="2171" y="735"/>
                  </a:cubicBezTo>
                  <a:cubicBezTo>
                    <a:pt x="3521" y="735"/>
                    <a:pt x="4263" y="188"/>
                    <a:pt x="4293" y="164"/>
                  </a:cubicBezTo>
                  <a:cubicBezTo>
                    <a:pt x="4334" y="134"/>
                    <a:pt x="4341" y="78"/>
                    <a:pt x="4311" y="37"/>
                  </a:cubicBezTo>
                  <a:cubicBezTo>
                    <a:pt x="4294" y="13"/>
                    <a:pt x="4267" y="1"/>
                    <a:pt x="42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41"/>
            <p:cNvSpPr/>
            <p:nvPr/>
          </p:nvSpPr>
          <p:spPr>
            <a:xfrm>
              <a:off x="2759502" y="3690102"/>
              <a:ext cx="180166" cy="352876"/>
            </a:xfrm>
            <a:custGeom>
              <a:avLst/>
              <a:gdLst/>
              <a:ahLst/>
              <a:cxnLst/>
              <a:rect l="l" t="t" r="r" b="b"/>
              <a:pathLst>
                <a:path w="4084" h="7999" extrusionOk="0">
                  <a:moveTo>
                    <a:pt x="4084" y="0"/>
                  </a:moveTo>
                  <a:cubicBezTo>
                    <a:pt x="4084" y="0"/>
                    <a:pt x="3300" y="292"/>
                    <a:pt x="2614" y="1377"/>
                  </a:cubicBezTo>
                  <a:cubicBezTo>
                    <a:pt x="1929" y="2460"/>
                    <a:pt x="1168" y="4676"/>
                    <a:pt x="449" y="5997"/>
                  </a:cubicBezTo>
                  <a:cubicBezTo>
                    <a:pt x="0" y="6822"/>
                    <a:pt x="426" y="7531"/>
                    <a:pt x="993" y="7835"/>
                  </a:cubicBezTo>
                  <a:cubicBezTo>
                    <a:pt x="1180" y="7935"/>
                    <a:pt x="1382" y="7999"/>
                    <a:pt x="1590" y="7999"/>
                  </a:cubicBezTo>
                  <a:cubicBezTo>
                    <a:pt x="2014" y="7999"/>
                    <a:pt x="2464" y="7735"/>
                    <a:pt x="2876" y="6976"/>
                  </a:cubicBezTo>
                  <a:cubicBezTo>
                    <a:pt x="3213" y="6352"/>
                    <a:pt x="4084" y="4825"/>
                    <a:pt x="4084" y="4825"/>
                  </a:cubicBezTo>
                  <a:lnTo>
                    <a:pt x="4084" y="0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41"/>
            <p:cNvSpPr/>
            <p:nvPr/>
          </p:nvSpPr>
          <p:spPr>
            <a:xfrm>
              <a:off x="2759149" y="3680176"/>
              <a:ext cx="189959" cy="372198"/>
            </a:xfrm>
            <a:custGeom>
              <a:avLst/>
              <a:gdLst/>
              <a:ahLst/>
              <a:cxnLst/>
              <a:rect l="l" t="t" r="r" b="b"/>
              <a:pathLst>
                <a:path w="4306" h="8437" extrusionOk="0">
                  <a:moveTo>
                    <a:pt x="4305" y="0"/>
                  </a:moveTo>
                  <a:lnTo>
                    <a:pt x="3908" y="66"/>
                  </a:lnTo>
                  <a:cubicBezTo>
                    <a:pt x="3872" y="79"/>
                    <a:pt x="3158" y="357"/>
                    <a:pt x="2442" y="1488"/>
                  </a:cubicBezTo>
                  <a:cubicBezTo>
                    <a:pt x="2059" y="2092"/>
                    <a:pt x="1670" y="3005"/>
                    <a:pt x="1258" y="3971"/>
                  </a:cubicBezTo>
                  <a:cubicBezTo>
                    <a:pt x="931" y="4735"/>
                    <a:pt x="593" y="5528"/>
                    <a:pt x="271" y="6120"/>
                  </a:cubicBezTo>
                  <a:cubicBezTo>
                    <a:pt x="56" y="6516"/>
                    <a:pt x="1" y="6929"/>
                    <a:pt x="115" y="7312"/>
                  </a:cubicBezTo>
                  <a:cubicBezTo>
                    <a:pt x="232" y="7702"/>
                    <a:pt x="519" y="8043"/>
                    <a:pt x="901" y="8247"/>
                  </a:cubicBezTo>
                  <a:cubicBezTo>
                    <a:pt x="1083" y="8344"/>
                    <a:pt x="1327" y="8437"/>
                    <a:pt x="1602" y="8437"/>
                  </a:cubicBezTo>
                  <a:cubicBezTo>
                    <a:pt x="2055" y="8437"/>
                    <a:pt x="2594" y="8187"/>
                    <a:pt x="3071" y="7303"/>
                  </a:cubicBezTo>
                  <a:cubicBezTo>
                    <a:pt x="3404" y="6688"/>
                    <a:pt x="4268" y="5171"/>
                    <a:pt x="4277" y="5156"/>
                  </a:cubicBezTo>
                  <a:lnTo>
                    <a:pt x="4305" y="5107"/>
                  </a:lnTo>
                  <a:lnTo>
                    <a:pt x="43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41"/>
            <p:cNvSpPr/>
            <p:nvPr/>
          </p:nvSpPr>
          <p:spPr>
            <a:xfrm>
              <a:off x="2759281" y="3680132"/>
              <a:ext cx="189871" cy="372242"/>
            </a:xfrm>
            <a:custGeom>
              <a:avLst/>
              <a:gdLst/>
              <a:ahLst/>
              <a:cxnLst/>
              <a:rect l="l" t="t" r="r" b="b"/>
              <a:pathLst>
                <a:path w="4304" h="8438" extrusionOk="0">
                  <a:moveTo>
                    <a:pt x="4303" y="0"/>
                  </a:moveTo>
                  <a:lnTo>
                    <a:pt x="3906" y="66"/>
                  </a:lnTo>
                  <a:cubicBezTo>
                    <a:pt x="3903" y="67"/>
                    <a:pt x="3885" y="74"/>
                    <a:pt x="3859" y="85"/>
                  </a:cubicBezTo>
                  <a:cubicBezTo>
                    <a:pt x="3344" y="1604"/>
                    <a:pt x="3082" y="3197"/>
                    <a:pt x="2806" y="4773"/>
                  </a:cubicBezTo>
                  <a:cubicBezTo>
                    <a:pt x="2804" y="4784"/>
                    <a:pt x="2792" y="4791"/>
                    <a:pt x="2782" y="4792"/>
                  </a:cubicBezTo>
                  <a:cubicBezTo>
                    <a:pt x="2371" y="4799"/>
                    <a:pt x="1962" y="4868"/>
                    <a:pt x="1573" y="4998"/>
                  </a:cubicBezTo>
                  <a:cubicBezTo>
                    <a:pt x="1217" y="5118"/>
                    <a:pt x="885" y="5287"/>
                    <a:pt x="582" y="5497"/>
                  </a:cubicBezTo>
                  <a:cubicBezTo>
                    <a:pt x="477" y="5721"/>
                    <a:pt x="372" y="5931"/>
                    <a:pt x="269" y="6121"/>
                  </a:cubicBezTo>
                  <a:cubicBezTo>
                    <a:pt x="53" y="6517"/>
                    <a:pt x="0" y="6930"/>
                    <a:pt x="113" y="7313"/>
                  </a:cubicBezTo>
                  <a:cubicBezTo>
                    <a:pt x="230" y="7702"/>
                    <a:pt x="516" y="8044"/>
                    <a:pt x="899" y="8248"/>
                  </a:cubicBezTo>
                  <a:cubicBezTo>
                    <a:pt x="1080" y="8345"/>
                    <a:pt x="1325" y="8438"/>
                    <a:pt x="1600" y="8438"/>
                  </a:cubicBezTo>
                  <a:cubicBezTo>
                    <a:pt x="2053" y="8438"/>
                    <a:pt x="2591" y="8188"/>
                    <a:pt x="3069" y="7304"/>
                  </a:cubicBezTo>
                  <a:cubicBezTo>
                    <a:pt x="3401" y="6689"/>
                    <a:pt x="4266" y="5171"/>
                    <a:pt x="4275" y="5157"/>
                  </a:cubicBezTo>
                  <a:lnTo>
                    <a:pt x="4303" y="5108"/>
                  </a:lnTo>
                  <a:lnTo>
                    <a:pt x="4303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41"/>
            <p:cNvSpPr/>
            <p:nvPr/>
          </p:nvSpPr>
          <p:spPr>
            <a:xfrm>
              <a:off x="2760781" y="3909038"/>
              <a:ext cx="179857" cy="143330"/>
            </a:xfrm>
            <a:custGeom>
              <a:avLst/>
              <a:gdLst/>
              <a:ahLst/>
              <a:cxnLst/>
              <a:rect l="l" t="t" r="r" b="b"/>
              <a:pathLst>
                <a:path w="4077" h="3249" extrusionOk="0">
                  <a:moveTo>
                    <a:pt x="2743" y="0"/>
                  </a:moveTo>
                  <a:cubicBezTo>
                    <a:pt x="1851" y="0"/>
                    <a:pt x="1025" y="344"/>
                    <a:pt x="384" y="978"/>
                  </a:cubicBezTo>
                  <a:cubicBezTo>
                    <a:pt x="277" y="1084"/>
                    <a:pt x="177" y="1197"/>
                    <a:pt x="79" y="1314"/>
                  </a:cubicBezTo>
                  <a:cubicBezTo>
                    <a:pt x="4" y="1589"/>
                    <a:pt x="1" y="1863"/>
                    <a:pt x="79" y="2124"/>
                  </a:cubicBezTo>
                  <a:cubicBezTo>
                    <a:pt x="196" y="2513"/>
                    <a:pt x="482" y="2855"/>
                    <a:pt x="865" y="3059"/>
                  </a:cubicBezTo>
                  <a:cubicBezTo>
                    <a:pt x="1046" y="3156"/>
                    <a:pt x="1291" y="3249"/>
                    <a:pt x="1566" y="3249"/>
                  </a:cubicBezTo>
                  <a:cubicBezTo>
                    <a:pt x="2019" y="3249"/>
                    <a:pt x="2557" y="2999"/>
                    <a:pt x="3035" y="2115"/>
                  </a:cubicBezTo>
                  <a:cubicBezTo>
                    <a:pt x="3278" y="1663"/>
                    <a:pt x="3809" y="727"/>
                    <a:pt x="4077" y="254"/>
                  </a:cubicBezTo>
                  <a:cubicBezTo>
                    <a:pt x="3719" y="88"/>
                    <a:pt x="3312" y="23"/>
                    <a:pt x="2916" y="4"/>
                  </a:cubicBezTo>
                  <a:cubicBezTo>
                    <a:pt x="2858" y="2"/>
                    <a:pt x="2801" y="0"/>
                    <a:pt x="2743" y="0"/>
                  </a:cubicBezTo>
                  <a:close/>
                </a:path>
              </a:pathLst>
            </a:custGeom>
            <a:solidFill>
              <a:srgbClr val="8CC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41"/>
            <p:cNvSpPr/>
            <p:nvPr/>
          </p:nvSpPr>
          <p:spPr>
            <a:xfrm>
              <a:off x="2699860" y="2596745"/>
              <a:ext cx="816789" cy="476927"/>
            </a:xfrm>
            <a:custGeom>
              <a:avLst/>
              <a:gdLst/>
              <a:ahLst/>
              <a:cxnLst/>
              <a:rect l="l" t="t" r="r" b="b"/>
              <a:pathLst>
                <a:path w="18515" h="10811" extrusionOk="0">
                  <a:moveTo>
                    <a:pt x="6064" y="0"/>
                  </a:moveTo>
                  <a:cubicBezTo>
                    <a:pt x="6030" y="0"/>
                    <a:pt x="5995" y="13"/>
                    <a:pt x="5967" y="40"/>
                  </a:cubicBezTo>
                  <a:cubicBezTo>
                    <a:pt x="5016" y="977"/>
                    <a:pt x="5642" y="2064"/>
                    <a:pt x="5642" y="2064"/>
                  </a:cubicBezTo>
                  <a:cubicBezTo>
                    <a:pt x="5642" y="2064"/>
                    <a:pt x="5205" y="1925"/>
                    <a:pt x="4570" y="1925"/>
                  </a:cubicBezTo>
                  <a:cubicBezTo>
                    <a:pt x="3863" y="1925"/>
                    <a:pt x="2911" y="2098"/>
                    <a:pt x="2041" y="2828"/>
                  </a:cubicBezTo>
                  <a:cubicBezTo>
                    <a:pt x="0" y="4543"/>
                    <a:pt x="1068" y="6458"/>
                    <a:pt x="1068" y="6458"/>
                  </a:cubicBezTo>
                  <a:cubicBezTo>
                    <a:pt x="1068" y="6458"/>
                    <a:pt x="513" y="8333"/>
                    <a:pt x="2028" y="9692"/>
                  </a:cubicBezTo>
                  <a:cubicBezTo>
                    <a:pt x="2490" y="10106"/>
                    <a:pt x="3118" y="10237"/>
                    <a:pt x="3725" y="10237"/>
                  </a:cubicBezTo>
                  <a:cubicBezTo>
                    <a:pt x="4756" y="10237"/>
                    <a:pt x="5726" y="9861"/>
                    <a:pt x="5726" y="9861"/>
                  </a:cubicBezTo>
                  <a:cubicBezTo>
                    <a:pt x="5726" y="9861"/>
                    <a:pt x="6950" y="10811"/>
                    <a:pt x="9257" y="10811"/>
                  </a:cubicBezTo>
                  <a:cubicBezTo>
                    <a:pt x="11566" y="10811"/>
                    <a:pt x="12789" y="9861"/>
                    <a:pt x="12789" y="9861"/>
                  </a:cubicBezTo>
                  <a:cubicBezTo>
                    <a:pt x="12789" y="9861"/>
                    <a:pt x="13759" y="10237"/>
                    <a:pt x="14789" y="10237"/>
                  </a:cubicBezTo>
                  <a:cubicBezTo>
                    <a:pt x="15396" y="10237"/>
                    <a:pt x="16024" y="10106"/>
                    <a:pt x="16487" y="9692"/>
                  </a:cubicBezTo>
                  <a:cubicBezTo>
                    <a:pt x="18002" y="8333"/>
                    <a:pt x="17447" y="6458"/>
                    <a:pt x="17447" y="6458"/>
                  </a:cubicBezTo>
                  <a:cubicBezTo>
                    <a:pt x="17447" y="6458"/>
                    <a:pt x="18514" y="4543"/>
                    <a:pt x="16473" y="2828"/>
                  </a:cubicBezTo>
                  <a:cubicBezTo>
                    <a:pt x="15604" y="2098"/>
                    <a:pt x="14651" y="1925"/>
                    <a:pt x="13945" y="1925"/>
                  </a:cubicBezTo>
                  <a:cubicBezTo>
                    <a:pt x="13310" y="1925"/>
                    <a:pt x="12873" y="2064"/>
                    <a:pt x="12873" y="2064"/>
                  </a:cubicBezTo>
                  <a:cubicBezTo>
                    <a:pt x="12873" y="2064"/>
                    <a:pt x="12520" y="1133"/>
                    <a:pt x="10845" y="783"/>
                  </a:cubicBezTo>
                  <a:cubicBezTo>
                    <a:pt x="10517" y="714"/>
                    <a:pt x="10205" y="688"/>
                    <a:pt x="9909" y="688"/>
                  </a:cubicBezTo>
                  <a:cubicBezTo>
                    <a:pt x="8931" y="688"/>
                    <a:pt x="8124" y="975"/>
                    <a:pt x="7442" y="975"/>
                  </a:cubicBezTo>
                  <a:cubicBezTo>
                    <a:pt x="7280" y="975"/>
                    <a:pt x="7125" y="959"/>
                    <a:pt x="6977" y="919"/>
                  </a:cubicBezTo>
                  <a:cubicBezTo>
                    <a:pt x="6451" y="777"/>
                    <a:pt x="6265" y="367"/>
                    <a:pt x="6198" y="103"/>
                  </a:cubicBezTo>
                  <a:cubicBezTo>
                    <a:pt x="6182" y="38"/>
                    <a:pt x="6123" y="0"/>
                    <a:pt x="6064" y="0"/>
                  </a:cubicBezTo>
                  <a:close/>
                </a:path>
              </a:pathLst>
            </a:custGeom>
            <a:solidFill>
              <a:srgbClr val="82686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41"/>
            <p:cNvSpPr/>
            <p:nvPr/>
          </p:nvSpPr>
          <p:spPr>
            <a:xfrm>
              <a:off x="2710050" y="2685149"/>
              <a:ext cx="806643" cy="388433"/>
            </a:xfrm>
            <a:custGeom>
              <a:avLst/>
              <a:gdLst/>
              <a:ahLst/>
              <a:cxnLst/>
              <a:rect l="l" t="t" r="r" b="b"/>
              <a:pathLst>
                <a:path w="18285" h="8805" extrusionOk="0">
                  <a:moveTo>
                    <a:pt x="14518" y="1"/>
                  </a:moveTo>
                  <a:lnTo>
                    <a:pt x="14518" y="1"/>
                  </a:lnTo>
                  <a:cubicBezTo>
                    <a:pt x="14782" y="246"/>
                    <a:pt x="15007" y="536"/>
                    <a:pt x="15181" y="847"/>
                  </a:cubicBezTo>
                  <a:cubicBezTo>
                    <a:pt x="15578" y="1550"/>
                    <a:pt x="15788" y="2398"/>
                    <a:pt x="15678" y="3204"/>
                  </a:cubicBezTo>
                  <a:cubicBezTo>
                    <a:pt x="15434" y="4981"/>
                    <a:pt x="13662" y="6294"/>
                    <a:pt x="11916" y="6294"/>
                  </a:cubicBezTo>
                  <a:cubicBezTo>
                    <a:pt x="11896" y="6294"/>
                    <a:pt x="11876" y="6294"/>
                    <a:pt x="11856" y="6294"/>
                  </a:cubicBezTo>
                  <a:cubicBezTo>
                    <a:pt x="11629" y="6289"/>
                    <a:pt x="11410" y="6251"/>
                    <a:pt x="11185" y="6221"/>
                  </a:cubicBezTo>
                  <a:cubicBezTo>
                    <a:pt x="11074" y="6207"/>
                    <a:pt x="10964" y="6183"/>
                    <a:pt x="10853" y="6183"/>
                  </a:cubicBezTo>
                  <a:cubicBezTo>
                    <a:pt x="10831" y="6183"/>
                    <a:pt x="10809" y="6184"/>
                    <a:pt x="10788" y="6186"/>
                  </a:cubicBezTo>
                  <a:cubicBezTo>
                    <a:pt x="10636" y="6201"/>
                    <a:pt x="10509" y="6260"/>
                    <a:pt x="10384" y="6343"/>
                  </a:cubicBezTo>
                  <a:cubicBezTo>
                    <a:pt x="10148" y="6500"/>
                    <a:pt x="9947" y="6668"/>
                    <a:pt x="9675" y="6762"/>
                  </a:cubicBezTo>
                  <a:cubicBezTo>
                    <a:pt x="9390" y="6862"/>
                    <a:pt x="9089" y="6915"/>
                    <a:pt x="8787" y="6921"/>
                  </a:cubicBezTo>
                  <a:cubicBezTo>
                    <a:pt x="8763" y="6921"/>
                    <a:pt x="8738" y="6921"/>
                    <a:pt x="8714" y="6921"/>
                  </a:cubicBezTo>
                  <a:cubicBezTo>
                    <a:pt x="7830" y="6921"/>
                    <a:pt x="6878" y="6593"/>
                    <a:pt x="6192" y="6043"/>
                  </a:cubicBezTo>
                  <a:cubicBezTo>
                    <a:pt x="6020" y="5906"/>
                    <a:pt x="5862" y="5748"/>
                    <a:pt x="5732" y="5569"/>
                  </a:cubicBezTo>
                  <a:cubicBezTo>
                    <a:pt x="5706" y="5532"/>
                    <a:pt x="5679" y="5459"/>
                    <a:pt x="5636" y="5449"/>
                  </a:cubicBezTo>
                  <a:cubicBezTo>
                    <a:pt x="5633" y="5448"/>
                    <a:pt x="5630" y="5448"/>
                    <a:pt x="5627" y="5448"/>
                  </a:cubicBezTo>
                  <a:cubicBezTo>
                    <a:pt x="5584" y="5448"/>
                    <a:pt x="5495" y="5496"/>
                    <a:pt x="5458" y="5507"/>
                  </a:cubicBezTo>
                  <a:cubicBezTo>
                    <a:pt x="5346" y="5538"/>
                    <a:pt x="5231" y="5564"/>
                    <a:pt x="5116" y="5581"/>
                  </a:cubicBezTo>
                  <a:cubicBezTo>
                    <a:pt x="4969" y="5604"/>
                    <a:pt x="4822" y="5615"/>
                    <a:pt x="4674" y="5615"/>
                  </a:cubicBezTo>
                  <a:cubicBezTo>
                    <a:pt x="4381" y="5615"/>
                    <a:pt x="4088" y="5572"/>
                    <a:pt x="3808" y="5490"/>
                  </a:cubicBezTo>
                  <a:cubicBezTo>
                    <a:pt x="2931" y="5236"/>
                    <a:pt x="2166" y="4629"/>
                    <a:pt x="1685" y="3858"/>
                  </a:cubicBezTo>
                  <a:cubicBezTo>
                    <a:pt x="1464" y="3502"/>
                    <a:pt x="1297" y="3108"/>
                    <a:pt x="1234" y="2693"/>
                  </a:cubicBezTo>
                  <a:cubicBezTo>
                    <a:pt x="1175" y="2303"/>
                    <a:pt x="1178" y="1904"/>
                    <a:pt x="1227" y="1514"/>
                  </a:cubicBezTo>
                  <a:cubicBezTo>
                    <a:pt x="1233" y="1477"/>
                    <a:pt x="1239" y="1437"/>
                    <a:pt x="1245" y="1398"/>
                  </a:cubicBezTo>
                  <a:lnTo>
                    <a:pt x="1245" y="1398"/>
                  </a:lnTo>
                  <a:cubicBezTo>
                    <a:pt x="0" y="2938"/>
                    <a:pt x="841" y="4451"/>
                    <a:pt x="841" y="4451"/>
                  </a:cubicBezTo>
                  <a:cubicBezTo>
                    <a:pt x="841" y="4451"/>
                    <a:pt x="285" y="6326"/>
                    <a:pt x="1801" y="7686"/>
                  </a:cubicBezTo>
                  <a:cubicBezTo>
                    <a:pt x="2263" y="8100"/>
                    <a:pt x="2891" y="8231"/>
                    <a:pt x="3498" y="8231"/>
                  </a:cubicBezTo>
                  <a:cubicBezTo>
                    <a:pt x="4528" y="8231"/>
                    <a:pt x="5499" y="7855"/>
                    <a:pt x="5499" y="7855"/>
                  </a:cubicBezTo>
                  <a:cubicBezTo>
                    <a:pt x="5499" y="7855"/>
                    <a:pt x="6722" y="8804"/>
                    <a:pt x="9030" y="8804"/>
                  </a:cubicBezTo>
                  <a:cubicBezTo>
                    <a:pt x="11337" y="8804"/>
                    <a:pt x="12561" y="7855"/>
                    <a:pt x="12561" y="7855"/>
                  </a:cubicBezTo>
                  <a:cubicBezTo>
                    <a:pt x="12561" y="7855"/>
                    <a:pt x="13532" y="8231"/>
                    <a:pt x="14562" y="8231"/>
                  </a:cubicBezTo>
                  <a:cubicBezTo>
                    <a:pt x="15169" y="8231"/>
                    <a:pt x="15797" y="8100"/>
                    <a:pt x="16259" y="7686"/>
                  </a:cubicBezTo>
                  <a:cubicBezTo>
                    <a:pt x="17775" y="6325"/>
                    <a:pt x="17219" y="4451"/>
                    <a:pt x="17219" y="4451"/>
                  </a:cubicBezTo>
                  <a:cubicBezTo>
                    <a:pt x="17219" y="4451"/>
                    <a:pt x="18284" y="2539"/>
                    <a:pt x="16242" y="824"/>
                  </a:cubicBezTo>
                  <a:cubicBezTo>
                    <a:pt x="15673" y="344"/>
                    <a:pt x="15068" y="108"/>
                    <a:pt x="14518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41"/>
            <p:cNvSpPr/>
            <p:nvPr/>
          </p:nvSpPr>
          <p:spPr>
            <a:xfrm>
              <a:off x="2872742" y="4238390"/>
              <a:ext cx="471192" cy="551085"/>
            </a:xfrm>
            <a:custGeom>
              <a:avLst/>
              <a:gdLst/>
              <a:ahLst/>
              <a:cxnLst/>
              <a:rect l="l" t="t" r="r" b="b"/>
              <a:pathLst>
                <a:path w="10681" h="12492" extrusionOk="0">
                  <a:moveTo>
                    <a:pt x="709" y="1"/>
                  </a:moveTo>
                  <a:cubicBezTo>
                    <a:pt x="709" y="1"/>
                    <a:pt x="510" y="3205"/>
                    <a:pt x="267" y="6892"/>
                  </a:cubicBezTo>
                  <a:cubicBezTo>
                    <a:pt x="267" y="6892"/>
                    <a:pt x="241" y="10926"/>
                    <a:pt x="1" y="12492"/>
                  </a:cubicBezTo>
                  <a:lnTo>
                    <a:pt x="2379" y="12492"/>
                  </a:lnTo>
                  <a:lnTo>
                    <a:pt x="3488" y="6892"/>
                  </a:lnTo>
                  <a:cubicBezTo>
                    <a:pt x="3488" y="6892"/>
                    <a:pt x="4284" y="4848"/>
                    <a:pt x="5068" y="1378"/>
                  </a:cubicBezTo>
                  <a:lnTo>
                    <a:pt x="5614" y="1378"/>
                  </a:lnTo>
                  <a:cubicBezTo>
                    <a:pt x="6398" y="4848"/>
                    <a:pt x="7194" y="6892"/>
                    <a:pt x="7194" y="6892"/>
                  </a:cubicBezTo>
                  <a:lnTo>
                    <a:pt x="8302" y="12492"/>
                  </a:lnTo>
                  <a:lnTo>
                    <a:pt x="10681" y="12492"/>
                  </a:lnTo>
                  <a:cubicBezTo>
                    <a:pt x="10440" y="10923"/>
                    <a:pt x="10415" y="6892"/>
                    <a:pt x="10415" y="6892"/>
                  </a:cubicBezTo>
                  <a:cubicBezTo>
                    <a:pt x="10169" y="3206"/>
                    <a:pt x="9973" y="1"/>
                    <a:pt x="99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41"/>
            <p:cNvSpPr/>
            <p:nvPr/>
          </p:nvSpPr>
          <p:spPr>
            <a:xfrm>
              <a:off x="2911782" y="4246507"/>
              <a:ext cx="36263" cy="97582"/>
            </a:xfrm>
            <a:custGeom>
              <a:avLst/>
              <a:gdLst/>
              <a:ahLst/>
              <a:cxnLst/>
              <a:rect l="l" t="t" r="r" b="b"/>
              <a:pathLst>
                <a:path w="822" h="2212" extrusionOk="0">
                  <a:moveTo>
                    <a:pt x="762" y="0"/>
                  </a:moveTo>
                  <a:cubicBezTo>
                    <a:pt x="730" y="0"/>
                    <a:pt x="701" y="27"/>
                    <a:pt x="701" y="60"/>
                  </a:cubicBezTo>
                  <a:cubicBezTo>
                    <a:pt x="701" y="1140"/>
                    <a:pt x="27" y="2108"/>
                    <a:pt x="20" y="2117"/>
                  </a:cubicBezTo>
                  <a:cubicBezTo>
                    <a:pt x="0" y="2144"/>
                    <a:pt x="7" y="2181"/>
                    <a:pt x="34" y="2201"/>
                  </a:cubicBezTo>
                  <a:cubicBezTo>
                    <a:pt x="45" y="2208"/>
                    <a:pt x="58" y="2212"/>
                    <a:pt x="70" y="2212"/>
                  </a:cubicBezTo>
                  <a:cubicBezTo>
                    <a:pt x="89" y="2212"/>
                    <a:pt x="107" y="2202"/>
                    <a:pt x="118" y="2187"/>
                  </a:cubicBezTo>
                  <a:cubicBezTo>
                    <a:pt x="148" y="2146"/>
                    <a:pt x="822" y="1179"/>
                    <a:pt x="822" y="60"/>
                  </a:cubicBezTo>
                  <a:cubicBezTo>
                    <a:pt x="822" y="28"/>
                    <a:pt x="796" y="0"/>
                    <a:pt x="7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41"/>
            <p:cNvSpPr/>
            <p:nvPr/>
          </p:nvSpPr>
          <p:spPr>
            <a:xfrm>
              <a:off x="3268485" y="4246507"/>
              <a:ext cx="36351" cy="97582"/>
            </a:xfrm>
            <a:custGeom>
              <a:avLst/>
              <a:gdLst/>
              <a:ahLst/>
              <a:cxnLst/>
              <a:rect l="l" t="t" r="r" b="b"/>
              <a:pathLst>
                <a:path w="824" h="2212" extrusionOk="0">
                  <a:moveTo>
                    <a:pt x="62" y="0"/>
                  </a:moveTo>
                  <a:cubicBezTo>
                    <a:pt x="29" y="0"/>
                    <a:pt x="1" y="27"/>
                    <a:pt x="1" y="60"/>
                  </a:cubicBezTo>
                  <a:cubicBezTo>
                    <a:pt x="1" y="1178"/>
                    <a:pt x="676" y="2146"/>
                    <a:pt x="705" y="2187"/>
                  </a:cubicBezTo>
                  <a:cubicBezTo>
                    <a:pt x="717" y="2202"/>
                    <a:pt x="736" y="2212"/>
                    <a:pt x="755" y="2212"/>
                  </a:cubicBezTo>
                  <a:cubicBezTo>
                    <a:pt x="767" y="2212"/>
                    <a:pt x="780" y="2209"/>
                    <a:pt x="789" y="2201"/>
                  </a:cubicBezTo>
                  <a:cubicBezTo>
                    <a:pt x="817" y="2183"/>
                    <a:pt x="823" y="2145"/>
                    <a:pt x="803" y="2117"/>
                  </a:cubicBezTo>
                  <a:cubicBezTo>
                    <a:pt x="797" y="2107"/>
                    <a:pt x="122" y="1140"/>
                    <a:pt x="122" y="60"/>
                  </a:cubicBezTo>
                  <a:cubicBezTo>
                    <a:pt x="122" y="28"/>
                    <a:pt x="95" y="0"/>
                    <a:pt x="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41"/>
            <p:cNvSpPr/>
            <p:nvPr/>
          </p:nvSpPr>
          <p:spPr>
            <a:xfrm>
              <a:off x="3124454" y="4317265"/>
              <a:ext cx="219340" cy="472295"/>
            </a:xfrm>
            <a:custGeom>
              <a:avLst/>
              <a:gdLst/>
              <a:ahLst/>
              <a:cxnLst/>
              <a:rect l="l" t="t" r="r" b="b"/>
              <a:pathLst>
                <a:path w="4972" h="10706" extrusionOk="0">
                  <a:moveTo>
                    <a:pt x="1" y="1"/>
                  </a:moveTo>
                  <a:lnTo>
                    <a:pt x="1" y="1"/>
                  </a:lnTo>
                  <a:cubicBezTo>
                    <a:pt x="753" y="3219"/>
                    <a:pt x="1485" y="5105"/>
                    <a:pt x="1485" y="5105"/>
                  </a:cubicBezTo>
                  <a:lnTo>
                    <a:pt x="2593" y="10705"/>
                  </a:lnTo>
                  <a:lnTo>
                    <a:pt x="4972" y="10705"/>
                  </a:lnTo>
                  <a:cubicBezTo>
                    <a:pt x="4883" y="10123"/>
                    <a:pt x="4824" y="9203"/>
                    <a:pt x="4784" y="8274"/>
                  </a:cubicBezTo>
                  <a:cubicBezTo>
                    <a:pt x="4783" y="8272"/>
                    <a:pt x="4779" y="8272"/>
                    <a:pt x="4775" y="8272"/>
                  </a:cubicBezTo>
                  <a:cubicBezTo>
                    <a:pt x="4402" y="8190"/>
                    <a:pt x="4116" y="7979"/>
                    <a:pt x="3886" y="7679"/>
                  </a:cubicBezTo>
                  <a:cubicBezTo>
                    <a:pt x="3447" y="7110"/>
                    <a:pt x="3197" y="6403"/>
                    <a:pt x="2945" y="5737"/>
                  </a:cubicBezTo>
                  <a:cubicBezTo>
                    <a:pt x="2801" y="5357"/>
                    <a:pt x="2645" y="4980"/>
                    <a:pt x="2413" y="4643"/>
                  </a:cubicBezTo>
                  <a:cubicBezTo>
                    <a:pt x="2177" y="4302"/>
                    <a:pt x="1926" y="3972"/>
                    <a:pt x="1692" y="3630"/>
                  </a:cubicBezTo>
                  <a:cubicBezTo>
                    <a:pt x="1210" y="2924"/>
                    <a:pt x="870" y="2139"/>
                    <a:pt x="544" y="1351"/>
                  </a:cubicBezTo>
                  <a:cubicBezTo>
                    <a:pt x="373" y="939"/>
                    <a:pt x="217" y="521"/>
                    <a:pt x="46" y="109"/>
                  </a:cubicBezTo>
                  <a:cubicBezTo>
                    <a:pt x="32" y="73"/>
                    <a:pt x="16" y="36"/>
                    <a:pt x="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41"/>
            <p:cNvSpPr/>
            <p:nvPr/>
          </p:nvSpPr>
          <p:spPr>
            <a:xfrm>
              <a:off x="2872697" y="4317750"/>
              <a:ext cx="219296" cy="471722"/>
            </a:xfrm>
            <a:custGeom>
              <a:avLst/>
              <a:gdLst/>
              <a:ahLst/>
              <a:cxnLst/>
              <a:rect l="l" t="t" r="r" b="b"/>
              <a:pathLst>
                <a:path w="4971" h="10693" extrusionOk="0">
                  <a:moveTo>
                    <a:pt x="4970" y="0"/>
                  </a:moveTo>
                  <a:lnTo>
                    <a:pt x="4970" y="0"/>
                  </a:lnTo>
                  <a:cubicBezTo>
                    <a:pt x="4801" y="423"/>
                    <a:pt x="4636" y="844"/>
                    <a:pt x="4446" y="1258"/>
                  </a:cubicBezTo>
                  <a:cubicBezTo>
                    <a:pt x="4019" y="2189"/>
                    <a:pt x="3519" y="3084"/>
                    <a:pt x="3009" y="3970"/>
                  </a:cubicBezTo>
                  <a:cubicBezTo>
                    <a:pt x="2883" y="4190"/>
                    <a:pt x="2753" y="4411"/>
                    <a:pt x="2627" y="4630"/>
                  </a:cubicBezTo>
                  <a:cubicBezTo>
                    <a:pt x="2514" y="4827"/>
                    <a:pt x="2376" y="5022"/>
                    <a:pt x="2294" y="5235"/>
                  </a:cubicBezTo>
                  <a:cubicBezTo>
                    <a:pt x="2164" y="5570"/>
                    <a:pt x="2165" y="5938"/>
                    <a:pt x="2160" y="6292"/>
                  </a:cubicBezTo>
                  <a:cubicBezTo>
                    <a:pt x="2154" y="6629"/>
                    <a:pt x="2153" y="6981"/>
                    <a:pt x="2037" y="7304"/>
                  </a:cubicBezTo>
                  <a:cubicBezTo>
                    <a:pt x="1925" y="7611"/>
                    <a:pt x="1706" y="7847"/>
                    <a:pt x="1419" y="8002"/>
                  </a:cubicBezTo>
                  <a:cubicBezTo>
                    <a:pt x="1101" y="8176"/>
                    <a:pt x="738" y="8274"/>
                    <a:pt x="379" y="8316"/>
                  </a:cubicBezTo>
                  <a:cubicBezTo>
                    <a:pt x="316" y="8324"/>
                    <a:pt x="251" y="8328"/>
                    <a:pt x="187" y="8330"/>
                  </a:cubicBezTo>
                  <a:cubicBezTo>
                    <a:pt x="147" y="9235"/>
                    <a:pt x="88" y="10126"/>
                    <a:pt x="1" y="10693"/>
                  </a:cubicBezTo>
                  <a:lnTo>
                    <a:pt x="2379" y="10693"/>
                  </a:lnTo>
                  <a:lnTo>
                    <a:pt x="3488" y="5093"/>
                  </a:lnTo>
                  <a:cubicBezTo>
                    <a:pt x="3488" y="5093"/>
                    <a:pt x="4219" y="3212"/>
                    <a:pt x="497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41"/>
            <p:cNvSpPr/>
            <p:nvPr/>
          </p:nvSpPr>
          <p:spPr>
            <a:xfrm>
              <a:off x="2901195" y="4238346"/>
              <a:ext cx="413005" cy="51615"/>
            </a:xfrm>
            <a:custGeom>
              <a:avLst/>
              <a:gdLst/>
              <a:ahLst/>
              <a:cxnLst/>
              <a:rect l="l" t="t" r="r" b="b"/>
              <a:pathLst>
                <a:path w="9362" h="1170" extrusionOk="0">
                  <a:moveTo>
                    <a:pt x="61" y="1"/>
                  </a:moveTo>
                  <a:cubicBezTo>
                    <a:pt x="61" y="1"/>
                    <a:pt x="40" y="349"/>
                    <a:pt x="1" y="948"/>
                  </a:cubicBezTo>
                  <a:cubicBezTo>
                    <a:pt x="237" y="986"/>
                    <a:pt x="477" y="997"/>
                    <a:pt x="710" y="1023"/>
                  </a:cubicBezTo>
                  <a:cubicBezTo>
                    <a:pt x="1155" y="1073"/>
                    <a:pt x="1602" y="1111"/>
                    <a:pt x="2050" y="1136"/>
                  </a:cubicBezTo>
                  <a:cubicBezTo>
                    <a:pt x="2462" y="1159"/>
                    <a:pt x="2874" y="1170"/>
                    <a:pt x="3286" y="1170"/>
                  </a:cubicBezTo>
                  <a:cubicBezTo>
                    <a:pt x="4462" y="1170"/>
                    <a:pt x="5636" y="1084"/>
                    <a:pt x="6805" y="951"/>
                  </a:cubicBezTo>
                  <a:cubicBezTo>
                    <a:pt x="7663" y="854"/>
                    <a:pt x="8515" y="725"/>
                    <a:pt x="9362" y="565"/>
                  </a:cubicBezTo>
                  <a:cubicBezTo>
                    <a:pt x="9339" y="203"/>
                    <a:pt x="9327" y="1"/>
                    <a:pt x="932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41"/>
            <p:cNvSpPr/>
            <p:nvPr/>
          </p:nvSpPr>
          <p:spPr>
            <a:xfrm>
              <a:off x="2885226" y="3667427"/>
              <a:ext cx="445606" cy="587656"/>
            </a:xfrm>
            <a:custGeom>
              <a:avLst/>
              <a:gdLst/>
              <a:ahLst/>
              <a:cxnLst/>
              <a:rect l="l" t="t" r="r" b="b"/>
              <a:pathLst>
                <a:path w="10101" h="13321" extrusionOk="0">
                  <a:moveTo>
                    <a:pt x="6682" y="1"/>
                  </a:moveTo>
                  <a:cubicBezTo>
                    <a:pt x="6636" y="1"/>
                    <a:pt x="6595" y="22"/>
                    <a:pt x="6566" y="55"/>
                  </a:cubicBezTo>
                  <a:cubicBezTo>
                    <a:pt x="6202" y="488"/>
                    <a:pt x="5660" y="763"/>
                    <a:pt x="5051" y="763"/>
                  </a:cubicBezTo>
                  <a:cubicBezTo>
                    <a:pt x="4443" y="763"/>
                    <a:pt x="3902" y="490"/>
                    <a:pt x="3539" y="60"/>
                  </a:cubicBezTo>
                  <a:cubicBezTo>
                    <a:pt x="3512" y="29"/>
                    <a:pt x="3474" y="12"/>
                    <a:pt x="3433" y="12"/>
                  </a:cubicBezTo>
                  <a:cubicBezTo>
                    <a:pt x="3426" y="12"/>
                    <a:pt x="3419" y="12"/>
                    <a:pt x="3412" y="13"/>
                  </a:cubicBezTo>
                  <a:lnTo>
                    <a:pt x="1121" y="409"/>
                  </a:lnTo>
                  <a:cubicBezTo>
                    <a:pt x="1121" y="409"/>
                    <a:pt x="923" y="2493"/>
                    <a:pt x="767" y="4241"/>
                  </a:cubicBezTo>
                  <a:cubicBezTo>
                    <a:pt x="699" y="5003"/>
                    <a:pt x="596" y="5772"/>
                    <a:pt x="484" y="6587"/>
                  </a:cubicBezTo>
                  <a:cubicBezTo>
                    <a:pt x="351" y="7560"/>
                    <a:pt x="214" y="8568"/>
                    <a:pt x="141" y="9586"/>
                  </a:cubicBezTo>
                  <a:cubicBezTo>
                    <a:pt x="0" y="11594"/>
                    <a:pt x="325" y="13065"/>
                    <a:pt x="325" y="13065"/>
                  </a:cubicBezTo>
                  <a:cubicBezTo>
                    <a:pt x="325" y="13065"/>
                    <a:pt x="1246" y="13321"/>
                    <a:pt x="5055" y="13321"/>
                  </a:cubicBezTo>
                  <a:cubicBezTo>
                    <a:pt x="8603" y="13321"/>
                    <a:pt x="9774" y="13065"/>
                    <a:pt x="9774" y="13065"/>
                  </a:cubicBezTo>
                  <a:cubicBezTo>
                    <a:pt x="9774" y="13065"/>
                    <a:pt x="10101" y="11593"/>
                    <a:pt x="9959" y="9586"/>
                  </a:cubicBezTo>
                  <a:cubicBezTo>
                    <a:pt x="9886" y="8568"/>
                    <a:pt x="9750" y="7560"/>
                    <a:pt x="9616" y="6587"/>
                  </a:cubicBezTo>
                  <a:cubicBezTo>
                    <a:pt x="9505" y="5772"/>
                    <a:pt x="9400" y="5003"/>
                    <a:pt x="9333" y="4241"/>
                  </a:cubicBezTo>
                  <a:cubicBezTo>
                    <a:pt x="9177" y="2493"/>
                    <a:pt x="8937" y="1"/>
                    <a:pt x="89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41"/>
            <p:cNvSpPr/>
            <p:nvPr/>
          </p:nvSpPr>
          <p:spPr>
            <a:xfrm>
              <a:off x="2907371" y="4207025"/>
              <a:ext cx="401226" cy="16587"/>
            </a:xfrm>
            <a:custGeom>
              <a:avLst/>
              <a:gdLst/>
              <a:ahLst/>
              <a:cxnLst/>
              <a:rect l="l" t="t" r="r" b="b"/>
              <a:pathLst>
                <a:path w="9095" h="376" extrusionOk="0">
                  <a:moveTo>
                    <a:pt x="69" y="0"/>
                  </a:moveTo>
                  <a:cubicBezTo>
                    <a:pt x="42" y="0"/>
                    <a:pt x="17" y="18"/>
                    <a:pt x="10" y="45"/>
                  </a:cubicBezTo>
                  <a:cubicBezTo>
                    <a:pt x="1" y="76"/>
                    <a:pt x="18" y="110"/>
                    <a:pt x="52" y="119"/>
                  </a:cubicBezTo>
                  <a:cubicBezTo>
                    <a:pt x="88" y="130"/>
                    <a:pt x="977" y="375"/>
                    <a:pt x="4555" y="375"/>
                  </a:cubicBezTo>
                  <a:cubicBezTo>
                    <a:pt x="7886" y="375"/>
                    <a:pt x="9031" y="122"/>
                    <a:pt x="9041" y="120"/>
                  </a:cubicBezTo>
                  <a:cubicBezTo>
                    <a:pt x="9073" y="114"/>
                    <a:pt x="9094" y="81"/>
                    <a:pt x="9087" y="49"/>
                  </a:cubicBezTo>
                  <a:cubicBezTo>
                    <a:pt x="9081" y="19"/>
                    <a:pt x="9055" y="1"/>
                    <a:pt x="9027" y="1"/>
                  </a:cubicBezTo>
                  <a:cubicBezTo>
                    <a:pt x="9023" y="1"/>
                    <a:pt x="9019" y="2"/>
                    <a:pt x="9015" y="2"/>
                  </a:cubicBezTo>
                  <a:cubicBezTo>
                    <a:pt x="9003" y="4"/>
                    <a:pt x="7866" y="255"/>
                    <a:pt x="4554" y="255"/>
                  </a:cubicBezTo>
                  <a:cubicBezTo>
                    <a:pt x="1003" y="255"/>
                    <a:pt x="94" y="5"/>
                    <a:pt x="85" y="2"/>
                  </a:cubicBezTo>
                  <a:cubicBezTo>
                    <a:pt x="79" y="1"/>
                    <a:pt x="74" y="0"/>
                    <a:pt x="6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41"/>
            <p:cNvSpPr/>
            <p:nvPr/>
          </p:nvSpPr>
          <p:spPr>
            <a:xfrm>
              <a:off x="3014479" y="3674000"/>
              <a:ext cx="187092" cy="52629"/>
            </a:xfrm>
            <a:custGeom>
              <a:avLst/>
              <a:gdLst/>
              <a:ahLst/>
              <a:cxnLst/>
              <a:rect l="l" t="t" r="r" b="b"/>
              <a:pathLst>
                <a:path w="4241" h="1193" extrusionOk="0">
                  <a:moveTo>
                    <a:pt x="70" y="0"/>
                  </a:moveTo>
                  <a:cubicBezTo>
                    <a:pt x="58" y="0"/>
                    <a:pt x="47" y="3"/>
                    <a:pt x="36" y="10"/>
                  </a:cubicBezTo>
                  <a:cubicBezTo>
                    <a:pt x="9" y="29"/>
                    <a:pt x="1" y="67"/>
                    <a:pt x="20" y="94"/>
                  </a:cubicBezTo>
                  <a:cubicBezTo>
                    <a:pt x="500" y="781"/>
                    <a:pt x="1285" y="1192"/>
                    <a:pt x="2122" y="1192"/>
                  </a:cubicBezTo>
                  <a:cubicBezTo>
                    <a:pt x="2958" y="1192"/>
                    <a:pt x="3744" y="782"/>
                    <a:pt x="4223" y="94"/>
                  </a:cubicBezTo>
                  <a:cubicBezTo>
                    <a:pt x="4241" y="68"/>
                    <a:pt x="4234" y="30"/>
                    <a:pt x="4207" y="10"/>
                  </a:cubicBezTo>
                  <a:cubicBezTo>
                    <a:pt x="4197" y="3"/>
                    <a:pt x="4185" y="0"/>
                    <a:pt x="4174" y="0"/>
                  </a:cubicBezTo>
                  <a:cubicBezTo>
                    <a:pt x="4154" y="0"/>
                    <a:pt x="4135" y="9"/>
                    <a:pt x="4123" y="26"/>
                  </a:cubicBezTo>
                  <a:cubicBezTo>
                    <a:pt x="3667" y="681"/>
                    <a:pt x="2918" y="1072"/>
                    <a:pt x="2122" y="1072"/>
                  </a:cubicBezTo>
                  <a:cubicBezTo>
                    <a:pt x="1324" y="1072"/>
                    <a:pt x="575" y="681"/>
                    <a:pt x="120" y="26"/>
                  </a:cubicBezTo>
                  <a:cubicBezTo>
                    <a:pt x="109" y="9"/>
                    <a:pt x="89" y="0"/>
                    <a:pt x="7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41"/>
            <p:cNvSpPr/>
            <p:nvPr/>
          </p:nvSpPr>
          <p:spPr>
            <a:xfrm>
              <a:off x="2887299" y="3667427"/>
              <a:ext cx="441194" cy="560966"/>
            </a:xfrm>
            <a:custGeom>
              <a:avLst/>
              <a:gdLst/>
              <a:ahLst/>
              <a:cxnLst/>
              <a:rect l="l" t="t" r="r" b="b"/>
              <a:pathLst>
                <a:path w="10001" h="12716" extrusionOk="0">
                  <a:moveTo>
                    <a:pt x="6635" y="1"/>
                  </a:moveTo>
                  <a:cubicBezTo>
                    <a:pt x="6589" y="1"/>
                    <a:pt x="6548" y="22"/>
                    <a:pt x="6519" y="55"/>
                  </a:cubicBezTo>
                  <a:cubicBezTo>
                    <a:pt x="6436" y="153"/>
                    <a:pt x="6344" y="242"/>
                    <a:pt x="6245" y="322"/>
                  </a:cubicBezTo>
                  <a:cubicBezTo>
                    <a:pt x="6210" y="544"/>
                    <a:pt x="6164" y="764"/>
                    <a:pt x="6112" y="984"/>
                  </a:cubicBezTo>
                  <a:cubicBezTo>
                    <a:pt x="5914" y="1813"/>
                    <a:pt x="5668" y="2623"/>
                    <a:pt x="5508" y="3461"/>
                  </a:cubicBezTo>
                  <a:cubicBezTo>
                    <a:pt x="5332" y="4378"/>
                    <a:pt x="5191" y="5306"/>
                    <a:pt x="5162" y="6241"/>
                  </a:cubicBezTo>
                  <a:cubicBezTo>
                    <a:pt x="5162" y="6254"/>
                    <a:pt x="5150" y="6265"/>
                    <a:pt x="5137" y="6265"/>
                  </a:cubicBezTo>
                  <a:cubicBezTo>
                    <a:pt x="5133" y="6265"/>
                    <a:pt x="5129" y="6264"/>
                    <a:pt x="5125" y="6262"/>
                  </a:cubicBezTo>
                  <a:cubicBezTo>
                    <a:pt x="4931" y="6137"/>
                    <a:pt x="4714" y="6056"/>
                    <a:pt x="4492" y="5991"/>
                  </a:cubicBezTo>
                  <a:cubicBezTo>
                    <a:pt x="4481" y="5989"/>
                    <a:pt x="4475" y="5978"/>
                    <a:pt x="4474" y="5968"/>
                  </a:cubicBezTo>
                  <a:cubicBezTo>
                    <a:pt x="4424" y="5407"/>
                    <a:pt x="4410" y="4845"/>
                    <a:pt x="4382" y="4284"/>
                  </a:cubicBezTo>
                  <a:cubicBezTo>
                    <a:pt x="4334" y="3316"/>
                    <a:pt x="4202" y="2359"/>
                    <a:pt x="3961" y="1419"/>
                  </a:cubicBezTo>
                  <a:cubicBezTo>
                    <a:pt x="3852" y="990"/>
                    <a:pt x="3721" y="569"/>
                    <a:pt x="3576" y="152"/>
                  </a:cubicBezTo>
                  <a:cubicBezTo>
                    <a:pt x="3546" y="121"/>
                    <a:pt x="3517" y="92"/>
                    <a:pt x="3491" y="60"/>
                  </a:cubicBezTo>
                  <a:cubicBezTo>
                    <a:pt x="3464" y="29"/>
                    <a:pt x="3426" y="12"/>
                    <a:pt x="3384" y="12"/>
                  </a:cubicBezTo>
                  <a:cubicBezTo>
                    <a:pt x="3377" y="12"/>
                    <a:pt x="3370" y="12"/>
                    <a:pt x="3363" y="13"/>
                  </a:cubicBezTo>
                  <a:lnTo>
                    <a:pt x="1072" y="409"/>
                  </a:lnTo>
                  <a:cubicBezTo>
                    <a:pt x="1072" y="409"/>
                    <a:pt x="875" y="2493"/>
                    <a:pt x="719" y="4241"/>
                  </a:cubicBezTo>
                  <a:cubicBezTo>
                    <a:pt x="651" y="5003"/>
                    <a:pt x="547" y="5772"/>
                    <a:pt x="436" y="6587"/>
                  </a:cubicBezTo>
                  <a:cubicBezTo>
                    <a:pt x="303" y="7560"/>
                    <a:pt x="166" y="8568"/>
                    <a:pt x="93" y="9586"/>
                  </a:cubicBezTo>
                  <a:cubicBezTo>
                    <a:pt x="1" y="10902"/>
                    <a:pt x="109" y="11987"/>
                    <a:pt x="194" y="12578"/>
                  </a:cubicBezTo>
                  <a:cubicBezTo>
                    <a:pt x="492" y="12677"/>
                    <a:pt x="804" y="12716"/>
                    <a:pt x="1117" y="12716"/>
                  </a:cubicBezTo>
                  <a:cubicBezTo>
                    <a:pt x="1453" y="12716"/>
                    <a:pt x="1790" y="12671"/>
                    <a:pt x="2116" y="12608"/>
                  </a:cubicBezTo>
                  <a:cubicBezTo>
                    <a:pt x="2379" y="12559"/>
                    <a:pt x="2638" y="12486"/>
                    <a:pt x="2903" y="12446"/>
                  </a:cubicBezTo>
                  <a:cubicBezTo>
                    <a:pt x="3130" y="12412"/>
                    <a:pt x="3359" y="12378"/>
                    <a:pt x="3578" y="12309"/>
                  </a:cubicBezTo>
                  <a:cubicBezTo>
                    <a:pt x="3803" y="12237"/>
                    <a:pt x="4029" y="12118"/>
                    <a:pt x="4148" y="11905"/>
                  </a:cubicBezTo>
                  <a:cubicBezTo>
                    <a:pt x="4285" y="11659"/>
                    <a:pt x="4274" y="11346"/>
                    <a:pt x="4248" y="11074"/>
                  </a:cubicBezTo>
                  <a:cubicBezTo>
                    <a:pt x="4222" y="10799"/>
                    <a:pt x="4165" y="10528"/>
                    <a:pt x="4148" y="10254"/>
                  </a:cubicBezTo>
                  <a:cubicBezTo>
                    <a:pt x="4135" y="10034"/>
                    <a:pt x="4137" y="9766"/>
                    <a:pt x="4266" y="9573"/>
                  </a:cubicBezTo>
                  <a:cubicBezTo>
                    <a:pt x="4340" y="9464"/>
                    <a:pt x="4445" y="9427"/>
                    <a:pt x="4563" y="9427"/>
                  </a:cubicBezTo>
                  <a:cubicBezTo>
                    <a:pt x="4595" y="9427"/>
                    <a:pt x="4628" y="9430"/>
                    <a:pt x="4662" y="9435"/>
                  </a:cubicBezTo>
                  <a:cubicBezTo>
                    <a:pt x="4779" y="9451"/>
                    <a:pt x="4890" y="9469"/>
                    <a:pt x="4999" y="9469"/>
                  </a:cubicBezTo>
                  <a:cubicBezTo>
                    <a:pt x="5113" y="9469"/>
                    <a:pt x="5225" y="9448"/>
                    <a:pt x="5340" y="9381"/>
                  </a:cubicBezTo>
                  <a:cubicBezTo>
                    <a:pt x="5344" y="9379"/>
                    <a:pt x="5347" y="9378"/>
                    <a:pt x="5351" y="9378"/>
                  </a:cubicBezTo>
                  <a:cubicBezTo>
                    <a:pt x="5361" y="9378"/>
                    <a:pt x="5371" y="9385"/>
                    <a:pt x="5374" y="9395"/>
                  </a:cubicBezTo>
                  <a:cubicBezTo>
                    <a:pt x="5508" y="9755"/>
                    <a:pt x="5594" y="10129"/>
                    <a:pt x="5665" y="10505"/>
                  </a:cubicBezTo>
                  <a:cubicBezTo>
                    <a:pt x="5716" y="10774"/>
                    <a:pt x="5778" y="11042"/>
                    <a:pt x="5815" y="11314"/>
                  </a:cubicBezTo>
                  <a:cubicBezTo>
                    <a:pt x="5846" y="11545"/>
                    <a:pt x="5856" y="11818"/>
                    <a:pt x="5963" y="12031"/>
                  </a:cubicBezTo>
                  <a:cubicBezTo>
                    <a:pt x="6051" y="12204"/>
                    <a:pt x="6291" y="12279"/>
                    <a:pt x="6465" y="12324"/>
                  </a:cubicBezTo>
                  <a:cubicBezTo>
                    <a:pt x="6880" y="12430"/>
                    <a:pt x="7313" y="12423"/>
                    <a:pt x="7738" y="12445"/>
                  </a:cubicBezTo>
                  <a:cubicBezTo>
                    <a:pt x="8201" y="12469"/>
                    <a:pt x="8673" y="12494"/>
                    <a:pt x="9143" y="12494"/>
                  </a:cubicBezTo>
                  <a:cubicBezTo>
                    <a:pt x="9371" y="12494"/>
                    <a:pt x="9600" y="12488"/>
                    <a:pt x="9827" y="12473"/>
                  </a:cubicBezTo>
                  <a:cubicBezTo>
                    <a:pt x="9908" y="11863"/>
                    <a:pt x="10000" y="10827"/>
                    <a:pt x="9912" y="9586"/>
                  </a:cubicBezTo>
                  <a:cubicBezTo>
                    <a:pt x="9839" y="8568"/>
                    <a:pt x="9703" y="7560"/>
                    <a:pt x="9569" y="6587"/>
                  </a:cubicBezTo>
                  <a:cubicBezTo>
                    <a:pt x="9458" y="5772"/>
                    <a:pt x="9353" y="5003"/>
                    <a:pt x="9286" y="4241"/>
                  </a:cubicBezTo>
                  <a:cubicBezTo>
                    <a:pt x="9130" y="2493"/>
                    <a:pt x="8890" y="1"/>
                    <a:pt x="889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41"/>
            <p:cNvSpPr/>
            <p:nvPr/>
          </p:nvSpPr>
          <p:spPr>
            <a:xfrm>
              <a:off x="3149996" y="3665883"/>
              <a:ext cx="193930" cy="539218"/>
            </a:xfrm>
            <a:custGeom>
              <a:avLst/>
              <a:gdLst/>
              <a:ahLst/>
              <a:cxnLst/>
              <a:rect l="l" t="t" r="r" b="b"/>
              <a:pathLst>
                <a:path w="4396" h="12223" extrusionOk="0">
                  <a:moveTo>
                    <a:pt x="779" y="1"/>
                  </a:moveTo>
                  <a:cubicBezTo>
                    <a:pt x="779" y="1"/>
                    <a:pt x="682" y="587"/>
                    <a:pt x="337" y="1555"/>
                  </a:cubicBezTo>
                  <a:cubicBezTo>
                    <a:pt x="197" y="2998"/>
                    <a:pt x="0" y="5458"/>
                    <a:pt x="0" y="7285"/>
                  </a:cubicBezTo>
                  <a:cubicBezTo>
                    <a:pt x="0" y="10133"/>
                    <a:pt x="226" y="11610"/>
                    <a:pt x="294" y="11984"/>
                  </a:cubicBezTo>
                  <a:cubicBezTo>
                    <a:pt x="304" y="12044"/>
                    <a:pt x="348" y="12087"/>
                    <a:pt x="409" y="12094"/>
                  </a:cubicBezTo>
                  <a:cubicBezTo>
                    <a:pt x="671" y="12130"/>
                    <a:pt x="1442" y="12223"/>
                    <a:pt x="2418" y="12223"/>
                  </a:cubicBezTo>
                  <a:cubicBezTo>
                    <a:pt x="2987" y="12223"/>
                    <a:pt x="3626" y="12191"/>
                    <a:pt x="4275" y="12098"/>
                  </a:cubicBezTo>
                  <a:cubicBezTo>
                    <a:pt x="4345" y="12088"/>
                    <a:pt x="4396" y="12028"/>
                    <a:pt x="4394" y="11957"/>
                  </a:cubicBezTo>
                  <a:cubicBezTo>
                    <a:pt x="4377" y="11330"/>
                    <a:pt x="4268" y="8403"/>
                    <a:pt x="3642" y="5593"/>
                  </a:cubicBezTo>
                  <a:lnTo>
                    <a:pt x="30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41"/>
            <p:cNvSpPr/>
            <p:nvPr/>
          </p:nvSpPr>
          <p:spPr>
            <a:xfrm>
              <a:off x="3149864" y="3665972"/>
              <a:ext cx="187930" cy="429989"/>
            </a:xfrm>
            <a:custGeom>
              <a:avLst/>
              <a:gdLst/>
              <a:ahLst/>
              <a:cxnLst/>
              <a:rect l="l" t="t" r="r" b="b"/>
              <a:pathLst>
                <a:path w="4260" h="9747" extrusionOk="0">
                  <a:moveTo>
                    <a:pt x="780" y="1"/>
                  </a:moveTo>
                  <a:cubicBezTo>
                    <a:pt x="780" y="1"/>
                    <a:pt x="682" y="586"/>
                    <a:pt x="336" y="1554"/>
                  </a:cubicBezTo>
                  <a:cubicBezTo>
                    <a:pt x="198" y="2997"/>
                    <a:pt x="0" y="5457"/>
                    <a:pt x="0" y="7284"/>
                  </a:cubicBezTo>
                  <a:cubicBezTo>
                    <a:pt x="0" y="8265"/>
                    <a:pt x="29" y="9079"/>
                    <a:pt x="65" y="9746"/>
                  </a:cubicBezTo>
                  <a:cubicBezTo>
                    <a:pt x="173" y="9516"/>
                    <a:pt x="377" y="9375"/>
                    <a:pt x="644" y="9358"/>
                  </a:cubicBezTo>
                  <a:cubicBezTo>
                    <a:pt x="670" y="9357"/>
                    <a:pt x="695" y="9356"/>
                    <a:pt x="721" y="9356"/>
                  </a:cubicBezTo>
                  <a:cubicBezTo>
                    <a:pt x="889" y="9356"/>
                    <a:pt x="1061" y="9388"/>
                    <a:pt x="1226" y="9412"/>
                  </a:cubicBezTo>
                  <a:cubicBezTo>
                    <a:pt x="1447" y="9444"/>
                    <a:pt x="1665" y="9482"/>
                    <a:pt x="1885" y="9520"/>
                  </a:cubicBezTo>
                  <a:cubicBezTo>
                    <a:pt x="2346" y="9599"/>
                    <a:pt x="2808" y="9677"/>
                    <a:pt x="3276" y="9698"/>
                  </a:cubicBezTo>
                  <a:cubicBezTo>
                    <a:pt x="3604" y="9711"/>
                    <a:pt x="3933" y="9720"/>
                    <a:pt x="4259" y="9724"/>
                  </a:cubicBezTo>
                  <a:cubicBezTo>
                    <a:pt x="4159" y="8603"/>
                    <a:pt x="3987" y="7208"/>
                    <a:pt x="3693" y="5824"/>
                  </a:cubicBezTo>
                  <a:cubicBezTo>
                    <a:pt x="3686" y="5838"/>
                    <a:pt x="3678" y="5854"/>
                    <a:pt x="3671" y="5866"/>
                  </a:cubicBezTo>
                  <a:cubicBezTo>
                    <a:pt x="3544" y="6081"/>
                    <a:pt x="3366" y="6268"/>
                    <a:pt x="3135" y="6369"/>
                  </a:cubicBezTo>
                  <a:cubicBezTo>
                    <a:pt x="2992" y="6431"/>
                    <a:pt x="2841" y="6456"/>
                    <a:pt x="2689" y="6456"/>
                  </a:cubicBezTo>
                  <a:cubicBezTo>
                    <a:pt x="2524" y="6456"/>
                    <a:pt x="2358" y="6427"/>
                    <a:pt x="2199" y="6386"/>
                  </a:cubicBezTo>
                  <a:cubicBezTo>
                    <a:pt x="1960" y="6326"/>
                    <a:pt x="1728" y="6238"/>
                    <a:pt x="1487" y="6187"/>
                  </a:cubicBezTo>
                  <a:cubicBezTo>
                    <a:pt x="1325" y="6153"/>
                    <a:pt x="1161" y="6144"/>
                    <a:pt x="998" y="6118"/>
                  </a:cubicBezTo>
                  <a:cubicBezTo>
                    <a:pt x="744" y="6079"/>
                    <a:pt x="498" y="6003"/>
                    <a:pt x="374" y="5759"/>
                  </a:cubicBezTo>
                  <a:cubicBezTo>
                    <a:pt x="271" y="5553"/>
                    <a:pt x="269" y="5306"/>
                    <a:pt x="292" y="5083"/>
                  </a:cubicBezTo>
                  <a:cubicBezTo>
                    <a:pt x="322" y="4782"/>
                    <a:pt x="398" y="4487"/>
                    <a:pt x="487" y="4198"/>
                  </a:cubicBezTo>
                  <a:cubicBezTo>
                    <a:pt x="645" y="3676"/>
                    <a:pt x="882" y="3176"/>
                    <a:pt x="1019" y="2649"/>
                  </a:cubicBezTo>
                  <a:cubicBezTo>
                    <a:pt x="1023" y="2639"/>
                    <a:pt x="1033" y="2632"/>
                    <a:pt x="1044" y="2632"/>
                  </a:cubicBezTo>
                  <a:cubicBezTo>
                    <a:pt x="1050" y="2632"/>
                    <a:pt x="1056" y="2634"/>
                    <a:pt x="1060" y="2639"/>
                  </a:cubicBezTo>
                  <a:cubicBezTo>
                    <a:pt x="1159" y="2740"/>
                    <a:pt x="1314" y="2879"/>
                    <a:pt x="1444" y="2879"/>
                  </a:cubicBezTo>
                  <a:cubicBezTo>
                    <a:pt x="1516" y="2879"/>
                    <a:pt x="1580" y="2837"/>
                    <a:pt x="1622" y="2724"/>
                  </a:cubicBezTo>
                  <a:cubicBezTo>
                    <a:pt x="1707" y="2498"/>
                    <a:pt x="1696" y="2231"/>
                    <a:pt x="1690" y="1994"/>
                  </a:cubicBezTo>
                  <a:cubicBezTo>
                    <a:pt x="1674" y="1323"/>
                    <a:pt x="1607" y="607"/>
                    <a:pt x="129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41"/>
            <p:cNvSpPr/>
            <p:nvPr/>
          </p:nvSpPr>
          <p:spPr>
            <a:xfrm>
              <a:off x="3164818" y="3652164"/>
              <a:ext cx="56776" cy="128198"/>
            </a:xfrm>
            <a:custGeom>
              <a:avLst/>
              <a:gdLst/>
              <a:ahLst/>
              <a:cxnLst/>
              <a:rect l="l" t="t" r="r" b="b"/>
              <a:pathLst>
                <a:path w="1287" h="2906" extrusionOk="0">
                  <a:moveTo>
                    <a:pt x="219" y="0"/>
                  </a:moveTo>
                  <a:cubicBezTo>
                    <a:pt x="195" y="0"/>
                    <a:pt x="175" y="19"/>
                    <a:pt x="174" y="43"/>
                  </a:cubicBezTo>
                  <a:cubicBezTo>
                    <a:pt x="163" y="307"/>
                    <a:pt x="106" y="1464"/>
                    <a:pt x="1" y="1866"/>
                  </a:cubicBezTo>
                  <a:cubicBezTo>
                    <a:pt x="1" y="1866"/>
                    <a:pt x="7" y="1864"/>
                    <a:pt x="18" y="1864"/>
                  </a:cubicBezTo>
                  <a:cubicBezTo>
                    <a:pt x="99" y="1864"/>
                    <a:pt x="458" y="1925"/>
                    <a:pt x="1029" y="2883"/>
                  </a:cubicBezTo>
                  <a:cubicBezTo>
                    <a:pt x="1038" y="2898"/>
                    <a:pt x="1054" y="2905"/>
                    <a:pt x="1069" y="2905"/>
                  </a:cubicBezTo>
                  <a:cubicBezTo>
                    <a:pt x="1088" y="2905"/>
                    <a:pt x="1106" y="2893"/>
                    <a:pt x="1110" y="2870"/>
                  </a:cubicBezTo>
                  <a:cubicBezTo>
                    <a:pt x="1167" y="2536"/>
                    <a:pt x="1286" y="1507"/>
                    <a:pt x="900" y="347"/>
                  </a:cubicBezTo>
                  <a:cubicBezTo>
                    <a:pt x="900" y="347"/>
                    <a:pt x="600" y="101"/>
                    <a:pt x="231" y="2"/>
                  </a:cubicBezTo>
                  <a:cubicBezTo>
                    <a:pt x="227" y="1"/>
                    <a:pt x="223" y="0"/>
                    <a:pt x="2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41"/>
            <p:cNvSpPr/>
            <p:nvPr/>
          </p:nvSpPr>
          <p:spPr>
            <a:xfrm>
              <a:off x="2872653" y="3665883"/>
              <a:ext cx="193974" cy="539218"/>
            </a:xfrm>
            <a:custGeom>
              <a:avLst/>
              <a:gdLst/>
              <a:ahLst/>
              <a:cxnLst/>
              <a:rect l="l" t="t" r="r" b="b"/>
              <a:pathLst>
                <a:path w="4397" h="12223" extrusionOk="0">
                  <a:moveTo>
                    <a:pt x="3618" y="1"/>
                  </a:moveTo>
                  <a:lnTo>
                    <a:pt x="1335" y="389"/>
                  </a:lnTo>
                  <a:lnTo>
                    <a:pt x="756" y="5593"/>
                  </a:lnTo>
                  <a:cubicBezTo>
                    <a:pt x="130" y="8403"/>
                    <a:pt x="21" y="11330"/>
                    <a:pt x="4" y="11957"/>
                  </a:cubicBezTo>
                  <a:cubicBezTo>
                    <a:pt x="1" y="12028"/>
                    <a:pt x="52" y="12088"/>
                    <a:pt x="122" y="12098"/>
                  </a:cubicBezTo>
                  <a:cubicBezTo>
                    <a:pt x="770" y="12191"/>
                    <a:pt x="1409" y="12223"/>
                    <a:pt x="1979" y="12223"/>
                  </a:cubicBezTo>
                  <a:cubicBezTo>
                    <a:pt x="2955" y="12223"/>
                    <a:pt x="3726" y="12130"/>
                    <a:pt x="3988" y="12094"/>
                  </a:cubicBezTo>
                  <a:cubicBezTo>
                    <a:pt x="4049" y="12087"/>
                    <a:pt x="4093" y="12044"/>
                    <a:pt x="4103" y="11984"/>
                  </a:cubicBezTo>
                  <a:cubicBezTo>
                    <a:pt x="4170" y="11610"/>
                    <a:pt x="4396" y="10133"/>
                    <a:pt x="4396" y="7285"/>
                  </a:cubicBezTo>
                  <a:cubicBezTo>
                    <a:pt x="4396" y="5458"/>
                    <a:pt x="4199" y="2998"/>
                    <a:pt x="4060" y="1555"/>
                  </a:cubicBezTo>
                  <a:cubicBezTo>
                    <a:pt x="3715" y="587"/>
                    <a:pt x="3618" y="1"/>
                    <a:pt x="3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41"/>
            <p:cNvSpPr/>
            <p:nvPr/>
          </p:nvSpPr>
          <p:spPr>
            <a:xfrm>
              <a:off x="2879403" y="3665883"/>
              <a:ext cx="187312" cy="468722"/>
            </a:xfrm>
            <a:custGeom>
              <a:avLst/>
              <a:gdLst/>
              <a:ahLst/>
              <a:cxnLst/>
              <a:rect l="l" t="t" r="r" b="b"/>
              <a:pathLst>
                <a:path w="4246" h="10625" extrusionOk="0">
                  <a:moveTo>
                    <a:pt x="3467" y="1"/>
                  </a:moveTo>
                  <a:lnTo>
                    <a:pt x="2811" y="113"/>
                  </a:lnTo>
                  <a:cubicBezTo>
                    <a:pt x="2752" y="393"/>
                    <a:pt x="2672" y="670"/>
                    <a:pt x="2600" y="948"/>
                  </a:cubicBezTo>
                  <a:cubicBezTo>
                    <a:pt x="2504" y="1332"/>
                    <a:pt x="2457" y="1706"/>
                    <a:pt x="2454" y="2101"/>
                  </a:cubicBezTo>
                  <a:cubicBezTo>
                    <a:pt x="2452" y="2316"/>
                    <a:pt x="2425" y="2635"/>
                    <a:pt x="2559" y="2819"/>
                  </a:cubicBezTo>
                  <a:cubicBezTo>
                    <a:pt x="2586" y="2853"/>
                    <a:pt x="2617" y="2867"/>
                    <a:pt x="2651" y="2867"/>
                  </a:cubicBezTo>
                  <a:cubicBezTo>
                    <a:pt x="2734" y="2867"/>
                    <a:pt x="2830" y="2785"/>
                    <a:pt x="2894" y="2741"/>
                  </a:cubicBezTo>
                  <a:cubicBezTo>
                    <a:pt x="2997" y="2669"/>
                    <a:pt x="3095" y="2582"/>
                    <a:pt x="3210" y="2531"/>
                  </a:cubicBezTo>
                  <a:cubicBezTo>
                    <a:pt x="3214" y="2529"/>
                    <a:pt x="3218" y="2528"/>
                    <a:pt x="3223" y="2528"/>
                  </a:cubicBezTo>
                  <a:cubicBezTo>
                    <a:pt x="3233" y="2528"/>
                    <a:pt x="3242" y="2533"/>
                    <a:pt x="3245" y="2545"/>
                  </a:cubicBezTo>
                  <a:cubicBezTo>
                    <a:pt x="3350" y="2989"/>
                    <a:pt x="3452" y="3434"/>
                    <a:pt x="3534" y="3883"/>
                  </a:cubicBezTo>
                  <a:cubicBezTo>
                    <a:pt x="3603" y="4258"/>
                    <a:pt x="3655" y="4634"/>
                    <a:pt x="3681" y="5012"/>
                  </a:cubicBezTo>
                  <a:cubicBezTo>
                    <a:pt x="3692" y="5174"/>
                    <a:pt x="3702" y="5338"/>
                    <a:pt x="3692" y="5501"/>
                  </a:cubicBezTo>
                  <a:cubicBezTo>
                    <a:pt x="3688" y="5561"/>
                    <a:pt x="3682" y="5624"/>
                    <a:pt x="3647" y="5672"/>
                  </a:cubicBezTo>
                  <a:cubicBezTo>
                    <a:pt x="3610" y="5723"/>
                    <a:pt x="3547" y="5750"/>
                    <a:pt x="3492" y="5776"/>
                  </a:cubicBezTo>
                  <a:cubicBezTo>
                    <a:pt x="3351" y="5840"/>
                    <a:pt x="3209" y="5898"/>
                    <a:pt x="3068" y="5962"/>
                  </a:cubicBezTo>
                  <a:cubicBezTo>
                    <a:pt x="2717" y="6119"/>
                    <a:pt x="2374" y="6296"/>
                    <a:pt x="2021" y="6450"/>
                  </a:cubicBezTo>
                  <a:cubicBezTo>
                    <a:pt x="2017" y="6452"/>
                    <a:pt x="2013" y="6453"/>
                    <a:pt x="2009" y="6453"/>
                  </a:cubicBezTo>
                  <a:cubicBezTo>
                    <a:pt x="2001" y="6453"/>
                    <a:pt x="1994" y="6449"/>
                    <a:pt x="1989" y="6441"/>
                  </a:cubicBezTo>
                  <a:cubicBezTo>
                    <a:pt x="1819" y="6203"/>
                    <a:pt x="1566" y="6034"/>
                    <a:pt x="1308" y="5905"/>
                  </a:cubicBezTo>
                  <a:cubicBezTo>
                    <a:pt x="1083" y="5794"/>
                    <a:pt x="840" y="5713"/>
                    <a:pt x="588" y="5678"/>
                  </a:cubicBezTo>
                  <a:cubicBezTo>
                    <a:pt x="285" y="7065"/>
                    <a:pt x="105" y="8474"/>
                    <a:pt x="0" y="9617"/>
                  </a:cubicBezTo>
                  <a:cubicBezTo>
                    <a:pt x="86" y="9683"/>
                    <a:pt x="204" y="9705"/>
                    <a:pt x="330" y="9705"/>
                  </a:cubicBezTo>
                  <a:cubicBezTo>
                    <a:pt x="518" y="9705"/>
                    <a:pt x="723" y="9655"/>
                    <a:pt x="868" y="9622"/>
                  </a:cubicBezTo>
                  <a:cubicBezTo>
                    <a:pt x="1041" y="9582"/>
                    <a:pt x="1212" y="9535"/>
                    <a:pt x="1388" y="9508"/>
                  </a:cubicBezTo>
                  <a:cubicBezTo>
                    <a:pt x="1439" y="9500"/>
                    <a:pt x="1491" y="9497"/>
                    <a:pt x="1541" y="9497"/>
                  </a:cubicBezTo>
                  <a:cubicBezTo>
                    <a:pt x="1676" y="9497"/>
                    <a:pt x="1809" y="9519"/>
                    <a:pt x="1945" y="9538"/>
                  </a:cubicBezTo>
                  <a:cubicBezTo>
                    <a:pt x="2094" y="9559"/>
                    <a:pt x="2239" y="9567"/>
                    <a:pt x="2383" y="9567"/>
                  </a:cubicBezTo>
                  <a:cubicBezTo>
                    <a:pt x="2546" y="9567"/>
                    <a:pt x="2710" y="9556"/>
                    <a:pt x="2879" y="9540"/>
                  </a:cubicBezTo>
                  <a:cubicBezTo>
                    <a:pt x="2924" y="9536"/>
                    <a:pt x="2968" y="9534"/>
                    <a:pt x="3011" y="9534"/>
                  </a:cubicBezTo>
                  <a:cubicBezTo>
                    <a:pt x="3214" y="9534"/>
                    <a:pt x="3399" y="9582"/>
                    <a:pt x="3572" y="9707"/>
                  </a:cubicBezTo>
                  <a:cubicBezTo>
                    <a:pt x="3878" y="9929"/>
                    <a:pt x="4034" y="10262"/>
                    <a:pt x="4119" y="10624"/>
                  </a:cubicBezTo>
                  <a:cubicBezTo>
                    <a:pt x="4187" y="9848"/>
                    <a:pt x="4245" y="8747"/>
                    <a:pt x="4245" y="7285"/>
                  </a:cubicBezTo>
                  <a:cubicBezTo>
                    <a:pt x="4245" y="5458"/>
                    <a:pt x="4049" y="2998"/>
                    <a:pt x="3909" y="1555"/>
                  </a:cubicBezTo>
                  <a:cubicBezTo>
                    <a:pt x="3565" y="587"/>
                    <a:pt x="3467" y="1"/>
                    <a:pt x="346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41"/>
            <p:cNvSpPr/>
            <p:nvPr/>
          </p:nvSpPr>
          <p:spPr>
            <a:xfrm>
              <a:off x="2995025" y="3652164"/>
              <a:ext cx="56776" cy="128198"/>
            </a:xfrm>
            <a:custGeom>
              <a:avLst/>
              <a:gdLst/>
              <a:ahLst/>
              <a:cxnLst/>
              <a:rect l="l" t="t" r="r" b="b"/>
              <a:pathLst>
                <a:path w="1287" h="2906" extrusionOk="0">
                  <a:moveTo>
                    <a:pt x="1067" y="0"/>
                  </a:moveTo>
                  <a:cubicBezTo>
                    <a:pt x="1064" y="0"/>
                    <a:pt x="1060" y="1"/>
                    <a:pt x="1056" y="2"/>
                  </a:cubicBezTo>
                  <a:cubicBezTo>
                    <a:pt x="686" y="101"/>
                    <a:pt x="386" y="347"/>
                    <a:pt x="386" y="347"/>
                  </a:cubicBezTo>
                  <a:cubicBezTo>
                    <a:pt x="0" y="1507"/>
                    <a:pt x="120" y="2536"/>
                    <a:pt x="176" y="2870"/>
                  </a:cubicBezTo>
                  <a:cubicBezTo>
                    <a:pt x="180" y="2893"/>
                    <a:pt x="199" y="2905"/>
                    <a:pt x="218" y="2905"/>
                  </a:cubicBezTo>
                  <a:cubicBezTo>
                    <a:pt x="233" y="2905"/>
                    <a:pt x="248" y="2898"/>
                    <a:pt x="258" y="2883"/>
                  </a:cubicBezTo>
                  <a:cubicBezTo>
                    <a:pt x="828" y="1925"/>
                    <a:pt x="1187" y="1864"/>
                    <a:pt x="1269" y="1864"/>
                  </a:cubicBezTo>
                  <a:cubicBezTo>
                    <a:pt x="1280" y="1864"/>
                    <a:pt x="1286" y="1866"/>
                    <a:pt x="1286" y="1866"/>
                  </a:cubicBezTo>
                  <a:cubicBezTo>
                    <a:pt x="1182" y="1464"/>
                    <a:pt x="1124" y="307"/>
                    <a:pt x="1113" y="43"/>
                  </a:cubicBezTo>
                  <a:cubicBezTo>
                    <a:pt x="1111" y="19"/>
                    <a:pt x="1090" y="0"/>
                    <a:pt x="10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1"/>
            <p:cNvSpPr/>
            <p:nvPr/>
          </p:nvSpPr>
          <p:spPr>
            <a:xfrm>
              <a:off x="2742121" y="3923992"/>
              <a:ext cx="179063" cy="150300"/>
            </a:xfrm>
            <a:custGeom>
              <a:avLst/>
              <a:gdLst/>
              <a:ahLst/>
              <a:cxnLst/>
              <a:rect l="l" t="t" r="r" b="b"/>
              <a:pathLst>
                <a:path w="4059" h="3407" extrusionOk="0">
                  <a:moveTo>
                    <a:pt x="2945" y="1"/>
                  </a:moveTo>
                  <a:cubicBezTo>
                    <a:pt x="2120" y="1"/>
                    <a:pt x="1119" y="294"/>
                    <a:pt x="656" y="1052"/>
                  </a:cubicBezTo>
                  <a:cubicBezTo>
                    <a:pt x="1" y="2126"/>
                    <a:pt x="610" y="3407"/>
                    <a:pt x="1849" y="3407"/>
                  </a:cubicBezTo>
                  <a:cubicBezTo>
                    <a:pt x="1991" y="3407"/>
                    <a:pt x="2141" y="3390"/>
                    <a:pt x="2299" y="3354"/>
                  </a:cubicBezTo>
                  <a:cubicBezTo>
                    <a:pt x="3404" y="3104"/>
                    <a:pt x="4059" y="2127"/>
                    <a:pt x="4059" y="2127"/>
                  </a:cubicBezTo>
                  <a:lnTo>
                    <a:pt x="4059" y="261"/>
                  </a:lnTo>
                  <a:cubicBezTo>
                    <a:pt x="3838" y="98"/>
                    <a:pt x="3421" y="1"/>
                    <a:pt x="2945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1"/>
            <p:cNvSpPr/>
            <p:nvPr/>
          </p:nvSpPr>
          <p:spPr>
            <a:xfrm>
              <a:off x="2742077" y="3927918"/>
              <a:ext cx="179063" cy="146329"/>
            </a:xfrm>
            <a:custGeom>
              <a:avLst/>
              <a:gdLst/>
              <a:ahLst/>
              <a:cxnLst/>
              <a:rect l="l" t="t" r="r" b="b"/>
              <a:pathLst>
                <a:path w="4059" h="3317" extrusionOk="0">
                  <a:moveTo>
                    <a:pt x="2144" y="1"/>
                  </a:moveTo>
                  <a:lnTo>
                    <a:pt x="2144" y="1"/>
                  </a:lnTo>
                  <a:cubicBezTo>
                    <a:pt x="1549" y="138"/>
                    <a:pt x="975" y="440"/>
                    <a:pt x="656" y="962"/>
                  </a:cubicBezTo>
                  <a:cubicBezTo>
                    <a:pt x="1" y="2036"/>
                    <a:pt x="610" y="3317"/>
                    <a:pt x="1849" y="3317"/>
                  </a:cubicBezTo>
                  <a:cubicBezTo>
                    <a:pt x="1991" y="3317"/>
                    <a:pt x="2141" y="3300"/>
                    <a:pt x="2299" y="3264"/>
                  </a:cubicBezTo>
                  <a:cubicBezTo>
                    <a:pt x="3403" y="3014"/>
                    <a:pt x="4059" y="2037"/>
                    <a:pt x="4059" y="2037"/>
                  </a:cubicBezTo>
                  <a:lnTo>
                    <a:pt x="4059" y="319"/>
                  </a:lnTo>
                  <a:cubicBezTo>
                    <a:pt x="3825" y="540"/>
                    <a:pt x="3564" y="732"/>
                    <a:pt x="3272" y="886"/>
                  </a:cubicBezTo>
                  <a:cubicBezTo>
                    <a:pt x="3111" y="972"/>
                    <a:pt x="2932" y="1044"/>
                    <a:pt x="2797" y="1170"/>
                  </a:cubicBezTo>
                  <a:cubicBezTo>
                    <a:pt x="2729" y="1234"/>
                    <a:pt x="2688" y="1312"/>
                    <a:pt x="2646" y="1396"/>
                  </a:cubicBezTo>
                  <a:cubicBezTo>
                    <a:pt x="2557" y="1575"/>
                    <a:pt x="2482" y="1762"/>
                    <a:pt x="2358" y="1919"/>
                  </a:cubicBezTo>
                  <a:cubicBezTo>
                    <a:pt x="2272" y="2029"/>
                    <a:pt x="2158" y="2118"/>
                    <a:pt x="2019" y="2118"/>
                  </a:cubicBezTo>
                  <a:cubicBezTo>
                    <a:pt x="1998" y="2118"/>
                    <a:pt x="1978" y="2116"/>
                    <a:pt x="1956" y="2112"/>
                  </a:cubicBezTo>
                  <a:cubicBezTo>
                    <a:pt x="1809" y="2085"/>
                    <a:pt x="1711" y="1986"/>
                    <a:pt x="1663" y="1846"/>
                  </a:cubicBezTo>
                  <a:cubicBezTo>
                    <a:pt x="1546" y="1493"/>
                    <a:pt x="1669" y="1045"/>
                    <a:pt x="1782" y="705"/>
                  </a:cubicBezTo>
                  <a:cubicBezTo>
                    <a:pt x="1865" y="450"/>
                    <a:pt x="2006" y="228"/>
                    <a:pt x="214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41"/>
            <p:cNvSpPr/>
            <p:nvPr/>
          </p:nvSpPr>
          <p:spPr>
            <a:xfrm>
              <a:off x="2748650" y="3927654"/>
              <a:ext cx="99303" cy="152153"/>
            </a:xfrm>
            <a:custGeom>
              <a:avLst/>
              <a:gdLst/>
              <a:ahLst/>
              <a:cxnLst/>
              <a:rect l="l" t="t" r="r" b="b"/>
              <a:pathLst>
                <a:path w="2251" h="3449" extrusionOk="0">
                  <a:moveTo>
                    <a:pt x="2035" y="1"/>
                  </a:moveTo>
                  <a:cubicBezTo>
                    <a:pt x="1115" y="1"/>
                    <a:pt x="0" y="552"/>
                    <a:pt x="120" y="2096"/>
                  </a:cubicBezTo>
                  <a:cubicBezTo>
                    <a:pt x="191" y="3001"/>
                    <a:pt x="887" y="3449"/>
                    <a:pt x="1496" y="3449"/>
                  </a:cubicBezTo>
                  <a:cubicBezTo>
                    <a:pt x="1539" y="3449"/>
                    <a:pt x="1581" y="3447"/>
                    <a:pt x="1623" y="3442"/>
                  </a:cubicBezTo>
                  <a:cubicBezTo>
                    <a:pt x="2013" y="3401"/>
                    <a:pt x="2251" y="3248"/>
                    <a:pt x="2251" y="3248"/>
                  </a:cubicBezTo>
                  <a:lnTo>
                    <a:pt x="2251" y="3248"/>
                  </a:lnTo>
                  <a:cubicBezTo>
                    <a:pt x="2146" y="3279"/>
                    <a:pt x="1962" y="3307"/>
                    <a:pt x="1962" y="3307"/>
                  </a:cubicBezTo>
                  <a:cubicBezTo>
                    <a:pt x="1546" y="3300"/>
                    <a:pt x="610" y="2864"/>
                    <a:pt x="797" y="1444"/>
                  </a:cubicBezTo>
                  <a:cubicBezTo>
                    <a:pt x="961" y="210"/>
                    <a:pt x="2035" y="1"/>
                    <a:pt x="20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41"/>
            <p:cNvSpPr/>
            <p:nvPr/>
          </p:nvSpPr>
          <p:spPr>
            <a:xfrm>
              <a:off x="2804012" y="3981384"/>
              <a:ext cx="608125" cy="90700"/>
            </a:xfrm>
            <a:custGeom>
              <a:avLst/>
              <a:gdLst/>
              <a:ahLst/>
              <a:cxnLst/>
              <a:rect l="l" t="t" r="r" b="b"/>
              <a:pathLst>
                <a:path w="13785" h="2056" extrusionOk="0">
                  <a:moveTo>
                    <a:pt x="5740" y="0"/>
                  </a:moveTo>
                  <a:cubicBezTo>
                    <a:pt x="5733" y="0"/>
                    <a:pt x="5726" y="1"/>
                    <a:pt x="5719" y="1"/>
                  </a:cubicBezTo>
                  <a:lnTo>
                    <a:pt x="2281" y="368"/>
                  </a:lnTo>
                  <a:lnTo>
                    <a:pt x="1" y="1982"/>
                  </a:lnTo>
                  <a:lnTo>
                    <a:pt x="7" y="2055"/>
                  </a:lnTo>
                  <a:lnTo>
                    <a:pt x="6054" y="1519"/>
                  </a:lnTo>
                  <a:cubicBezTo>
                    <a:pt x="6054" y="1519"/>
                    <a:pt x="6331" y="1994"/>
                    <a:pt x="6893" y="1994"/>
                  </a:cubicBezTo>
                  <a:cubicBezTo>
                    <a:pt x="7453" y="1994"/>
                    <a:pt x="7730" y="1519"/>
                    <a:pt x="7730" y="1519"/>
                  </a:cubicBezTo>
                  <a:lnTo>
                    <a:pt x="13778" y="2055"/>
                  </a:lnTo>
                  <a:lnTo>
                    <a:pt x="13784" y="1982"/>
                  </a:lnTo>
                  <a:lnTo>
                    <a:pt x="11505" y="368"/>
                  </a:lnTo>
                  <a:lnTo>
                    <a:pt x="8065" y="1"/>
                  </a:lnTo>
                  <a:cubicBezTo>
                    <a:pt x="8058" y="1"/>
                    <a:pt x="8052" y="0"/>
                    <a:pt x="8045" y="0"/>
                  </a:cubicBezTo>
                  <a:cubicBezTo>
                    <a:pt x="7998" y="0"/>
                    <a:pt x="7953" y="16"/>
                    <a:pt x="7916" y="45"/>
                  </a:cubicBezTo>
                  <a:cubicBezTo>
                    <a:pt x="7755" y="176"/>
                    <a:pt x="7317" y="495"/>
                    <a:pt x="6893" y="495"/>
                  </a:cubicBezTo>
                  <a:cubicBezTo>
                    <a:pt x="6468" y="495"/>
                    <a:pt x="6029" y="176"/>
                    <a:pt x="5869" y="45"/>
                  </a:cubicBezTo>
                  <a:cubicBezTo>
                    <a:pt x="5833" y="16"/>
                    <a:pt x="5787" y="0"/>
                    <a:pt x="5740" y="0"/>
                  </a:cubicBezTo>
                  <a:close/>
                </a:path>
              </a:pathLst>
            </a:custGeom>
            <a:solidFill>
              <a:srgbClr val="B444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41"/>
            <p:cNvSpPr/>
            <p:nvPr/>
          </p:nvSpPr>
          <p:spPr>
            <a:xfrm>
              <a:off x="2804012" y="3981384"/>
              <a:ext cx="608125" cy="90700"/>
            </a:xfrm>
            <a:custGeom>
              <a:avLst/>
              <a:gdLst/>
              <a:ahLst/>
              <a:cxnLst/>
              <a:rect l="l" t="t" r="r" b="b"/>
              <a:pathLst>
                <a:path w="13785" h="2056" extrusionOk="0">
                  <a:moveTo>
                    <a:pt x="5740" y="0"/>
                  </a:moveTo>
                  <a:cubicBezTo>
                    <a:pt x="5733" y="0"/>
                    <a:pt x="5726" y="1"/>
                    <a:pt x="5719" y="1"/>
                  </a:cubicBezTo>
                  <a:lnTo>
                    <a:pt x="2281" y="368"/>
                  </a:lnTo>
                  <a:lnTo>
                    <a:pt x="1" y="1982"/>
                  </a:lnTo>
                  <a:lnTo>
                    <a:pt x="7" y="2055"/>
                  </a:lnTo>
                  <a:lnTo>
                    <a:pt x="6054" y="1519"/>
                  </a:lnTo>
                  <a:cubicBezTo>
                    <a:pt x="6054" y="1519"/>
                    <a:pt x="6331" y="1994"/>
                    <a:pt x="6893" y="1994"/>
                  </a:cubicBezTo>
                  <a:cubicBezTo>
                    <a:pt x="7453" y="1994"/>
                    <a:pt x="7730" y="1519"/>
                    <a:pt x="7730" y="1519"/>
                  </a:cubicBezTo>
                  <a:lnTo>
                    <a:pt x="13778" y="2055"/>
                  </a:lnTo>
                  <a:lnTo>
                    <a:pt x="13784" y="1982"/>
                  </a:lnTo>
                  <a:lnTo>
                    <a:pt x="11505" y="368"/>
                  </a:lnTo>
                  <a:lnTo>
                    <a:pt x="8065" y="1"/>
                  </a:lnTo>
                  <a:cubicBezTo>
                    <a:pt x="8058" y="1"/>
                    <a:pt x="8052" y="0"/>
                    <a:pt x="8045" y="0"/>
                  </a:cubicBezTo>
                  <a:cubicBezTo>
                    <a:pt x="7998" y="0"/>
                    <a:pt x="7953" y="16"/>
                    <a:pt x="7916" y="45"/>
                  </a:cubicBezTo>
                  <a:cubicBezTo>
                    <a:pt x="7755" y="176"/>
                    <a:pt x="7317" y="495"/>
                    <a:pt x="6893" y="495"/>
                  </a:cubicBezTo>
                  <a:cubicBezTo>
                    <a:pt x="6468" y="495"/>
                    <a:pt x="6029" y="176"/>
                    <a:pt x="5869" y="45"/>
                  </a:cubicBezTo>
                  <a:cubicBezTo>
                    <a:pt x="5833" y="16"/>
                    <a:pt x="5787" y="0"/>
                    <a:pt x="574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41"/>
            <p:cNvSpPr/>
            <p:nvPr/>
          </p:nvSpPr>
          <p:spPr>
            <a:xfrm>
              <a:off x="3071077" y="3996691"/>
              <a:ext cx="73937" cy="72657"/>
            </a:xfrm>
            <a:custGeom>
              <a:avLst/>
              <a:gdLst/>
              <a:ahLst/>
              <a:cxnLst/>
              <a:rect l="l" t="t" r="r" b="b"/>
              <a:pathLst>
                <a:path w="1676" h="1647" extrusionOk="0">
                  <a:moveTo>
                    <a:pt x="289" y="1"/>
                  </a:moveTo>
                  <a:lnTo>
                    <a:pt x="41" y="1104"/>
                  </a:lnTo>
                  <a:lnTo>
                    <a:pt x="0" y="1171"/>
                  </a:lnTo>
                  <a:cubicBezTo>
                    <a:pt x="1" y="1172"/>
                    <a:pt x="278" y="1646"/>
                    <a:pt x="839" y="1646"/>
                  </a:cubicBezTo>
                  <a:cubicBezTo>
                    <a:pt x="1401" y="1646"/>
                    <a:pt x="1676" y="1171"/>
                    <a:pt x="1676" y="1171"/>
                  </a:cubicBezTo>
                  <a:lnTo>
                    <a:pt x="1635" y="1104"/>
                  </a:lnTo>
                  <a:lnTo>
                    <a:pt x="1387" y="1"/>
                  </a:lnTo>
                  <a:cubicBezTo>
                    <a:pt x="1218" y="82"/>
                    <a:pt x="1028" y="148"/>
                    <a:pt x="839" y="148"/>
                  </a:cubicBezTo>
                  <a:cubicBezTo>
                    <a:pt x="650" y="148"/>
                    <a:pt x="459" y="84"/>
                    <a:pt x="2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41"/>
            <p:cNvSpPr/>
            <p:nvPr/>
          </p:nvSpPr>
          <p:spPr>
            <a:xfrm>
              <a:off x="2804012" y="4044952"/>
              <a:ext cx="608125" cy="29866"/>
            </a:xfrm>
            <a:custGeom>
              <a:avLst/>
              <a:gdLst/>
              <a:ahLst/>
              <a:cxnLst/>
              <a:rect l="l" t="t" r="r" b="b"/>
              <a:pathLst>
                <a:path w="13785" h="677" extrusionOk="0">
                  <a:moveTo>
                    <a:pt x="6091" y="1"/>
                  </a:moveTo>
                  <a:lnTo>
                    <a:pt x="1" y="541"/>
                  </a:lnTo>
                  <a:lnTo>
                    <a:pt x="12" y="676"/>
                  </a:lnTo>
                  <a:lnTo>
                    <a:pt x="6020" y="143"/>
                  </a:lnTo>
                  <a:cubicBezTo>
                    <a:pt x="6100" y="262"/>
                    <a:pt x="6387" y="615"/>
                    <a:pt x="6893" y="615"/>
                  </a:cubicBezTo>
                  <a:cubicBezTo>
                    <a:pt x="7398" y="615"/>
                    <a:pt x="7685" y="262"/>
                    <a:pt x="7766" y="143"/>
                  </a:cubicBezTo>
                  <a:lnTo>
                    <a:pt x="13773" y="676"/>
                  </a:lnTo>
                  <a:lnTo>
                    <a:pt x="13784" y="541"/>
                  </a:lnTo>
                  <a:lnTo>
                    <a:pt x="7693" y="1"/>
                  </a:lnTo>
                  <a:lnTo>
                    <a:pt x="7671" y="37"/>
                  </a:lnTo>
                  <a:cubicBezTo>
                    <a:pt x="7661" y="56"/>
                    <a:pt x="7406" y="479"/>
                    <a:pt x="6893" y="479"/>
                  </a:cubicBezTo>
                  <a:cubicBezTo>
                    <a:pt x="6379" y="479"/>
                    <a:pt x="6125" y="56"/>
                    <a:pt x="6114" y="37"/>
                  </a:cubicBezTo>
                  <a:lnTo>
                    <a:pt x="60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41"/>
            <p:cNvSpPr/>
            <p:nvPr/>
          </p:nvSpPr>
          <p:spPr>
            <a:xfrm>
              <a:off x="2813806" y="3946711"/>
              <a:ext cx="588538" cy="116199"/>
            </a:xfrm>
            <a:custGeom>
              <a:avLst/>
              <a:gdLst/>
              <a:ahLst/>
              <a:cxnLst/>
              <a:rect l="l" t="t" r="r" b="b"/>
              <a:pathLst>
                <a:path w="13341" h="2634" extrusionOk="0">
                  <a:moveTo>
                    <a:pt x="5330" y="1"/>
                  </a:moveTo>
                  <a:cubicBezTo>
                    <a:pt x="5286" y="1"/>
                    <a:pt x="5240" y="3"/>
                    <a:pt x="5194" y="7"/>
                  </a:cubicBezTo>
                  <a:cubicBezTo>
                    <a:pt x="4174" y="94"/>
                    <a:pt x="3833" y="483"/>
                    <a:pt x="2636" y="680"/>
                  </a:cubicBezTo>
                  <a:lnTo>
                    <a:pt x="994" y="1803"/>
                  </a:lnTo>
                  <a:cubicBezTo>
                    <a:pt x="994" y="1803"/>
                    <a:pt x="356" y="2433"/>
                    <a:pt x="1" y="2633"/>
                  </a:cubicBezTo>
                  <a:cubicBezTo>
                    <a:pt x="1" y="2633"/>
                    <a:pt x="1643" y="2547"/>
                    <a:pt x="3371" y="2201"/>
                  </a:cubicBezTo>
                  <a:cubicBezTo>
                    <a:pt x="3825" y="2110"/>
                    <a:pt x="4241" y="2079"/>
                    <a:pt x="4597" y="2079"/>
                  </a:cubicBezTo>
                  <a:cubicBezTo>
                    <a:pt x="5374" y="2079"/>
                    <a:pt x="5869" y="2228"/>
                    <a:pt x="5869" y="2228"/>
                  </a:cubicBezTo>
                  <a:cubicBezTo>
                    <a:pt x="5869" y="2228"/>
                    <a:pt x="6316" y="2150"/>
                    <a:pt x="6671" y="1769"/>
                  </a:cubicBezTo>
                  <a:cubicBezTo>
                    <a:pt x="7025" y="2149"/>
                    <a:pt x="7471" y="2228"/>
                    <a:pt x="7471" y="2228"/>
                  </a:cubicBezTo>
                  <a:cubicBezTo>
                    <a:pt x="7471" y="2228"/>
                    <a:pt x="7967" y="2079"/>
                    <a:pt x="8744" y="2079"/>
                  </a:cubicBezTo>
                  <a:cubicBezTo>
                    <a:pt x="9101" y="2079"/>
                    <a:pt x="9516" y="2110"/>
                    <a:pt x="9970" y="2201"/>
                  </a:cubicBezTo>
                  <a:cubicBezTo>
                    <a:pt x="11699" y="2547"/>
                    <a:pt x="13341" y="2633"/>
                    <a:pt x="13341" y="2633"/>
                  </a:cubicBezTo>
                  <a:cubicBezTo>
                    <a:pt x="12986" y="2434"/>
                    <a:pt x="12346" y="1803"/>
                    <a:pt x="12346" y="1803"/>
                  </a:cubicBezTo>
                  <a:lnTo>
                    <a:pt x="10705" y="680"/>
                  </a:lnTo>
                  <a:cubicBezTo>
                    <a:pt x="9508" y="483"/>
                    <a:pt x="9167" y="94"/>
                    <a:pt x="8148" y="7"/>
                  </a:cubicBezTo>
                  <a:cubicBezTo>
                    <a:pt x="8101" y="3"/>
                    <a:pt x="8055" y="1"/>
                    <a:pt x="8011" y="1"/>
                  </a:cubicBezTo>
                  <a:cubicBezTo>
                    <a:pt x="7088" y="1"/>
                    <a:pt x="6671" y="815"/>
                    <a:pt x="6671" y="815"/>
                  </a:cubicBezTo>
                  <a:cubicBezTo>
                    <a:pt x="6671" y="815"/>
                    <a:pt x="6254" y="1"/>
                    <a:pt x="53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41"/>
            <p:cNvSpPr/>
            <p:nvPr/>
          </p:nvSpPr>
          <p:spPr>
            <a:xfrm>
              <a:off x="2813762" y="3964224"/>
              <a:ext cx="199620" cy="98773"/>
            </a:xfrm>
            <a:custGeom>
              <a:avLst/>
              <a:gdLst/>
              <a:ahLst/>
              <a:cxnLst/>
              <a:rect l="l" t="t" r="r" b="b"/>
              <a:pathLst>
                <a:path w="4525" h="2239" extrusionOk="0">
                  <a:moveTo>
                    <a:pt x="3723" y="0"/>
                  </a:moveTo>
                  <a:cubicBezTo>
                    <a:pt x="3430" y="105"/>
                    <a:pt x="3095" y="208"/>
                    <a:pt x="2635" y="285"/>
                  </a:cubicBezTo>
                  <a:lnTo>
                    <a:pt x="994" y="1408"/>
                  </a:lnTo>
                  <a:cubicBezTo>
                    <a:pt x="994" y="1408"/>
                    <a:pt x="355" y="2039"/>
                    <a:pt x="0" y="2238"/>
                  </a:cubicBezTo>
                  <a:cubicBezTo>
                    <a:pt x="0" y="2238"/>
                    <a:pt x="1641" y="2151"/>
                    <a:pt x="3370" y="1805"/>
                  </a:cubicBezTo>
                  <a:cubicBezTo>
                    <a:pt x="3646" y="1751"/>
                    <a:pt x="3907" y="1718"/>
                    <a:pt x="4149" y="1700"/>
                  </a:cubicBezTo>
                  <a:cubicBezTo>
                    <a:pt x="4150" y="1695"/>
                    <a:pt x="4150" y="1693"/>
                    <a:pt x="4151" y="1690"/>
                  </a:cubicBezTo>
                  <a:cubicBezTo>
                    <a:pt x="4178" y="1429"/>
                    <a:pt x="4129" y="1147"/>
                    <a:pt x="4214" y="896"/>
                  </a:cubicBezTo>
                  <a:cubicBezTo>
                    <a:pt x="4298" y="652"/>
                    <a:pt x="4524" y="282"/>
                    <a:pt x="4191" y="128"/>
                  </a:cubicBezTo>
                  <a:cubicBezTo>
                    <a:pt x="4042" y="58"/>
                    <a:pt x="3880" y="38"/>
                    <a:pt x="3723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41"/>
            <p:cNvSpPr/>
            <p:nvPr/>
          </p:nvSpPr>
          <p:spPr>
            <a:xfrm>
              <a:off x="2857611" y="3946711"/>
              <a:ext cx="250441" cy="79583"/>
            </a:xfrm>
            <a:custGeom>
              <a:avLst/>
              <a:gdLst/>
              <a:ahLst/>
              <a:cxnLst/>
              <a:rect l="l" t="t" r="r" b="b"/>
              <a:pathLst>
                <a:path w="5677" h="1804" extrusionOk="0">
                  <a:moveTo>
                    <a:pt x="4335" y="1"/>
                  </a:moveTo>
                  <a:cubicBezTo>
                    <a:pt x="4291" y="1"/>
                    <a:pt x="4245" y="3"/>
                    <a:pt x="4198" y="7"/>
                  </a:cubicBezTo>
                  <a:cubicBezTo>
                    <a:pt x="3179" y="94"/>
                    <a:pt x="2838" y="483"/>
                    <a:pt x="1642" y="680"/>
                  </a:cubicBezTo>
                  <a:lnTo>
                    <a:pt x="0" y="1803"/>
                  </a:lnTo>
                  <a:cubicBezTo>
                    <a:pt x="747" y="1692"/>
                    <a:pt x="2786" y="814"/>
                    <a:pt x="3957" y="814"/>
                  </a:cubicBezTo>
                  <a:cubicBezTo>
                    <a:pt x="4059" y="814"/>
                    <a:pt x="4155" y="821"/>
                    <a:pt x="4243" y="836"/>
                  </a:cubicBezTo>
                  <a:cubicBezTo>
                    <a:pt x="5331" y="1016"/>
                    <a:pt x="5677" y="1769"/>
                    <a:pt x="5677" y="1769"/>
                  </a:cubicBezTo>
                  <a:lnTo>
                    <a:pt x="5677" y="815"/>
                  </a:lnTo>
                  <a:cubicBezTo>
                    <a:pt x="5677" y="815"/>
                    <a:pt x="5259" y="1"/>
                    <a:pt x="4335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41"/>
            <p:cNvSpPr/>
            <p:nvPr/>
          </p:nvSpPr>
          <p:spPr>
            <a:xfrm>
              <a:off x="2857655" y="3965415"/>
              <a:ext cx="151976" cy="60967"/>
            </a:xfrm>
            <a:custGeom>
              <a:avLst/>
              <a:gdLst/>
              <a:ahLst/>
              <a:cxnLst/>
              <a:rect l="l" t="t" r="r" b="b"/>
              <a:pathLst>
                <a:path w="3445" h="1382" extrusionOk="0">
                  <a:moveTo>
                    <a:pt x="2647" y="1"/>
                  </a:moveTo>
                  <a:cubicBezTo>
                    <a:pt x="2373" y="95"/>
                    <a:pt x="2059" y="189"/>
                    <a:pt x="1642" y="258"/>
                  </a:cubicBezTo>
                  <a:lnTo>
                    <a:pt x="0" y="1381"/>
                  </a:lnTo>
                  <a:cubicBezTo>
                    <a:pt x="646" y="1285"/>
                    <a:pt x="2262" y="615"/>
                    <a:pt x="3444" y="437"/>
                  </a:cubicBezTo>
                  <a:cubicBezTo>
                    <a:pt x="3155" y="355"/>
                    <a:pt x="2882" y="181"/>
                    <a:pt x="264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41"/>
            <p:cNvSpPr/>
            <p:nvPr/>
          </p:nvSpPr>
          <p:spPr>
            <a:xfrm>
              <a:off x="3108044" y="3946711"/>
              <a:ext cx="250397" cy="79583"/>
            </a:xfrm>
            <a:custGeom>
              <a:avLst/>
              <a:gdLst/>
              <a:ahLst/>
              <a:cxnLst/>
              <a:rect l="l" t="t" r="r" b="b"/>
              <a:pathLst>
                <a:path w="5676" h="1804" extrusionOk="0">
                  <a:moveTo>
                    <a:pt x="1341" y="1"/>
                  </a:moveTo>
                  <a:cubicBezTo>
                    <a:pt x="418" y="1"/>
                    <a:pt x="1" y="815"/>
                    <a:pt x="1" y="815"/>
                  </a:cubicBezTo>
                  <a:lnTo>
                    <a:pt x="1" y="1769"/>
                  </a:lnTo>
                  <a:cubicBezTo>
                    <a:pt x="1" y="1769"/>
                    <a:pt x="346" y="1016"/>
                    <a:pt x="1435" y="836"/>
                  </a:cubicBezTo>
                  <a:cubicBezTo>
                    <a:pt x="1522" y="821"/>
                    <a:pt x="1618" y="814"/>
                    <a:pt x="1720" y="814"/>
                  </a:cubicBezTo>
                  <a:cubicBezTo>
                    <a:pt x="2890" y="814"/>
                    <a:pt x="4930" y="1692"/>
                    <a:pt x="5676" y="1803"/>
                  </a:cubicBezTo>
                  <a:lnTo>
                    <a:pt x="4035" y="680"/>
                  </a:lnTo>
                  <a:cubicBezTo>
                    <a:pt x="2838" y="483"/>
                    <a:pt x="2497" y="94"/>
                    <a:pt x="1478" y="7"/>
                  </a:cubicBezTo>
                  <a:cubicBezTo>
                    <a:pt x="1431" y="3"/>
                    <a:pt x="1385" y="1"/>
                    <a:pt x="134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41"/>
            <p:cNvSpPr/>
            <p:nvPr/>
          </p:nvSpPr>
          <p:spPr>
            <a:xfrm>
              <a:off x="3108044" y="3969209"/>
              <a:ext cx="47732" cy="55585"/>
            </a:xfrm>
            <a:custGeom>
              <a:avLst/>
              <a:gdLst/>
              <a:ahLst/>
              <a:cxnLst/>
              <a:rect l="l" t="t" r="r" b="b"/>
              <a:pathLst>
                <a:path w="1082" h="1260" extrusionOk="0">
                  <a:moveTo>
                    <a:pt x="222" y="1"/>
                  </a:moveTo>
                  <a:cubicBezTo>
                    <a:pt x="73" y="166"/>
                    <a:pt x="1" y="305"/>
                    <a:pt x="1" y="305"/>
                  </a:cubicBezTo>
                  <a:lnTo>
                    <a:pt x="1" y="1259"/>
                  </a:lnTo>
                  <a:cubicBezTo>
                    <a:pt x="1" y="1259"/>
                    <a:pt x="270" y="675"/>
                    <a:pt x="1082" y="413"/>
                  </a:cubicBezTo>
                  <a:cubicBezTo>
                    <a:pt x="794" y="332"/>
                    <a:pt x="454" y="213"/>
                    <a:pt x="222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41"/>
            <p:cNvSpPr/>
            <p:nvPr/>
          </p:nvSpPr>
          <p:spPr>
            <a:xfrm>
              <a:off x="2955058" y="3966165"/>
              <a:ext cx="45835" cy="37145"/>
            </a:xfrm>
            <a:custGeom>
              <a:avLst/>
              <a:gdLst/>
              <a:ahLst/>
              <a:cxnLst/>
              <a:rect l="l" t="t" r="r" b="b"/>
              <a:pathLst>
                <a:path w="1039" h="842" extrusionOk="0">
                  <a:moveTo>
                    <a:pt x="1" y="1"/>
                  </a:moveTo>
                  <a:cubicBezTo>
                    <a:pt x="1" y="1"/>
                    <a:pt x="1" y="1"/>
                    <a:pt x="2" y="1"/>
                  </a:cubicBezTo>
                  <a:lnTo>
                    <a:pt x="2" y="1"/>
                  </a:lnTo>
                  <a:lnTo>
                    <a:pt x="2" y="1"/>
                  </a:lnTo>
                  <a:close/>
                  <a:moveTo>
                    <a:pt x="2" y="1"/>
                  </a:moveTo>
                  <a:lnTo>
                    <a:pt x="2" y="640"/>
                  </a:lnTo>
                  <a:cubicBezTo>
                    <a:pt x="2" y="640"/>
                    <a:pt x="231" y="800"/>
                    <a:pt x="502" y="837"/>
                  </a:cubicBezTo>
                  <a:cubicBezTo>
                    <a:pt x="525" y="840"/>
                    <a:pt x="549" y="842"/>
                    <a:pt x="572" y="842"/>
                  </a:cubicBezTo>
                  <a:cubicBezTo>
                    <a:pt x="824" y="842"/>
                    <a:pt x="1038" y="654"/>
                    <a:pt x="1002" y="474"/>
                  </a:cubicBezTo>
                  <a:cubicBezTo>
                    <a:pt x="980" y="364"/>
                    <a:pt x="806" y="382"/>
                    <a:pt x="578" y="298"/>
                  </a:cubicBezTo>
                  <a:cubicBezTo>
                    <a:pt x="357" y="216"/>
                    <a:pt x="23" y="14"/>
                    <a:pt x="2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41"/>
            <p:cNvSpPr/>
            <p:nvPr/>
          </p:nvSpPr>
          <p:spPr>
            <a:xfrm>
              <a:off x="2955102" y="3966165"/>
              <a:ext cx="42659" cy="37101"/>
            </a:xfrm>
            <a:custGeom>
              <a:avLst/>
              <a:gdLst/>
              <a:ahLst/>
              <a:cxnLst/>
              <a:rect l="l" t="t" r="r" b="b"/>
              <a:pathLst>
                <a:path w="967" h="841" extrusionOk="0">
                  <a:moveTo>
                    <a:pt x="1" y="1"/>
                  </a:moveTo>
                  <a:lnTo>
                    <a:pt x="1" y="639"/>
                  </a:lnTo>
                  <a:cubicBezTo>
                    <a:pt x="1" y="639"/>
                    <a:pt x="231" y="800"/>
                    <a:pt x="501" y="836"/>
                  </a:cubicBezTo>
                  <a:cubicBezTo>
                    <a:pt x="524" y="839"/>
                    <a:pt x="547" y="840"/>
                    <a:pt x="569" y="840"/>
                  </a:cubicBezTo>
                  <a:cubicBezTo>
                    <a:pt x="743" y="840"/>
                    <a:pt x="897" y="752"/>
                    <a:pt x="966" y="637"/>
                  </a:cubicBezTo>
                  <a:cubicBezTo>
                    <a:pt x="962" y="636"/>
                    <a:pt x="959" y="636"/>
                    <a:pt x="956" y="634"/>
                  </a:cubicBezTo>
                  <a:cubicBezTo>
                    <a:pt x="768" y="556"/>
                    <a:pt x="621" y="422"/>
                    <a:pt x="502" y="266"/>
                  </a:cubicBezTo>
                  <a:cubicBezTo>
                    <a:pt x="280" y="170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41"/>
            <p:cNvSpPr/>
            <p:nvPr/>
          </p:nvSpPr>
          <p:spPr>
            <a:xfrm>
              <a:off x="2858052" y="3935594"/>
              <a:ext cx="136359" cy="139271"/>
            </a:xfrm>
            <a:custGeom>
              <a:avLst/>
              <a:gdLst/>
              <a:ahLst/>
              <a:cxnLst/>
              <a:rect l="l" t="t" r="r" b="b"/>
              <a:pathLst>
                <a:path w="3091" h="3157" extrusionOk="0">
                  <a:moveTo>
                    <a:pt x="1431" y="0"/>
                  </a:moveTo>
                  <a:lnTo>
                    <a:pt x="128" y="821"/>
                  </a:lnTo>
                  <a:cubicBezTo>
                    <a:pt x="128" y="821"/>
                    <a:pt x="1" y="1666"/>
                    <a:pt x="333" y="2149"/>
                  </a:cubicBezTo>
                  <a:cubicBezTo>
                    <a:pt x="666" y="2631"/>
                    <a:pt x="593" y="2995"/>
                    <a:pt x="593" y="2995"/>
                  </a:cubicBezTo>
                  <a:cubicBezTo>
                    <a:pt x="593" y="2995"/>
                    <a:pt x="820" y="3157"/>
                    <a:pt x="1033" y="3157"/>
                  </a:cubicBezTo>
                  <a:cubicBezTo>
                    <a:pt x="1040" y="3157"/>
                    <a:pt x="1047" y="3156"/>
                    <a:pt x="1055" y="3156"/>
                  </a:cubicBezTo>
                  <a:cubicBezTo>
                    <a:pt x="1273" y="3145"/>
                    <a:pt x="1368" y="3006"/>
                    <a:pt x="1471" y="2994"/>
                  </a:cubicBezTo>
                  <a:cubicBezTo>
                    <a:pt x="1497" y="2991"/>
                    <a:pt x="1521" y="2990"/>
                    <a:pt x="1544" y="2990"/>
                  </a:cubicBezTo>
                  <a:cubicBezTo>
                    <a:pt x="1659" y="2990"/>
                    <a:pt x="1746" y="3020"/>
                    <a:pt x="1886" y="3020"/>
                  </a:cubicBezTo>
                  <a:cubicBezTo>
                    <a:pt x="1981" y="3020"/>
                    <a:pt x="2100" y="3006"/>
                    <a:pt x="2268" y="2961"/>
                  </a:cubicBezTo>
                  <a:cubicBezTo>
                    <a:pt x="2943" y="2774"/>
                    <a:pt x="3091" y="2146"/>
                    <a:pt x="2906" y="1633"/>
                  </a:cubicBezTo>
                  <a:cubicBezTo>
                    <a:pt x="2693" y="1040"/>
                    <a:pt x="1977" y="255"/>
                    <a:pt x="143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41"/>
            <p:cNvSpPr/>
            <p:nvPr/>
          </p:nvSpPr>
          <p:spPr>
            <a:xfrm>
              <a:off x="2808733" y="2722116"/>
              <a:ext cx="492941" cy="191150"/>
            </a:xfrm>
            <a:custGeom>
              <a:avLst/>
              <a:gdLst/>
              <a:ahLst/>
              <a:cxnLst/>
              <a:rect l="l" t="t" r="r" b="b"/>
              <a:pathLst>
                <a:path w="11174" h="4333" extrusionOk="0">
                  <a:moveTo>
                    <a:pt x="8886" y="0"/>
                  </a:moveTo>
                  <a:cubicBezTo>
                    <a:pt x="8443" y="0"/>
                    <a:pt x="8272" y="722"/>
                    <a:pt x="8687" y="915"/>
                  </a:cubicBezTo>
                  <a:cubicBezTo>
                    <a:pt x="9447" y="1271"/>
                    <a:pt x="10103" y="1875"/>
                    <a:pt x="9314" y="2810"/>
                  </a:cubicBezTo>
                  <a:cubicBezTo>
                    <a:pt x="9039" y="3137"/>
                    <a:pt x="8545" y="3345"/>
                    <a:pt x="8140" y="3424"/>
                  </a:cubicBezTo>
                  <a:cubicBezTo>
                    <a:pt x="7990" y="3453"/>
                    <a:pt x="7843" y="3467"/>
                    <a:pt x="7699" y="3467"/>
                  </a:cubicBezTo>
                  <a:cubicBezTo>
                    <a:pt x="6765" y="3467"/>
                    <a:pt x="5986" y="2873"/>
                    <a:pt x="5552" y="2020"/>
                  </a:cubicBezTo>
                  <a:cubicBezTo>
                    <a:pt x="5485" y="1888"/>
                    <a:pt x="5337" y="1818"/>
                    <a:pt x="5190" y="1818"/>
                  </a:cubicBezTo>
                  <a:cubicBezTo>
                    <a:pt x="5047" y="1818"/>
                    <a:pt x="4905" y="1884"/>
                    <a:pt x="4842" y="2020"/>
                  </a:cubicBezTo>
                  <a:cubicBezTo>
                    <a:pt x="4428" y="1976"/>
                    <a:pt x="4016" y="1932"/>
                    <a:pt x="3602" y="1889"/>
                  </a:cubicBezTo>
                  <a:cubicBezTo>
                    <a:pt x="3562" y="1701"/>
                    <a:pt x="3389" y="1599"/>
                    <a:pt x="3215" y="1599"/>
                  </a:cubicBezTo>
                  <a:cubicBezTo>
                    <a:pt x="3112" y="1599"/>
                    <a:pt x="3008" y="1635"/>
                    <a:pt x="2932" y="1711"/>
                  </a:cubicBezTo>
                  <a:cubicBezTo>
                    <a:pt x="2617" y="2027"/>
                    <a:pt x="2457" y="2147"/>
                    <a:pt x="2001" y="2299"/>
                  </a:cubicBezTo>
                  <a:cubicBezTo>
                    <a:pt x="1821" y="2413"/>
                    <a:pt x="1677" y="2471"/>
                    <a:pt x="1570" y="2471"/>
                  </a:cubicBezTo>
                  <a:cubicBezTo>
                    <a:pt x="1326" y="2471"/>
                    <a:pt x="1268" y="2176"/>
                    <a:pt x="1396" y="1586"/>
                  </a:cubicBezTo>
                  <a:cubicBezTo>
                    <a:pt x="1020" y="853"/>
                    <a:pt x="1208" y="486"/>
                    <a:pt x="1959" y="486"/>
                  </a:cubicBezTo>
                  <a:cubicBezTo>
                    <a:pt x="1980" y="486"/>
                    <a:pt x="2002" y="487"/>
                    <a:pt x="2023" y="487"/>
                  </a:cubicBezTo>
                  <a:cubicBezTo>
                    <a:pt x="2121" y="475"/>
                    <a:pt x="2153" y="341"/>
                    <a:pt x="2048" y="309"/>
                  </a:cubicBezTo>
                  <a:cubicBezTo>
                    <a:pt x="1902" y="263"/>
                    <a:pt x="1760" y="241"/>
                    <a:pt x="1622" y="241"/>
                  </a:cubicBezTo>
                  <a:cubicBezTo>
                    <a:pt x="698" y="241"/>
                    <a:pt x="1" y="1205"/>
                    <a:pt x="350" y="2164"/>
                  </a:cubicBezTo>
                  <a:cubicBezTo>
                    <a:pt x="610" y="2880"/>
                    <a:pt x="1099" y="3150"/>
                    <a:pt x="1639" y="3150"/>
                  </a:cubicBezTo>
                  <a:cubicBezTo>
                    <a:pt x="2109" y="3150"/>
                    <a:pt x="2618" y="2945"/>
                    <a:pt x="3045" y="2651"/>
                  </a:cubicBezTo>
                  <a:lnTo>
                    <a:pt x="3045" y="2651"/>
                  </a:lnTo>
                  <a:cubicBezTo>
                    <a:pt x="3319" y="3088"/>
                    <a:pt x="3774" y="3318"/>
                    <a:pt x="4235" y="3318"/>
                  </a:cubicBezTo>
                  <a:cubicBezTo>
                    <a:pt x="4563" y="3318"/>
                    <a:pt x="4894" y="3202"/>
                    <a:pt x="5164" y="2961"/>
                  </a:cubicBezTo>
                  <a:lnTo>
                    <a:pt x="5164" y="2961"/>
                  </a:lnTo>
                  <a:cubicBezTo>
                    <a:pt x="5809" y="3828"/>
                    <a:pt x="6816" y="4332"/>
                    <a:pt x="7851" y="4332"/>
                  </a:cubicBezTo>
                  <a:cubicBezTo>
                    <a:pt x="8459" y="4332"/>
                    <a:pt x="9077" y="4158"/>
                    <a:pt x="9637" y="3780"/>
                  </a:cubicBezTo>
                  <a:cubicBezTo>
                    <a:pt x="11174" y="2741"/>
                    <a:pt x="10926" y="225"/>
                    <a:pt x="8934" y="3"/>
                  </a:cubicBezTo>
                  <a:cubicBezTo>
                    <a:pt x="8918" y="1"/>
                    <a:pt x="8902" y="0"/>
                    <a:pt x="8886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41"/>
            <p:cNvSpPr/>
            <p:nvPr/>
          </p:nvSpPr>
          <p:spPr>
            <a:xfrm>
              <a:off x="3310129" y="2744658"/>
              <a:ext cx="65114" cy="107199"/>
            </a:xfrm>
            <a:custGeom>
              <a:avLst/>
              <a:gdLst/>
              <a:ahLst/>
              <a:cxnLst/>
              <a:rect l="l" t="t" r="r" b="b"/>
              <a:pathLst>
                <a:path w="1476" h="2430" extrusionOk="0">
                  <a:moveTo>
                    <a:pt x="662" y="0"/>
                  </a:moveTo>
                  <a:cubicBezTo>
                    <a:pt x="326" y="0"/>
                    <a:pt x="1" y="348"/>
                    <a:pt x="210" y="743"/>
                  </a:cubicBezTo>
                  <a:cubicBezTo>
                    <a:pt x="332" y="974"/>
                    <a:pt x="456" y="1211"/>
                    <a:pt x="488" y="1474"/>
                  </a:cubicBezTo>
                  <a:cubicBezTo>
                    <a:pt x="517" y="1731"/>
                    <a:pt x="475" y="1988"/>
                    <a:pt x="494" y="2246"/>
                  </a:cubicBezTo>
                  <a:cubicBezTo>
                    <a:pt x="502" y="2350"/>
                    <a:pt x="584" y="2430"/>
                    <a:pt x="679" y="2430"/>
                  </a:cubicBezTo>
                  <a:cubicBezTo>
                    <a:pt x="709" y="2430"/>
                    <a:pt x="741" y="2422"/>
                    <a:pt x="771" y="2404"/>
                  </a:cubicBezTo>
                  <a:cubicBezTo>
                    <a:pt x="1466" y="2000"/>
                    <a:pt x="1475" y="853"/>
                    <a:pt x="1076" y="238"/>
                  </a:cubicBezTo>
                  <a:cubicBezTo>
                    <a:pt x="967" y="70"/>
                    <a:pt x="814" y="0"/>
                    <a:pt x="662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41"/>
            <p:cNvSpPr/>
            <p:nvPr/>
          </p:nvSpPr>
          <p:spPr>
            <a:xfrm>
              <a:off x="2773177" y="4697260"/>
              <a:ext cx="225560" cy="149241"/>
            </a:xfrm>
            <a:custGeom>
              <a:avLst/>
              <a:gdLst/>
              <a:ahLst/>
              <a:cxnLst/>
              <a:rect l="l" t="t" r="r" b="b"/>
              <a:pathLst>
                <a:path w="5113" h="3383" extrusionOk="0">
                  <a:moveTo>
                    <a:pt x="2378" y="0"/>
                  </a:moveTo>
                  <a:cubicBezTo>
                    <a:pt x="2329" y="808"/>
                    <a:pt x="2266" y="1579"/>
                    <a:pt x="2189" y="2090"/>
                  </a:cubicBezTo>
                  <a:cubicBezTo>
                    <a:pt x="2189" y="2090"/>
                    <a:pt x="1650" y="2274"/>
                    <a:pt x="1138" y="2375"/>
                  </a:cubicBezTo>
                  <a:cubicBezTo>
                    <a:pt x="727" y="2458"/>
                    <a:pt x="159" y="2725"/>
                    <a:pt x="0" y="3382"/>
                  </a:cubicBezTo>
                  <a:lnTo>
                    <a:pt x="4524" y="3382"/>
                  </a:lnTo>
                  <a:lnTo>
                    <a:pt x="4677" y="2090"/>
                  </a:lnTo>
                  <a:cubicBezTo>
                    <a:pt x="4677" y="2090"/>
                    <a:pt x="4829" y="1527"/>
                    <a:pt x="511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41"/>
            <p:cNvSpPr/>
            <p:nvPr/>
          </p:nvSpPr>
          <p:spPr>
            <a:xfrm>
              <a:off x="2896519" y="4697216"/>
              <a:ext cx="102170" cy="149285"/>
            </a:xfrm>
            <a:custGeom>
              <a:avLst/>
              <a:gdLst/>
              <a:ahLst/>
              <a:cxnLst/>
              <a:rect l="l" t="t" r="r" b="b"/>
              <a:pathLst>
                <a:path w="2316" h="3384" extrusionOk="0">
                  <a:moveTo>
                    <a:pt x="1265" y="0"/>
                  </a:moveTo>
                  <a:lnTo>
                    <a:pt x="1265" y="1"/>
                  </a:lnTo>
                  <a:cubicBezTo>
                    <a:pt x="1314" y="328"/>
                    <a:pt x="1343" y="661"/>
                    <a:pt x="1321" y="990"/>
                  </a:cubicBezTo>
                  <a:cubicBezTo>
                    <a:pt x="1300" y="1319"/>
                    <a:pt x="1227" y="1732"/>
                    <a:pt x="916" y="1911"/>
                  </a:cubicBezTo>
                  <a:cubicBezTo>
                    <a:pt x="968" y="1964"/>
                    <a:pt x="1003" y="2029"/>
                    <a:pt x="1062" y="2076"/>
                  </a:cubicBezTo>
                  <a:cubicBezTo>
                    <a:pt x="1076" y="2087"/>
                    <a:pt x="1068" y="2107"/>
                    <a:pt x="1057" y="2114"/>
                  </a:cubicBezTo>
                  <a:cubicBezTo>
                    <a:pt x="740" y="2322"/>
                    <a:pt x="603" y="2690"/>
                    <a:pt x="390" y="2986"/>
                  </a:cubicBezTo>
                  <a:cubicBezTo>
                    <a:pt x="282" y="3136"/>
                    <a:pt x="148" y="3266"/>
                    <a:pt x="1" y="3383"/>
                  </a:cubicBezTo>
                  <a:lnTo>
                    <a:pt x="1726" y="3383"/>
                  </a:lnTo>
                  <a:lnTo>
                    <a:pt x="1880" y="2090"/>
                  </a:lnTo>
                  <a:cubicBezTo>
                    <a:pt x="1880" y="2090"/>
                    <a:pt x="2031" y="1526"/>
                    <a:pt x="2315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41"/>
            <p:cNvSpPr/>
            <p:nvPr/>
          </p:nvSpPr>
          <p:spPr>
            <a:xfrm>
              <a:off x="2769471" y="4846452"/>
              <a:ext cx="206767" cy="15264"/>
            </a:xfrm>
            <a:custGeom>
              <a:avLst/>
              <a:gdLst/>
              <a:ahLst/>
              <a:cxnLst/>
              <a:rect l="l" t="t" r="r" b="b"/>
              <a:pathLst>
                <a:path w="4687" h="346" extrusionOk="0">
                  <a:moveTo>
                    <a:pt x="105" y="0"/>
                  </a:moveTo>
                  <a:cubicBezTo>
                    <a:pt x="47" y="0"/>
                    <a:pt x="0" y="47"/>
                    <a:pt x="0" y="105"/>
                  </a:cubicBezTo>
                  <a:lnTo>
                    <a:pt x="0" y="346"/>
                  </a:lnTo>
                  <a:lnTo>
                    <a:pt x="4687" y="346"/>
                  </a:lnTo>
                  <a:lnTo>
                    <a:pt x="4687" y="105"/>
                  </a:lnTo>
                  <a:cubicBezTo>
                    <a:pt x="4687" y="47"/>
                    <a:pt x="4639" y="0"/>
                    <a:pt x="4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41"/>
            <p:cNvSpPr/>
            <p:nvPr/>
          </p:nvSpPr>
          <p:spPr>
            <a:xfrm>
              <a:off x="3217931" y="4697260"/>
              <a:ext cx="225560" cy="149241"/>
            </a:xfrm>
            <a:custGeom>
              <a:avLst/>
              <a:gdLst/>
              <a:ahLst/>
              <a:cxnLst/>
              <a:rect l="l" t="t" r="r" b="b"/>
              <a:pathLst>
                <a:path w="5113" h="3383" extrusionOk="0">
                  <a:moveTo>
                    <a:pt x="1" y="0"/>
                  </a:moveTo>
                  <a:cubicBezTo>
                    <a:pt x="284" y="1527"/>
                    <a:pt x="435" y="2090"/>
                    <a:pt x="435" y="2090"/>
                  </a:cubicBezTo>
                  <a:lnTo>
                    <a:pt x="589" y="3382"/>
                  </a:lnTo>
                  <a:lnTo>
                    <a:pt x="5113" y="3382"/>
                  </a:lnTo>
                  <a:cubicBezTo>
                    <a:pt x="4954" y="2725"/>
                    <a:pt x="4386" y="2458"/>
                    <a:pt x="3975" y="2375"/>
                  </a:cubicBezTo>
                  <a:cubicBezTo>
                    <a:pt x="3463" y="2274"/>
                    <a:pt x="2924" y="2090"/>
                    <a:pt x="2924" y="2090"/>
                  </a:cubicBezTo>
                  <a:cubicBezTo>
                    <a:pt x="2847" y="1579"/>
                    <a:pt x="2784" y="808"/>
                    <a:pt x="273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41"/>
            <p:cNvSpPr/>
            <p:nvPr/>
          </p:nvSpPr>
          <p:spPr>
            <a:xfrm>
              <a:off x="3217887" y="4697260"/>
              <a:ext cx="101420" cy="149285"/>
            </a:xfrm>
            <a:custGeom>
              <a:avLst/>
              <a:gdLst/>
              <a:ahLst/>
              <a:cxnLst/>
              <a:rect l="l" t="t" r="r" b="b"/>
              <a:pathLst>
                <a:path w="2299" h="3384" extrusionOk="0">
                  <a:moveTo>
                    <a:pt x="0" y="0"/>
                  </a:moveTo>
                  <a:cubicBezTo>
                    <a:pt x="284" y="1527"/>
                    <a:pt x="435" y="2090"/>
                    <a:pt x="435" y="2090"/>
                  </a:cubicBezTo>
                  <a:lnTo>
                    <a:pt x="589" y="3383"/>
                  </a:lnTo>
                  <a:lnTo>
                    <a:pt x="2298" y="3383"/>
                  </a:lnTo>
                  <a:cubicBezTo>
                    <a:pt x="2065" y="3224"/>
                    <a:pt x="1855" y="3027"/>
                    <a:pt x="1684" y="2800"/>
                  </a:cubicBezTo>
                  <a:cubicBezTo>
                    <a:pt x="1494" y="2546"/>
                    <a:pt x="1371" y="2186"/>
                    <a:pt x="1108" y="1996"/>
                  </a:cubicBezTo>
                  <a:cubicBezTo>
                    <a:pt x="1094" y="1987"/>
                    <a:pt x="1090" y="1970"/>
                    <a:pt x="1103" y="1959"/>
                  </a:cubicBezTo>
                  <a:cubicBezTo>
                    <a:pt x="1344" y="1718"/>
                    <a:pt x="1032" y="1312"/>
                    <a:pt x="945" y="1061"/>
                  </a:cubicBezTo>
                  <a:cubicBezTo>
                    <a:pt x="826" y="725"/>
                    <a:pt x="767" y="361"/>
                    <a:pt x="75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41"/>
            <p:cNvSpPr/>
            <p:nvPr/>
          </p:nvSpPr>
          <p:spPr>
            <a:xfrm>
              <a:off x="3240385" y="4846452"/>
              <a:ext cx="206767" cy="15264"/>
            </a:xfrm>
            <a:custGeom>
              <a:avLst/>
              <a:gdLst/>
              <a:ahLst/>
              <a:cxnLst/>
              <a:rect l="l" t="t" r="r" b="b"/>
              <a:pathLst>
                <a:path w="4687" h="346" extrusionOk="0">
                  <a:moveTo>
                    <a:pt x="105" y="0"/>
                  </a:moveTo>
                  <a:cubicBezTo>
                    <a:pt x="47" y="0"/>
                    <a:pt x="0" y="47"/>
                    <a:pt x="0" y="105"/>
                  </a:cubicBezTo>
                  <a:lnTo>
                    <a:pt x="0" y="346"/>
                  </a:lnTo>
                  <a:lnTo>
                    <a:pt x="4687" y="346"/>
                  </a:lnTo>
                  <a:lnTo>
                    <a:pt x="4687" y="105"/>
                  </a:lnTo>
                  <a:cubicBezTo>
                    <a:pt x="4687" y="47"/>
                    <a:pt x="4639" y="0"/>
                    <a:pt x="45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41"/>
            <p:cNvSpPr/>
            <p:nvPr/>
          </p:nvSpPr>
          <p:spPr>
            <a:xfrm>
              <a:off x="2873315" y="4846496"/>
              <a:ext cx="102920" cy="15220"/>
            </a:xfrm>
            <a:custGeom>
              <a:avLst/>
              <a:gdLst/>
              <a:ahLst/>
              <a:cxnLst/>
              <a:rect l="l" t="t" r="r" b="b"/>
              <a:pathLst>
                <a:path w="2333" h="345" extrusionOk="0">
                  <a:moveTo>
                    <a:pt x="528" y="0"/>
                  </a:moveTo>
                  <a:cubicBezTo>
                    <a:pt x="409" y="95"/>
                    <a:pt x="283" y="182"/>
                    <a:pt x="155" y="259"/>
                  </a:cubicBezTo>
                  <a:cubicBezTo>
                    <a:pt x="106" y="289"/>
                    <a:pt x="53" y="316"/>
                    <a:pt x="0" y="345"/>
                  </a:cubicBezTo>
                  <a:lnTo>
                    <a:pt x="2333" y="345"/>
                  </a:lnTo>
                  <a:lnTo>
                    <a:pt x="2333" y="104"/>
                  </a:lnTo>
                  <a:cubicBezTo>
                    <a:pt x="2333" y="46"/>
                    <a:pt x="2287" y="0"/>
                    <a:pt x="2229" y="0"/>
                  </a:cubicBezTo>
                  <a:close/>
                </a:path>
              </a:pathLst>
            </a:custGeom>
            <a:solidFill>
              <a:srgbClr val="FFFFFF">
                <a:alpha val="11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1"/>
            <p:cNvSpPr/>
            <p:nvPr/>
          </p:nvSpPr>
          <p:spPr>
            <a:xfrm>
              <a:off x="3240385" y="4846496"/>
              <a:ext cx="108699" cy="15264"/>
            </a:xfrm>
            <a:custGeom>
              <a:avLst/>
              <a:gdLst/>
              <a:ahLst/>
              <a:cxnLst/>
              <a:rect l="l" t="t" r="r" b="b"/>
              <a:pathLst>
                <a:path w="2464" h="346" extrusionOk="0">
                  <a:moveTo>
                    <a:pt x="105" y="0"/>
                  </a:moveTo>
                  <a:cubicBezTo>
                    <a:pt x="47" y="0"/>
                    <a:pt x="0" y="48"/>
                    <a:pt x="0" y="105"/>
                  </a:cubicBezTo>
                  <a:lnTo>
                    <a:pt x="0" y="346"/>
                  </a:lnTo>
                  <a:lnTo>
                    <a:pt x="2464" y="346"/>
                  </a:lnTo>
                  <a:cubicBezTo>
                    <a:pt x="2245" y="263"/>
                    <a:pt x="2034" y="161"/>
                    <a:pt x="1837" y="33"/>
                  </a:cubicBezTo>
                  <a:cubicBezTo>
                    <a:pt x="1822" y="22"/>
                    <a:pt x="1806" y="11"/>
                    <a:pt x="1789" y="0"/>
                  </a:cubicBezTo>
                  <a:close/>
                </a:path>
              </a:pathLst>
            </a:custGeom>
            <a:solidFill>
              <a:srgbClr val="FFFFFF">
                <a:alpha val="119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1"/>
            <p:cNvSpPr/>
            <p:nvPr/>
          </p:nvSpPr>
          <p:spPr>
            <a:xfrm>
              <a:off x="2866830" y="4777856"/>
              <a:ext cx="46012" cy="8029"/>
            </a:xfrm>
            <a:custGeom>
              <a:avLst/>
              <a:gdLst/>
              <a:ahLst/>
              <a:cxnLst/>
              <a:rect l="l" t="t" r="r" b="b"/>
              <a:pathLst>
                <a:path w="1043" h="182" extrusionOk="0">
                  <a:moveTo>
                    <a:pt x="91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41"/>
                    <a:pt x="40" y="181"/>
                    <a:pt x="91" y="181"/>
                  </a:cubicBezTo>
                  <a:lnTo>
                    <a:pt x="952" y="181"/>
                  </a:lnTo>
                  <a:cubicBezTo>
                    <a:pt x="1004" y="181"/>
                    <a:pt x="1043" y="141"/>
                    <a:pt x="1043" y="91"/>
                  </a:cubicBezTo>
                  <a:cubicBezTo>
                    <a:pt x="1043" y="41"/>
                    <a:pt x="1003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1"/>
            <p:cNvSpPr/>
            <p:nvPr/>
          </p:nvSpPr>
          <p:spPr>
            <a:xfrm>
              <a:off x="2870095" y="4747505"/>
              <a:ext cx="46144" cy="7985"/>
            </a:xfrm>
            <a:custGeom>
              <a:avLst/>
              <a:gdLst/>
              <a:ahLst/>
              <a:cxnLst/>
              <a:rect l="l" t="t" r="r" b="b"/>
              <a:pathLst>
                <a:path w="1046" h="181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cubicBezTo>
                    <a:pt x="1" y="141"/>
                    <a:pt x="42" y="181"/>
                    <a:pt x="91" y="181"/>
                  </a:cubicBezTo>
                  <a:lnTo>
                    <a:pt x="953" y="181"/>
                  </a:lnTo>
                  <a:cubicBezTo>
                    <a:pt x="1004" y="181"/>
                    <a:pt x="1045" y="139"/>
                    <a:pt x="1043" y="91"/>
                  </a:cubicBezTo>
                  <a:cubicBezTo>
                    <a:pt x="1043" y="41"/>
                    <a:pt x="1003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1"/>
            <p:cNvSpPr/>
            <p:nvPr/>
          </p:nvSpPr>
          <p:spPr>
            <a:xfrm>
              <a:off x="2872565" y="4716979"/>
              <a:ext cx="46056" cy="8117"/>
            </a:xfrm>
            <a:custGeom>
              <a:avLst/>
              <a:gdLst/>
              <a:ahLst/>
              <a:cxnLst/>
              <a:rect l="l" t="t" r="r" b="b"/>
              <a:pathLst>
                <a:path w="1044" h="184" extrusionOk="0">
                  <a:moveTo>
                    <a:pt x="91" y="1"/>
                  </a:moveTo>
                  <a:cubicBezTo>
                    <a:pt x="41" y="1"/>
                    <a:pt x="1" y="43"/>
                    <a:pt x="1" y="93"/>
                  </a:cubicBezTo>
                  <a:cubicBezTo>
                    <a:pt x="1" y="143"/>
                    <a:pt x="41" y="184"/>
                    <a:pt x="91" y="184"/>
                  </a:cubicBezTo>
                  <a:lnTo>
                    <a:pt x="952" y="184"/>
                  </a:lnTo>
                  <a:cubicBezTo>
                    <a:pt x="1004" y="184"/>
                    <a:pt x="1044" y="143"/>
                    <a:pt x="1043" y="93"/>
                  </a:cubicBezTo>
                  <a:cubicBezTo>
                    <a:pt x="1043" y="42"/>
                    <a:pt x="1002" y="1"/>
                    <a:pt x="9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1"/>
            <p:cNvSpPr/>
            <p:nvPr/>
          </p:nvSpPr>
          <p:spPr>
            <a:xfrm>
              <a:off x="3303732" y="4777856"/>
              <a:ext cx="46056" cy="8029"/>
            </a:xfrm>
            <a:custGeom>
              <a:avLst/>
              <a:gdLst/>
              <a:ahLst/>
              <a:cxnLst/>
              <a:rect l="l" t="t" r="r" b="b"/>
              <a:pathLst>
                <a:path w="1044" h="182" extrusionOk="0">
                  <a:moveTo>
                    <a:pt x="90" y="0"/>
                  </a:moveTo>
                  <a:cubicBezTo>
                    <a:pt x="41" y="0"/>
                    <a:pt x="0" y="41"/>
                    <a:pt x="0" y="91"/>
                  </a:cubicBezTo>
                  <a:cubicBezTo>
                    <a:pt x="0" y="141"/>
                    <a:pt x="41" y="181"/>
                    <a:pt x="90" y="181"/>
                  </a:cubicBezTo>
                  <a:lnTo>
                    <a:pt x="953" y="181"/>
                  </a:lnTo>
                  <a:cubicBezTo>
                    <a:pt x="1003" y="181"/>
                    <a:pt x="1043" y="141"/>
                    <a:pt x="1043" y="91"/>
                  </a:cubicBezTo>
                  <a:cubicBezTo>
                    <a:pt x="1043" y="41"/>
                    <a:pt x="1002" y="0"/>
                    <a:pt x="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1"/>
            <p:cNvSpPr/>
            <p:nvPr/>
          </p:nvSpPr>
          <p:spPr>
            <a:xfrm>
              <a:off x="3300424" y="4747505"/>
              <a:ext cx="46100" cy="7985"/>
            </a:xfrm>
            <a:custGeom>
              <a:avLst/>
              <a:gdLst/>
              <a:ahLst/>
              <a:cxnLst/>
              <a:rect l="l" t="t" r="r" b="b"/>
              <a:pathLst>
                <a:path w="1045" h="181" extrusionOk="0">
                  <a:moveTo>
                    <a:pt x="91" y="0"/>
                  </a:moveTo>
                  <a:cubicBezTo>
                    <a:pt x="42" y="0"/>
                    <a:pt x="1" y="41"/>
                    <a:pt x="1" y="91"/>
                  </a:cubicBezTo>
                  <a:cubicBezTo>
                    <a:pt x="1" y="141"/>
                    <a:pt x="42" y="181"/>
                    <a:pt x="91" y="181"/>
                  </a:cubicBezTo>
                  <a:lnTo>
                    <a:pt x="952" y="181"/>
                  </a:lnTo>
                  <a:cubicBezTo>
                    <a:pt x="1004" y="181"/>
                    <a:pt x="1045" y="139"/>
                    <a:pt x="1044" y="91"/>
                  </a:cubicBezTo>
                  <a:cubicBezTo>
                    <a:pt x="1044" y="41"/>
                    <a:pt x="1003" y="0"/>
                    <a:pt x="9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1"/>
            <p:cNvSpPr/>
            <p:nvPr/>
          </p:nvSpPr>
          <p:spPr>
            <a:xfrm>
              <a:off x="3297997" y="4716979"/>
              <a:ext cx="46100" cy="8117"/>
            </a:xfrm>
            <a:custGeom>
              <a:avLst/>
              <a:gdLst/>
              <a:ahLst/>
              <a:cxnLst/>
              <a:rect l="l" t="t" r="r" b="b"/>
              <a:pathLst>
                <a:path w="1045" h="184" extrusionOk="0">
                  <a:moveTo>
                    <a:pt x="91" y="1"/>
                  </a:moveTo>
                  <a:cubicBezTo>
                    <a:pt x="41" y="1"/>
                    <a:pt x="1" y="43"/>
                    <a:pt x="1" y="93"/>
                  </a:cubicBezTo>
                  <a:cubicBezTo>
                    <a:pt x="1" y="143"/>
                    <a:pt x="41" y="184"/>
                    <a:pt x="91" y="184"/>
                  </a:cubicBezTo>
                  <a:lnTo>
                    <a:pt x="953" y="184"/>
                  </a:lnTo>
                  <a:cubicBezTo>
                    <a:pt x="1004" y="184"/>
                    <a:pt x="1044" y="143"/>
                    <a:pt x="1043" y="93"/>
                  </a:cubicBezTo>
                  <a:cubicBezTo>
                    <a:pt x="1043" y="42"/>
                    <a:pt x="1002" y="1"/>
                    <a:pt x="9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" name="Google Shape;1383;p41"/>
          <p:cNvGrpSpPr/>
          <p:nvPr/>
        </p:nvGrpSpPr>
        <p:grpSpPr>
          <a:xfrm rot="427660">
            <a:off x="371404" y="195816"/>
            <a:ext cx="1742988" cy="2558469"/>
            <a:chOff x="4660757" y="333584"/>
            <a:chExt cx="1302054" cy="1911238"/>
          </a:xfrm>
        </p:grpSpPr>
        <p:sp>
          <p:nvSpPr>
            <p:cNvPr id="1384" name="Google Shape;1384;p41"/>
            <p:cNvSpPr/>
            <p:nvPr/>
          </p:nvSpPr>
          <p:spPr>
            <a:xfrm>
              <a:off x="4660757" y="333584"/>
              <a:ext cx="1302054" cy="1911238"/>
            </a:xfrm>
            <a:custGeom>
              <a:avLst/>
              <a:gdLst/>
              <a:ahLst/>
              <a:cxnLst/>
              <a:rect l="l" t="t" r="r" b="b"/>
              <a:pathLst>
                <a:path w="29515" h="43324" extrusionOk="0">
                  <a:moveTo>
                    <a:pt x="14559" y="0"/>
                  </a:moveTo>
                  <a:cubicBezTo>
                    <a:pt x="13896" y="0"/>
                    <a:pt x="13235" y="97"/>
                    <a:pt x="12611" y="292"/>
                  </a:cubicBezTo>
                  <a:cubicBezTo>
                    <a:pt x="11432" y="660"/>
                    <a:pt x="10361" y="1443"/>
                    <a:pt x="9772" y="2530"/>
                  </a:cubicBezTo>
                  <a:cubicBezTo>
                    <a:pt x="9185" y="3617"/>
                    <a:pt x="9132" y="5010"/>
                    <a:pt x="9757" y="6077"/>
                  </a:cubicBezTo>
                  <a:cubicBezTo>
                    <a:pt x="7688" y="7116"/>
                    <a:pt x="6035" y="8784"/>
                    <a:pt x="4967" y="10839"/>
                  </a:cubicBezTo>
                  <a:cubicBezTo>
                    <a:pt x="4499" y="11743"/>
                    <a:pt x="4148" y="12709"/>
                    <a:pt x="3934" y="13706"/>
                  </a:cubicBezTo>
                  <a:cubicBezTo>
                    <a:pt x="3828" y="14203"/>
                    <a:pt x="3756" y="14707"/>
                    <a:pt x="3722" y="15216"/>
                  </a:cubicBezTo>
                  <a:cubicBezTo>
                    <a:pt x="3675" y="15905"/>
                    <a:pt x="3848" y="16265"/>
                    <a:pt x="3395" y="16863"/>
                  </a:cubicBezTo>
                  <a:cubicBezTo>
                    <a:pt x="2914" y="17496"/>
                    <a:pt x="2653" y="18260"/>
                    <a:pt x="2631" y="19054"/>
                  </a:cubicBezTo>
                  <a:cubicBezTo>
                    <a:pt x="2609" y="19859"/>
                    <a:pt x="3083" y="20603"/>
                    <a:pt x="3093" y="21333"/>
                  </a:cubicBezTo>
                  <a:cubicBezTo>
                    <a:pt x="2490" y="21377"/>
                    <a:pt x="1906" y="21429"/>
                    <a:pt x="1387" y="21780"/>
                  </a:cubicBezTo>
                  <a:cubicBezTo>
                    <a:pt x="923" y="22093"/>
                    <a:pt x="594" y="22576"/>
                    <a:pt x="388" y="23096"/>
                  </a:cubicBezTo>
                  <a:cubicBezTo>
                    <a:pt x="168" y="23652"/>
                    <a:pt x="0" y="24159"/>
                    <a:pt x="94" y="24766"/>
                  </a:cubicBezTo>
                  <a:cubicBezTo>
                    <a:pt x="162" y="25215"/>
                    <a:pt x="310" y="25648"/>
                    <a:pt x="387" y="26096"/>
                  </a:cubicBezTo>
                  <a:cubicBezTo>
                    <a:pt x="539" y="27001"/>
                    <a:pt x="409" y="27921"/>
                    <a:pt x="519" y="28829"/>
                  </a:cubicBezTo>
                  <a:cubicBezTo>
                    <a:pt x="574" y="29271"/>
                    <a:pt x="676" y="29707"/>
                    <a:pt x="891" y="30101"/>
                  </a:cubicBezTo>
                  <a:cubicBezTo>
                    <a:pt x="1220" y="30701"/>
                    <a:pt x="1281" y="30653"/>
                    <a:pt x="954" y="31283"/>
                  </a:cubicBezTo>
                  <a:cubicBezTo>
                    <a:pt x="207" y="32725"/>
                    <a:pt x="174" y="34255"/>
                    <a:pt x="987" y="35687"/>
                  </a:cubicBezTo>
                  <a:cubicBezTo>
                    <a:pt x="1647" y="36851"/>
                    <a:pt x="2644" y="37778"/>
                    <a:pt x="3487" y="38817"/>
                  </a:cubicBezTo>
                  <a:cubicBezTo>
                    <a:pt x="4086" y="39556"/>
                    <a:pt x="4661" y="40393"/>
                    <a:pt x="5547" y="40734"/>
                  </a:cubicBezTo>
                  <a:cubicBezTo>
                    <a:pt x="6111" y="40951"/>
                    <a:pt x="6788" y="40945"/>
                    <a:pt x="7304" y="41280"/>
                  </a:cubicBezTo>
                  <a:cubicBezTo>
                    <a:pt x="7856" y="41636"/>
                    <a:pt x="8241" y="42236"/>
                    <a:pt x="8790" y="42614"/>
                  </a:cubicBezTo>
                  <a:cubicBezTo>
                    <a:pt x="9593" y="43168"/>
                    <a:pt x="10519" y="43324"/>
                    <a:pt x="11483" y="43324"/>
                  </a:cubicBezTo>
                  <a:cubicBezTo>
                    <a:pt x="12705" y="43324"/>
                    <a:pt x="13986" y="43074"/>
                    <a:pt x="15149" y="43074"/>
                  </a:cubicBezTo>
                  <a:cubicBezTo>
                    <a:pt x="15256" y="43074"/>
                    <a:pt x="15362" y="43077"/>
                    <a:pt x="15468" y="43081"/>
                  </a:cubicBezTo>
                  <a:cubicBezTo>
                    <a:pt x="16253" y="43117"/>
                    <a:pt x="17117" y="43269"/>
                    <a:pt x="17962" y="43300"/>
                  </a:cubicBezTo>
                  <a:cubicBezTo>
                    <a:pt x="18057" y="43303"/>
                    <a:pt x="18152" y="43305"/>
                    <a:pt x="18247" y="43305"/>
                  </a:cubicBezTo>
                  <a:cubicBezTo>
                    <a:pt x="19102" y="43305"/>
                    <a:pt x="19925" y="43150"/>
                    <a:pt x="20610" y="42590"/>
                  </a:cubicBezTo>
                  <a:cubicBezTo>
                    <a:pt x="21505" y="41859"/>
                    <a:pt x="21830" y="40695"/>
                    <a:pt x="22952" y="40215"/>
                  </a:cubicBezTo>
                  <a:cubicBezTo>
                    <a:pt x="23449" y="40003"/>
                    <a:pt x="23997" y="39935"/>
                    <a:pt x="24503" y="39740"/>
                  </a:cubicBezTo>
                  <a:cubicBezTo>
                    <a:pt x="25474" y="39364"/>
                    <a:pt x="25825" y="38715"/>
                    <a:pt x="26316" y="37899"/>
                  </a:cubicBezTo>
                  <a:cubicBezTo>
                    <a:pt x="26729" y="37215"/>
                    <a:pt x="27518" y="36852"/>
                    <a:pt x="27964" y="36191"/>
                  </a:cubicBezTo>
                  <a:cubicBezTo>
                    <a:pt x="28311" y="35679"/>
                    <a:pt x="28412" y="35046"/>
                    <a:pt x="28560" y="34447"/>
                  </a:cubicBezTo>
                  <a:cubicBezTo>
                    <a:pt x="28913" y="33026"/>
                    <a:pt x="29515" y="31604"/>
                    <a:pt x="28668" y="30234"/>
                  </a:cubicBezTo>
                  <a:cubicBezTo>
                    <a:pt x="28327" y="29682"/>
                    <a:pt x="27842" y="29232"/>
                    <a:pt x="27324" y="28842"/>
                  </a:cubicBezTo>
                  <a:cubicBezTo>
                    <a:pt x="26751" y="28409"/>
                    <a:pt x="26078" y="28016"/>
                    <a:pt x="25363" y="28016"/>
                  </a:cubicBezTo>
                  <a:cubicBezTo>
                    <a:pt x="25166" y="28016"/>
                    <a:pt x="24966" y="28045"/>
                    <a:pt x="24764" y="28113"/>
                  </a:cubicBezTo>
                  <a:cubicBezTo>
                    <a:pt x="24346" y="28253"/>
                    <a:pt x="23838" y="29127"/>
                    <a:pt x="23384" y="29127"/>
                  </a:cubicBezTo>
                  <a:cubicBezTo>
                    <a:pt x="23354" y="29127"/>
                    <a:pt x="23325" y="29123"/>
                    <a:pt x="23295" y="29115"/>
                  </a:cubicBezTo>
                  <a:cubicBezTo>
                    <a:pt x="22769" y="28972"/>
                    <a:pt x="21958" y="27517"/>
                    <a:pt x="22563" y="27264"/>
                  </a:cubicBezTo>
                  <a:cubicBezTo>
                    <a:pt x="23477" y="26880"/>
                    <a:pt x="24234" y="26164"/>
                    <a:pt x="24707" y="25299"/>
                  </a:cubicBezTo>
                  <a:cubicBezTo>
                    <a:pt x="25181" y="24434"/>
                    <a:pt x="25016" y="23585"/>
                    <a:pt x="25297" y="22717"/>
                  </a:cubicBezTo>
                  <a:cubicBezTo>
                    <a:pt x="25641" y="21654"/>
                    <a:pt x="26515" y="20899"/>
                    <a:pt x="26720" y="19718"/>
                  </a:cubicBezTo>
                  <a:cubicBezTo>
                    <a:pt x="26823" y="19129"/>
                    <a:pt x="26823" y="18399"/>
                    <a:pt x="26608" y="17831"/>
                  </a:cubicBezTo>
                  <a:cubicBezTo>
                    <a:pt x="26425" y="17347"/>
                    <a:pt x="25991" y="17012"/>
                    <a:pt x="25797" y="16534"/>
                  </a:cubicBezTo>
                  <a:cubicBezTo>
                    <a:pt x="25442" y="15660"/>
                    <a:pt x="25575" y="14505"/>
                    <a:pt x="25347" y="13571"/>
                  </a:cubicBezTo>
                  <a:cubicBezTo>
                    <a:pt x="25102" y="12568"/>
                    <a:pt x="24729" y="11600"/>
                    <a:pt x="24244" y="10689"/>
                  </a:cubicBezTo>
                  <a:cubicBezTo>
                    <a:pt x="23304" y="8927"/>
                    <a:pt x="21940" y="7390"/>
                    <a:pt x="20281" y="6275"/>
                  </a:cubicBezTo>
                  <a:cubicBezTo>
                    <a:pt x="20141" y="6180"/>
                    <a:pt x="19991" y="6082"/>
                    <a:pt x="19897" y="5939"/>
                  </a:cubicBezTo>
                  <a:cubicBezTo>
                    <a:pt x="19695" y="5629"/>
                    <a:pt x="19989" y="4998"/>
                    <a:pt x="20006" y="4638"/>
                  </a:cubicBezTo>
                  <a:cubicBezTo>
                    <a:pt x="20027" y="4214"/>
                    <a:pt x="19990" y="3786"/>
                    <a:pt x="19881" y="3375"/>
                  </a:cubicBezTo>
                  <a:cubicBezTo>
                    <a:pt x="19665" y="2561"/>
                    <a:pt x="19175" y="1852"/>
                    <a:pt x="18518" y="1328"/>
                  </a:cubicBezTo>
                  <a:cubicBezTo>
                    <a:pt x="17414" y="447"/>
                    <a:pt x="15981" y="0"/>
                    <a:pt x="145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dist="47625" dir="2880000" algn="bl" rotWithShape="0">
                <a:schemeClr val="accent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1"/>
            <p:cNvSpPr/>
            <p:nvPr/>
          </p:nvSpPr>
          <p:spPr>
            <a:xfrm>
              <a:off x="5470905" y="1662419"/>
              <a:ext cx="382521" cy="477413"/>
            </a:xfrm>
            <a:custGeom>
              <a:avLst/>
              <a:gdLst/>
              <a:ahLst/>
              <a:cxnLst/>
              <a:rect l="l" t="t" r="r" b="b"/>
              <a:pathLst>
                <a:path w="8671" h="10822" extrusionOk="0">
                  <a:moveTo>
                    <a:pt x="7039" y="1"/>
                  </a:moveTo>
                  <a:cubicBezTo>
                    <a:pt x="6968" y="1"/>
                    <a:pt x="6904" y="60"/>
                    <a:pt x="6899" y="146"/>
                  </a:cubicBezTo>
                  <a:cubicBezTo>
                    <a:pt x="6889" y="434"/>
                    <a:pt x="6758" y="696"/>
                    <a:pt x="6594" y="940"/>
                  </a:cubicBezTo>
                  <a:cubicBezTo>
                    <a:pt x="6494" y="1082"/>
                    <a:pt x="6362" y="1180"/>
                    <a:pt x="6244" y="1307"/>
                  </a:cubicBezTo>
                  <a:cubicBezTo>
                    <a:pt x="6132" y="1433"/>
                    <a:pt x="6054" y="1578"/>
                    <a:pt x="6043" y="1823"/>
                  </a:cubicBezTo>
                  <a:cubicBezTo>
                    <a:pt x="6023" y="2164"/>
                    <a:pt x="6494" y="2296"/>
                    <a:pt x="6440" y="2551"/>
                  </a:cubicBezTo>
                  <a:cubicBezTo>
                    <a:pt x="6407" y="2688"/>
                    <a:pt x="6331" y="2787"/>
                    <a:pt x="6252" y="2860"/>
                  </a:cubicBezTo>
                  <a:cubicBezTo>
                    <a:pt x="6163" y="2931"/>
                    <a:pt x="6063" y="2977"/>
                    <a:pt x="5965" y="3014"/>
                  </a:cubicBezTo>
                  <a:cubicBezTo>
                    <a:pt x="5760" y="3082"/>
                    <a:pt x="5573" y="3115"/>
                    <a:pt x="5463" y="3247"/>
                  </a:cubicBezTo>
                  <a:cubicBezTo>
                    <a:pt x="5422" y="3307"/>
                    <a:pt x="5392" y="3368"/>
                    <a:pt x="5377" y="3443"/>
                  </a:cubicBezTo>
                  <a:cubicBezTo>
                    <a:pt x="5370" y="3480"/>
                    <a:pt x="5364" y="3520"/>
                    <a:pt x="5359" y="3560"/>
                  </a:cubicBezTo>
                  <a:cubicBezTo>
                    <a:pt x="5353" y="3599"/>
                    <a:pt x="5344" y="3639"/>
                    <a:pt x="5337" y="3676"/>
                  </a:cubicBezTo>
                  <a:cubicBezTo>
                    <a:pt x="5322" y="3756"/>
                    <a:pt x="5307" y="3840"/>
                    <a:pt x="5267" y="3903"/>
                  </a:cubicBezTo>
                  <a:cubicBezTo>
                    <a:pt x="5229" y="3967"/>
                    <a:pt x="5187" y="4034"/>
                    <a:pt x="5112" y="4056"/>
                  </a:cubicBezTo>
                  <a:cubicBezTo>
                    <a:pt x="5075" y="4071"/>
                    <a:pt x="5035" y="4077"/>
                    <a:pt x="4994" y="4077"/>
                  </a:cubicBezTo>
                  <a:cubicBezTo>
                    <a:pt x="4842" y="4077"/>
                    <a:pt x="4669" y="3989"/>
                    <a:pt x="4510" y="3907"/>
                  </a:cubicBezTo>
                  <a:cubicBezTo>
                    <a:pt x="4318" y="3809"/>
                    <a:pt x="4105" y="3723"/>
                    <a:pt x="3896" y="3723"/>
                  </a:cubicBezTo>
                  <a:cubicBezTo>
                    <a:pt x="3746" y="3723"/>
                    <a:pt x="3598" y="3767"/>
                    <a:pt x="3460" y="3882"/>
                  </a:cubicBezTo>
                  <a:cubicBezTo>
                    <a:pt x="3233" y="4074"/>
                    <a:pt x="3129" y="4324"/>
                    <a:pt x="3047" y="4568"/>
                  </a:cubicBezTo>
                  <a:cubicBezTo>
                    <a:pt x="2964" y="4812"/>
                    <a:pt x="2890" y="5052"/>
                    <a:pt x="2672" y="5255"/>
                  </a:cubicBezTo>
                  <a:cubicBezTo>
                    <a:pt x="2546" y="5376"/>
                    <a:pt x="2392" y="5453"/>
                    <a:pt x="2222" y="5531"/>
                  </a:cubicBezTo>
                  <a:cubicBezTo>
                    <a:pt x="2136" y="5567"/>
                    <a:pt x="2047" y="5600"/>
                    <a:pt x="1955" y="5632"/>
                  </a:cubicBezTo>
                  <a:cubicBezTo>
                    <a:pt x="1866" y="5665"/>
                    <a:pt x="1773" y="5700"/>
                    <a:pt x="1681" y="5735"/>
                  </a:cubicBezTo>
                  <a:cubicBezTo>
                    <a:pt x="1311" y="5873"/>
                    <a:pt x="930" y="6060"/>
                    <a:pt x="723" y="6396"/>
                  </a:cubicBezTo>
                  <a:cubicBezTo>
                    <a:pt x="511" y="6733"/>
                    <a:pt x="515" y="7120"/>
                    <a:pt x="499" y="7464"/>
                  </a:cubicBezTo>
                  <a:cubicBezTo>
                    <a:pt x="490" y="7817"/>
                    <a:pt x="462" y="8125"/>
                    <a:pt x="206" y="8442"/>
                  </a:cubicBezTo>
                  <a:cubicBezTo>
                    <a:pt x="116" y="8550"/>
                    <a:pt x="48" y="8686"/>
                    <a:pt x="32" y="8828"/>
                  </a:cubicBezTo>
                  <a:cubicBezTo>
                    <a:pt x="0" y="9050"/>
                    <a:pt x="103" y="9118"/>
                    <a:pt x="212" y="9166"/>
                  </a:cubicBezTo>
                  <a:cubicBezTo>
                    <a:pt x="323" y="9214"/>
                    <a:pt x="448" y="9247"/>
                    <a:pt x="497" y="9388"/>
                  </a:cubicBezTo>
                  <a:cubicBezTo>
                    <a:pt x="597" y="9658"/>
                    <a:pt x="586" y="9879"/>
                    <a:pt x="594" y="10111"/>
                  </a:cubicBezTo>
                  <a:cubicBezTo>
                    <a:pt x="595" y="10227"/>
                    <a:pt x="612" y="10344"/>
                    <a:pt x="639" y="10464"/>
                  </a:cubicBezTo>
                  <a:cubicBezTo>
                    <a:pt x="672" y="10584"/>
                    <a:pt x="733" y="10705"/>
                    <a:pt x="827" y="10821"/>
                  </a:cubicBezTo>
                  <a:cubicBezTo>
                    <a:pt x="911" y="10690"/>
                    <a:pt x="956" y="10576"/>
                    <a:pt x="989" y="10465"/>
                  </a:cubicBezTo>
                  <a:cubicBezTo>
                    <a:pt x="1027" y="10355"/>
                    <a:pt x="1038" y="10250"/>
                    <a:pt x="1061" y="10148"/>
                  </a:cubicBezTo>
                  <a:cubicBezTo>
                    <a:pt x="1103" y="9944"/>
                    <a:pt x="1153" y="9742"/>
                    <a:pt x="1348" y="9576"/>
                  </a:cubicBezTo>
                  <a:cubicBezTo>
                    <a:pt x="1403" y="9532"/>
                    <a:pt x="1462" y="9520"/>
                    <a:pt x="1524" y="9520"/>
                  </a:cubicBezTo>
                  <a:cubicBezTo>
                    <a:pt x="1581" y="9520"/>
                    <a:pt x="1640" y="9531"/>
                    <a:pt x="1697" y="9538"/>
                  </a:cubicBezTo>
                  <a:cubicBezTo>
                    <a:pt x="1726" y="9541"/>
                    <a:pt x="1753" y="9543"/>
                    <a:pt x="1780" y="9543"/>
                  </a:cubicBezTo>
                  <a:cubicBezTo>
                    <a:pt x="1865" y="9543"/>
                    <a:pt x="1939" y="9519"/>
                    <a:pt x="2003" y="9424"/>
                  </a:cubicBezTo>
                  <a:cubicBezTo>
                    <a:pt x="2051" y="9343"/>
                    <a:pt x="2060" y="9247"/>
                    <a:pt x="2055" y="9150"/>
                  </a:cubicBezTo>
                  <a:cubicBezTo>
                    <a:pt x="2028" y="8858"/>
                    <a:pt x="2244" y="8714"/>
                    <a:pt x="2481" y="8636"/>
                  </a:cubicBezTo>
                  <a:cubicBezTo>
                    <a:pt x="2726" y="8561"/>
                    <a:pt x="2990" y="8542"/>
                    <a:pt x="3159" y="8431"/>
                  </a:cubicBezTo>
                  <a:cubicBezTo>
                    <a:pt x="3322" y="8319"/>
                    <a:pt x="3357" y="8096"/>
                    <a:pt x="3432" y="7870"/>
                  </a:cubicBezTo>
                  <a:cubicBezTo>
                    <a:pt x="3452" y="7816"/>
                    <a:pt x="3472" y="7759"/>
                    <a:pt x="3494" y="7705"/>
                  </a:cubicBezTo>
                  <a:cubicBezTo>
                    <a:pt x="3520" y="7654"/>
                    <a:pt x="3548" y="7607"/>
                    <a:pt x="3580" y="7564"/>
                  </a:cubicBezTo>
                  <a:cubicBezTo>
                    <a:pt x="3642" y="7474"/>
                    <a:pt x="3737" y="7412"/>
                    <a:pt x="3856" y="7397"/>
                  </a:cubicBezTo>
                  <a:cubicBezTo>
                    <a:pt x="3878" y="7393"/>
                    <a:pt x="3900" y="7392"/>
                    <a:pt x="3922" y="7392"/>
                  </a:cubicBezTo>
                  <a:cubicBezTo>
                    <a:pt x="4105" y="7392"/>
                    <a:pt x="4278" y="7491"/>
                    <a:pt x="4460" y="7590"/>
                  </a:cubicBezTo>
                  <a:cubicBezTo>
                    <a:pt x="4632" y="7682"/>
                    <a:pt x="4806" y="7776"/>
                    <a:pt x="5039" y="7776"/>
                  </a:cubicBezTo>
                  <a:cubicBezTo>
                    <a:pt x="5083" y="7776"/>
                    <a:pt x="5129" y="7773"/>
                    <a:pt x="5177" y="7765"/>
                  </a:cubicBezTo>
                  <a:cubicBezTo>
                    <a:pt x="5626" y="7701"/>
                    <a:pt x="6015" y="7196"/>
                    <a:pt x="6180" y="6727"/>
                  </a:cubicBezTo>
                  <a:cubicBezTo>
                    <a:pt x="6283" y="6445"/>
                    <a:pt x="6354" y="6132"/>
                    <a:pt x="6592" y="5871"/>
                  </a:cubicBezTo>
                  <a:cubicBezTo>
                    <a:pt x="6693" y="5769"/>
                    <a:pt x="6790" y="5675"/>
                    <a:pt x="6910" y="5600"/>
                  </a:cubicBezTo>
                  <a:cubicBezTo>
                    <a:pt x="7023" y="5530"/>
                    <a:pt x="7145" y="5453"/>
                    <a:pt x="7271" y="5374"/>
                  </a:cubicBezTo>
                  <a:cubicBezTo>
                    <a:pt x="7333" y="5335"/>
                    <a:pt x="7394" y="5295"/>
                    <a:pt x="7456" y="5258"/>
                  </a:cubicBezTo>
                  <a:cubicBezTo>
                    <a:pt x="7515" y="5216"/>
                    <a:pt x="7571" y="5169"/>
                    <a:pt x="7625" y="5122"/>
                  </a:cubicBezTo>
                  <a:cubicBezTo>
                    <a:pt x="7734" y="5026"/>
                    <a:pt x="7839" y="4920"/>
                    <a:pt x="7906" y="4787"/>
                  </a:cubicBezTo>
                  <a:cubicBezTo>
                    <a:pt x="8079" y="4476"/>
                    <a:pt x="8035" y="4188"/>
                    <a:pt x="7998" y="3907"/>
                  </a:cubicBezTo>
                  <a:cubicBezTo>
                    <a:pt x="7974" y="3762"/>
                    <a:pt x="7951" y="3615"/>
                    <a:pt x="7951" y="3461"/>
                  </a:cubicBezTo>
                  <a:cubicBezTo>
                    <a:pt x="7940" y="3302"/>
                    <a:pt x="7960" y="3135"/>
                    <a:pt x="8009" y="2938"/>
                  </a:cubicBezTo>
                  <a:cubicBezTo>
                    <a:pt x="8048" y="2758"/>
                    <a:pt x="8200" y="2679"/>
                    <a:pt x="8342" y="2553"/>
                  </a:cubicBezTo>
                  <a:cubicBezTo>
                    <a:pt x="8481" y="2430"/>
                    <a:pt x="8642" y="2263"/>
                    <a:pt x="8653" y="1932"/>
                  </a:cubicBezTo>
                  <a:cubicBezTo>
                    <a:pt x="8670" y="1465"/>
                    <a:pt x="8541" y="1198"/>
                    <a:pt x="8391" y="1028"/>
                  </a:cubicBezTo>
                  <a:cubicBezTo>
                    <a:pt x="8247" y="855"/>
                    <a:pt x="8059" y="768"/>
                    <a:pt x="7907" y="636"/>
                  </a:cubicBezTo>
                  <a:cubicBezTo>
                    <a:pt x="7629" y="407"/>
                    <a:pt x="7360" y="241"/>
                    <a:pt x="7135" y="40"/>
                  </a:cubicBezTo>
                  <a:cubicBezTo>
                    <a:pt x="7105" y="13"/>
                    <a:pt x="7071" y="1"/>
                    <a:pt x="703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1"/>
            <p:cNvSpPr/>
            <p:nvPr/>
          </p:nvSpPr>
          <p:spPr>
            <a:xfrm>
              <a:off x="5517974" y="1687078"/>
              <a:ext cx="304879" cy="370875"/>
            </a:xfrm>
            <a:custGeom>
              <a:avLst/>
              <a:gdLst/>
              <a:ahLst/>
              <a:cxnLst/>
              <a:rect l="l" t="t" r="r" b="b"/>
              <a:pathLst>
                <a:path w="6911" h="8407" extrusionOk="0">
                  <a:moveTo>
                    <a:pt x="6120" y="0"/>
                  </a:moveTo>
                  <a:cubicBezTo>
                    <a:pt x="6045" y="324"/>
                    <a:pt x="5916" y="622"/>
                    <a:pt x="5772" y="886"/>
                  </a:cubicBezTo>
                  <a:cubicBezTo>
                    <a:pt x="5716" y="980"/>
                    <a:pt x="5657" y="1074"/>
                    <a:pt x="5662" y="1175"/>
                  </a:cubicBezTo>
                  <a:cubicBezTo>
                    <a:pt x="5658" y="1289"/>
                    <a:pt x="5731" y="1393"/>
                    <a:pt x="5797" y="1501"/>
                  </a:cubicBezTo>
                  <a:cubicBezTo>
                    <a:pt x="5846" y="1592"/>
                    <a:pt x="5888" y="1694"/>
                    <a:pt x="5922" y="1802"/>
                  </a:cubicBezTo>
                  <a:cubicBezTo>
                    <a:pt x="5954" y="1909"/>
                    <a:pt x="5964" y="2021"/>
                    <a:pt x="5967" y="2134"/>
                  </a:cubicBezTo>
                  <a:cubicBezTo>
                    <a:pt x="5964" y="2356"/>
                    <a:pt x="5891" y="2577"/>
                    <a:pt x="5730" y="2732"/>
                  </a:cubicBezTo>
                  <a:cubicBezTo>
                    <a:pt x="5617" y="2853"/>
                    <a:pt x="5441" y="2919"/>
                    <a:pt x="5305" y="2997"/>
                  </a:cubicBezTo>
                  <a:cubicBezTo>
                    <a:pt x="5229" y="3032"/>
                    <a:pt x="5159" y="3068"/>
                    <a:pt x="5101" y="3111"/>
                  </a:cubicBezTo>
                  <a:cubicBezTo>
                    <a:pt x="5043" y="3155"/>
                    <a:pt x="4996" y="3207"/>
                    <a:pt x="4956" y="3270"/>
                  </a:cubicBezTo>
                  <a:cubicBezTo>
                    <a:pt x="4923" y="3329"/>
                    <a:pt x="4908" y="3392"/>
                    <a:pt x="4901" y="3462"/>
                  </a:cubicBezTo>
                  <a:cubicBezTo>
                    <a:pt x="4893" y="3528"/>
                    <a:pt x="4890" y="3596"/>
                    <a:pt x="4890" y="3672"/>
                  </a:cubicBezTo>
                  <a:cubicBezTo>
                    <a:pt x="4890" y="3744"/>
                    <a:pt x="4891" y="3822"/>
                    <a:pt x="4885" y="3899"/>
                  </a:cubicBezTo>
                  <a:cubicBezTo>
                    <a:pt x="4875" y="3973"/>
                    <a:pt x="4859" y="4046"/>
                    <a:pt x="4830" y="4117"/>
                  </a:cubicBezTo>
                  <a:cubicBezTo>
                    <a:pt x="4722" y="4384"/>
                    <a:pt x="4417" y="4536"/>
                    <a:pt x="4133" y="4566"/>
                  </a:cubicBezTo>
                  <a:cubicBezTo>
                    <a:pt x="4067" y="4573"/>
                    <a:pt x="4002" y="4576"/>
                    <a:pt x="3936" y="4576"/>
                  </a:cubicBezTo>
                  <a:cubicBezTo>
                    <a:pt x="3717" y="4576"/>
                    <a:pt x="3500" y="4545"/>
                    <a:pt x="3278" y="4544"/>
                  </a:cubicBezTo>
                  <a:cubicBezTo>
                    <a:pt x="3272" y="4544"/>
                    <a:pt x="3266" y="4544"/>
                    <a:pt x="3259" y="4544"/>
                  </a:cubicBezTo>
                  <a:cubicBezTo>
                    <a:pt x="3107" y="4544"/>
                    <a:pt x="2938" y="4570"/>
                    <a:pt x="2823" y="4679"/>
                  </a:cubicBezTo>
                  <a:cubicBezTo>
                    <a:pt x="2694" y="4804"/>
                    <a:pt x="2674" y="4998"/>
                    <a:pt x="2570" y="5145"/>
                  </a:cubicBezTo>
                  <a:cubicBezTo>
                    <a:pt x="2407" y="5377"/>
                    <a:pt x="2033" y="5354"/>
                    <a:pt x="1728" y="5407"/>
                  </a:cubicBezTo>
                  <a:cubicBezTo>
                    <a:pt x="1575" y="5428"/>
                    <a:pt x="1418" y="5465"/>
                    <a:pt x="1261" y="5514"/>
                  </a:cubicBezTo>
                  <a:cubicBezTo>
                    <a:pt x="1111" y="5571"/>
                    <a:pt x="962" y="5647"/>
                    <a:pt x="848" y="5769"/>
                  </a:cubicBezTo>
                  <a:cubicBezTo>
                    <a:pt x="668" y="5959"/>
                    <a:pt x="605" y="6210"/>
                    <a:pt x="537" y="6437"/>
                  </a:cubicBezTo>
                  <a:cubicBezTo>
                    <a:pt x="363" y="7062"/>
                    <a:pt x="152" y="7664"/>
                    <a:pt x="0" y="8406"/>
                  </a:cubicBezTo>
                  <a:cubicBezTo>
                    <a:pt x="344" y="7734"/>
                    <a:pt x="817" y="7305"/>
                    <a:pt x="1332" y="7127"/>
                  </a:cubicBezTo>
                  <a:cubicBezTo>
                    <a:pt x="1525" y="7064"/>
                    <a:pt x="1726" y="7038"/>
                    <a:pt x="1878" y="6935"/>
                  </a:cubicBezTo>
                  <a:cubicBezTo>
                    <a:pt x="1975" y="6867"/>
                    <a:pt x="2046" y="6779"/>
                    <a:pt x="2107" y="6670"/>
                  </a:cubicBezTo>
                  <a:cubicBezTo>
                    <a:pt x="2172" y="6573"/>
                    <a:pt x="2222" y="6450"/>
                    <a:pt x="2295" y="6344"/>
                  </a:cubicBezTo>
                  <a:cubicBezTo>
                    <a:pt x="2422" y="6139"/>
                    <a:pt x="2605" y="5849"/>
                    <a:pt x="2857" y="5849"/>
                  </a:cubicBezTo>
                  <a:cubicBezTo>
                    <a:pt x="2870" y="5849"/>
                    <a:pt x="2884" y="5849"/>
                    <a:pt x="2897" y="5851"/>
                  </a:cubicBezTo>
                  <a:cubicBezTo>
                    <a:pt x="3061" y="5871"/>
                    <a:pt x="3206" y="5978"/>
                    <a:pt x="3372" y="5978"/>
                  </a:cubicBezTo>
                  <a:cubicBezTo>
                    <a:pt x="3381" y="5978"/>
                    <a:pt x="3390" y="5978"/>
                    <a:pt x="3399" y="5977"/>
                  </a:cubicBezTo>
                  <a:cubicBezTo>
                    <a:pt x="3562" y="5968"/>
                    <a:pt x="3705" y="5849"/>
                    <a:pt x="3819" y="5723"/>
                  </a:cubicBezTo>
                  <a:cubicBezTo>
                    <a:pt x="4026" y="5493"/>
                    <a:pt x="4187" y="5225"/>
                    <a:pt x="4376" y="4981"/>
                  </a:cubicBezTo>
                  <a:cubicBezTo>
                    <a:pt x="4567" y="4734"/>
                    <a:pt x="4796" y="4500"/>
                    <a:pt x="5084" y="4392"/>
                  </a:cubicBezTo>
                  <a:cubicBezTo>
                    <a:pt x="5160" y="4362"/>
                    <a:pt x="5243" y="4346"/>
                    <a:pt x="5327" y="4330"/>
                  </a:cubicBezTo>
                  <a:cubicBezTo>
                    <a:pt x="5407" y="4313"/>
                    <a:pt x="5491" y="4293"/>
                    <a:pt x="5573" y="4274"/>
                  </a:cubicBezTo>
                  <a:cubicBezTo>
                    <a:pt x="5655" y="4253"/>
                    <a:pt x="5739" y="4230"/>
                    <a:pt x="5815" y="4190"/>
                  </a:cubicBezTo>
                  <a:cubicBezTo>
                    <a:pt x="5889" y="4150"/>
                    <a:pt x="5959" y="4099"/>
                    <a:pt x="6020" y="4027"/>
                  </a:cubicBezTo>
                  <a:cubicBezTo>
                    <a:pt x="6091" y="3951"/>
                    <a:pt x="6131" y="3861"/>
                    <a:pt x="6154" y="3768"/>
                  </a:cubicBezTo>
                  <a:cubicBezTo>
                    <a:pt x="6178" y="3674"/>
                    <a:pt x="6189" y="3580"/>
                    <a:pt x="6190" y="3484"/>
                  </a:cubicBezTo>
                  <a:cubicBezTo>
                    <a:pt x="6183" y="3287"/>
                    <a:pt x="6163" y="3100"/>
                    <a:pt x="6161" y="2913"/>
                  </a:cubicBezTo>
                  <a:cubicBezTo>
                    <a:pt x="6174" y="2435"/>
                    <a:pt x="6451" y="2004"/>
                    <a:pt x="6737" y="1592"/>
                  </a:cubicBezTo>
                  <a:cubicBezTo>
                    <a:pt x="6815" y="1474"/>
                    <a:pt x="6903" y="1343"/>
                    <a:pt x="6910" y="1189"/>
                  </a:cubicBezTo>
                  <a:cubicBezTo>
                    <a:pt x="6908" y="1051"/>
                    <a:pt x="6842" y="926"/>
                    <a:pt x="6779" y="817"/>
                  </a:cubicBezTo>
                  <a:cubicBezTo>
                    <a:pt x="6582" y="505"/>
                    <a:pt x="6368" y="228"/>
                    <a:pt x="6120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1"/>
            <p:cNvSpPr/>
            <p:nvPr/>
          </p:nvSpPr>
          <p:spPr>
            <a:xfrm>
              <a:off x="5476949" y="1677594"/>
              <a:ext cx="374845" cy="436739"/>
            </a:xfrm>
            <a:custGeom>
              <a:avLst/>
              <a:gdLst/>
              <a:ahLst/>
              <a:cxnLst/>
              <a:rect l="l" t="t" r="r" b="b"/>
              <a:pathLst>
                <a:path w="8497" h="9900" extrusionOk="0">
                  <a:moveTo>
                    <a:pt x="7001" y="0"/>
                  </a:moveTo>
                  <a:cubicBezTo>
                    <a:pt x="6995" y="0"/>
                    <a:pt x="6990" y="1"/>
                    <a:pt x="6984" y="3"/>
                  </a:cubicBezTo>
                  <a:cubicBezTo>
                    <a:pt x="6956" y="14"/>
                    <a:pt x="6941" y="45"/>
                    <a:pt x="6950" y="76"/>
                  </a:cubicBezTo>
                  <a:cubicBezTo>
                    <a:pt x="6950" y="76"/>
                    <a:pt x="6968" y="133"/>
                    <a:pt x="6994" y="220"/>
                  </a:cubicBezTo>
                  <a:cubicBezTo>
                    <a:pt x="7008" y="264"/>
                    <a:pt x="7025" y="313"/>
                    <a:pt x="7040" y="369"/>
                  </a:cubicBezTo>
                  <a:cubicBezTo>
                    <a:pt x="7051" y="425"/>
                    <a:pt x="7064" y="484"/>
                    <a:pt x="7076" y="543"/>
                  </a:cubicBezTo>
                  <a:cubicBezTo>
                    <a:pt x="7105" y="660"/>
                    <a:pt x="7119" y="781"/>
                    <a:pt x="7129" y="872"/>
                  </a:cubicBezTo>
                  <a:cubicBezTo>
                    <a:pt x="7140" y="962"/>
                    <a:pt x="7147" y="1022"/>
                    <a:pt x="7147" y="1022"/>
                  </a:cubicBezTo>
                  <a:cubicBezTo>
                    <a:pt x="7147" y="1022"/>
                    <a:pt x="6962" y="907"/>
                    <a:pt x="6780" y="815"/>
                  </a:cubicBezTo>
                  <a:cubicBezTo>
                    <a:pt x="6691" y="768"/>
                    <a:pt x="6594" y="727"/>
                    <a:pt x="6523" y="700"/>
                  </a:cubicBezTo>
                  <a:cubicBezTo>
                    <a:pt x="6452" y="673"/>
                    <a:pt x="6405" y="655"/>
                    <a:pt x="6405" y="655"/>
                  </a:cubicBezTo>
                  <a:cubicBezTo>
                    <a:pt x="6383" y="681"/>
                    <a:pt x="6359" y="706"/>
                    <a:pt x="6336" y="731"/>
                  </a:cubicBezTo>
                  <a:cubicBezTo>
                    <a:pt x="6336" y="731"/>
                    <a:pt x="6388" y="752"/>
                    <a:pt x="6468" y="782"/>
                  </a:cubicBezTo>
                  <a:cubicBezTo>
                    <a:pt x="6548" y="815"/>
                    <a:pt x="6646" y="864"/>
                    <a:pt x="6749" y="917"/>
                  </a:cubicBezTo>
                  <a:cubicBezTo>
                    <a:pt x="6850" y="972"/>
                    <a:pt x="6957" y="1031"/>
                    <a:pt x="7030" y="1079"/>
                  </a:cubicBezTo>
                  <a:cubicBezTo>
                    <a:pt x="7104" y="1129"/>
                    <a:pt x="7152" y="1162"/>
                    <a:pt x="7152" y="1162"/>
                  </a:cubicBezTo>
                  <a:cubicBezTo>
                    <a:pt x="7152" y="1162"/>
                    <a:pt x="7155" y="1250"/>
                    <a:pt x="7158" y="1383"/>
                  </a:cubicBezTo>
                  <a:cubicBezTo>
                    <a:pt x="7158" y="1448"/>
                    <a:pt x="7152" y="1525"/>
                    <a:pt x="7148" y="1608"/>
                  </a:cubicBezTo>
                  <a:cubicBezTo>
                    <a:pt x="7145" y="1691"/>
                    <a:pt x="7139" y="1779"/>
                    <a:pt x="7125" y="1867"/>
                  </a:cubicBezTo>
                  <a:cubicBezTo>
                    <a:pt x="7111" y="1955"/>
                    <a:pt x="7103" y="2043"/>
                    <a:pt x="7088" y="2124"/>
                  </a:cubicBezTo>
                  <a:cubicBezTo>
                    <a:pt x="7071" y="2206"/>
                    <a:pt x="7054" y="2282"/>
                    <a:pt x="7040" y="2346"/>
                  </a:cubicBezTo>
                  <a:cubicBezTo>
                    <a:pt x="7026" y="2411"/>
                    <a:pt x="7014" y="2465"/>
                    <a:pt x="7002" y="2501"/>
                  </a:cubicBezTo>
                  <a:cubicBezTo>
                    <a:pt x="6989" y="2538"/>
                    <a:pt x="6983" y="2559"/>
                    <a:pt x="6983" y="2559"/>
                  </a:cubicBezTo>
                  <a:cubicBezTo>
                    <a:pt x="6983" y="2559"/>
                    <a:pt x="6929" y="2480"/>
                    <a:pt x="6836" y="2370"/>
                  </a:cubicBezTo>
                  <a:cubicBezTo>
                    <a:pt x="6741" y="2259"/>
                    <a:pt x="6612" y="2119"/>
                    <a:pt x="6483" y="1993"/>
                  </a:cubicBezTo>
                  <a:cubicBezTo>
                    <a:pt x="6343" y="1866"/>
                    <a:pt x="6201" y="1752"/>
                    <a:pt x="6096" y="1676"/>
                  </a:cubicBezTo>
                  <a:cubicBezTo>
                    <a:pt x="5987" y="1598"/>
                    <a:pt x="5910" y="1552"/>
                    <a:pt x="5910" y="1552"/>
                  </a:cubicBezTo>
                  <a:lnTo>
                    <a:pt x="5906" y="1556"/>
                  </a:lnTo>
                  <a:cubicBezTo>
                    <a:pt x="5915" y="1604"/>
                    <a:pt x="5935" y="1646"/>
                    <a:pt x="5954" y="1686"/>
                  </a:cubicBezTo>
                  <a:cubicBezTo>
                    <a:pt x="5954" y="1686"/>
                    <a:pt x="6023" y="1733"/>
                    <a:pt x="6125" y="1813"/>
                  </a:cubicBezTo>
                  <a:cubicBezTo>
                    <a:pt x="6227" y="1893"/>
                    <a:pt x="6359" y="2008"/>
                    <a:pt x="6480" y="2134"/>
                  </a:cubicBezTo>
                  <a:cubicBezTo>
                    <a:pt x="6605" y="2260"/>
                    <a:pt x="6727" y="2398"/>
                    <a:pt x="6805" y="2507"/>
                  </a:cubicBezTo>
                  <a:cubicBezTo>
                    <a:pt x="6888" y="2616"/>
                    <a:pt x="6942" y="2693"/>
                    <a:pt x="6942" y="2693"/>
                  </a:cubicBezTo>
                  <a:cubicBezTo>
                    <a:pt x="6942" y="2693"/>
                    <a:pt x="6921" y="2780"/>
                    <a:pt x="6868" y="2902"/>
                  </a:cubicBezTo>
                  <a:cubicBezTo>
                    <a:pt x="6844" y="2964"/>
                    <a:pt x="6815" y="3036"/>
                    <a:pt x="6784" y="3113"/>
                  </a:cubicBezTo>
                  <a:cubicBezTo>
                    <a:pt x="6748" y="3186"/>
                    <a:pt x="6709" y="3266"/>
                    <a:pt x="6669" y="3345"/>
                  </a:cubicBezTo>
                  <a:cubicBezTo>
                    <a:pt x="6632" y="3426"/>
                    <a:pt x="6585" y="3501"/>
                    <a:pt x="6542" y="3571"/>
                  </a:cubicBezTo>
                  <a:cubicBezTo>
                    <a:pt x="6499" y="3641"/>
                    <a:pt x="6462" y="3710"/>
                    <a:pt x="6422" y="3763"/>
                  </a:cubicBezTo>
                  <a:cubicBezTo>
                    <a:pt x="6343" y="3871"/>
                    <a:pt x="6291" y="3942"/>
                    <a:pt x="6291" y="3942"/>
                  </a:cubicBezTo>
                  <a:cubicBezTo>
                    <a:pt x="6291" y="3942"/>
                    <a:pt x="6266" y="3852"/>
                    <a:pt x="6223" y="3727"/>
                  </a:cubicBezTo>
                  <a:cubicBezTo>
                    <a:pt x="6184" y="3605"/>
                    <a:pt x="6116" y="3439"/>
                    <a:pt x="6039" y="3284"/>
                  </a:cubicBezTo>
                  <a:cubicBezTo>
                    <a:pt x="5968" y="3129"/>
                    <a:pt x="5884" y="2986"/>
                    <a:pt x="5813" y="2879"/>
                  </a:cubicBezTo>
                  <a:cubicBezTo>
                    <a:pt x="5743" y="2774"/>
                    <a:pt x="5696" y="2707"/>
                    <a:pt x="5696" y="2707"/>
                  </a:cubicBezTo>
                  <a:cubicBezTo>
                    <a:pt x="5665" y="2717"/>
                    <a:pt x="5636" y="2726"/>
                    <a:pt x="5607" y="2735"/>
                  </a:cubicBezTo>
                  <a:cubicBezTo>
                    <a:pt x="5607" y="2735"/>
                    <a:pt x="5658" y="2804"/>
                    <a:pt x="5731" y="2917"/>
                  </a:cubicBezTo>
                  <a:cubicBezTo>
                    <a:pt x="5801" y="3029"/>
                    <a:pt x="5883" y="3180"/>
                    <a:pt x="5962" y="3348"/>
                  </a:cubicBezTo>
                  <a:cubicBezTo>
                    <a:pt x="6042" y="3515"/>
                    <a:pt x="6096" y="3683"/>
                    <a:pt x="6141" y="3821"/>
                  </a:cubicBezTo>
                  <a:cubicBezTo>
                    <a:pt x="6162" y="3890"/>
                    <a:pt x="6179" y="3947"/>
                    <a:pt x="6191" y="3988"/>
                  </a:cubicBezTo>
                  <a:cubicBezTo>
                    <a:pt x="6200" y="4029"/>
                    <a:pt x="6205" y="4051"/>
                    <a:pt x="6205" y="4051"/>
                  </a:cubicBezTo>
                  <a:cubicBezTo>
                    <a:pt x="6205" y="4051"/>
                    <a:pt x="6148" y="4116"/>
                    <a:pt x="6059" y="4216"/>
                  </a:cubicBezTo>
                  <a:cubicBezTo>
                    <a:pt x="6017" y="4268"/>
                    <a:pt x="5963" y="4321"/>
                    <a:pt x="5901" y="4378"/>
                  </a:cubicBezTo>
                  <a:cubicBezTo>
                    <a:pt x="5839" y="4433"/>
                    <a:pt x="5779" y="4499"/>
                    <a:pt x="5710" y="4552"/>
                  </a:cubicBezTo>
                  <a:cubicBezTo>
                    <a:pt x="5570" y="4661"/>
                    <a:pt x="5431" y="4771"/>
                    <a:pt x="5318" y="4840"/>
                  </a:cubicBezTo>
                  <a:cubicBezTo>
                    <a:pt x="5205" y="4909"/>
                    <a:pt x="5129" y="4956"/>
                    <a:pt x="5129" y="4956"/>
                  </a:cubicBezTo>
                  <a:cubicBezTo>
                    <a:pt x="5129" y="4956"/>
                    <a:pt x="5175" y="4610"/>
                    <a:pt x="5159" y="4282"/>
                  </a:cubicBezTo>
                  <a:cubicBezTo>
                    <a:pt x="5147" y="4114"/>
                    <a:pt x="5126" y="3956"/>
                    <a:pt x="5105" y="3842"/>
                  </a:cubicBezTo>
                  <a:cubicBezTo>
                    <a:pt x="5096" y="3785"/>
                    <a:pt x="5086" y="3738"/>
                    <a:pt x="5076" y="3703"/>
                  </a:cubicBezTo>
                  <a:cubicBezTo>
                    <a:pt x="5068" y="3670"/>
                    <a:pt x="5062" y="3651"/>
                    <a:pt x="5062" y="3651"/>
                  </a:cubicBezTo>
                  <a:cubicBezTo>
                    <a:pt x="5041" y="3674"/>
                    <a:pt x="5018" y="3693"/>
                    <a:pt x="4988" y="3704"/>
                  </a:cubicBezTo>
                  <a:cubicBezTo>
                    <a:pt x="4988" y="3704"/>
                    <a:pt x="5006" y="3778"/>
                    <a:pt x="5024" y="3896"/>
                  </a:cubicBezTo>
                  <a:cubicBezTo>
                    <a:pt x="5043" y="4014"/>
                    <a:pt x="5062" y="4178"/>
                    <a:pt x="5060" y="4344"/>
                  </a:cubicBezTo>
                  <a:cubicBezTo>
                    <a:pt x="5065" y="4677"/>
                    <a:pt x="5009" y="5024"/>
                    <a:pt x="5009" y="5024"/>
                  </a:cubicBezTo>
                  <a:cubicBezTo>
                    <a:pt x="5009" y="5024"/>
                    <a:pt x="4697" y="5193"/>
                    <a:pt x="4369" y="5338"/>
                  </a:cubicBezTo>
                  <a:cubicBezTo>
                    <a:pt x="4042" y="5485"/>
                    <a:pt x="3716" y="5631"/>
                    <a:pt x="3716" y="5631"/>
                  </a:cubicBezTo>
                  <a:cubicBezTo>
                    <a:pt x="3716" y="5631"/>
                    <a:pt x="3748" y="5491"/>
                    <a:pt x="3799" y="5282"/>
                  </a:cubicBezTo>
                  <a:cubicBezTo>
                    <a:pt x="3851" y="5074"/>
                    <a:pt x="3919" y="4797"/>
                    <a:pt x="3978" y="4523"/>
                  </a:cubicBezTo>
                  <a:cubicBezTo>
                    <a:pt x="4037" y="4247"/>
                    <a:pt x="4081" y="3977"/>
                    <a:pt x="4098" y="3779"/>
                  </a:cubicBezTo>
                  <a:cubicBezTo>
                    <a:pt x="4108" y="3680"/>
                    <a:pt x="4110" y="3598"/>
                    <a:pt x="4113" y="3541"/>
                  </a:cubicBezTo>
                  <a:cubicBezTo>
                    <a:pt x="4114" y="3485"/>
                    <a:pt x="4115" y="3452"/>
                    <a:pt x="4115" y="3452"/>
                  </a:cubicBezTo>
                  <a:cubicBezTo>
                    <a:pt x="4084" y="3442"/>
                    <a:pt x="4055" y="3432"/>
                    <a:pt x="4030" y="3416"/>
                  </a:cubicBezTo>
                  <a:cubicBezTo>
                    <a:pt x="4030" y="3416"/>
                    <a:pt x="4029" y="3549"/>
                    <a:pt x="4004" y="3757"/>
                  </a:cubicBezTo>
                  <a:cubicBezTo>
                    <a:pt x="3981" y="3963"/>
                    <a:pt x="3932" y="4243"/>
                    <a:pt x="3867" y="4530"/>
                  </a:cubicBezTo>
                  <a:cubicBezTo>
                    <a:pt x="3804" y="4815"/>
                    <a:pt x="3729" y="5104"/>
                    <a:pt x="3677" y="5320"/>
                  </a:cubicBezTo>
                  <a:cubicBezTo>
                    <a:pt x="3626" y="5538"/>
                    <a:pt x="3593" y="5682"/>
                    <a:pt x="3593" y="5682"/>
                  </a:cubicBezTo>
                  <a:cubicBezTo>
                    <a:pt x="3593" y="5682"/>
                    <a:pt x="3264" y="5830"/>
                    <a:pt x="2953" y="6016"/>
                  </a:cubicBezTo>
                  <a:cubicBezTo>
                    <a:pt x="2796" y="6106"/>
                    <a:pt x="2649" y="6213"/>
                    <a:pt x="2539" y="6292"/>
                  </a:cubicBezTo>
                  <a:cubicBezTo>
                    <a:pt x="2433" y="6378"/>
                    <a:pt x="2361" y="6434"/>
                    <a:pt x="2361" y="6434"/>
                  </a:cubicBezTo>
                  <a:cubicBezTo>
                    <a:pt x="2361" y="6434"/>
                    <a:pt x="2358" y="6343"/>
                    <a:pt x="2360" y="6203"/>
                  </a:cubicBezTo>
                  <a:cubicBezTo>
                    <a:pt x="2360" y="6060"/>
                    <a:pt x="2374" y="5874"/>
                    <a:pt x="2400" y="5680"/>
                  </a:cubicBezTo>
                  <a:cubicBezTo>
                    <a:pt x="2449" y="5291"/>
                    <a:pt x="2549" y="4907"/>
                    <a:pt x="2549" y="4907"/>
                  </a:cubicBezTo>
                  <a:lnTo>
                    <a:pt x="2539" y="4907"/>
                  </a:lnTo>
                  <a:cubicBezTo>
                    <a:pt x="2495" y="4949"/>
                    <a:pt x="2448" y="4983"/>
                    <a:pt x="2396" y="5018"/>
                  </a:cubicBezTo>
                  <a:cubicBezTo>
                    <a:pt x="2396" y="5018"/>
                    <a:pt x="2375" y="5113"/>
                    <a:pt x="2345" y="5257"/>
                  </a:cubicBezTo>
                  <a:cubicBezTo>
                    <a:pt x="2317" y="5402"/>
                    <a:pt x="2287" y="5599"/>
                    <a:pt x="2267" y="5786"/>
                  </a:cubicBezTo>
                  <a:cubicBezTo>
                    <a:pt x="2248" y="5975"/>
                    <a:pt x="2246" y="6165"/>
                    <a:pt x="2246" y="6300"/>
                  </a:cubicBezTo>
                  <a:cubicBezTo>
                    <a:pt x="2246" y="6369"/>
                    <a:pt x="2249" y="6425"/>
                    <a:pt x="2251" y="6465"/>
                  </a:cubicBezTo>
                  <a:cubicBezTo>
                    <a:pt x="2254" y="6506"/>
                    <a:pt x="2255" y="6528"/>
                    <a:pt x="2255" y="6528"/>
                  </a:cubicBezTo>
                  <a:cubicBezTo>
                    <a:pt x="2255" y="6528"/>
                    <a:pt x="2188" y="6590"/>
                    <a:pt x="2088" y="6683"/>
                  </a:cubicBezTo>
                  <a:cubicBezTo>
                    <a:pt x="1996" y="6780"/>
                    <a:pt x="1864" y="6906"/>
                    <a:pt x="1752" y="7050"/>
                  </a:cubicBezTo>
                  <a:cubicBezTo>
                    <a:pt x="1633" y="7187"/>
                    <a:pt x="1534" y="7337"/>
                    <a:pt x="1453" y="7448"/>
                  </a:cubicBezTo>
                  <a:cubicBezTo>
                    <a:pt x="1381" y="7563"/>
                    <a:pt x="1332" y="7640"/>
                    <a:pt x="1332" y="7640"/>
                  </a:cubicBezTo>
                  <a:cubicBezTo>
                    <a:pt x="1332" y="7640"/>
                    <a:pt x="1156" y="7199"/>
                    <a:pt x="1067" y="6696"/>
                  </a:cubicBezTo>
                  <a:cubicBezTo>
                    <a:pt x="1027" y="6454"/>
                    <a:pt x="994" y="6189"/>
                    <a:pt x="988" y="5995"/>
                  </a:cubicBezTo>
                  <a:cubicBezTo>
                    <a:pt x="980" y="5797"/>
                    <a:pt x="982" y="5661"/>
                    <a:pt x="982" y="5661"/>
                  </a:cubicBezTo>
                  <a:lnTo>
                    <a:pt x="982" y="5661"/>
                  </a:lnTo>
                  <a:cubicBezTo>
                    <a:pt x="937" y="5691"/>
                    <a:pt x="894" y="5724"/>
                    <a:pt x="852" y="5758"/>
                  </a:cubicBezTo>
                  <a:cubicBezTo>
                    <a:pt x="852" y="5758"/>
                    <a:pt x="851" y="5895"/>
                    <a:pt x="864" y="6095"/>
                  </a:cubicBezTo>
                  <a:cubicBezTo>
                    <a:pt x="883" y="6300"/>
                    <a:pt x="908" y="6557"/>
                    <a:pt x="966" y="6811"/>
                  </a:cubicBezTo>
                  <a:cubicBezTo>
                    <a:pt x="992" y="6937"/>
                    <a:pt x="1021" y="7059"/>
                    <a:pt x="1052" y="7172"/>
                  </a:cubicBezTo>
                  <a:cubicBezTo>
                    <a:pt x="1085" y="7287"/>
                    <a:pt x="1120" y="7390"/>
                    <a:pt x="1150" y="7477"/>
                  </a:cubicBezTo>
                  <a:cubicBezTo>
                    <a:pt x="1209" y="7650"/>
                    <a:pt x="1258" y="7762"/>
                    <a:pt x="1258" y="7762"/>
                  </a:cubicBezTo>
                  <a:cubicBezTo>
                    <a:pt x="1258" y="7762"/>
                    <a:pt x="1215" y="7841"/>
                    <a:pt x="1151" y="7961"/>
                  </a:cubicBezTo>
                  <a:cubicBezTo>
                    <a:pt x="1093" y="8085"/>
                    <a:pt x="1010" y="8246"/>
                    <a:pt x="950" y="8417"/>
                  </a:cubicBezTo>
                  <a:cubicBezTo>
                    <a:pt x="880" y="8585"/>
                    <a:pt x="833" y="8761"/>
                    <a:pt x="793" y="8890"/>
                  </a:cubicBezTo>
                  <a:cubicBezTo>
                    <a:pt x="761" y="9022"/>
                    <a:pt x="740" y="9111"/>
                    <a:pt x="740" y="9111"/>
                  </a:cubicBezTo>
                  <a:cubicBezTo>
                    <a:pt x="740" y="9111"/>
                    <a:pt x="694" y="9052"/>
                    <a:pt x="625" y="8965"/>
                  </a:cubicBezTo>
                  <a:cubicBezTo>
                    <a:pt x="554" y="8874"/>
                    <a:pt x="467" y="8752"/>
                    <a:pt x="386" y="8623"/>
                  </a:cubicBezTo>
                  <a:cubicBezTo>
                    <a:pt x="217" y="8366"/>
                    <a:pt x="82" y="8080"/>
                    <a:pt x="82" y="8080"/>
                  </a:cubicBezTo>
                  <a:cubicBezTo>
                    <a:pt x="78" y="8085"/>
                    <a:pt x="75" y="8088"/>
                    <a:pt x="71" y="8094"/>
                  </a:cubicBezTo>
                  <a:cubicBezTo>
                    <a:pt x="47" y="8125"/>
                    <a:pt x="23" y="8160"/>
                    <a:pt x="1" y="8196"/>
                  </a:cubicBezTo>
                  <a:cubicBezTo>
                    <a:pt x="1" y="8196"/>
                    <a:pt x="34" y="8269"/>
                    <a:pt x="97" y="8376"/>
                  </a:cubicBezTo>
                  <a:cubicBezTo>
                    <a:pt x="158" y="8484"/>
                    <a:pt x="242" y="8622"/>
                    <a:pt x="329" y="8753"/>
                  </a:cubicBezTo>
                  <a:cubicBezTo>
                    <a:pt x="421" y="8886"/>
                    <a:pt x="516" y="9011"/>
                    <a:pt x="588" y="9101"/>
                  </a:cubicBezTo>
                  <a:cubicBezTo>
                    <a:pt x="657" y="9190"/>
                    <a:pt x="711" y="9248"/>
                    <a:pt x="711" y="9248"/>
                  </a:cubicBezTo>
                  <a:cubicBezTo>
                    <a:pt x="711" y="9248"/>
                    <a:pt x="685" y="9395"/>
                    <a:pt x="664" y="9542"/>
                  </a:cubicBezTo>
                  <a:lnTo>
                    <a:pt x="635" y="9840"/>
                  </a:lnTo>
                  <a:cubicBezTo>
                    <a:pt x="633" y="9871"/>
                    <a:pt x="657" y="9899"/>
                    <a:pt x="686" y="9900"/>
                  </a:cubicBezTo>
                  <a:cubicBezTo>
                    <a:pt x="686" y="9900"/>
                    <a:pt x="687" y="9900"/>
                    <a:pt x="688" y="9900"/>
                  </a:cubicBezTo>
                  <a:cubicBezTo>
                    <a:pt x="717" y="9900"/>
                    <a:pt x="740" y="9877"/>
                    <a:pt x="741" y="9846"/>
                  </a:cubicBezTo>
                  <a:cubicBezTo>
                    <a:pt x="741" y="9846"/>
                    <a:pt x="754" y="9700"/>
                    <a:pt x="769" y="9556"/>
                  </a:cubicBezTo>
                  <a:cubicBezTo>
                    <a:pt x="789" y="9411"/>
                    <a:pt x="815" y="9268"/>
                    <a:pt x="815" y="9268"/>
                  </a:cubicBezTo>
                  <a:cubicBezTo>
                    <a:pt x="815" y="9268"/>
                    <a:pt x="880" y="9234"/>
                    <a:pt x="985" y="9188"/>
                  </a:cubicBezTo>
                  <a:cubicBezTo>
                    <a:pt x="1090" y="9142"/>
                    <a:pt x="1227" y="9085"/>
                    <a:pt x="1363" y="9037"/>
                  </a:cubicBezTo>
                  <a:cubicBezTo>
                    <a:pt x="1505" y="8990"/>
                    <a:pt x="1645" y="8950"/>
                    <a:pt x="1747" y="8924"/>
                  </a:cubicBezTo>
                  <a:cubicBezTo>
                    <a:pt x="1849" y="8897"/>
                    <a:pt x="1920" y="8885"/>
                    <a:pt x="1920" y="8885"/>
                  </a:cubicBezTo>
                  <a:cubicBezTo>
                    <a:pt x="1923" y="8857"/>
                    <a:pt x="1923" y="8829"/>
                    <a:pt x="1920" y="8801"/>
                  </a:cubicBezTo>
                  <a:lnTo>
                    <a:pt x="1920" y="8789"/>
                  </a:lnTo>
                  <a:cubicBezTo>
                    <a:pt x="1920" y="8789"/>
                    <a:pt x="1647" y="8836"/>
                    <a:pt x="1381" y="8924"/>
                  </a:cubicBezTo>
                  <a:cubicBezTo>
                    <a:pt x="1245" y="8966"/>
                    <a:pt x="1110" y="9017"/>
                    <a:pt x="1011" y="9059"/>
                  </a:cubicBezTo>
                  <a:cubicBezTo>
                    <a:pt x="912" y="9104"/>
                    <a:pt x="845" y="9133"/>
                    <a:pt x="845" y="9133"/>
                  </a:cubicBezTo>
                  <a:cubicBezTo>
                    <a:pt x="845" y="9133"/>
                    <a:pt x="866" y="9047"/>
                    <a:pt x="896" y="8917"/>
                  </a:cubicBezTo>
                  <a:cubicBezTo>
                    <a:pt x="937" y="8790"/>
                    <a:pt x="983" y="8619"/>
                    <a:pt x="1051" y="8455"/>
                  </a:cubicBezTo>
                  <a:cubicBezTo>
                    <a:pt x="1110" y="8288"/>
                    <a:pt x="1192" y="8130"/>
                    <a:pt x="1248" y="8010"/>
                  </a:cubicBezTo>
                  <a:cubicBezTo>
                    <a:pt x="1311" y="7893"/>
                    <a:pt x="1353" y="7815"/>
                    <a:pt x="1353" y="7815"/>
                  </a:cubicBezTo>
                  <a:cubicBezTo>
                    <a:pt x="1353" y="7815"/>
                    <a:pt x="1472" y="7797"/>
                    <a:pt x="1650" y="7786"/>
                  </a:cubicBezTo>
                  <a:cubicBezTo>
                    <a:pt x="1739" y="7778"/>
                    <a:pt x="1841" y="7775"/>
                    <a:pt x="1948" y="7772"/>
                  </a:cubicBezTo>
                  <a:cubicBezTo>
                    <a:pt x="2057" y="7772"/>
                    <a:pt x="2172" y="7777"/>
                    <a:pt x="2286" y="7784"/>
                  </a:cubicBezTo>
                  <a:cubicBezTo>
                    <a:pt x="2507" y="7796"/>
                    <a:pt x="2734" y="7838"/>
                    <a:pt x="2890" y="7870"/>
                  </a:cubicBezTo>
                  <a:cubicBezTo>
                    <a:pt x="3050" y="7907"/>
                    <a:pt x="3152" y="7939"/>
                    <a:pt x="3152" y="7939"/>
                  </a:cubicBezTo>
                  <a:cubicBezTo>
                    <a:pt x="3165" y="7915"/>
                    <a:pt x="3178" y="7891"/>
                    <a:pt x="3188" y="7863"/>
                  </a:cubicBezTo>
                  <a:cubicBezTo>
                    <a:pt x="3188" y="7863"/>
                    <a:pt x="2787" y="7729"/>
                    <a:pt x="2338" y="7689"/>
                  </a:cubicBezTo>
                  <a:cubicBezTo>
                    <a:pt x="2192" y="7677"/>
                    <a:pt x="2038" y="7671"/>
                    <a:pt x="1901" y="7671"/>
                  </a:cubicBezTo>
                  <a:cubicBezTo>
                    <a:pt x="1834" y="7671"/>
                    <a:pt x="1771" y="7672"/>
                    <a:pt x="1714" y="7676"/>
                  </a:cubicBezTo>
                  <a:cubicBezTo>
                    <a:pt x="1542" y="7684"/>
                    <a:pt x="1423" y="7698"/>
                    <a:pt x="1423" y="7698"/>
                  </a:cubicBezTo>
                  <a:cubicBezTo>
                    <a:pt x="1423" y="7698"/>
                    <a:pt x="1470" y="7623"/>
                    <a:pt x="1541" y="7510"/>
                  </a:cubicBezTo>
                  <a:cubicBezTo>
                    <a:pt x="1620" y="7402"/>
                    <a:pt x="1717" y="7253"/>
                    <a:pt x="1834" y="7120"/>
                  </a:cubicBezTo>
                  <a:cubicBezTo>
                    <a:pt x="1943" y="6980"/>
                    <a:pt x="2071" y="6857"/>
                    <a:pt x="2162" y="6759"/>
                  </a:cubicBezTo>
                  <a:cubicBezTo>
                    <a:pt x="2259" y="6670"/>
                    <a:pt x="2325" y="6610"/>
                    <a:pt x="2325" y="6610"/>
                  </a:cubicBezTo>
                  <a:cubicBezTo>
                    <a:pt x="2325" y="6610"/>
                    <a:pt x="2348" y="6614"/>
                    <a:pt x="2386" y="6622"/>
                  </a:cubicBezTo>
                  <a:cubicBezTo>
                    <a:pt x="2423" y="6630"/>
                    <a:pt x="2477" y="6642"/>
                    <a:pt x="2543" y="6659"/>
                  </a:cubicBezTo>
                  <a:cubicBezTo>
                    <a:pt x="2674" y="6693"/>
                    <a:pt x="2839" y="6738"/>
                    <a:pt x="3000" y="6800"/>
                  </a:cubicBezTo>
                  <a:cubicBezTo>
                    <a:pt x="3163" y="6863"/>
                    <a:pt x="3311" y="6932"/>
                    <a:pt x="3422" y="6988"/>
                  </a:cubicBezTo>
                  <a:cubicBezTo>
                    <a:pt x="3536" y="7045"/>
                    <a:pt x="3606" y="7085"/>
                    <a:pt x="3606" y="7085"/>
                  </a:cubicBezTo>
                  <a:cubicBezTo>
                    <a:pt x="3641" y="7068"/>
                    <a:pt x="3680" y="7057"/>
                    <a:pt x="3721" y="7050"/>
                  </a:cubicBezTo>
                  <a:lnTo>
                    <a:pt x="3724" y="7042"/>
                  </a:lnTo>
                  <a:cubicBezTo>
                    <a:pt x="3724" y="7042"/>
                    <a:pt x="3427" y="6868"/>
                    <a:pt x="3109" y="6737"/>
                  </a:cubicBezTo>
                  <a:cubicBezTo>
                    <a:pt x="2949" y="6670"/>
                    <a:pt x="2778" y="6611"/>
                    <a:pt x="2649" y="6578"/>
                  </a:cubicBezTo>
                  <a:cubicBezTo>
                    <a:pt x="2519" y="6541"/>
                    <a:pt x="2429" y="6520"/>
                    <a:pt x="2429" y="6520"/>
                  </a:cubicBezTo>
                  <a:cubicBezTo>
                    <a:pt x="2429" y="6520"/>
                    <a:pt x="2498" y="6464"/>
                    <a:pt x="2602" y="6381"/>
                  </a:cubicBezTo>
                  <a:cubicBezTo>
                    <a:pt x="2710" y="6306"/>
                    <a:pt x="2853" y="6200"/>
                    <a:pt x="3006" y="6111"/>
                  </a:cubicBezTo>
                  <a:cubicBezTo>
                    <a:pt x="3311" y="5929"/>
                    <a:pt x="3637" y="5782"/>
                    <a:pt x="3637" y="5782"/>
                  </a:cubicBezTo>
                  <a:cubicBezTo>
                    <a:pt x="3637" y="5782"/>
                    <a:pt x="3767" y="5853"/>
                    <a:pt x="3961" y="5956"/>
                  </a:cubicBezTo>
                  <a:cubicBezTo>
                    <a:pt x="4155" y="6061"/>
                    <a:pt x="4409" y="6206"/>
                    <a:pt x="4675" y="6344"/>
                  </a:cubicBezTo>
                  <a:cubicBezTo>
                    <a:pt x="4937" y="6484"/>
                    <a:pt x="5216" y="6614"/>
                    <a:pt x="5434" y="6704"/>
                  </a:cubicBezTo>
                  <a:cubicBezTo>
                    <a:pt x="5547" y="6747"/>
                    <a:pt x="5639" y="6783"/>
                    <a:pt x="5705" y="6807"/>
                  </a:cubicBezTo>
                  <a:lnTo>
                    <a:pt x="5811" y="6842"/>
                  </a:lnTo>
                  <a:cubicBezTo>
                    <a:pt x="5836" y="6806"/>
                    <a:pt x="5859" y="6769"/>
                    <a:pt x="5881" y="6731"/>
                  </a:cubicBezTo>
                  <a:cubicBezTo>
                    <a:pt x="5881" y="6731"/>
                    <a:pt x="5843" y="6717"/>
                    <a:pt x="5778" y="6696"/>
                  </a:cubicBezTo>
                  <a:cubicBezTo>
                    <a:pt x="5712" y="6674"/>
                    <a:pt x="5618" y="6646"/>
                    <a:pt x="5512" y="6602"/>
                  </a:cubicBezTo>
                  <a:cubicBezTo>
                    <a:pt x="5297" y="6521"/>
                    <a:pt x="5027" y="6397"/>
                    <a:pt x="4767" y="6266"/>
                  </a:cubicBezTo>
                  <a:cubicBezTo>
                    <a:pt x="4510" y="6133"/>
                    <a:pt x="4261" y="5996"/>
                    <a:pt x="4074" y="5893"/>
                  </a:cubicBezTo>
                  <a:cubicBezTo>
                    <a:pt x="3887" y="5792"/>
                    <a:pt x="3762" y="5724"/>
                    <a:pt x="3762" y="5724"/>
                  </a:cubicBezTo>
                  <a:cubicBezTo>
                    <a:pt x="3762" y="5724"/>
                    <a:pt x="4089" y="5576"/>
                    <a:pt x="4415" y="5430"/>
                  </a:cubicBezTo>
                  <a:cubicBezTo>
                    <a:pt x="4580" y="5357"/>
                    <a:pt x="4743" y="5278"/>
                    <a:pt x="4864" y="5218"/>
                  </a:cubicBezTo>
                  <a:cubicBezTo>
                    <a:pt x="4983" y="5155"/>
                    <a:pt x="5063" y="5113"/>
                    <a:pt x="5063" y="5113"/>
                  </a:cubicBezTo>
                  <a:cubicBezTo>
                    <a:pt x="5063" y="5113"/>
                    <a:pt x="5380" y="5260"/>
                    <a:pt x="5734" y="5360"/>
                  </a:cubicBezTo>
                  <a:cubicBezTo>
                    <a:pt x="5911" y="5413"/>
                    <a:pt x="6095" y="5445"/>
                    <a:pt x="6238" y="5466"/>
                  </a:cubicBezTo>
                  <a:cubicBezTo>
                    <a:pt x="6382" y="5488"/>
                    <a:pt x="6482" y="5498"/>
                    <a:pt x="6482" y="5498"/>
                  </a:cubicBezTo>
                  <a:cubicBezTo>
                    <a:pt x="6525" y="5457"/>
                    <a:pt x="6566" y="5415"/>
                    <a:pt x="6609" y="5377"/>
                  </a:cubicBezTo>
                  <a:cubicBezTo>
                    <a:pt x="6609" y="5377"/>
                    <a:pt x="6585" y="5376"/>
                    <a:pt x="6543" y="5373"/>
                  </a:cubicBezTo>
                  <a:cubicBezTo>
                    <a:pt x="6503" y="5371"/>
                    <a:pt x="6443" y="5366"/>
                    <a:pt x="6369" y="5356"/>
                  </a:cubicBezTo>
                  <a:cubicBezTo>
                    <a:pt x="6225" y="5338"/>
                    <a:pt x="6037" y="5308"/>
                    <a:pt x="5862" y="5268"/>
                  </a:cubicBezTo>
                  <a:cubicBezTo>
                    <a:pt x="5505" y="5181"/>
                    <a:pt x="5186" y="5044"/>
                    <a:pt x="5186" y="5044"/>
                  </a:cubicBezTo>
                  <a:cubicBezTo>
                    <a:pt x="5186" y="5044"/>
                    <a:pt x="5264" y="4998"/>
                    <a:pt x="5381" y="4926"/>
                  </a:cubicBezTo>
                  <a:cubicBezTo>
                    <a:pt x="5497" y="4856"/>
                    <a:pt x="5641" y="4742"/>
                    <a:pt x="5784" y="4631"/>
                  </a:cubicBezTo>
                  <a:cubicBezTo>
                    <a:pt x="5855" y="4574"/>
                    <a:pt x="5918" y="4508"/>
                    <a:pt x="5981" y="4451"/>
                  </a:cubicBezTo>
                  <a:cubicBezTo>
                    <a:pt x="6044" y="4394"/>
                    <a:pt x="6100" y="4338"/>
                    <a:pt x="6143" y="4285"/>
                  </a:cubicBezTo>
                  <a:cubicBezTo>
                    <a:pt x="6233" y="4183"/>
                    <a:pt x="6294" y="4115"/>
                    <a:pt x="6294" y="4115"/>
                  </a:cubicBezTo>
                  <a:cubicBezTo>
                    <a:pt x="6294" y="4115"/>
                    <a:pt x="6317" y="4116"/>
                    <a:pt x="6361" y="4117"/>
                  </a:cubicBezTo>
                  <a:cubicBezTo>
                    <a:pt x="6403" y="4117"/>
                    <a:pt x="6463" y="4116"/>
                    <a:pt x="6535" y="4115"/>
                  </a:cubicBezTo>
                  <a:cubicBezTo>
                    <a:pt x="6678" y="4109"/>
                    <a:pt x="6886" y="4099"/>
                    <a:pt x="7083" y="4067"/>
                  </a:cubicBezTo>
                  <a:cubicBezTo>
                    <a:pt x="7280" y="4035"/>
                    <a:pt x="7488" y="3991"/>
                    <a:pt x="7641" y="3949"/>
                  </a:cubicBezTo>
                  <a:cubicBezTo>
                    <a:pt x="7791" y="3906"/>
                    <a:pt x="7893" y="3872"/>
                    <a:pt x="7893" y="3872"/>
                  </a:cubicBezTo>
                  <a:cubicBezTo>
                    <a:pt x="7892" y="3827"/>
                    <a:pt x="7887" y="3783"/>
                    <a:pt x="7884" y="3739"/>
                  </a:cubicBezTo>
                  <a:cubicBezTo>
                    <a:pt x="7884" y="3739"/>
                    <a:pt x="7787" y="3773"/>
                    <a:pt x="7645" y="3815"/>
                  </a:cubicBezTo>
                  <a:cubicBezTo>
                    <a:pt x="7506" y="3858"/>
                    <a:pt x="7313" y="3904"/>
                    <a:pt x="7123" y="3935"/>
                  </a:cubicBezTo>
                  <a:cubicBezTo>
                    <a:pt x="6933" y="3969"/>
                    <a:pt x="6750" y="3990"/>
                    <a:pt x="6608" y="3995"/>
                  </a:cubicBezTo>
                  <a:cubicBezTo>
                    <a:pt x="6467" y="4004"/>
                    <a:pt x="6378" y="4004"/>
                    <a:pt x="6378" y="4004"/>
                  </a:cubicBezTo>
                  <a:cubicBezTo>
                    <a:pt x="6378" y="4004"/>
                    <a:pt x="6431" y="3931"/>
                    <a:pt x="6511" y="3821"/>
                  </a:cubicBezTo>
                  <a:cubicBezTo>
                    <a:pt x="6552" y="3766"/>
                    <a:pt x="6590" y="3696"/>
                    <a:pt x="6635" y="3624"/>
                  </a:cubicBezTo>
                  <a:cubicBezTo>
                    <a:pt x="6679" y="3551"/>
                    <a:pt x="6729" y="3474"/>
                    <a:pt x="6766" y="3391"/>
                  </a:cubicBezTo>
                  <a:cubicBezTo>
                    <a:pt x="6807" y="3310"/>
                    <a:pt x="6846" y="3228"/>
                    <a:pt x="6884" y="3153"/>
                  </a:cubicBezTo>
                  <a:cubicBezTo>
                    <a:pt x="6916" y="3074"/>
                    <a:pt x="6946" y="3000"/>
                    <a:pt x="6971" y="2937"/>
                  </a:cubicBezTo>
                  <a:cubicBezTo>
                    <a:pt x="7025" y="2811"/>
                    <a:pt x="7047" y="2723"/>
                    <a:pt x="7047" y="2723"/>
                  </a:cubicBezTo>
                  <a:cubicBezTo>
                    <a:pt x="7047" y="2723"/>
                    <a:pt x="7135" y="2692"/>
                    <a:pt x="7268" y="2637"/>
                  </a:cubicBezTo>
                  <a:cubicBezTo>
                    <a:pt x="7403" y="2581"/>
                    <a:pt x="7574" y="2498"/>
                    <a:pt x="7746" y="2402"/>
                  </a:cubicBezTo>
                  <a:cubicBezTo>
                    <a:pt x="7833" y="2353"/>
                    <a:pt x="7921" y="2303"/>
                    <a:pt x="8001" y="2251"/>
                  </a:cubicBezTo>
                  <a:cubicBezTo>
                    <a:pt x="8076" y="2201"/>
                    <a:pt x="8150" y="2149"/>
                    <a:pt x="8212" y="2104"/>
                  </a:cubicBezTo>
                  <a:cubicBezTo>
                    <a:pt x="8337" y="2015"/>
                    <a:pt x="8420" y="1950"/>
                    <a:pt x="8420" y="1950"/>
                  </a:cubicBezTo>
                  <a:cubicBezTo>
                    <a:pt x="8458" y="1888"/>
                    <a:pt x="8481" y="1814"/>
                    <a:pt x="8497" y="1728"/>
                  </a:cubicBezTo>
                  <a:lnTo>
                    <a:pt x="8494" y="1720"/>
                  </a:lnTo>
                  <a:cubicBezTo>
                    <a:pt x="8494" y="1720"/>
                    <a:pt x="8415" y="1793"/>
                    <a:pt x="8287" y="1893"/>
                  </a:cubicBezTo>
                  <a:cubicBezTo>
                    <a:pt x="8157" y="1993"/>
                    <a:pt x="7984" y="2117"/>
                    <a:pt x="7812" y="2225"/>
                  </a:cubicBezTo>
                  <a:cubicBezTo>
                    <a:pt x="7630" y="2333"/>
                    <a:pt x="7450" y="2427"/>
                    <a:pt x="7318" y="2490"/>
                  </a:cubicBezTo>
                  <a:cubicBezTo>
                    <a:pt x="7184" y="2553"/>
                    <a:pt x="7089" y="2587"/>
                    <a:pt x="7089" y="2587"/>
                  </a:cubicBezTo>
                  <a:cubicBezTo>
                    <a:pt x="7089" y="2587"/>
                    <a:pt x="7096" y="2566"/>
                    <a:pt x="7108" y="2528"/>
                  </a:cubicBezTo>
                  <a:cubicBezTo>
                    <a:pt x="7120" y="2491"/>
                    <a:pt x="7133" y="2435"/>
                    <a:pt x="7147" y="2369"/>
                  </a:cubicBezTo>
                  <a:cubicBezTo>
                    <a:pt x="7161" y="2302"/>
                    <a:pt x="7178" y="2224"/>
                    <a:pt x="7197" y="2141"/>
                  </a:cubicBezTo>
                  <a:cubicBezTo>
                    <a:pt x="7213" y="2057"/>
                    <a:pt x="7222" y="1967"/>
                    <a:pt x="7235" y="1877"/>
                  </a:cubicBezTo>
                  <a:cubicBezTo>
                    <a:pt x="7250" y="1788"/>
                    <a:pt x="7255" y="1698"/>
                    <a:pt x="7259" y="1613"/>
                  </a:cubicBezTo>
                  <a:cubicBezTo>
                    <a:pt x="7262" y="1526"/>
                    <a:pt x="7270" y="1448"/>
                    <a:pt x="7270" y="1379"/>
                  </a:cubicBezTo>
                  <a:cubicBezTo>
                    <a:pt x="7265" y="1243"/>
                    <a:pt x="7262" y="1152"/>
                    <a:pt x="7262" y="1152"/>
                  </a:cubicBezTo>
                  <a:cubicBezTo>
                    <a:pt x="7262" y="1152"/>
                    <a:pt x="7309" y="1112"/>
                    <a:pt x="7378" y="1052"/>
                  </a:cubicBezTo>
                  <a:cubicBezTo>
                    <a:pt x="7446" y="990"/>
                    <a:pt x="7530" y="903"/>
                    <a:pt x="7616" y="811"/>
                  </a:cubicBezTo>
                  <a:cubicBezTo>
                    <a:pt x="7700" y="720"/>
                    <a:pt x="7788" y="622"/>
                    <a:pt x="7845" y="546"/>
                  </a:cubicBezTo>
                  <a:cubicBezTo>
                    <a:pt x="7902" y="469"/>
                    <a:pt x="7940" y="417"/>
                    <a:pt x="7940" y="417"/>
                  </a:cubicBezTo>
                  <a:cubicBezTo>
                    <a:pt x="7906" y="394"/>
                    <a:pt x="7872" y="369"/>
                    <a:pt x="7839" y="345"/>
                  </a:cubicBezTo>
                  <a:cubicBezTo>
                    <a:pt x="7839" y="345"/>
                    <a:pt x="7805" y="391"/>
                    <a:pt x="7755" y="460"/>
                  </a:cubicBezTo>
                  <a:cubicBezTo>
                    <a:pt x="7704" y="528"/>
                    <a:pt x="7637" y="616"/>
                    <a:pt x="7560" y="700"/>
                  </a:cubicBezTo>
                  <a:cubicBezTo>
                    <a:pt x="7408" y="868"/>
                    <a:pt x="7255" y="1012"/>
                    <a:pt x="7255" y="1012"/>
                  </a:cubicBezTo>
                  <a:cubicBezTo>
                    <a:pt x="7255" y="1012"/>
                    <a:pt x="7247" y="951"/>
                    <a:pt x="7236" y="857"/>
                  </a:cubicBezTo>
                  <a:cubicBezTo>
                    <a:pt x="7228" y="764"/>
                    <a:pt x="7212" y="641"/>
                    <a:pt x="7181" y="520"/>
                  </a:cubicBezTo>
                  <a:cubicBezTo>
                    <a:pt x="7168" y="459"/>
                    <a:pt x="7155" y="399"/>
                    <a:pt x="7144" y="341"/>
                  </a:cubicBezTo>
                  <a:cubicBezTo>
                    <a:pt x="7129" y="285"/>
                    <a:pt x="7110" y="233"/>
                    <a:pt x="7097" y="189"/>
                  </a:cubicBezTo>
                  <a:cubicBezTo>
                    <a:pt x="7070" y="99"/>
                    <a:pt x="7051" y="40"/>
                    <a:pt x="7051" y="40"/>
                  </a:cubicBezTo>
                  <a:cubicBezTo>
                    <a:pt x="7044" y="16"/>
                    <a:pt x="7023" y="0"/>
                    <a:pt x="700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1"/>
            <p:cNvSpPr/>
            <p:nvPr/>
          </p:nvSpPr>
          <p:spPr>
            <a:xfrm>
              <a:off x="5470685" y="1826698"/>
              <a:ext cx="187312" cy="313128"/>
            </a:xfrm>
            <a:custGeom>
              <a:avLst/>
              <a:gdLst/>
              <a:ahLst/>
              <a:cxnLst/>
              <a:rect l="l" t="t" r="r" b="b"/>
              <a:pathLst>
                <a:path w="4246" h="7098" extrusionOk="0">
                  <a:moveTo>
                    <a:pt x="3898" y="0"/>
                  </a:moveTo>
                  <a:cubicBezTo>
                    <a:pt x="3747" y="0"/>
                    <a:pt x="3599" y="44"/>
                    <a:pt x="3460" y="158"/>
                  </a:cubicBezTo>
                  <a:cubicBezTo>
                    <a:pt x="3234" y="350"/>
                    <a:pt x="3130" y="600"/>
                    <a:pt x="3048" y="844"/>
                  </a:cubicBezTo>
                  <a:cubicBezTo>
                    <a:pt x="2965" y="1088"/>
                    <a:pt x="2891" y="1328"/>
                    <a:pt x="2673" y="1531"/>
                  </a:cubicBezTo>
                  <a:cubicBezTo>
                    <a:pt x="2546" y="1652"/>
                    <a:pt x="2393" y="1729"/>
                    <a:pt x="2223" y="1807"/>
                  </a:cubicBezTo>
                  <a:cubicBezTo>
                    <a:pt x="2137" y="1843"/>
                    <a:pt x="2048" y="1876"/>
                    <a:pt x="1956" y="1908"/>
                  </a:cubicBezTo>
                  <a:cubicBezTo>
                    <a:pt x="1867" y="1941"/>
                    <a:pt x="1775" y="1976"/>
                    <a:pt x="1682" y="2011"/>
                  </a:cubicBezTo>
                  <a:cubicBezTo>
                    <a:pt x="1313" y="2149"/>
                    <a:pt x="931" y="2336"/>
                    <a:pt x="725" y="2672"/>
                  </a:cubicBezTo>
                  <a:cubicBezTo>
                    <a:pt x="511" y="3009"/>
                    <a:pt x="516" y="3396"/>
                    <a:pt x="500" y="3740"/>
                  </a:cubicBezTo>
                  <a:cubicBezTo>
                    <a:pt x="490" y="4093"/>
                    <a:pt x="463" y="4401"/>
                    <a:pt x="207" y="4718"/>
                  </a:cubicBezTo>
                  <a:cubicBezTo>
                    <a:pt x="116" y="4826"/>
                    <a:pt x="49" y="4962"/>
                    <a:pt x="32" y="5104"/>
                  </a:cubicBezTo>
                  <a:cubicBezTo>
                    <a:pt x="1" y="5326"/>
                    <a:pt x="105" y="5394"/>
                    <a:pt x="213" y="5442"/>
                  </a:cubicBezTo>
                  <a:cubicBezTo>
                    <a:pt x="323" y="5490"/>
                    <a:pt x="448" y="5524"/>
                    <a:pt x="499" y="5665"/>
                  </a:cubicBezTo>
                  <a:cubicBezTo>
                    <a:pt x="599" y="5934"/>
                    <a:pt x="588" y="6155"/>
                    <a:pt x="594" y="6387"/>
                  </a:cubicBezTo>
                  <a:cubicBezTo>
                    <a:pt x="596" y="6503"/>
                    <a:pt x="612" y="6621"/>
                    <a:pt x="641" y="6740"/>
                  </a:cubicBezTo>
                  <a:cubicBezTo>
                    <a:pt x="673" y="6860"/>
                    <a:pt x="735" y="6981"/>
                    <a:pt x="828" y="7097"/>
                  </a:cubicBezTo>
                  <a:cubicBezTo>
                    <a:pt x="912" y="6966"/>
                    <a:pt x="957" y="6853"/>
                    <a:pt x="989" y="6741"/>
                  </a:cubicBezTo>
                  <a:cubicBezTo>
                    <a:pt x="1027" y="6632"/>
                    <a:pt x="1039" y="6527"/>
                    <a:pt x="1062" y="6424"/>
                  </a:cubicBezTo>
                  <a:cubicBezTo>
                    <a:pt x="1104" y="6220"/>
                    <a:pt x="1153" y="6018"/>
                    <a:pt x="1349" y="5852"/>
                  </a:cubicBezTo>
                  <a:cubicBezTo>
                    <a:pt x="1403" y="5808"/>
                    <a:pt x="1463" y="5796"/>
                    <a:pt x="1525" y="5796"/>
                  </a:cubicBezTo>
                  <a:cubicBezTo>
                    <a:pt x="1582" y="5796"/>
                    <a:pt x="1640" y="5807"/>
                    <a:pt x="1698" y="5814"/>
                  </a:cubicBezTo>
                  <a:cubicBezTo>
                    <a:pt x="1727" y="5817"/>
                    <a:pt x="1755" y="5820"/>
                    <a:pt x="1782" y="5820"/>
                  </a:cubicBezTo>
                  <a:cubicBezTo>
                    <a:pt x="1867" y="5820"/>
                    <a:pt x="1940" y="5795"/>
                    <a:pt x="2003" y="5700"/>
                  </a:cubicBezTo>
                  <a:cubicBezTo>
                    <a:pt x="2052" y="5619"/>
                    <a:pt x="2061" y="5523"/>
                    <a:pt x="2056" y="5426"/>
                  </a:cubicBezTo>
                  <a:cubicBezTo>
                    <a:pt x="2029" y="5135"/>
                    <a:pt x="2245" y="4990"/>
                    <a:pt x="2481" y="4912"/>
                  </a:cubicBezTo>
                  <a:cubicBezTo>
                    <a:pt x="2696" y="4845"/>
                    <a:pt x="2922" y="4819"/>
                    <a:pt x="3087" y="4742"/>
                  </a:cubicBezTo>
                  <a:cubicBezTo>
                    <a:pt x="3126" y="4554"/>
                    <a:pt x="3147" y="4361"/>
                    <a:pt x="3149" y="4168"/>
                  </a:cubicBezTo>
                  <a:cubicBezTo>
                    <a:pt x="3154" y="3908"/>
                    <a:pt x="3128" y="3649"/>
                    <a:pt x="3075" y="3394"/>
                  </a:cubicBezTo>
                  <a:cubicBezTo>
                    <a:pt x="3024" y="3165"/>
                    <a:pt x="2937" y="2956"/>
                    <a:pt x="2851" y="2740"/>
                  </a:cubicBezTo>
                  <a:cubicBezTo>
                    <a:pt x="2787" y="2574"/>
                    <a:pt x="2738" y="2398"/>
                    <a:pt x="2792" y="2223"/>
                  </a:cubicBezTo>
                  <a:cubicBezTo>
                    <a:pt x="2853" y="2032"/>
                    <a:pt x="3012" y="1885"/>
                    <a:pt x="3142" y="1742"/>
                  </a:cubicBezTo>
                  <a:cubicBezTo>
                    <a:pt x="3440" y="1412"/>
                    <a:pt x="3751" y="1087"/>
                    <a:pt x="3983" y="705"/>
                  </a:cubicBezTo>
                  <a:cubicBezTo>
                    <a:pt x="4104" y="503"/>
                    <a:pt x="4194" y="289"/>
                    <a:pt x="4245" y="67"/>
                  </a:cubicBezTo>
                  <a:cubicBezTo>
                    <a:pt x="4131" y="27"/>
                    <a:pt x="4014" y="0"/>
                    <a:pt x="3898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1"/>
            <p:cNvSpPr/>
            <p:nvPr/>
          </p:nvSpPr>
          <p:spPr>
            <a:xfrm>
              <a:off x="4765042" y="1753734"/>
              <a:ext cx="398888" cy="386006"/>
            </a:xfrm>
            <a:custGeom>
              <a:avLst/>
              <a:gdLst/>
              <a:ahLst/>
              <a:cxnLst/>
              <a:rect l="l" t="t" r="r" b="b"/>
              <a:pathLst>
                <a:path w="9042" h="8750" extrusionOk="0">
                  <a:moveTo>
                    <a:pt x="580" y="0"/>
                  </a:moveTo>
                  <a:cubicBezTo>
                    <a:pt x="511" y="0"/>
                    <a:pt x="444" y="47"/>
                    <a:pt x="435" y="124"/>
                  </a:cubicBezTo>
                  <a:cubicBezTo>
                    <a:pt x="419" y="257"/>
                    <a:pt x="385" y="393"/>
                    <a:pt x="340" y="534"/>
                  </a:cubicBezTo>
                  <a:cubicBezTo>
                    <a:pt x="298" y="671"/>
                    <a:pt x="254" y="818"/>
                    <a:pt x="207" y="971"/>
                  </a:cubicBezTo>
                  <a:cubicBezTo>
                    <a:pt x="153" y="1149"/>
                    <a:pt x="54" y="1308"/>
                    <a:pt x="22" y="1502"/>
                  </a:cubicBezTo>
                  <a:cubicBezTo>
                    <a:pt x="3" y="1601"/>
                    <a:pt x="1" y="1708"/>
                    <a:pt x="25" y="1833"/>
                  </a:cubicBezTo>
                  <a:cubicBezTo>
                    <a:pt x="51" y="1957"/>
                    <a:pt x="113" y="2092"/>
                    <a:pt x="214" y="2248"/>
                  </a:cubicBezTo>
                  <a:cubicBezTo>
                    <a:pt x="518" y="2682"/>
                    <a:pt x="950" y="2427"/>
                    <a:pt x="1141" y="2657"/>
                  </a:cubicBezTo>
                  <a:cubicBezTo>
                    <a:pt x="1564" y="3161"/>
                    <a:pt x="1265" y="3692"/>
                    <a:pt x="1621" y="4094"/>
                  </a:cubicBezTo>
                  <a:cubicBezTo>
                    <a:pt x="1772" y="4254"/>
                    <a:pt x="1987" y="4332"/>
                    <a:pt x="2198" y="4395"/>
                  </a:cubicBezTo>
                  <a:cubicBezTo>
                    <a:pt x="2408" y="4464"/>
                    <a:pt x="2609" y="4528"/>
                    <a:pt x="2746" y="4689"/>
                  </a:cubicBezTo>
                  <a:cubicBezTo>
                    <a:pt x="2912" y="4891"/>
                    <a:pt x="2919" y="5163"/>
                    <a:pt x="2947" y="5422"/>
                  </a:cubicBezTo>
                  <a:cubicBezTo>
                    <a:pt x="2992" y="5842"/>
                    <a:pt x="3188" y="6328"/>
                    <a:pt x="3606" y="6452"/>
                  </a:cubicBezTo>
                  <a:cubicBezTo>
                    <a:pt x="3694" y="6477"/>
                    <a:pt x="3777" y="6487"/>
                    <a:pt x="3857" y="6487"/>
                  </a:cubicBezTo>
                  <a:cubicBezTo>
                    <a:pt x="4245" y="6487"/>
                    <a:pt x="4552" y="6241"/>
                    <a:pt x="4888" y="6241"/>
                  </a:cubicBezTo>
                  <a:cubicBezTo>
                    <a:pt x="4931" y="6241"/>
                    <a:pt x="4976" y="6245"/>
                    <a:pt x="5021" y="6254"/>
                  </a:cubicBezTo>
                  <a:cubicBezTo>
                    <a:pt x="5282" y="6305"/>
                    <a:pt x="5434" y="6528"/>
                    <a:pt x="5554" y="6751"/>
                  </a:cubicBezTo>
                  <a:cubicBezTo>
                    <a:pt x="5675" y="6976"/>
                    <a:pt x="5750" y="7191"/>
                    <a:pt x="5910" y="7250"/>
                  </a:cubicBezTo>
                  <a:cubicBezTo>
                    <a:pt x="5958" y="7269"/>
                    <a:pt x="6012" y="7275"/>
                    <a:pt x="6070" y="7275"/>
                  </a:cubicBezTo>
                  <a:cubicBezTo>
                    <a:pt x="6110" y="7275"/>
                    <a:pt x="6151" y="7272"/>
                    <a:pt x="6194" y="7268"/>
                  </a:cubicBezTo>
                  <a:cubicBezTo>
                    <a:pt x="6254" y="7263"/>
                    <a:pt x="6321" y="7261"/>
                    <a:pt x="6389" y="7261"/>
                  </a:cubicBezTo>
                  <a:cubicBezTo>
                    <a:pt x="6442" y="7261"/>
                    <a:pt x="6496" y="7262"/>
                    <a:pt x="6549" y="7266"/>
                  </a:cubicBezTo>
                  <a:cubicBezTo>
                    <a:pt x="6791" y="7287"/>
                    <a:pt x="7020" y="7375"/>
                    <a:pt x="7057" y="7648"/>
                  </a:cubicBezTo>
                  <a:cubicBezTo>
                    <a:pt x="7069" y="7741"/>
                    <a:pt x="7100" y="7826"/>
                    <a:pt x="7166" y="7885"/>
                  </a:cubicBezTo>
                  <a:cubicBezTo>
                    <a:pt x="7212" y="7928"/>
                    <a:pt x="7259" y="7944"/>
                    <a:pt x="7307" y="7944"/>
                  </a:cubicBezTo>
                  <a:cubicBezTo>
                    <a:pt x="7444" y="7944"/>
                    <a:pt x="7590" y="7814"/>
                    <a:pt x="7740" y="7814"/>
                  </a:cubicBezTo>
                  <a:cubicBezTo>
                    <a:pt x="7767" y="7814"/>
                    <a:pt x="7793" y="7818"/>
                    <a:pt x="7819" y="7827"/>
                  </a:cubicBezTo>
                  <a:cubicBezTo>
                    <a:pt x="8042" y="7911"/>
                    <a:pt x="8135" y="8067"/>
                    <a:pt x="8216" y="8225"/>
                  </a:cubicBezTo>
                  <a:cubicBezTo>
                    <a:pt x="8296" y="8389"/>
                    <a:pt x="8372" y="8537"/>
                    <a:pt x="8553" y="8749"/>
                  </a:cubicBezTo>
                  <a:cubicBezTo>
                    <a:pt x="8731" y="8520"/>
                    <a:pt x="8703" y="8274"/>
                    <a:pt x="8660" y="8073"/>
                  </a:cubicBezTo>
                  <a:cubicBezTo>
                    <a:pt x="8616" y="7863"/>
                    <a:pt x="8550" y="7675"/>
                    <a:pt x="8585" y="7412"/>
                  </a:cubicBezTo>
                  <a:cubicBezTo>
                    <a:pt x="8616" y="7129"/>
                    <a:pt x="9041" y="7159"/>
                    <a:pt x="8908" y="6788"/>
                  </a:cubicBezTo>
                  <a:cubicBezTo>
                    <a:pt x="8864" y="6671"/>
                    <a:pt x="8775" y="6577"/>
                    <a:pt x="8674" y="6508"/>
                  </a:cubicBezTo>
                  <a:cubicBezTo>
                    <a:pt x="8379" y="6312"/>
                    <a:pt x="8319" y="6046"/>
                    <a:pt x="8272" y="5737"/>
                  </a:cubicBezTo>
                  <a:cubicBezTo>
                    <a:pt x="8248" y="5584"/>
                    <a:pt x="8228" y="5422"/>
                    <a:pt x="8174" y="5256"/>
                  </a:cubicBezTo>
                  <a:cubicBezTo>
                    <a:pt x="8119" y="5086"/>
                    <a:pt x="8039" y="4926"/>
                    <a:pt x="7919" y="4791"/>
                  </a:cubicBezTo>
                  <a:cubicBezTo>
                    <a:pt x="7681" y="4524"/>
                    <a:pt x="7329" y="4449"/>
                    <a:pt x="7016" y="4405"/>
                  </a:cubicBezTo>
                  <a:cubicBezTo>
                    <a:pt x="6700" y="4358"/>
                    <a:pt x="6413" y="4330"/>
                    <a:pt x="6242" y="4132"/>
                  </a:cubicBezTo>
                  <a:cubicBezTo>
                    <a:pt x="5958" y="3792"/>
                    <a:pt x="6189" y="3250"/>
                    <a:pt x="5882" y="2864"/>
                  </a:cubicBezTo>
                  <a:cubicBezTo>
                    <a:pt x="5766" y="2714"/>
                    <a:pt x="5589" y="2660"/>
                    <a:pt x="5393" y="2660"/>
                  </a:cubicBezTo>
                  <a:cubicBezTo>
                    <a:pt x="5221" y="2660"/>
                    <a:pt x="5033" y="2702"/>
                    <a:pt x="4860" y="2758"/>
                  </a:cubicBezTo>
                  <a:cubicBezTo>
                    <a:pt x="4702" y="2809"/>
                    <a:pt x="4528" y="2872"/>
                    <a:pt x="4368" y="2872"/>
                  </a:cubicBezTo>
                  <a:cubicBezTo>
                    <a:pt x="4303" y="2872"/>
                    <a:pt x="4240" y="2862"/>
                    <a:pt x="4182" y="2836"/>
                  </a:cubicBezTo>
                  <a:cubicBezTo>
                    <a:pt x="4015" y="2764"/>
                    <a:pt x="3932" y="2598"/>
                    <a:pt x="3862" y="2427"/>
                  </a:cubicBezTo>
                  <a:cubicBezTo>
                    <a:pt x="3785" y="2258"/>
                    <a:pt x="3730" y="2079"/>
                    <a:pt x="3594" y="1979"/>
                  </a:cubicBezTo>
                  <a:cubicBezTo>
                    <a:pt x="3281" y="1734"/>
                    <a:pt x="2748" y="2055"/>
                    <a:pt x="2386" y="1624"/>
                  </a:cubicBezTo>
                  <a:cubicBezTo>
                    <a:pt x="2223" y="1430"/>
                    <a:pt x="2588" y="1087"/>
                    <a:pt x="2378" y="788"/>
                  </a:cubicBezTo>
                  <a:cubicBezTo>
                    <a:pt x="2309" y="678"/>
                    <a:pt x="2229" y="607"/>
                    <a:pt x="2155" y="556"/>
                  </a:cubicBezTo>
                  <a:cubicBezTo>
                    <a:pt x="2079" y="503"/>
                    <a:pt x="1999" y="474"/>
                    <a:pt x="1915" y="456"/>
                  </a:cubicBezTo>
                  <a:cubicBezTo>
                    <a:pt x="1746" y="420"/>
                    <a:pt x="1574" y="427"/>
                    <a:pt x="1415" y="379"/>
                  </a:cubicBezTo>
                  <a:cubicBezTo>
                    <a:pt x="1278" y="339"/>
                    <a:pt x="1137" y="298"/>
                    <a:pt x="1015" y="242"/>
                  </a:cubicBezTo>
                  <a:cubicBezTo>
                    <a:pt x="895" y="189"/>
                    <a:pt x="780" y="123"/>
                    <a:pt x="678" y="36"/>
                  </a:cubicBezTo>
                  <a:cubicBezTo>
                    <a:pt x="649" y="12"/>
                    <a:pt x="614" y="0"/>
                    <a:pt x="58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1"/>
            <p:cNvSpPr/>
            <p:nvPr/>
          </p:nvSpPr>
          <p:spPr>
            <a:xfrm>
              <a:off x="4792966" y="1775217"/>
              <a:ext cx="323010" cy="296762"/>
            </a:xfrm>
            <a:custGeom>
              <a:avLst/>
              <a:gdLst/>
              <a:ahLst/>
              <a:cxnLst/>
              <a:rect l="l" t="t" r="r" b="b"/>
              <a:pathLst>
                <a:path w="7322" h="6727" extrusionOk="0">
                  <a:moveTo>
                    <a:pt x="88" y="1"/>
                  </a:moveTo>
                  <a:cubicBezTo>
                    <a:pt x="64" y="151"/>
                    <a:pt x="45" y="305"/>
                    <a:pt x="28" y="464"/>
                  </a:cubicBezTo>
                  <a:cubicBezTo>
                    <a:pt x="17" y="619"/>
                    <a:pt x="11" y="778"/>
                    <a:pt x="6" y="941"/>
                  </a:cubicBezTo>
                  <a:cubicBezTo>
                    <a:pt x="0" y="1057"/>
                    <a:pt x="10" y="1175"/>
                    <a:pt x="73" y="1272"/>
                  </a:cubicBezTo>
                  <a:cubicBezTo>
                    <a:pt x="146" y="1379"/>
                    <a:pt x="271" y="1431"/>
                    <a:pt x="393" y="1473"/>
                  </a:cubicBezTo>
                  <a:cubicBezTo>
                    <a:pt x="805" y="1631"/>
                    <a:pt x="1213" y="1861"/>
                    <a:pt x="1353" y="2261"/>
                  </a:cubicBezTo>
                  <a:cubicBezTo>
                    <a:pt x="1460" y="2565"/>
                    <a:pt x="1413" y="2975"/>
                    <a:pt x="1686" y="3172"/>
                  </a:cubicBezTo>
                  <a:cubicBezTo>
                    <a:pt x="1810" y="3264"/>
                    <a:pt x="1960" y="3278"/>
                    <a:pt x="2115" y="3278"/>
                  </a:cubicBezTo>
                  <a:cubicBezTo>
                    <a:pt x="2179" y="3278"/>
                    <a:pt x="2244" y="3276"/>
                    <a:pt x="2308" y="3276"/>
                  </a:cubicBezTo>
                  <a:cubicBezTo>
                    <a:pt x="2392" y="3276"/>
                    <a:pt x="2475" y="3280"/>
                    <a:pt x="2553" y="3298"/>
                  </a:cubicBezTo>
                  <a:cubicBezTo>
                    <a:pt x="2688" y="3327"/>
                    <a:pt x="2801" y="3398"/>
                    <a:pt x="2900" y="3492"/>
                  </a:cubicBezTo>
                  <a:cubicBezTo>
                    <a:pt x="3000" y="3582"/>
                    <a:pt x="3084" y="3694"/>
                    <a:pt x="3150" y="3815"/>
                  </a:cubicBezTo>
                  <a:cubicBezTo>
                    <a:pt x="3284" y="4052"/>
                    <a:pt x="3371" y="4323"/>
                    <a:pt x="3514" y="4559"/>
                  </a:cubicBezTo>
                  <a:cubicBezTo>
                    <a:pt x="3593" y="4688"/>
                    <a:pt x="3699" y="4823"/>
                    <a:pt x="3851" y="4848"/>
                  </a:cubicBezTo>
                  <a:cubicBezTo>
                    <a:pt x="3871" y="4851"/>
                    <a:pt x="3892" y="4853"/>
                    <a:pt x="3913" y="4853"/>
                  </a:cubicBezTo>
                  <a:cubicBezTo>
                    <a:pt x="4055" y="4853"/>
                    <a:pt x="4196" y="4778"/>
                    <a:pt x="4339" y="4771"/>
                  </a:cubicBezTo>
                  <a:cubicBezTo>
                    <a:pt x="4344" y="4771"/>
                    <a:pt x="4349" y="4771"/>
                    <a:pt x="4354" y="4771"/>
                  </a:cubicBezTo>
                  <a:cubicBezTo>
                    <a:pt x="4603" y="4771"/>
                    <a:pt x="4752" y="5073"/>
                    <a:pt x="4890" y="5279"/>
                  </a:cubicBezTo>
                  <a:cubicBezTo>
                    <a:pt x="5030" y="5490"/>
                    <a:pt x="5148" y="5727"/>
                    <a:pt x="5353" y="5825"/>
                  </a:cubicBezTo>
                  <a:cubicBezTo>
                    <a:pt x="5515" y="5901"/>
                    <a:pt x="5706" y="5882"/>
                    <a:pt x="5890" y="5897"/>
                  </a:cubicBezTo>
                  <a:cubicBezTo>
                    <a:pt x="6385" y="5930"/>
                    <a:pt x="6867" y="6239"/>
                    <a:pt x="7322" y="6726"/>
                  </a:cubicBezTo>
                  <a:cubicBezTo>
                    <a:pt x="7032" y="6121"/>
                    <a:pt x="6791" y="5616"/>
                    <a:pt x="6539" y="5071"/>
                  </a:cubicBezTo>
                  <a:cubicBezTo>
                    <a:pt x="6451" y="4872"/>
                    <a:pt x="6366" y="4656"/>
                    <a:pt x="6197" y="4519"/>
                  </a:cubicBezTo>
                  <a:cubicBezTo>
                    <a:pt x="5979" y="4345"/>
                    <a:pt x="5690" y="4345"/>
                    <a:pt x="5436" y="4329"/>
                  </a:cubicBezTo>
                  <a:cubicBezTo>
                    <a:pt x="5179" y="4314"/>
                    <a:pt x="4847" y="4335"/>
                    <a:pt x="4738" y="4105"/>
                  </a:cubicBezTo>
                  <a:cubicBezTo>
                    <a:pt x="4673" y="3960"/>
                    <a:pt x="4692" y="3772"/>
                    <a:pt x="4602" y="3645"/>
                  </a:cubicBezTo>
                  <a:cubicBezTo>
                    <a:pt x="4518" y="3529"/>
                    <a:pt x="4369" y="3490"/>
                    <a:pt x="4224" y="3475"/>
                  </a:cubicBezTo>
                  <a:cubicBezTo>
                    <a:pt x="3961" y="3451"/>
                    <a:pt x="3692" y="3470"/>
                    <a:pt x="3428" y="3425"/>
                  </a:cubicBezTo>
                  <a:cubicBezTo>
                    <a:pt x="3297" y="3401"/>
                    <a:pt x="3166" y="3358"/>
                    <a:pt x="3050" y="3291"/>
                  </a:cubicBezTo>
                  <a:cubicBezTo>
                    <a:pt x="2938" y="3221"/>
                    <a:pt x="2843" y="3126"/>
                    <a:pt x="2785" y="3006"/>
                  </a:cubicBezTo>
                  <a:cubicBezTo>
                    <a:pt x="2668" y="2745"/>
                    <a:pt x="2733" y="2405"/>
                    <a:pt x="2560" y="2203"/>
                  </a:cubicBezTo>
                  <a:cubicBezTo>
                    <a:pt x="2364" y="1981"/>
                    <a:pt x="1986" y="2055"/>
                    <a:pt x="1692" y="1942"/>
                  </a:cubicBezTo>
                  <a:cubicBezTo>
                    <a:pt x="1307" y="1792"/>
                    <a:pt x="1149" y="1328"/>
                    <a:pt x="1162" y="925"/>
                  </a:cubicBezTo>
                  <a:cubicBezTo>
                    <a:pt x="1161" y="811"/>
                    <a:pt x="1180" y="683"/>
                    <a:pt x="1120" y="592"/>
                  </a:cubicBezTo>
                  <a:cubicBezTo>
                    <a:pt x="1071" y="509"/>
                    <a:pt x="966" y="471"/>
                    <a:pt x="876" y="426"/>
                  </a:cubicBezTo>
                  <a:cubicBezTo>
                    <a:pt x="745" y="366"/>
                    <a:pt x="611" y="301"/>
                    <a:pt x="477" y="232"/>
                  </a:cubicBezTo>
                  <a:cubicBezTo>
                    <a:pt x="350" y="159"/>
                    <a:pt x="220" y="81"/>
                    <a:pt x="88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1"/>
            <p:cNvSpPr/>
            <p:nvPr/>
          </p:nvSpPr>
          <p:spPr>
            <a:xfrm>
              <a:off x="4771174" y="1766880"/>
              <a:ext cx="380139" cy="350758"/>
            </a:xfrm>
            <a:custGeom>
              <a:avLst/>
              <a:gdLst/>
              <a:ahLst/>
              <a:cxnLst/>
              <a:rect l="l" t="t" r="r" b="b"/>
              <a:pathLst>
                <a:path w="8617" h="7951" extrusionOk="0">
                  <a:moveTo>
                    <a:pt x="531" y="1"/>
                  </a:moveTo>
                  <a:cubicBezTo>
                    <a:pt x="524" y="1"/>
                    <a:pt x="517" y="2"/>
                    <a:pt x="510" y="5"/>
                  </a:cubicBezTo>
                  <a:cubicBezTo>
                    <a:pt x="484" y="16"/>
                    <a:pt x="469" y="47"/>
                    <a:pt x="480" y="73"/>
                  </a:cubicBezTo>
                  <a:cubicBezTo>
                    <a:pt x="480" y="73"/>
                    <a:pt x="485" y="86"/>
                    <a:pt x="494" y="109"/>
                  </a:cubicBezTo>
                  <a:cubicBezTo>
                    <a:pt x="502" y="131"/>
                    <a:pt x="515" y="162"/>
                    <a:pt x="533" y="199"/>
                  </a:cubicBezTo>
                  <a:cubicBezTo>
                    <a:pt x="569" y="274"/>
                    <a:pt x="616" y="372"/>
                    <a:pt x="663" y="472"/>
                  </a:cubicBezTo>
                  <a:cubicBezTo>
                    <a:pt x="709" y="573"/>
                    <a:pt x="766" y="667"/>
                    <a:pt x="805" y="739"/>
                  </a:cubicBezTo>
                  <a:cubicBezTo>
                    <a:pt x="845" y="810"/>
                    <a:pt x="873" y="858"/>
                    <a:pt x="873" y="858"/>
                  </a:cubicBezTo>
                  <a:cubicBezTo>
                    <a:pt x="873" y="858"/>
                    <a:pt x="669" y="842"/>
                    <a:pt x="459" y="816"/>
                  </a:cubicBezTo>
                  <a:cubicBezTo>
                    <a:pt x="247" y="793"/>
                    <a:pt x="43" y="750"/>
                    <a:pt x="43" y="750"/>
                  </a:cubicBezTo>
                  <a:cubicBezTo>
                    <a:pt x="29" y="783"/>
                    <a:pt x="15" y="819"/>
                    <a:pt x="1" y="855"/>
                  </a:cubicBezTo>
                  <a:cubicBezTo>
                    <a:pt x="1" y="855"/>
                    <a:pt x="57" y="866"/>
                    <a:pt x="147" y="881"/>
                  </a:cubicBezTo>
                  <a:cubicBezTo>
                    <a:pt x="237" y="894"/>
                    <a:pt x="356" y="910"/>
                    <a:pt x="472" y="925"/>
                  </a:cubicBezTo>
                  <a:cubicBezTo>
                    <a:pt x="707" y="953"/>
                    <a:pt x="934" y="968"/>
                    <a:pt x="934" y="968"/>
                  </a:cubicBezTo>
                  <a:cubicBezTo>
                    <a:pt x="934" y="968"/>
                    <a:pt x="978" y="1035"/>
                    <a:pt x="1044" y="1136"/>
                  </a:cubicBezTo>
                  <a:cubicBezTo>
                    <a:pt x="1108" y="1238"/>
                    <a:pt x="1194" y="1373"/>
                    <a:pt x="1293" y="1499"/>
                  </a:cubicBezTo>
                  <a:cubicBezTo>
                    <a:pt x="1386" y="1629"/>
                    <a:pt x="1483" y="1756"/>
                    <a:pt x="1562" y="1847"/>
                  </a:cubicBezTo>
                  <a:cubicBezTo>
                    <a:pt x="1638" y="1939"/>
                    <a:pt x="1690" y="2001"/>
                    <a:pt x="1690" y="2001"/>
                  </a:cubicBezTo>
                  <a:cubicBezTo>
                    <a:pt x="1690" y="2001"/>
                    <a:pt x="1318" y="2042"/>
                    <a:pt x="930" y="2050"/>
                  </a:cubicBezTo>
                  <a:cubicBezTo>
                    <a:pt x="882" y="2051"/>
                    <a:pt x="833" y="2051"/>
                    <a:pt x="785" y="2051"/>
                  </a:cubicBezTo>
                  <a:cubicBezTo>
                    <a:pt x="454" y="2051"/>
                    <a:pt x="149" y="2032"/>
                    <a:pt x="149" y="2032"/>
                  </a:cubicBezTo>
                  <a:lnTo>
                    <a:pt x="149" y="2040"/>
                  </a:lnTo>
                  <a:cubicBezTo>
                    <a:pt x="198" y="2090"/>
                    <a:pt x="252" y="2127"/>
                    <a:pt x="304" y="2153"/>
                  </a:cubicBezTo>
                  <a:cubicBezTo>
                    <a:pt x="304" y="2153"/>
                    <a:pt x="399" y="2155"/>
                    <a:pt x="539" y="2159"/>
                  </a:cubicBezTo>
                  <a:cubicBezTo>
                    <a:pt x="601" y="2161"/>
                    <a:pt x="671" y="2162"/>
                    <a:pt x="745" y="2162"/>
                  </a:cubicBezTo>
                  <a:cubicBezTo>
                    <a:pt x="841" y="2162"/>
                    <a:pt x="944" y="2160"/>
                    <a:pt x="1049" y="2154"/>
                  </a:cubicBezTo>
                  <a:cubicBezTo>
                    <a:pt x="1234" y="2147"/>
                    <a:pt x="1415" y="2132"/>
                    <a:pt x="1549" y="2121"/>
                  </a:cubicBezTo>
                  <a:cubicBezTo>
                    <a:pt x="1681" y="2110"/>
                    <a:pt x="1772" y="2096"/>
                    <a:pt x="1772" y="2096"/>
                  </a:cubicBezTo>
                  <a:cubicBezTo>
                    <a:pt x="1772" y="2096"/>
                    <a:pt x="1826" y="2155"/>
                    <a:pt x="1907" y="2243"/>
                  </a:cubicBezTo>
                  <a:cubicBezTo>
                    <a:pt x="1986" y="2334"/>
                    <a:pt x="2096" y="2449"/>
                    <a:pt x="2212" y="2560"/>
                  </a:cubicBezTo>
                  <a:cubicBezTo>
                    <a:pt x="2323" y="2674"/>
                    <a:pt x="2441" y="2784"/>
                    <a:pt x="2530" y="2863"/>
                  </a:cubicBezTo>
                  <a:cubicBezTo>
                    <a:pt x="2618" y="2943"/>
                    <a:pt x="2677" y="2998"/>
                    <a:pt x="2677" y="2998"/>
                  </a:cubicBezTo>
                  <a:cubicBezTo>
                    <a:pt x="2677" y="2998"/>
                    <a:pt x="2342" y="3083"/>
                    <a:pt x="1991" y="3153"/>
                  </a:cubicBezTo>
                  <a:cubicBezTo>
                    <a:pt x="1646" y="3220"/>
                    <a:pt x="1285" y="3268"/>
                    <a:pt x="1285" y="3268"/>
                  </a:cubicBezTo>
                  <a:cubicBezTo>
                    <a:pt x="1291" y="3305"/>
                    <a:pt x="1294" y="3340"/>
                    <a:pt x="1301" y="3377"/>
                  </a:cubicBezTo>
                  <a:cubicBezTo>
                    <a:pt x="1301" y="3377"/>
                    <a:pt x="1396" y="3363"/>
                    <a:pt x="1538" y="3342"/>
                  </a:cubicBezTo>
                  <a:cubicBezTo>
                    <a:pt x="1677" y="3321"/>
                    <a:pt x="1863" y="3292"/>
                    <a:pt x="2048" y="3251"/>
                  </a:cubicBezTo>
                  <a:cubicBezTo>
                    <a:pt x="2233" y="3213"/>
                    <a:pt x="2415" y="3171"/>
                    <a:pt x="2548" y="3137"/>
                  </a:cubicBezTo>
                  <a:cubicBezTo>
                    <a:pt x="2681" y="3106"/>
                    <a:pt x="2772" y="3080"/>
                    <a:pt x="2772" y="3080"/>
                  </a:cubicBezTo>
                  <a:cubicBezTo>
                    <a:pt x="2772" y="3080"/>
                    <a:pt x="2832" y="3131"/>
                    <a:pt x="2924" y="3209"/>
                  </a:cubicBezTo>
                  <a:cubicBezTo>
                    <a:pt x="3015" y="3288"/>
                    <a:pt x="3140" y="3388"/>
                    <a:pt x="3266" y="3484"/>
                  </a:cubicBezTo>
                  <a:cubicBezTo>
                    <a:pt x="3389" y="3584"/>
                    <a:pt x="3518" y="3681"/>
                    <a:pt x="3615" y="3750"/>
                  </a:cubicBezTo>
                  <a:cubicBezTo>
                    <a:pt x="3712" y="3820"/>
                    <a:pt x="3776" y="3868"/>
                    <a:pt x="3776" y="3868"/>
                  </a:cubicBezTo>
                  <a:cubicBezTo>
                    <a:pt x="3776" y="3868"/>
                    <a:pt x="3465" y="3983"/>
                    <a:pt x="3143" y="4090"/>
                  </a:cubicBezTo>
                  <a:cubicBezTo>
                    <a:pt x="2822" y="4195"/>
                    <a:pt x="2494" y="4286"/>
                    <a:pt x="2494" y="4286"/>
                  </a:cubicBezTo>
                  <a:cubicBezTo>
                    <a:pt x="2527" y="4311"/>
                    <a:pt x="2560" y="4339"/>
                    <a:pt x="2589" y="4371"/>
                  </a:cubicBezTo>
                  <a:cubicBezTo>
                    <a:pt x="2589" y="4371"/>
                    <a:pt x="2919" y="4279"/>
                    <a:pt x="3242" y="4167"/>
                  </a:cubicBezTo>
                  <a:cubicBezTo>
                    <a:pt x="3563" y="4060"/>
                    <a:pt x="3876" y="3939"/>
                    <a:pt x="3876" y="3939"/>
                  </a:cubicBezTo>
                  <a:cubicBezTo>
                    <a:pt x="3876" y="3939"/>
                    <a:pt x="3941" y="3983"/>
                    <a:pt x="4040" y="4051"/>
                  </a:cubicBezTo>
                  <a:cubicBezTo>
                    <a:pt x="4139" y="4120"/>
                    <a:pt x="4271" y="4208"/>
                    <a:pt x="4406" y="4295"/>
                  </a:cubicBezTo>
                  <a:cubicBezTo>
                    <a:pt x="4538" y="4382"/>
                    <a:pt x="4673" y="4469"/>
                    <a:pt x="4775" y="4529"/>
                  </a:cubicBezTo>
                  <a:cubicBezTo>
                    <a:pt x="4876" y="4593"/>
                    <a:pt x="4945" y="4635"/>
                    <a:pt x="4945" y="4635"/>
                  </a:cubicBezTo>
                  <a:cubicBezTo>
                    <a:pt x="4945" y="4635"/>
                    <a:pt x="4821" y="4691"/>
                    <a:pt x="4633" y="4774"/>
                  </a:cubicBezTo>
                  <a:cubicBezTo>
                    <a:pt x="4443" y="4857"/>
                    <a:pt x="4188" y="4965"/>
                    <a:pt x="3930" y="5065"/>
                  </a:cubicBezTo>
                  <a:cubicBezTo>
                    <a:pt x="3413" y="5274"/>
                    <a:pt x="2873" y="5447"/>
                    <a:pt x="2873" y="5447"/>
                  </a:cubicBezTo>
                  <a:cubicBezTo>
                    <a:pt x="2883" y="5482"/>
                    <a:pt x="2895" y="5516"/>
                    <a:pt x="2900" y="5542"/>
                  </a:cubicBezTo>
                  <a:cubicBezTo>
                    <a:pt x="2900" y="5542"/>
                    <a:pt x="3040" y="5496"/>
                    <a:pt x="3247" y="5426"/>
                  </a:cubicBezTo>
                  <a:cubicBezTo>
                    <a:pt x="3453" y="5354"/>
                    <a:pt x="3728" y="5249"/>
                    <a:pt x="3994" y="5144"/>
                  </a:cubicBezTo>
                  <a:cubicBezTo>
                    <a:pt x="4532" y="4931"/>
                    <a:pt x="5044" y="4691"/>
                    <a:pt x="5044" y="4691"/>
                  </a:cubicBezTo>
                  <a:cubicBezTo>
                    <a:pt x="5044" y="4691"/>
                    <a:pt x="5320" y="4853"/>
                    <a:pt x="5594" y="5013"/>
                  </a:cubicBezTo>
                  <a:cubicBezTo>
                    <a:pt x="5871" y="5170"/>
                    <a:pt x="6139" y="5337"/>
                    <a:pt x="6139" y="5337"/>
                  </a:cubicBezTo>
                  <a:cubicBezTo>
                    <a:pt x="6139" y="5337"/>
                    <a:pt x="5819" y="5480"/>
                    <a:pt x="5506" y="5636"/>
                  </a:cubicBezTo>
                  <a:cubicBezTo>
                    <a:pt x="5189" y="5789"/>
                    <a:pt x="4874" y="5943"/>
                    <a:pt x="4874" y="5943"/>
                  </a:cubicBezTo>
                  <a:lnTo>
                    <a:pt x="4878" y="5951"/>
                  </a:lnTo>
                  <a:cubicBezTo>
                    <a:pt x="4924" y="5960"/>
                    <a:pt x="4966" y="5976"/>
                    <a:pt x="5005" y="5994"/>
                  </a:cubicBezTo>
                  <a:cubicBezTo>
                    <a:pt x="5005" y="5994"/>
                    <a:pt x="5312" y="5843"/>
                    <a:pt x="5620" y="5690"/>
                  </a:cubicBezTo>
                  <a:cubicBezTo>
                    <a:pt x="5926" y="5540"/>
                    <a:pt x="6244" y="5405"/>
                    <a:pt x="6244" y="5405"/>
                  </a:cubicBezTo>
                  <a:cubicBezTo>
                    <a:pt x="6244" y="5405"/>
                    <a:pt x="6512" y="5573"/>
                    <a:pt x="6754" y="5773"/>
                  </a:cubicBezTo>
                  <a:cubicBezTo>
                    <a:pt x="6997" y="5971"/>
                    <a:pt x="7203" y="6209"/>
                    <a:pt x="7203" y="6209"/>
                  </a:cubicBezTo>
                  <a:cubicBezTo>
                    <a:pt x="7203" y="6209"/>
                    <a:pt x="6746" y="6262"/>
                    <a:pt x="6351" y="6418"/>
                  </a:cubicBezTo>
                  <a:cubicBezTo>
                    <a:pt x="5950" y="6567"/>
                    <a:pt x="5584" y="6772"/>
                    <a:pt x="5584" y="6772"/>
                  </a:cubicBezTo>
                  <a:cubicBezTo>
                    <a:pt x="5599" y="6798"/>
                    <a:pt x="5614" y="6820"/>
                    <a:pt x="5631" y="6840"/>
                  </a:cubicBezTo>
                  <a:cubicBezTo>
                    <a:pt x="5631" y="6840"/>
                    <a:pt x="5722" y="6790"/>
                    <a:pt x="5867" y="6719"/>
                  </a:cubicBezTo>
                  <a:cubicBezTo>
                    <a:pt x="6009" y="6650"/>
                    <a:pt x="6204" y="6561"/>
                    <a:pt x="6409" y="6491"/>
                  </a:cubicBezTo>
                  <a:cubicBezTo>
                    <a:pt x="6612" y="6417"/>
                    <a:pt x="6833" y="6370"/>
                    <a:pt x="7002" y="6344"/>
                  </a:cubicBezTo>
                  <a:cubicBezTo>
                    <a:pt x="7171" y="6314"/>
                    <a:pt x="7285" y="6303"/>
                    <a:pt x="7285" y="6303"/>
                  </a:cubicBezTo>
                  <a:cubicBezTo>
                    <a:pt x="7285" y="6303"/>
                    <a:pt x="7491" y="6540"/>
                    <a:pt x="7673" y="6799"/>
                  </a:cubicBezTo>
                  <a:cubicBezTo>
                    <a:pt x="7763" y="6928"/>
                    <a:pt x="7849" y="7059"/>
                    <a:pt x="7909" y="7161"/>
                  </a:cubicBezTo>
                  <a:cubicBezTo>
                    <a:pt x="7970" y="7263"/>
                    <a:pt x="8006" y="7332"/>
                    <a:pt x="8006" y="7332"/>
                  </a:cubicBezTo>
                  <a:cubicBezTo>
                    <a:pt x="8006" y="7332"/>
                    <a:pt x="7754" y="7308"/>
                    <a:pt x="7497" y="7308"/>
                  </a:cubicBezTo>
                  <a:cubicBezTo>
                    <a:pt x="7482" y="7308"/>
                    <a:pt x="7467" y="7308"/>
                    <a:pt x="7452" y="7308"/>
                  </a:cubicBezTo>
                  <a:cubicBezTo>
                    <a:pt x="7177" y="7310"/>
                    <a:pt x="6909" y="7337"/>
                    <a:pt x="6909" y="7337"/>
                  </a:cubicBezTo>
                  <a:cubicBezTo>
                    <a:pt x="6911" y="7340"/>
                    <a:pt x="6911" y="7344"/>
                    <a:pt x="6912" y="7348"/>
                  </a:cubicBezTo>
                  <a:cubicBezTo>
                    <a:pt x="6916" y="7376"/>
                    <a:pt x="6922" y="7402"/>
                    <a:pt x="6929" y="7427"/>
                  </a:cubicBezTo>
                  <a:cubicBezTo>
                    <a:pt x="6929" y="7427"/>
                    <a:pt x="7165" y="7405"/>
                    <a:pt x="7425" y="7405"/>
                  </a:cubicBezTo>
                  <a:cubicBezTo>
                    <a:pt x="7446" y="7405"/>
                    <a:pt x="7468" y="7406"/>
                    <a:pt x="7490" y="7406"/>
                  </a:cubicBezTo>
                  <a:cubicBezTo>
                    <a:pt x="7632" y="7407"/>
                    <a:pt x="7776" y="7415"/>
                    <a:pt x="7883" y="7424"/>
                  </a:cubicBezTo>
                  <a:cubicBezTo>
                    <a:pt x="7991" y="7434"/>
                    <a:pt x="8064" y="7443"/>
                    <a:pt x="8064" y="7443"/>
                  </a:cubicBezTo>
                  <a:cubicBezTo>
                    <a:pt x="8064" y="7443"/>
                    <a:pt x="8077" y="7471"/>
                    <a:pt x="8098" y="7515"/>
                  </a:cubicBezTo>
                  <a:cubicBezTo>
                    <a:pt x="8119" y="7558"/>
                    <a:pt x="8148" y="7616"/>
                    <a:pt x="8172" y="7676"/>
                  </a:cubicBezTo>
                  <a:cubicBezTo>
                    <a:pt x="8224" y="7795"/>
                    <a:pt x="8261" y="7917"/>
                    <a:pt x="8261" y="7917"/>
                  </a:cubicBezTo>
                  <a:cubicBezTo>
                    <a:pt x="8268" y="7937"/>
                    <a:pt x="8289" y="7950"/>
                    <a:pt x="8311" y="7950"/>
                  </a:cubicBezTo>
                  <a:cubicBezTo>
                    <a:pt x="8317" y="7950"/>
                    <a:pt x="8322" y="7950"/>
                    <a:pt x="8327" y="7948"/>
                  </a:cubicBezTo>
                  <a:cubicBezTo>
                    <a:pt x="8357" y="7941"/>
                    <a:pt x="8373" y="7911"/>
                    <a:pt x="8363" y="7884"/>
                  </a:cubicBezTo>
                  <a:cubicBezTo>
                    <a:pt x="8363" y="7884"/>
                    <a:pt x="8324" y="7755"/>
                    <a:pt x="8270" y="7634"/>
                  </a:cubicBezTo>
                  <a:cubicBezTo>
                    <a:pt x="8246" y="7573"/>
                    <a:pt x="8216" y="7513"/>
                    <a:pt x="8195" y="7469"/>
                  </a:cubicBezTo>
                  <a:cubicBezTo>
                    <a:pt x="8174" y="7424"/>
                    <a:pt x="8159" y="7394"/>
                    <a:pt x="8159" y="7394"/>
                  </a:cubicBezTo>
                  <a:cubicBezTo>
                    <a:pt x="8159" y="7394"/>
                    <a:pt x="8194" y="7328"/>
                    <a:pt x="8243" y="7229"/>
                  </a:cubicBezTo>
                  <a:cubicBezTo>
                    <a:pt x="8294" y="7129"/>
                    <a:pt x="8355" y="6993"/>
                    <a:pt x="8411" y="6853"/>
                  </a:cubicBezTo>
                  <a:cubicBezTo>
                    <a:pt x="8527" y="6572"/>
                    <a:pt x="8616" y="6276"/>
                    <a:pt x="8616" y="6276"/>
                  </a:cubicBezTo>
                  <a:cubicBezTo>
                    <a:pt x="8590" y="6250"/>
                    <a:pt x="8563" y="6228"/>
                    <a:pt x="8533" y="6208"/>
                  </a:cubicBezTo>
                  <a:cubicBezTo>
                    <a:pt x="8530" y="6205"/>
                    <a:pt x="8526" y="6203"/>
                    <a:pt x="8522" y="6199"/>
                  </a:cubicBezTo>
                  <a:cubicBezTo>
                    <a:pt x="8522" y="6199"/>
                    <a:pt x="8438" y="6484"/>
                    <a:pt x="8333" y="6756"/>
                  </a:cubicBezTo>
                  <a:cubicBezTo>
                    <a:pt x="8229" y="7029"/>
                    <a:pt x="8100" y="7281"/>
                    <a:pt x="8100" y="7281"/>
                  </a:cubicBezTo>
                  <a:cubicBezTo>
                    <a:pt x="8100" y="7281"/>
                    <a:pt x="8064" y="7208"/>
                    <a:pt x="8001" y="7107"/>
                  </a:cubicBezTo>
                  <a:cubicBezTo>
                    <a:pt x="7941" y="7003"/>
                    <a:pt x="7853" y="6869"/>
                    <a:pt x="7760" y="6738"/>
                  </a:cubicBezTo>
                  <a:cubicBezTo>
                    <a:pt x="7576" y="6475"/>
                    <a:pt x="7366" y="6234"/>
                    <a:pt x="7366" y="6234"/>
                  </a:cubicBezTo>
                  <a:cubicBezTo>
                    <a:pt x="7366" y="6234"/>
                    <a:pt x="7398" y="6121"/>
                    <a:pt x="7434" y="5950"/>
                  </a:cubicBezTo>
                  <a:cubicBezTo>
                    <a:pt x="7473" y="5778"/>
                    <a:pt x="7513" y="5542"/>
                    <a:pt x="7527" y="5291"/>
                  </a:cubicBezTo>
                  <a:cubicBezTo>
                    <a:pt x="7542" y="5043"/>
                    <a:pt x="7535" y="4790"/>
                    <a:pt x="7526" y="4600"/>
                  </a:cubicBezTo>
                  <a:cubicBezTo>
                    <a:pt x="7515" y="4409"/>
                    <a:pt x="7502" y="4282"/>
                    <a:pt x="7502" y="4282"/>
                  </a:cubicBezTo>
                  <a:cubicBezTo>
                    <a:pt x="7461" y="4261"/>
                    <a:pt x="7419" y="4241"/>
                    <a:pt x="7376" y="4224"/>
                  </a:cubicBezTo>
                  <a:lnTo>
                    <a:pt x="7376" y="4224"/>
                  </a:lnTo>
                  <a:cubicBezTo>
                    <a:pt x="7376" y="4224"/>
                    <a:pt x="7432" y="4722"/>
                    <a:pt x="7413" y="5207"/>
                  </a:cubicBezTo>
                  <a:cubicBezTo>
                    <a:pt x="7406" y="5451"/>
                    <a:pt x="7379" y="5688"/>
                    <a:pt x="7344" y="5857"/>
                  </a:cubicBezTo>
                  <a:cubicBezTo>
                    <a:pt x="7313" y="6029"/>
                    <a:pt x="7284" y="6139"/>
                    <a:pt x="7284" y="6139"/>
                  </a:cubicBezTo>
                  <a:cubicBezTo>
                    <a:pt x="7284" y="6139"/>
                    <a:pt x="7072" y="5894"/>
                    <a:pt x="6822" y="5690"/>
                  </a:cubicBezTo>
                  <a:cubicBezTo>
                    <a:pt x="6573" y="5484"/>
                    <a:pt x="6303" y="5314"/>
                    <a:pt x="6303" y="5314"/>
                  </a:cubicBezTo>
                  <a:cubicBezTo>
                    <a:pt x="6303" y="5314"/>
                    <a:pt x="6292" y="4965"/>
                    <a:pt x="6262" y="4616"/>
                  </a:cubicBezTo>
                  <a:cubicBezTo>
                    <a:pt x="6231" y="4266"/>
                    <a:pt x="6201" y="3918"/>
                    <a:pt x="6201" y="3918"/>
                  </a:cubicBezTo>
                  <a:cubicBezTo>
                    <a:pt x="6164" y="3893"/>
                    <a:pt x="6130" y="3864"/>
                    <a:pt x="6100" y="3830"/>
                  </a:cubicBezTo>
                  <a:lnTo>
                    <a:pt x="6093" y="3831"/>
                  </a:lnTo>
                  <a:cubicBezTo>
                    <a:pt x="6093" y="3831"/>
                    <a:pt x="6121" y="4183"/>
                    <a:pt x="6151" y="4537"/>
                  </a:cubicBezTo>
                  <a:cubicBezTo>
                    <a:pt x="6182" y="4892"/>
                    <a:pt x="6198" y="5246"/>
                    <a:pt x="6198" y="5246"/>
                  </a:cubicBezTo>
                  <a:cubicBezTo>
                    <a:pt x="6198" y="5246"/>
                    <a:pt x="5926" y="5078"/>
                    <a:pt x="5649" y="4920"/>
                  </a:cubicBezTo>
                  <a:cubicBezTo>
                    <a:pt x="5376" y="4760"/>
                    <a:pt x="5102" y="4600"/>
                    <a:pt x="5102" y="4600"/>
                  </a:cubicBezTo>
                  <a:cubicBezTo>
                    <a:pt x="5102" y="4600"/>
                    <a:pt x="5069" y="4030"/>
                    <a:pt x="5066" y="3474"/>
                  </a:cubicBezTo>
                  <a:cubicBezTo>
                    <a:pt x="5061" y="2915"/>
                    <a:pt x="5098" y="2368"/>
                    <a:pt x="5098" y="2368"/>
                  </a:cubicBezTo>
                  <a:lnTo>
                    <a:pt x="5098" y="2368"/>
                  </a:lnTo>
                  <a:cubicBezTo>
                    <a:pt x="5066" y="2373"/>
                    <a:pt x="5035" y="2376"/>
                    <a:pt x="5002" y="2383"/>
                  </a:cubicBezTo>
                  <a:cubicBezTo>
                    <a:pt x="5002" y="2383"/>
                    <a:pt x="4965" y="2912"/>
                    <a:pt x="4969" y="3451"/>
                  </a:cubicBezTo>
                  <a:cubicBezTo>
                    <a:pt x="4967" y="3721"/>
                    <a:pt x="4974" y="3992"/>
                    <a:pt x="4981" y="4195"/>
                  </a:cubicBezTo>
                  <a:cubicBezTo>
                    <a:pt x="4991" y="4400"/>
                    <a:pt x="4996" y="4537"/>
                    <a:pt x="4996" y="4537"/>
                  </a:cubicBezTo>
                  <a:cubicBezTo>
                    <a:pt x="4996" y="4537"/>
                    <a:pt x="4929" y="4496"/>
                    <a:pt x="4828" y="4433"/>
                  </a:cubicBezTo>
                  <a:cubicBezTo>
                    <a:pt x="4727" y="4371"/>
                    <a:pt x="4593" y="4287"/>
                    <a:pt x="4460" y="4199"/>
                  </a:cubicBezTo>
                  <a:cubicBezTo>
                    <a:pt x="4326" y="4113"/>
                    <a:pt x="4194" y="4025"/>
                    <a:pt x="4098" y="3957"/>
                  </a:cubicBezTo>
                  <a:cubicBezTo>
                    <a:pt x="4000" y="3891"/>
                    <a:pt x="3935" y="3846"/>
                    <a:pt x="3935" y="3846"/>
                  </a:cubicBezTo>
                  <a:cubicBezTo>
                    <a:pt x="3935" y="3846"/>
                    <a:pt x="3941" y="3509"/>
                    <a:pt x="3963" y="3180"/>
                  </a:cubicBezTo>
                  <a:cubicBezTo>
                    <a:pt x="3982" y="2852"/>
                    <a:pt x="4021" y="2525"/>
                    <a:pt x="4021" y="2525"/>
                  </a:cubicBezTo>
                  <a:cubicBezTo>
                    <a:pt x="3989" y="2507"/>
                    <a:pt x="3958" y="2488"/>
                    <a:pt x="3931" y="2464"/>
                  </a:cubicBezTo>
                  <a:cubicBezTo>
                    <a:pt x="3931" y="2464"/>
                    <a:pt x="3892" y="2786"/>
                    <a:pt x="3868" y="3114"/>
                  </a:cubicBezTo>
                  <a:cubicBezTo>
                    <a:pt x="3845" y="3440"/>
                    <a:pt x="3834" y="3775"/>
                    <a:pt x="3834" y="3775"/>
                  </a:cubicBezTo>
                  <a:cubicBezTo>
                    <a:pt x="3834" y="3775"/>
                    <a:pt x="3769" y="3728"/>
                    <a:pt x="3673" y="3658"/>
                  </a:cubicBezTo>
                  <a:cubicBezTo>
                    <a:pt x="3577" y="3588"/>
                    <a:pt x="3449" y="3494"/>
                    <a:pt x="3326" y="3395"/>
                  </a:cubicBezTo>
                  <a:cubicBezTo>
                    <a:pt x="3200" y="3299"/>
                    <a:pt x="3076" y="3199"/>
                    <a:pt x="2986" y="3122"/>
                  </a:cubicBezTo>
                  <a:cubicBezTo>
                    <a:pt x="2896" y="3046"/>
                    <a:pt x="2836" y="2995"/>
                    <a:pt x="2836" y="2995"/>
                  </a:cubicBezTo>
                  <a:cubicBezTo>
                    <a:pt x="2836" y="2995"/>
                    <a:pt x="2844" y="2905"/>
                    <a:pt x="2865" y="2768"/>
                  </a:cubicBezTo>
                  <a:cubicBezTo>
                    <a:pt x="2885" y="2631"/>
                    <a:pt x="2915" y="2451"/>
                    <a:pt x="2947" y="2274"/>
                  </a:cubicBezTo>
                  <a:cubicBezTo>
                    <a:pt x="2979" y="2097"/>
                    <a:pt x="3018" y="1921"/>
                    <a:pt x="3049" y="1791"/>
                  </a:cubicBezTo>
                  <a:cubicBezTo>
                    <a:pt x="3083" y="1661"/>
                    <a:pt x="3104" y="1575"/>
                    <a:pt x="3104" y="1575"/>
                  </a:cubicBezTo>
                  <a:cubicBezTo>
                    <a:pt x="3072" y="1575"/>
                    <a:pt x="3039" y="1574"/>
                    <a:pt x="3006" y="1574"/>
                  </a:cubicBezTo>
                  <a:cubicBezTo>
                    <a:pt x="3006" y="1574"/>
                    <a:pt x="2921" y="1896"/>
                    <a:pt x="2854" y="2234"/>
                  </a:cubicBezTo>
                  <a:cubicBezTo>
                    <a:pt x="2791" y="2567"/>
                    <a:pt x="2744" y="2915"/>
                    <a:pt x="2744" y="2915"/>
                  </a:cubicBezTo>
                  <a:cubicBezTo>
                    <a:pt x="2744" y="2915"/>
                    <a:pt x="2686" y="2862"/>
                    <a:pt x="2598" y="2782"/>
                  </a:cubicBezTo>
                  <a:cubicBezTo>
                    <a:pt x="2508" y="2704"/>
                    <a:pt x="2393" y="2595"/>
                    <a:pt x="2282" y="2483"/>
                  </a:cubicBezTo>
                  <a:cubicBezTo>
                    <a:pt x="2169" y="2374"/>
                    <a:pt x="2060" y="2259"/>
                    <a:pt x="1981" y="2170"/>
                  </a:cubicBezTo>
                  <a:cubicBezTo>
                    <a:pt x="1901" y="2082"/>
                    <a:pt x="1846" y="2024"/>
                    <a:pt x="1846" y="2024"/>
                  </a:cubicBezTo>
                  <a:cubicBezTo>
                    <a:pt x="1846" y="2024"/>
                    <a:pt x="1866" y="1939"/>
                    <a:pt x="1904" y="1808"/>
                  </a:cubicBezTo>
                  <a:cubicBezTo>
                    <a:pt x="1943" y="1680"/>
                    <a:pt x="1993" y="1511"/>
                    <a:pt x="2050" y="1346"/>
                  </a:cubicBezTo>
                  <a:cubicBezTo>
                    <a:pt x="2104" y="1182"/>
                    <a:pt x="2171" y="1018"/>
                    <a:pt x="2221" y="900"/>
                  </a:cubicBezTo>
                  <a:lnTo>
                    <a:pt x="2307" y="703"/>
                  </a:lnTo>
                  <a:cubicBezTo>
                    <a:pt x="2305" y="657"/>
                    <a:pt x="2296" y="610"/>
                    <a:pt x="2276" y="564"/>
                  </a:cubicBezTo>
                  <a:lnTo>
                    <a:pt x="2271" y="563"/>
                  </a:lnTo>
                  <a:cubicBezTo>
                    <a:pt x="2271" y="563"/>
                    <a:pt x="2120" y="879"/>
                    <a:pt x="1990" y="1225"/>
                  </a:cubicBezTo>
                  <a:cubicBezTo>
                    <a:pt x="1865" y="1566"/>
                    <a:pt x="1767" y="1929"/>
                    <a:pt x="1767" y="1929"/>
                  </a:cubicBezTo>
                  <a:cubicBezTo>
                    <a:pt x="1767" y="1929"/>
                    <a:pt x="1715" y="1868"/>
                    <a:pt x="1640" y="1777"/>
                  </a:cubicBezTo>
                  <a:cubicBezTo>
                    <a:pt x="1563" y="1688"/>
                    <a:pt x="1467" y="1564"/>
                    <a:pt x="1376" y="1434"/>
                  </a:cubicBezTo>
                  <a:cubicBezTo>
                    <a:pt x="1279" y="1309"/>
                    <a:pt x="1193" y="1177"/>
                    <a:pt x="1130" y="1077"/>
                  </a:cubicBezTo>
                  <a:cubicBezTo>
                    <a:pt x="1066" y="977"/>
                    <a:pt x="1022" y="912"/>
                    <a:pt x="1022" y="912"/>
                  </a:cubicBezTo>
                  <a:cubicBezTo>
                    <a:pt x="1022" y="912"/>
                    <a:pt x="1122" y="699"/>
                    <a:pt x="1229" y="501"/>
                  </a:cubicBezTo>
                  <a:cubicBezTo>
                    <a:pt x="1282" y="401"/>
                    <a:pt x="1336" y="304"/>
                    <a:pt x="1378" y="233"/>
                  </a:cubicBezTo>
                  <a:cubicBezTo>
                    <a:pt x="1420" y="161"/>
                    <a:pt x="1451" y="114"/>
                    <a:pt x="1451" y="114"/>
                  </a:cubicBezTo>
                  <a:cubicBezTo>
                    <a:pt x="1419" y="110"/>
                    <a:pt x="1384" y="104"/>
                    <a:pt x="1352" y="98"/>
                  </a:cubicBezTo>
                  <a:cubicBezTo>
                    <a:pt x="1352" y="98"/>
                    <a:pt x="1240" y="267"/>
                    <a:pt x="1148" y="442"/>
                  </a:cubicBezTo>
                  <a:cubicBezTo>
                    <a:pt x="1052" y="616"/>
                    <a:pt x="963" y="803"/>
                    <a:pt x="963" y="803"/>
                  </a:cubicBezTo>
                  <a:lnTo>
                    <a:pt x="898" y="684"/>
                  </a:lnTo>
                  <a:cubicBezTo>
                    <a:pt x="859" y="613"/>
                    <a:pt x="801" y="520"/>
                    <a:pt x="758" y="422"/>
                  </a:cubicBezTo>
                  <a:cubicBezTo>
                    <a:pt x="712" y="325"/>
                    <a:pt x="667" y="227"/>
                    <a:pt x="631" y="154"/>
                  </a:cubicBezTo>
                  <a:cubicBezTo>
                    <a:pt x="612" y="119"/>
                    <a:pt x="599" y="88"/>
                    <a:pt x="591" y="65"/>
                  </a:cubicBezTo>
                  <a:cubicBezTo>
                    <a:pt x="584" y="44"/>
                    <a:pt x="578" y="31"/>
                    <a:pt x="578" y="31"/>
                  </a:cubicBezTo>
                  <a:cubicBezTo>
                    <a:pt x="570" y="12"/>
                    <a:pt x="551" y="1"/>
                    <a:pt x="53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1"/>
            <p:cNvSpPr/>
            <p:nvPr/>
          </p:nvSpPr>
          <p:spPr>
            <a:xfrm>
              <a:off x="5016225" y="1921366"/>
              <a:ext cx="147785" cy="218546"/>
            </a:xfrm>
            <a:custGeom>
              <a:avLst/>
              <a:gdLst/>
              <a:ahLst/>
              <a:cxnLst/>
              <a:rect l="l" t="t" r="r" b="b"/>
              <a:pathLst>
                <a:path w="3350" h="4954" extrusionOk="0">
                  <a:moveTo>
                    <a:pt x="409" y="0"/>
                  </a:moveTo>
                  <a:cubicBezTo>
                    <a:pt x="337" y="82"/>
                    <a:pt x="272" y="173"/>
                    <a:pt x="219" y="276"/>
                  </a:cubicBezTo>
                  <a:cubicBezTo>
                    <a:pt x="54" y="604"/>
                    <a:pt x="2" y="982"/>
                    <a:pt x="1" y="1346"/>
                  </a:cubicBezTo>
                  <a:cubicBezTo>
                    <a:pt x="1" y="1818"/>
                    <a:pt x="113" y="2275"/>
                    <a:pt x="298" y="2705"/>
                  </a:cubicBezTo>
                  <a:cubicBezTo>
                    <a:pt x="392" y="2921"/>
                    <a:pt x="500" y="3131"/>
                    <a:pt x="616" y="3334"/>
                  </a:cubicBezTo>
                  <a:cubicBezTo>
                    <a:pt x="640" y="3378"/>
                    <a:pt x="663" y="3421"/>
                    <a:pt x="685" y="3464"/>
                  </a:cubicBezTo>
                  <a:cubicBezTo>
                    <a:pt x="742" y="3464"/>
                    <a:pt x="799" y="3465"/>
                    <a:pt x="855" y="3470"/>
                  </a:cubicBezTo>
                  <a:cubicBezTo>
                    <a:pt x="1097" y="3491"/>
                    <a:pt x="1326" y="3579"/>
                    <a:pt x="1363" y="3852"/>
                  </a:cubicBezTo>
                  <a:cubicBezTo>
                    <a:pt x="1375" y="3945"/>
                    <a:pt x="1406" y="4030"/>
                    <a:pt x="1472" y="4089"/>
                  </a:cubicBezTo>
                  <a:cubicBezTo>
                    <a:pt x="1518" y="4132"/>
                    <a:pt x="1565" y="4148"/>
                    <a:pt x="1613" y="4148"/>
                  </a:cubicBezTo>
                  <a:cubicBezTo>
                    <a:pt x="1750" y="4148"/>
                    <a:pt x="1896" y="4018"/>
                    <a:pt x="2046" y="4018"/>
                  </a:cubicBezTo>
                  <a:cubicBezTo>
                    <a:pt x="2073" y="4018"/>
                    <a:pt x="2099" y="4022"/>
                    <a:pt x="2125" y="4031"/>
                  </a:cubicBezTo>
                  <a:cubicBezTo>
                    <a:pt x="2349" y="4115"/>
                    <a:pt x="2441" y="4272"/>
                    <a:pt x="2522" y="4429"/>
                  </a:cubicBezTo>
                  <a:cubicBezTo>
                    <a:pt x="2602" y="4593"/>
                    <a:pt x="2678" y="4741"/>
                    <a:pt x="2859" y="4953"/>
                  </a:cubicBezTo>
                  <a:cubicBezTo>
                    <a:pt x="3037" y="4724"/>
                    <a:pt x="3009" y="4479"/>
                    <a:pt x="2966" y="4277"/>
                  </a:cubicBezTo>
                  <a:cubicBezTo>
                    <a:pt x="2922" y="4067"/>
                    <a:pt x="2856" y="3879"/>
                    <a:pt x="2891" y="3616"/>
                  </a:cubicBezTo>
                  <a:cubicBezTo>
                    <a:pt x="2924" y="3336"/>
                    <a:pt x="3349" y="3363"/>
                    <a:pt x="3217" y="2994"/>
                  </a:cubicBezTo>
                  <a:cubicBezTo>
                    <a:pt x="3172" y="2877"/>
                    <a:pt x="3083" y="2782"/>
                    <a:pt x="2983" y="2714"/>
                  </a:cubicBezTo>
                  <a:cubicBezTo>
                    <a:pt x="2687" y="2517"/>
                    <a:pt x="2628" y="2251"/>
                    <a:pt x="2581" y="1944"/>
                  </a:cubicBezTo>
                  <a:cubicBezTo>
                    <a:pt x="2556" y="1789"/>
                    <a:pt x="2536" y="1628"/>
                    <a:pt x="2482" y="1461"/>
                  </a:cubicBezTo>
                  <a:cubicBezTo>
                    <a:pt x="2427" y="1292"/>
                    <a:pt x="2347" y="1131"/>
                    <a:pt x="2228" y="996"/>
                  </a:cubicBezTo>
                  <a:cubicBezTo>
                    <a:pt x="1989" y="730"/>
                    <a:pt x="1637" y="655"/>
                    <a:pt x="1325" y="610"/>
                  </a:cubicBezTo>
                  <a:cubicBezTo>
                    <a:pt x="1010" y="563"/>
                    <a:pt x="722" y="536"/>
                    <a:pt x="550" y="337"/>
                  </a:cubicBezTo>
                  <a:cubicBezTo>
                    <a:pt x="468" y="239"/>
                    <a:pt x="430" y="123"/>
                    <a:pt x="40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1"/>
            <p:cNvSpPr/>
            <p:nvPr/>
          </p:nvSpPr>
          <p:spPr>
            <a:xfrm>
              <a:off x="4824331" y="1769659"/>
              <a:ext cx="110773" cy="90436"/>
            </a:xfrm>
            <a:custGeom>
              <a:avLst/>
              <a:gdLst/>
              <a:ahLst/>
              <a:cxnLst/>
              <a:rect l="l" t="t" r="r" b="b"/>
              <a:pathLst>
                <a:path w="2511" h="2050" extrusionOk="0">
                  <a:moveTo>
                    <a:pt x="1" y="0"/>
                  </a:moveTo>
                  <a:lnTo>
                    <a:pt x="1" y="0"/>
                  </a:lnTo>
                  <a:cubicBezTo>
                    <a:pt x="61" y="157"/>
                    <a:pt x="131" y="309"/>
                    <a:pt x="220" y="452"/>
                  </a:cubicBezTo>
                  <a:cubicBezTo>
                    <a:pt x="719" y="1264"/>
                    <a:pt x="1579" y="1798"/>
                    <a:pt x="2510" y="2049"/>
                  </a:cubicBezTo>
                  <a:cubicBezTo>
                    <a:pt x="2440" y="1886"/>
                    <a:pt x="2383" y="1718"/>
                    <a:pt x="2252" y="1623"/>
                  </a:cubicBezTo>
                  <a:cubicBezTo>
                    <a:pt x="1940" y="1377"/>
                    <a:pt x="1406" y="1698"/>
                    <a:pt x="1044" y="1267"/>
                  </a:cubicBezTo>
                  <a:cubicBezTo>
                    <a:pt x="881" y="1073"/>
                    <a:pt x="1248" y="731"/>
                    <a:pt x="1037" y="431"/>
                  </a:cubicBezTo>
                  <a:cubicBezTo>
                    <a:pt x="968" y="321"/>
                    <a:pt x="887" y="251"/>
                    <a:pt x="813" y="199"/>
                  </a:cubicBezTo>
                  <a:cubicBezTo>
                    <a:pt x="738" y="147"/>
                    <a:pt x="657" y="117"/>
                    <a:pt x="573" y="99"/>
                  </a:cubicBezTo>
                  <a:cubicBezTo>
                    <a:pt x="404" y="64"/>
                    <a:pt x="232" y="70"/>
                    <a:pt x="73" y="23"/>
                  </a:cubicBezTo>
                  <a:cubicBezTo>
                    <a:pt x="50" y="16"/>
                    <a:pt x="26" y="9"/>
                    <a:pt x="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1"/>
            <p:cNvSpPr/>
            <p:nvPr/>
          </p:nvSpPr>
          <p:spPr>
            <a:xfrm>
              <a:off x="5165109" y="426928"/>
              <a:ext cx="287674" cy="242456"/>
            </a:xfrm>
            <a:custGeom>
              <a:avLst/>
              <a:gdLst/>
              <a:ahLst/>
              <a:cxnLst/>
              <a:rect l="l" t="t" r="r" b="b"/>
              <a:pathLst>
                <a:path w="6521" h="5496" extrusionOk="0">
                  <a:moveTo>
                    <a:pt x="3260" y="0"/>
                  </a:moveTo>
                  <a:cubicBezTo>
                    <a:pt x="1941" y="0"/>
                    <a:pt x="0" y="578"/>
                    <a:pt x="0" y="2246"/>
                  </a:cubicBezTo>
                  <a:cubicBezTo>
                    <a:pt x="0" y="3472"/>
                    <a:pt x="1765" y="4746"/>
                    <a:pt x="2698" y="5333"/>
                  </a:cubicBezTo>
                  <a:cubicBezTo>
                    <a:pt x="2871" y="5441"/>
                    <a:pt x="3065" y="5495"/>
                    <a:pt x="3260" y="5495"/>
                  </a:cubicBezTo>
                  <a:cubicBezTo>
                    <a:pt x="3455" y="5495"/>
                    <a:pt x="3651" y="5441"/>
                    <a:pt x="3823" y="5333"/>
                  </a:cubicBezTo>
                  <a:cubicBezTo>
                    <a:pt x="4755" y="4747"/>
                    <a:pt x="6520" y="3474"/>
                    <a:pt x="6519" y="2246"/>
                  </a:cubicBezTo>
                  <a:cubicBezTo>
                    <a:pt x="6519" y="578"/>
                    <a:pt x="4579" y="0"/>
                    <a:pt x="32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1"/>
            <p:cNvSpPr/>
            <p:nvPr/>
          </p:nvSpPr>
          <p:spPr>
            <a:xfrm>
              <a:off x="5165109" y="502098"/>
              <a:ext cx="226486" cy="167284"/>
            </a:xfrm>
            <a:custGeom>
              <a:avLst/>
              <a:gdLst/>
              <a:ahLst/>
              <a:cxnLst/>
              <a:rect l="l" t="t" r="r" b="b"/>
              <a:pathLst>
                <a:path w="5134" h="3792" extrusionOk="0">
                  <a:moveTo>
                    <a:pt x="79" y="0"/>
                  </a:moveTo>
                  <a:cubicBezTo>
                    <a:pt x="30" y="167"/>
                    <a:pt x="0" y="346"/>
                    <a:pt x="0" y="542"/>
                  </a:cubicBezTo>
                  <a:cubicBezTo>
                    <a:pt x="0" y="1770"/>
                    <a:pt x="1765" y="3042"/>
                    <a:pt x="2698" y="3629"/>
                  </a:cubicBezTo>
                  <a:cubicBezTo>
                    <a:pt x="2871" y="3737"/>
                    <a:pt x="3065" y="3791"/>
                    <a:pt x="3260" y="3791"/>
                  </a:cubicBezTo>
                  <a:cubicBezTo>
                    <a:pt x="3455" y="3791"/>
                    <a:pt x="3651" y="3737"/>
                    <a:pt x="3823" y="3629"/>
                  </a:cubicBezTo>
                  <a:cubicBezTo>
                    <a:pt x="4186" y="3401"/>
                    <a:pt x="4673" y="3069"/>
                    <a:pt x="5134" y="2676"/>
                  </a:cubicBezTo>
                  <a:cubicBezTo>
                    <a:pt x="4603" y="2602"/>
                    <a:pt x="4083" y="2463"/>
                    <a:pt x="3586" y="2242"/>
                  </a:cubicBezTo>
                  <a:cubicBezTo>
                    <a:pt x="2988" y="1976"/>
                    <a:pt x="2416" y="1676"/>
                    <a:pt x="1860" y="1330"/>
                  </a:cubicBezTo>
                  <a:cubicBezTo>
                    <a:pt x="1233" y="939"/>
                    <a:pt x="623" y="504"/>
                    <a:pt x="79" y="0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1"/>
            <p:cNvSpPr/>
            <p:nvPr/>
          </p:nvSpPr>
          <p:spPr>
            <a:xfrm>
              <a:off x="5091439" y="1419661"/>
              <a:ext cx="434930" cy="669136"/>
            </a:xfrm>
            <a:custGeom>
              <a:avLst/>
              <a:gdLst/>
              <a:ahLst/>
              <a:cxnLst/>
              <a:rect l="l" t="t" r="r" b="b"/>
              <a:pathLst>
                <a:path w="9859" h="15168" extrusionOk="0">
                  <a:moveTo>
                    <a:pt x="3576" y="1"/>
                  </a:moveTo>
                  <a:lnTo>
                    <a:pt x="3576" y="2312"/>
                  </a:lnTo>
                  <a:lnTo>
                    <a:pt x="1114" y="2737"/>
                  </a:lnTo>
                  <a:cubicBezTo>
                    <a:pt x="1114" y="2737"/>
                    <a:pt x="923" y="4728"/>
                    <a:pt x="768" y="6475"/>
                  </a:cubicBezTo>
                  <a:cubicBezTo>
                    <a:pt x="618" y="8177"/>
                    <a:pt x="272" y="9976"/>
                    <a:pt x="142" y="11817"/>
                  </a:cubicBezTo>
                  <a:cubicBezTo>
                    <a:pt x="0" y="13831"/>
                    <a:pt x="303" y="15168"/>
                    <a:pt x="303" y="15168"/>
                  </a:cubicBezTo>
                  <a:lnTo>
                    <a:pt x="9558" y="15168"/>
                  </a:lnTo>
                  <a:lnTo>
                    <a:pt x="9558" y="15167"/>
                  </a:lnTo>
                  <a:cubicBezTo>
                    <a:pt x="9558" y="15167"/>
                    <a:pt x="9859" y="13829"/>
                    <a:pt x="9718" y="11816"/>
                  </a:cubicBezTo>
                  <a:cubicBezTo>
                    <a:pt x="9588" y="9974"/>
                    <a:pt x="9243" y="8176"/>
                    <a:pt x="9092" y="6474"/>
                  </a:cubicBezTo>
                  <a:cubicBezTo>
                    <a:pt x="8936" y="4727"/>
                    <a:pt x="8746" y="2735"/>
                    <a:pt x="8746" y="2735"/>
                  </a:cubicBezTo>
                  <a:lnTo>
                    <a:pt x="6283" y="2310"/>
                  </a:lnTo>
                  <a:lnTo>
                    <a:pt x="6283" y="1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5091439" y="1527651"/>
              <a:ext cx="434974" cy="561099"/>
            </a:xfrm>
            <a:custGeom>
              <a:avLst/>
              <a:gdLst/>
              <a:ahLst/>
              <a:cxnLst/>
              <a:rect l="l" t="t" r="r" b="b"/>
              <a:pathLst>
                <a:path w="9860" h="12719" extrusionOk="0">
                  <a:moveTo>
                    <a:pt x="7080" y="0"/>
                  </a:moveTo>
                  <a:cubicBezTo>
                    <a:pt x="6966" y="237"/>
                    <a:pt x="6858" y="474"/>
                    <a:pt x="6735" y="705"/>
                  </a:cubicBezTo>
                  <a:cubicBezTo>
                    <a:pt x="6581" y="1002"/>
                    <a:pt x="6405" y="1289"/>
                    <a:pt x="6230" y="1573"/>
                  </a:cubicBezTo>
                  <a:cubicBezTo>
                    <a:pt x="5935" y="2050"/>
                    <a:pt x="5611" y="2539"/>
                    <a:pt x="5206" y="2928"/>
                  </a:cubicBezTo>
                  <a:cubicBezTo>
                    <a:pt x="5115" y="3015"/>
                    <a:pt x="5018" y="3075"/>
                    <a:pt x="4907" y="3075"/>
                  </a:cubicBezTo>
                  <a:cubicBezTo>
                    <a:pt x="4862" y="3075"/>
                    <a:pt x="4815" y="3065"/>
                    <a:pt x="4765" y="3043"/>
                  </a:cubicBezTo>
                  <a:cubicBezTo>
                    <a:pt x="4553" y="2949"/>
                    <a:pt x="4360" y="2759"/>
                    <a:pt x="4196" y="2598"/>
                  </a:cubicBezTo>
                  <a:cubicBezTo>
                    <a:pt x="3815" y="2228"/>
                    <a:pt x="3505" y="1788"/>
                    <a:pt x="3199" y="1356"/>
                  </a:cubicBezTo>
                  <a:cubicBezTo>
                    <a:pt x="2902" y="933"/>
                    <a:pt x="2573" y="527"/>
                    <a:pt x="2311" y="80"/>
                  </a:cubicBezTo>
                  <a:lnTo>
                    <a:pt x="1114" y="287"/>
                  </a:lnTo>
                  <a:cubicBezTo>
                    <a:pt x="1114" y="287"/>
                    <a:pt x="923" y="2278"/>
                    <a:pt x="768" y="4026"/>
                  </a:cubicBezTo>
                  <a:cubicBezTo>
                    <a:pt x="617" y="5728"/>
                    <a:pt x="272" y="7526"/>
                    <a:pt x="142" y="9368"/>
                  </a:cubicBezTo>
                  <a:cubicBezTo>
                    <a:pt x="0" y="11381"/>
                    <a:pt x="302" y="12719"/>
                    <a:pt x="302" y="12719"/>
                  </a:cubicBezTo>
                  <a:lnTo>
                    <a:pt x="9556" y="12719"/>
                  </a:lnTo>
                  <a:cubicBezTo>
                    <a:pt x="9558" y="12719"/>
                    <a:pt x="9860" y="11381"/>
                    <a:pt x="9718" y="9368"/>
                  </a:cubicBezTo>
                  <a:cubicBezTo>
                    <a:pt x="9588" y="7526"/>
                    <a:pt x="9242" y="5728"/>
                    <a:pt x="9092" y="4026"/>
                  </a:cubicBezTo>
                  <a:cubicBezTo>
                    <a:pt x="8936" y="2280"/>
                    <a:pt x="8746" y="287"/>
                    <a:pt x="8746" y="287"/>
                  </a:cubicBezTo>
                  <a:lnTo>
                    <a:pt x="7080" y="0"/>
                  </a:ln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5477302" y="1540400"/>
              <a:ext cx="169710" cy="334568"/>
            </a:xfrm>
            <a:custGeom>
              <a:avLst/>
              <a:gdLst/>
              <a:ahLst/>
              <a:cxnLst/>
              <a:rect l="l" t="t" r="r" b="b"/>
              <a:pathLst>
                <a:path w="3847" h="7584" extrusionOk="0">
                  <a:moveTo>
                    <a:pt x="0" y="0"/>
                  </a:moveTo>
                  <a:lnTo>
                    <a:pt x="0" y="4825"/>
                  </a:lnTo>
                  <a:cubicBezTo>
                    <a:pt x="0" y="4825"/>
                    <a:pt x="648" y="5837"/>
                    <a:pt x="951" y="6478"/>
                  </a:cubicBezTo>
                  <a:cubicBezTo>
                    <a:pt x="1184" y="6970"/>
                    <a:pt x="1705" y="7584"/>
                    <a:pt x="2460" y="7584"/>
                  </a:cubicBezTo>
                  <a:cubicBezTo>
                    <a:pt x="2616" y="7584"/>
                    <a:pt x="2781" y="7558"/>
                    <a:pt x="2956" y="7499"/>
                  </a:cubicBezTo>
                  <a:cubicBezTo>
                    <a:pt x="3420" y="7345"/>
                    <a:pt x="3846" y="6370"/>
                    <a:pt x="3476" y="5692"/>
                  </a:cubicBezTo>
                  <a:cubicBezTo>
                    <a:pt x="2756" y="4373"/>
                    <a:pt x="2156" y="2460"/>
                    <a:pt x="1470" y="1377"/>
                  </a:cubicBezTo>
                  <a:cubicBezTo>
                    <a:pt x="785" y="2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5477390" y="1540356"/>
              <a:ext cx="161417" cy="334612"/>
            </a:xfrm>
            <a:custGeom>
              <a:avLst/>
              <a:gdLst/>
              <a:ahLst/>
              <a:cxnLst/>
              <a:rect l="l" t="t" r="r" b="b"/>
              <a:pathLst>
                <a:path w="3659" h="7585" extrusionOk="0">
                  <a:moveTo>
                    <a:pt x="0" y="0"/>
                  </a:moveTo>
                  <a:lnTo>
                    <a:pt x="0" y="4826"/>
                  </a:lnTo>
                  <a:cubicBezTo>
                    <a:pt x="0" y="4826"/>
                    <a:pt x="647" y="5838"/>
                    <a:pt x="951" y="6479"/>
                  </a:cubicBezTo>
                  <a:cubicBezTo>
                    <a:pt x="1184" y="6971"/>
                    <a:pt x="1704" y="7585"/>
                    <a:pt x="2459" y="7585"/>
                  </a:cubicBezTo>
                  <a:cubicBezTo>
                    <a:pt x="2615" y="7585"/>
                    <a:pt x="2780" y="7559"/>
                    <a:pt x="2955" y="7500"/>
                  </a:cubicBezTo>
                  <a:cubicBezTo>
                    <a:pt x="3319" y="7378"/>
                    <a:pt x="3658" y="6749"/>
                    <a:pt x="3608" y="6158"/>
                  </a:cubicBezTo>
                  <a:cubicBezTo>
                    <a:pt x="3495" y="5782"/>
                    <a:pt x="3263" y="5455"/>
                    <a:pt x="2906" y="5275"/>
                  </a:cubicBezTo>
                  <a:cubicBezTo>
                    <a:pt x="2664" y="5153"/>
                    <a:pt x="2394" y="5104"/>
                    <a:pt x="2124" y="5104"/>
                  </a:cubicBezTo>
                  <a:cubicBezTo>
                    <a:pt x="2008" y="5104"/>
                    <a:pt x="1892" y="5113"/>
                    <a:pt x="1778" y="5129"/>
                  </a:cubicBezTo>
                  <a:cubicBezTo>
                    <a:pt x="1777" y="5129"/>
                    <a:pt x="1775" y="5129"/>
                    <a:pt x="1774" y="5129"/>
                  </a:cubicBezTo>
                  <a:cubicBezTo>
                    <a:pt x="1758" y="5129"/>
                    <a:pt x="1742" y="5117"/>
                    <a:pt x="1747" y="5099"/>
                  </a:cubicBezTo>
                  <a:cubicBezTo>
                    <a:pt x="1784" y="4972"/>
                    <a:pt x="1815" y="4835"/>
                    <a:pt x="1900" y="4730"/>
                  </a:cubicBezTo>
                  <a:cubicBezTo>
                    <a:pt x="1996" y="4609"/>
                    <a:pt x="2139" y="4535"/>
                    <a:pt x="2266" y="4453"/>
                  </a:cubicBezTo>
                  <a:cubicBezTo>
                    <a:pt x="2428" y="4348"/>
                    <a:pt x="2590" y="4239"/>
                    <a:pt x="2740" y="4118"/>
                  </a:cubicBezTo>
                  <a:cubicBezTo>
                    <a:pt x="2315" y="3114"/>
                    <a:pt x="1909" y="2074"/>
                    <a:pt x="1469" y="1376"/>
                  </a:cubicBezTo>
                  <a:cubicBezTo>
                    <a:pt x="784" y="29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41"/>
            <p:cNvSpPr/>
            <p:nvPr/>
          </p:nvSpPr>
          <p:spPr>
            <a:xfrm>
              <a:off x="5477258" y="1540400"/>
              <a:ext cx="116111" cy="315819"/>
            </a:xfrm>
            <a:custGeom>
              <a:avLst/>
              <a:gdLst/>
              <a:ahLst/>
              <a:cxnLst/>
              <a:rect l="l" t="t" r="r" b="b"/>
              <a:pathLst>
                <a:path w="2632" h="7159" extrusionOk="0">
                  <a:moveTo>
                    <a:pt x="0" y="0"/>
                  </a:moveTo>
                  <a:lnTo>
                    <a:pt x="0" y="4825"/>
                  </a:lnTo>
                  <a:cubicBezTo>
                    <a:pt x="0" y="4825"/>
                    <a:pt x="647" y="5837"/>
                    <a:pt x="951" y="6478"/>
                  </a:cubicBezTo>
                  <a:cubicBezTo>
                    <a:pt x="1057" y="6702"/>
                    <a:pt x="1224" y="6953"/>
                    <a:pt x="1446" y="7159"/>
                  </a:cubicBezTo>
                  <a:cubicBezTo>
                    <a:pt x="1407" y="6857"/>
                    <a:pt x="1372" y="6554"/>
                    <a:pt x="1359" y="6249"/>
                  </a:cubicBezTo>
                  <a:cubicBezTo>
                    <a:pt x="1344" y="5868"/>
                    <a:pt x="1348" y="5466"/>
                    <a:pt x="1451" y="5097"/>
                  </a:cubicBezTo>
                  <a:cubicBezTo>
                    <a:pt x="1541" y="4772"/>
                    <a:pt x="1730" y="4521"/>
                    <a:pt x="1992" y="4313"/>
                  </a:cubicBezTo>
                  <a:cubicBezTo>
                    <a:pt x="2197" y="4148"/>
                    <a:pt x="2422" y="4013"/>
                    <a:pt x="2632" y="3858"/>
                  </a:cubicBezTo>
                  <a:cubicBezTo>
                    <a:pt x="2246" y="2937"/>
                    <a:pt x="1873" y="2013"/>
                    <a:pt x="1470" y="1377"/>
                  </a:cubicBezTo>
                  <a:cubicBezTo>
                    <a:pt x="784" y="29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41"/>
            <p:cNvSpPr/>
            <p:nvPr/>
          </p:nvSpPr>
          <p:spPr>
            <a:xfrm>
              <a:off x="4858210" y="1540356"/>
              <a:ext cx="282424" cy="257411"/>
            </a:xfrm>
            <a:custGeom>
              <a:avLst/>
              <a:gdLst/>
              <a:ahLst/>
              <a:cxnLst/>
              <a:rect l="l" t="t" r="r" b="b"/>
              <a:pathLst>
                <a:path w="6402" h="5835" extrusionOk="0">
                  <a:moveTo>
                    <a:pt x="6254" y="1"/>
                  </a:moveTo>
                  <a:cubicBezTo>
                    <a:pt x="5969" y="1"/>
                    <a:pt x="5294" y="61"/>
                    <a:pt x="4461" y="542"/>
                  </a:cubicBezTo>
                  <a:cubicBezTo>
                    <a:pt x="3350" y="1183"/>
                    <a:pt x="1648" y="2794"/>
                    <a:pt x="396" y="3626"/>
                  </a:cubicBezTo>
                  <a:cubicBezTo>
                    <a:pt x="101" y="3821"/>
                    <a:pt x="1" y="4514"/>
                    <a:pt x="105" y="5015"/>
                  </a:cubicBezTo>
                  <a:cubicBezTo>
                    <a:pt x="186" y="5400"/>
                    <a:pt x="792" y="5835"/>
                    <a:pt x="1410" y="5835"/>
                  </a:cubicBezTo>
                  <a:cubicBezTo>
                    <a:pt x="1644" y="5835"/>
                    <a:pt x="1879" y="5772"/>
                    <a:pt x="2088" y="5622"/>
                  </a:cubicBezTo>
                  <a:cubicBezTo>
                    <a:pt x="3459" y="4634"/>
                    <a:pt x="6402" y="3298"/>
                    <a:pt x="6402" y="3298"/>
                  </a:cubicBezTo>
                  <a:lnTo>
                    <a:pt x="6402" y="8"/>
                  </a:lnTo>
                  <a:cubicBezTo>
                    <a:pt x="6402" y="8"/>
                    <a:pt x="6350" y="1"/>
                    <a:pt x="625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1"/>
            <p:cNvSpPr/>
            <p:nvPr/>
          </p:nvSpPr>
          <p:spPr>
            <a:xfrm>
              <a:off x="4858210" y="1540356"/>
              <a:ext cx="282424" cy="257411"/>
            </a:xfrm>
            <a:custGeom>
              <a:avLst/>
              <a:gdLst/>
              <a:ahLst/>
              <a:cxnLst/>
              <a:rect l="l" t="t" r="r" b="b"/>
              <a:pathLst>
                <a:path w="6402" h="5835" extrusionOk="0">
                  <a:moveTo>
                    <a:pt x="6254" y="1"/>
                  </a:moveTo>
                  <a:cubicBezTo>
                    <a:pt x="5969" y="1"/>
                    <a:pt x="5294" y="61"/>
                    <a:pt x="4461" y="542"/>
                  </a:cubicBezTo>
                  <a:cubicBezTo>
                    <a:pt x="3350" y="1183"/>
                    <a:pt x="1648" y="2794"/>
                    <a:pt x="396" y="3626"/>
                  </a:cubicBezTo>
                  <a:cubicBezTo>
                    <a:pt x="101" y="3821"/>
                    <a:pt x="1" y="4514"/>
                    <a:pt x="105" y="5015"/>
                  </a:cubicBezTo>
                  <a:cubicBezTo>
                    <a:pt x="186" y="5400"/>
                    <a:pt x="792" y="5835"/>
                    <a:pt x="1410" y="5835"/>
                  </a:cubicBezTo>
                  <a:cubicBezTo>
                    <a:pt x="1644" y="5835"/>
                    <a:pt x="1879" y="5772"/>
                    <a:pt x="2088" y="5622"/>
                  </a:cubicBezTo>
                  <a:cubicBezTo>
                    <a:pt x="3459" y="4634"/>
                    <a:pt x="6402" y="3298"/>
                    <a:pt x="6402" y="3298"/>
                  </a:cubicBezTo>
                  <a:lnTo>
                    <a:pt x="6402" y="8"/>
                  </a:lnTo>
                  <a:cubicBezTo>
                    <a:pt x="6402" y="8"/>
                    <a:pt x="6350" y="1"/>
                    <a:pt x="625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5471876" y="1534224"/>
              <a:ext cx="138830" cy="249956"/>
            </a:xfrm>
            <a:custGeom>
              <a:avLst/>
              <a:gdLst/>
              <a:ahLst/>
              <a:cxnLst/>
              <a:rect l="l" t="t" r="r" b="b"/>
              <a:pathLst>
                <a:path w="3147" h="5666" extrusionOk="0">
                  <a:moveTo>
                    <a:pt x="0" y="1"/>
                  </a:moveTo>
                  <a:lnTo>
                    <a:pt x="0" y="5001"/>
                  </a:lnTo>
                  <a:cubicBezTo>
                    <a:pt x="0" y="5001"/>
                    <a:pt x="172" y="5270"/>
                    <a:pt x="369" y="5598"/>
                  </a:cubicBezTo>
                  <a:cubicBezTo>
                    <a:pt x="396" y="5642"/>
                    <a:pt x="441" y="5666"/>
                    <a:pt x="488" y="5666"/>
                  </a:cubicBezTo>
                  <a:cubicBezTo>
                    <a:pt x="519" y="5666"/>
                    <a:pt x="551" y="5655"/>
                    <a:pt x="577" y="5632"/>
                  </a:cubicBezTo>
                  <a:cubicBezTo>
                    <a:pt x="1172" y="5102"/>
                    <a:pt x="2379" y="4301"/>
                    <a:pt x="3096" y="3560"/>
                  </a:cubicBezTo>
                  <a:cubicBezTo>
                    <a:pt x="3136" y="3519"/>
                    <a:pt x="3147" y="3457"/>
                    <a:pt x="3122" y="3405"/>
                  </a:cubicBezTo>
                  <a:cubicBezTo>
                    <a:pt x="2778" y="2662"/>
                    <a:pt x="2024" y="1970"/>
                    <a:pt x="1694" y="1450"/>
                  </a:cubicBezTo>
                  <a:cubicBezTo>
                    <a:pt x="994" y="345"/>
                    <a:pt x="268" y="48"/>
                    <a:pt x="233" y="3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5471876" y="1540974"/>
              <a:ext cx="98509" cy="243118"/>
            </a:xfrm>
            <a:custGeom>
              <a:avLst/>
              <a:gdLst/>
              <a:ahLst/>
              <a:cxnLst/>
              <a:rect l="l" t="t" r="r" b="b"/>
              <a:pathLst>
                <a:path w="2233" h="5511" extrusionOk="0">
                  <a:moveTo>
                    <a:pt x="0" y="1"/>
                  </a:moveTo>
                  <a:lnTo>
                    <a:pt x="0" y="4847"/>
                  </a:lnTo>
                  <a:cubicBezTo>
                    <a:pt x="0" y="4847"/>
                    <a:pt x="171" y="5116"/>
                    <a:pt x="369" y="5443"/>
                  </a:cubicBezTo>
                  <a:cubicBezTo>
                    <a:pt x="395" y="5487"/>
                    <a:pt x="441" y="5511"/>
                    <a:pt x="488" y="5511"/>
                  </a:cubicBezTo>
                  <a:cubicBezTo>
                    <a:pt x="519" y="5511"/>
                    <a:pt x="550" y="5500"/>
                    <a:pt x="576" y="5478"/>
                  </a:cubicBezTo>
                  <a:cubicBezTo>
                    <a:pt x="968" y="5130"/>
                    <a:pt x="1624" y="4663"/>
                    <a:pt x="2233" y="4174"/>
                  </a:cubicBezTo>
                  <a:cubicBezTo>
                    <a:pt x="1995" y="3886"/>
                    <a:pt x="1859" y="3522"/>
                    <a:pt x="1754" y="3168"/>
                  </a:cubicBezTo>
                  <a:cubicBezTo>
                    <a:pt x="1686" y="2943"/>
                    <a:pt x="1656" y="2724"/>
                    <a:pt x="1446" y="2584"/>
                  </a:cubicBezTo>
                  <a:cubicBezTo>
                    <a:pt x="1268" y="2468"/>
                    <a:pt x="1111" y="2362"/>
                    <a:pt x="985" y="2185"/>
                  </a:cubicBezTo>
                  <a:cubicBezTo>
                    <a:pt x="667" y="1744"/>
                    <a:pt x="574" y="1191"/>
                    <a:pt x="450" y="676"/>
                  </a:cubicBezTo>
                  <a:cubicBezTo>
                    <a:pt x="423" y="562"/>
                    <a:pt x="395" y="404"/>
                    <a:pt x="303" y="321"/>
                  </a:cubicBezTo>
                  <a:cubicBezTo>
                    <a:pt x="231" y="256"/>
                    <a:pt x="156" y="204"/>
                    <a:pt x="92" y="127"/>
                  </a:cubicBezTo>
                  <a:cubicBezTo>
                    <a:pt x="58" y="87"/>
                    <a:pt x="27" y="45"/>
                    <a:pt x="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5471920" y="1540974"/>
              <a:ext cx="75613" cy="243118"/>
            </a:xfrm>
            <a:custGeom>
              <a:avLst/>
              <a:gdLst/>
              <a:ahLst/>
              <a:cxnLst/>
              <a:rect l="l" t="t" r="r" b="b"/>
              <a:pathLst>
                <a:path w="1714" h="5511" extrusionOk="0">
                  <a:moveTo>
                    <a:pt x="0" y="1"/>
                  </a:moveTo>
                  <a:lnTo>
                    <a:pt x="0" y="4847"/>
                  </a:lnTo>
                  <a:cubicBezTo>
                    <a:pt x="0" y="4847"/>
                    <a:pt x="173" y="5116"/>
                    <a:pt x="369" y="5443"/>
                  </a:cubicBezTo>
                  <a:cubicBezTo>
                    <a:pt x="396" y="5487"/>
                    <a:pt x="442" y="5511"/>
                    <a:pt x="488" y="5511"/>
                  </a:cubicBezTo>
                  <a:cubicBezTo>
                    <a:pt x="519" y="5511"/>
                    <a:pt x="551" y="5500"/>
                    <a:pt x="577" y="5478"/>
                  </a:cubicBezTo>
                  <a:cubicBezTo>
                    <a:pt x="845" y="5240"/>
                    <a:pt x="1237" y="4946"/>
                    <a:pt x="1652" y="4627"/>
                  </a:cubicBezTo>
                  <a:cubicBezTo>
                    <a:pt x="1663" y="4448"/>
                    <a:pt x="1676" y="4270"/>
                    <a:pt x="1683" y="4093"/>
                  </a:cubicBezTo>
                  <a:cubicBezTo>
                    <a:pt x="1702" y="3656"/>
                    <a:pt x="1714" y="3086"/>
                    <a:pt x="1347" y="2778"/>
                  </a:cubicBezTo>
                  <a:cubicBezTo>
                    <a:pt x="1197" y="2651"/>
                    <a:pt x="1020" y="2556"/>
                    <a:pt x="882" y="2414"/>
                  </a:cubicBezTo>
                  <a:cubicBezTo>
                    <a:pt x="753" y="2284"/>
                    <a:pt x="675" y="2118"/>
                    <a:pt x="624" y="1945"/>
                  </a:cubicBezTo>
                  <a:cubicBezTo>
                    <a:pt x="510" y="1547"/>
                    <a:pt x="494" y="1125"/>
                    <a:pt x="422" y="720"/>
                  </a:cubicBezTo>
                  <a:cubicBezTo>
                    <a:pt x="398" y="589"/>
                    <a:pt x="367" y="460"/>
                    <a:pt x="316" y="339"/>
                  </a:cubicBezTo>
                  <a:cubicBezTo>
                    <a:pt x="311" y="334"/>
                    <a:pt x="309" y="326"/>
                    <a:pt x="304" y="321"/>
                  </a:cubicBezTo>
                  <a:cubicBezTo>
                    <a:pt x="231" y="256"/>
                    <a:pt x="157" y="204"/>
                    <a:pt x="92" y="127"/>
                  </a:cubicBezTo>
                  <a:cubicBezTo>
                    <a:pt x="58" y="87"/>
                    <a:pt x="28" y="45"/>
                    <a:pt x="0" y="1"/>
                  </a:cubicBezTo>
                  <a:close/>
                </a:path>
              </a:pathLst>
            </a:custGeom>
            <a:solidFill>
              <a:srgbClr val="E8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1"/>
            <p:cNvSpPr/>
            <p:nvPr/>
          </p:nvSpPr>
          <p:spPr>
            <a:xfrm>
              <a:off x="4945291" y="1534974"/>
              <a:ext cx="200767" cy="225604"/>
            </a:xfrm>
            <a:custGeom>
              <a:avLst/>
              <a:gdLst/>
              <a:ahLst/>
              <a:cxnLst/>
              <a:rect l="l" t="t" r="r" b="b"/>
              <a:pathLst>
                <a:path w="4551" h="5114" extrusionOk="0">
                  <a:moveTo>
                    <a:pt x="4280" y="0"/>
                  </a:moveTo>
                  <a:cubicBezTo>
                    <a:pt x="3977" y="0"/>
                    <a:pt x="3284" y="64"/>
                    <a:pt x="2426" y="559"/>
                  </a:cubicBezTo>
                  <a:cubicBezTo>
                    <a:pt x="1817" y="911"/>
                    <a:pt x="1058" y="1529"/>
                    <a:pt x="255" y="2185"/>
                  </a:cubicBezTo>
                  <a:cubicBezTo>
                    <a:pt x="193" y="2235"/>
                    <a:pt x="131" y="2285"/>
                    <a:pt x="69" y="2336"/>
                  </a:cubicBezTo>
                  <a:cubicBezTo>
                    <a:pt x="10" y="2384"/>
                    <a:pt x="1" y="2471"/>
                    <a:pt x="50" y="2530"/>
                  </a:cubicBezTo>
                  <a:cubicBezTo>
                    <a:pt x="573" y="3168"/>
                    <a:pt x="1376" y="4359"/>
                    <a:pt x="2113" y="5075"/>
                  </a:cubicBezTo>
                  <a:cubicBezTo>
                    <a:pt x="2139" y="5100"/>
                    <a:pt x="2173" y="5113"/>
                    <a:pt x="2208" y="5113"/>
                  </a:cubicBezTo>
                  <a:cubicBezTo>
                    <a:pt x="2231" y="5113"/>
                    <a:pt x="2254" y="5107"/>
                    <a:pt x="2275" y="5096"/>
                  </a:cubicBezTo>
                  <a:cubicBezTo>
                    <a:pt x="3412" y="4479"/>
                    <a:pt x="4551" y="3498"/>
                    <a:pt x="4551" y="3498"/>
                  </a:cubicBezTo>
                  <a:lnTo>
                    <a:pt x="4551" y="20"/>
                  </a:lnTo>
                  <a:lnTo>
                    <a:pt x="4443" y="8"/>
                  </a:lnTo>
                  <a:cubicBezTo>
                    <a:pt x="4434" y="7"/>
                    <a:pt x="4378" y="0"/>
                    <a:pt x="428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1"/>
            <p:cNvSpPr/>
            <p:nvPr/>
          </p:nvSpPr>
          <p:spPr>
            <a:xfrm>
              <a:off x="4945291" y="1578867"/>
              <a:ext cx="200767" cy="181710"/>
            </a:xfrm>
            <a:custGeom>
              <a:avLst/>
              <a:gdLst/>
              <a:ahLst/>
              <a:cxnLst/>
              <a:rect l="l" t="t" r="r" b="b"/>
              <a:pathLst>
                <a:path w="4551" h="4119" extrusionOk="0">
                  <a:moveTo>
                    <a:pt x="4551" y="0"/>
                  </a:moveTo>
                  <a:cubicBezTo>
                    <a:pt x="4321" y="368"/>
                    <a:pt x="4042" y="702"/>
                    <a:pt x="3734" y="1004"/>
                  </a:cubicBezTo>
                  <a:cubicBezTo>
                    <a:pt x="3407" y="1325"/>
                    <a:pt x="3044" y="1614"/>
                    <a:pt x="2655" y="1861"/>
                  </a:cubicBezTo>
                  <a:cubicBezTo>
                    <a:pt x="2466" y="1981"/>
                    <a:pt x="2271" y="2088"/>
                    <a:pt x="2070" y="2188"/>
                  </a:cubicBezTo>
                  <a:cubicBezTo>
                    <a:pt x="1985" y="2230"/>
                    <a:pt x="1882" y="2288"/>
                    <a:pt x="1782" y="2288"/>
                  </a:cubicBezTo>
                  <a:cubicBezTo>
                    <a:pt x="1771" y="2288"/>
                    <a:pt x="1760" y="2288"/>
                    <a:pt x="1750" y="2286"/>
                  </a:cubicBezTo>
                  <a:cubicBezTo>
                    <a:pt x="1633" y="2271"/>
                    <a:pt x="1569" y="2160"/>
                    <a:pt x="1523" y="2063"/>
                  </a:cubicBezTo>
                  <a:cubicBezTo>
                    <a:pt x="1437" y="1877"/>
                    <a:pt x="1367" y="1682"/>
                    <a:pt x="1294" y="1490"/>
                  </a:cubicBezTo>
                  <a:cubicBezTo>
                    <a:pt x="1185" y="1206"/>
                    <a:pt x="1070" y="917"/>
                    <a:pt x="913" y="656"/>
                  </a:cubicBezTo>
                  <a:cubicBezTo>
                    <a:pt x="698" y="828"/>
                    <a:pt x="480" y="1007"/>
                    <a:pt x="255" y="1190"/>
                  </a:cubicBezTo>
                  <a:cubicBezTo>
                    <a:pt x="193" y="1240"/>
                    <a:pt x="131" y="1290"/>
                    <a:pt x="69" y="1341"/>
                  </a:cubicBezTo>
                  <a:cubicBezTo>
                    <a:pt x="10" y="1389"/>
                    <a:pt x="1" y="1476"/>
                    <a:pt x="50" y="1535"/>
                  </a:cubicBezTo>
                  <a:cubicBezTo>
                    <a:pt x="573" y="2173"/>
                    <a:pt x="1376" y="3364"/>
                    <a:pt x="2113" y="4080"/>
                  </a:cubicBezTo>
                  <a:cubicBezTo>
                    <a:pt x="2139" y="4105"/>
                    <a:pt x="2173" y="4118"/>
                    <a:pt x="2208" y="4118"/>
                  </a:cubicBezTo>
                  <a:cubicBezTo>
                    <a:pt x="2231" y="4118"/>
                    <a:pt x="2254" y="4112"/>
                    <a:pt x="2275" y="4101"/>
                  </a:cubicBezTo>
                  <a:cubicBezTo>
                    <a:pt x="3412" y="3484"/>
                    <a:pt x="4551" y="2503"/>
                    <a:pt x="4551" y="2503"/>
                  </a:cubicBezTo>
                  <a:lnTo>
                    <a:pt x="4551" y="0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5052972" y="1578911"/>
              <a:ext cx="93083" cy="176857"/>
            </a:xfrm>
            <a:custGeom>
              <a:avLst/>
              <a:gdLst/>
              <a:ahLst/>
              <a:cxnLst/>
              <a:rect l="l" t="t" r="r" b="b"/>
              <a:pathLst>
                <a:path w="2110" h="4009" extrusionOk="0">
                  <a:moveTo>
                    <a:pt x="2110" y="0"/>
                  </a:moveTo>
                  <a:cubicBezTo>
                    <a:pt x="1886" y="359"/>
                    <a:pt x="1614" y="685"/>
                    <a:pt x="1313" y="983"/>
                  </a:cubicBezTo>
                  <a:cubicBezTo>
                    <a:pt x="1308" y="992"/>
                    <a:pt x="1304" y="1003"/>
                    <a:pt x="1299" y="1013"/>
                  </a:cubicBezTo>
                  <a:cubicBezTo>
                    <a:pt x="1205" y="1200"/>
                    <a:pt x="1105" y="1435"/>
                    <a:pt x="936" y="1568"/>
                  </a:cubicBezTo>
                  <a:cubicBezTo>
                    <a:pt x="793" y="1680"/>
                    <a:pt x="593" y="1718"/>
                    <a:pt x="489" y="1878"/>
                  </a:cubicBezTo>
                  <a:cubicBezTo>
                    <a:pt x="353" y="2087"/>
                    <a:pt x="337" y="2385"/>
                    <a:pt x="307" y="2626"/>
                  </a:cubicBezTo>
                  <a:cubicBezTo>
                    <a:pt x="250" y="3093"/>
                    <a:pt x="131" y="3555"/>
                    <a:pt x="0" y="4008"/>
                  </a:cubicBezTo>
                  <a:cubicBezTo>
                    <a:pt x="1078" y="3389"/>
                    <a:pt x="2110" y="2503"/>
                    <a:pt x="2110" y="2503"/>
                  </a:cubicBezTo>
                  <a:lnTo>
                    <a:pt x="2110" y="0"/>
                  </a:lnTo>
                  <a:close/>
                </a:path>
              </a:pathLst>
            </a:custGeom>
            <a:solidFill>
              <a:srgbClr val="E8AB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5249278" y="1419705"/>
              <a:ext cx="119508" cy="79672"/>
            </a:xfrm>
            <a:custGeom>
              <a:avLst/>
              <a:gdLst/>
              <a:ahLst/>
              <a:cxnLst/>
              <a:rect l="l" t="t" r="r" b="b"/>
              <a:pathLst>
                <a:path w="2709" h="1806" extrusionOk="0">
                  <a:moveTo>
                    <a:pt x="0" y="1"/>
                  </a:moveTo>
                  <a:lnTo>
                    <a:pt x="0" y="1605"/>
                  </a:lnTo>
                  <a:cubicBezTo>
                    <a:pt x="93" y="1634"/>
                    <a:pt x="187" y="1659"/>
                    <a:pt x="284" y="1682"/>
                  </a:cubicBezTo>
                  <a:cubicBezTo>
                    <a:pt x="675" y="1770"/>
                    <a:pt x="1075" y="1806"/>
                    <a:pt x="1476" y="1806"/>
                  </a:cubicBezTo>
                  <a:cubicBezTo>
                    <a:pt x="1880" y="1806"/>
                    <a:pt x="2285" y="1769"/>
                    <a:pt x="2682" y="1714"/>
                  </a:cubicBezTo>
                  <a:cubicBezTo>
                    <a:pt x="2692" y="1713"/>
                    <a:pt x="2699" y="1712"/>
                    <a:pt x="2709" y="1710"/>
                  </a:cubicBezTo>
                  <a:lnTo>
                    <a:pt x="2709" y="1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320963" y="1571192"/>
              <a:ext cx="86289" cy="24837"/>
            </a:xfrm>
            <a:custGeom>
              <a:avLst/>
              <a:gdLst/>
              <a:ahLst/>
              <a:cxnLst/>
              <a:rect l="l" t="t" r="r" b="b"/>
              <a:pathLst>
                <a:path w="1956" h="563" extrusionOk="0">
                  <a:moveTo>
                    <a:pt x="1059" y="1"/>
                  </a:moveTo>
                  <a:cubicBezTo>
                    <a:pt x="584" y="1"/>
                    <a:pt x="211" y="239"/>
                    <a:pt x="22" y="462"/>
                  </a:cubicBezTo>
                  <a:cubicBezTo>
                    <a:pt x="1" y="487"/>
                    <a:pt x="3" y="526"/>
                    <a:pt x="29" y="548"/>
                  </a:cubicBezTo>
                  <a:cubicBezTo>
                    <a:pt x="40" y="558"/>
                    <a:pt x="54" y="563"/>
                    <a:pt x="69" y="563"/>
                  </a:cubicBezTo>
                  <a:cubicBezTo>
                    <a:pt x="86" y="563"/>
                    <a:pt x="102" y="555"/>
                    <a:pt x="113" y="540"/>
                  </a:cubicBezTo>
                  <a:cubicBezTo>
                    <a:pt x="276" y="348"/>
                    <a:pt x="622" y="122"/>
                    <a:pt x="1058" y="122"/>
                  </a:cubicBezTo>
                  <a:lnTo>
                    <a:pt x="1895" y="122"/>
                  </a:lnTo>
                  <a:cubicBezTo>
                    <a:pt x="1928" y="122"/>
                    <a:pt x="1956" y="95"/>
                    <a:pt x="1956" y="61"/>
                  </a:cubicBezTo>
                  <a:cubicBezTo>
                    <a:pt x="1956" y="28"/>
                    <a:pt x="1928" y="1"/>
                    <a:pt x="18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210634" y="1571236"/>
              <a:ext cx="86377" cy="24793"/>
            </a:xfrm>
            <a:custGeom>
              <a:avLst/>
              <a:gdLst/>
              <a:ahLst/>
              <a:cxnLst/>
              <a:rect l="l" t="t" r="r" b="b"/>
              <a:pathLst>
                <a:path w="1958" h="562" extrusionOk="0">
                  <a:moveTo>
                    <a:pt x="61" y="1"/>
                  </a:moveTo>
                  <a:cubicBezTo>
                    <a:pt x="28" y="1"/>
                    <a:pt x="0" y="27"/>
                    <a:pt x="0" y="61"/>
                  </a:cubicBezTo>
                  <a:cubicBezTo>
                    <a:pt x="0" y="93"/>
                    <a:pt x="28" y="122"/>
                    <a:pt x="61" y="122"/>
                  </a:cubicBezTo>
                  <a:lnTo>
                    <a:pt x="897" y="122"/>
                  </a:lnTo>
                  <a:cubicBezTo>
                    <a:pt x="1333" y="122"/>
                    <a:pt x="1679" y="348"/>
                    <a:pt x="1843" y="540"/>
                  </a:cubicBezTo>
                  <a:cubicBezTo>
                    <a:pt x="1854" y="554"/>
                    <a:pt x="1872" y="562"/>
                    <a:pt x="1889" y="562"/>
                  </a:cubicBezTo>
                  <a:cubicBezTo>
                    <a:pt x="1903" y="562"/>
                    <a:pt x="1916" y="557"/>
                    <a:pt x="1929" y="548"/>
                  </a:cubicBezTo>
                  <a:cubicBezTo>
                    <a:pt x="1953" y="527"/>
                    <a:pt x="1957" y="487"/>
                    <a:pt x="1935" y="463"/>
                  </a:cubicBezTo>
                  <a:cubicBezTo>
                    <a:pt x="1746" y="239"/>
                    <a:pt x="1373" y="1"/>
                    <a:pt x="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4857637" y="1496860"/>
              <a:ext cx="136801" cy="300776"/>
            </a:xfrm>
            <a:custGeom>
              <a:avLst/>
              <a:gdLst/>
              <a:ahLst/>
              <a:cxnLst/>
              <a:rect l="l" t="t" r="r" b="b"/>
              <a:pathLst>
                <a:path w="3101" h="6818" extrusionOk="0">
                  <a:moveTo>
                    <a:pt x="81" y="0"/>
                  </a:moveTo>
                  <a:cubicBezTo>
                    <a:pt x="27" y="0"/>
                    <a:pt x="1" y="2"/>
                    <a:pt x="1" y="2"/>
                  </a:cubicBezTo>
                  <a:lnTo>
                    <a:pt x="1" y="1525"/>
                  </a:lnTo>
                  <a:cubicBezTo>
                    <a:pt x="1" y="1525"/>
                    <a:pt x="260" y="1746"/>
                    <a:pt x="530" y="1809"/>
                  </a:cubicBezTo>
                  <a:cubicBezTo>
                    <a:pt x="320" y="3115"/>
                    <a:pt x="101" y="5072"/>
                    <a:pt x="78" y="5727"/>
                  </a:cubicBezTo>
                  <a:cubicBezTo>
                    <a:pt x="62" y="6169"/>
                    <a:pt x="509" y="6762"/>
                    <a:pt x="1304" y="6815"/>
                  </a:cubicBezTo>
                  <a:cubicBezTo>
                    <a:pt x="1329" y="6817"/>
                    <a:pt x="1355" y="6817"/>
                    <a:pt x="1381" y="6817"/>
                  </a:cubicBezTo>
                  <a:cubicBezTo>
                    <a:pt x="2141" y="6817"/>
                    <a:pt x="2755" y="6077"/>
                    <a:pt x="2814" y="5652"/>
                  </a:cubicBezTo>
                  <a:cubicBezTo>
                    <a:pt x="3100" y="3538"/>
                    <a:pt x="2722" y="1383"/>
                    <a:pt x="2722" y="1383"/>
                  </a:cubicBezTo>
                  <a:cubicBezTo>
                    <a:pt x="2541" y="699"/>
                    <a:pt x="2328" y="290"/>
                    <a:pt x="1294" y="123"/>
                  </a:cubicBezTo>
                  <a:cubicBezTo>
                    <a:pt x="626" y="14"/>
                    <a:pt x="236" y="0"/>
                    <a:pt x="8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4857637" y="1496904"/>
              <a:ext cx="71113" cy="152461"/>
            </a:xfrm>
            <a:custGeom>
              <a:avLst/>
              <a:gdLst/>
              <a:ahLst/>
              <a:cxnLst/>
              <a:rect l="l" t="t" r="r" b="b"/>
              <a:pathLst>
                <a:path w="1612" h="3456" extrusionOk="0">
                  <a:moveTo>
                    <a:pt x="77" y="0"/>
                  </a:moveTo>
                  <a:cubicBezTo>
                    <a:pt x="26" y="0"/>
                    <a:pt x="1" y="2"/>
                    <a:pt x="1" y="2"/>
                  </a:cubicBezTo>
                  <a:lnTo>
                    <a:pt x="1" y="1525"/>
                  </a:lnTo>
                  <a:cubicBezTo>
                    <a:pt x="1" y="1525"/>
                    <a:pt x="259" y="1746"/>
                    <a:pt x="530" y="1809"/>
                  </a:cubicBezTo>
                  <a:cubicBezTo>
                    <a:pt x="452" y="2300"/>
                    <a:pt x="371" y="2884"/>
                    <a:pt x="300" y="3455"/>
                  </a:cubicBezTo>
                  <a:cubicBezTo>
                    <a:pt x="302" y="3455"/>
                    <a:pt x="303" y="3452"/>
                    <a:pt x="306" y="3452"/>
                  </a:cubicBezTo>
                  <a:cubicBezTo>
                    <a:pt x="607" y="3448"/>
                    <a:pt x="945" y="3356"/>
                    <a:pt x="1186" y="3173"/>
                  </a:cubicBezTo>
                  <a:cubicBezTo>
                    <a:pt x="1470" y="2956"/>
                    <a:pt x="1445" y="2601"/>
                    <a:pt x="1407" y="2280"/>
                  </a:cubicBezTo>
                  <a:cubicBezTo>
                    <a:pt x="1386" y="2103"/>
                    <a:pt x="1339" y="1877"/>
                    <a:pt x="1338" y="1700"/>
                  </a:cubicBezTo>
                  <a:cubicBezTo>
                    <a:pt x="1338" y="1521"/>
                    <a:pt x="1378" y="1389"/>
                    <a:pt x="1413" y="1215"/>
                  </a:cubicBezTo>
                  <a:cubicBezTo>
                    <a:pt x="1450" y="1031"/>
                    <a:pt x="1497" y="851"/>
                    <a:pt x="1528" y="666"/>
                  </a:cubicBezTo>
                  <a:cubicBezTo>
                    <a:pt x="1556" y="506"/>
                    <a:pt x="1581" y="348"/>
                    <a:pt x="1611" y="189"/>
                  </a:cubicBezTo>
                  <a:cubicBezTo>
                    <a:pt x="1515" y="164"/>
                    <a:pt x="1410" y="142"/>
                    <a:pt x="1294" y="123"/>
                  </a:cubicBezTo>
                  <a:cubicBezTo>
                    <a:pt x="620" y="14"/>
                    <a:pt x="229" y="0"/>
                    <a:pt x="7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5086146" y="1526857"/>
              <a:ext cx="445606" cy="567275"/>
            </a:xfrm>
            <a:custGeom>
              <a:avLst/>
              <a:gdLst/>
              <a:ahLst/>
              <a:cxnLst/>
              <a:rect l="l" t="t" r="r" b="b"/>
              <a:pathLst>
                <a:path w="10101" h="12859" extrusionOk="0">
                  <a:moveTo>
                    <a:pt x="2308" y="0"/>
                  </a:moveTo>
                  <a:cubicBezTo>
                    <a:pt x="2300" y="0"/>
                    <a:pt x="2292" y="1"/>
                    <a:pt x="2284" y="3"/>
                  </a:cubicBezTo>
                  <a:lnTo>
                    <a:pt x="1122" y="203"/>
                  </a:lnTo>
                  <a:lnTo>
                    <a:pt x="1113" y="295"/>
                  </a:lnTo>
                  <a:cubicBezTo>
                    <a:pt x="1113" y="295"/>
                    <a:pt x="923" y="2288"/>
                    <a:pt x="767" y="4034"/>
                  </a:cubicBezTo>
                  <a:cubicBezTo>
                    <a:pt x="701" y="4796"/>
                    <a:pt x="596" y="5565"/>
                    <a:pt x="484" y="6380"/>
                  </a:cubicBezTo>
                  <a:cubicBezTo>
                    <a:pt x="351" y="7354"/>
                    <a:pt x="214" y="8361"/>
                    <a:pt x="141" y="9379"/>
                  </a:cubicBezTo>
                  <a:cubicBezTo>
                    <a:pt x="0" y="11387"/>
                    <a:pt x="291" y="12709"/>
                    <a:pt x="304" y="12764"/>
                  </a:cubicBezTo>
                  <a:lnTo>
                    <a:pt x="325" y="12859"/>
                  </a:lnTo>
                  <a:lnTo>
                    <a:pt x="9775" y="12859"/>
                  </a:lnTo>
                  <a:lnTo>
                    <a:pt x="9796" y="12764"/>
                  </a:lnTo>
                  <a:cubicBezTo>
                    <a:pt x="9809" y="12709"/>
                    <a:pt x="10100" y="11386"/>
                    <a:pt x="9959" y="9379"/>
                  </a:cubicBezTo>
                  <a:cubicBezTo>
                    <a:pt x="9888" y="8361"/>
                    <a:pt x="9750" y="7354"/>
                    <a:pt x="9616" y="6380"/>
                  </a:cubicBezTo>
                  <a:cubicBezTo>
                    <a:pt x="9505" y="5565"/>
                    <a:pt x="9400" y="4796"/>
                    <a:pt x="9332" y="4034"/>
                  </a:cubicBezTo>
                  <a:cubicBezTo>
                    <a:pt x="9177" y="2286"/>
                    <a:pt x="8987" y="295"/>
                    <a:pt x="8987" y="295"/>
                  </a:cubicBezTo>
                  <a:lnTo>
                    <a:pt x="8977" y="203"/>
                  </a:lnTo>
                  <a:lnTo>
                    <a:pt x="7815" y="3"/>
                  </a:lnTo>
                  <a:cubicBezTo>
                    <a:pt x="7808" y="1"/>
                    <a:pt x="7800" y="1"/>
                    <a:pt x="7793" y="1"/>
                  </a:cubicBezTo>
                  <a:cubicBezTo>
                    <a:pt x="7744" y="1"/>
                    <a:pt x="7698" y="27"/>
                    <a:pt x="7674" y="69"/>
                  </a:cubicBezTo>
                  <a:cubicBezTo>
                    <a:pt x="6170" y="2630"/>
                    <a:pt x="5050" y="3346"/>
                    <a:pt x="5050" y="3346"/>
                  </a:cubicBezTo>
                  <a:cubicBezTo>
                    <a:pt x="5050" y="3346"/>
                    <a:pt x="3929" y="2630"/>
                    <a:pt x="2426" y="69"/>
                  </a:cubicBezTo>
                  <a:cubicBezTo>
                    <a:pt x="2402" y="27"/>
                    <a:pt x="2356" y="0"/>
                    <a:pt x="230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5086146" y="1553370"/>
              <a:ext cx="445606" cy="540762"/>
            </a:xfrm>
            <a:custGeom>
              <a:avLst/>
              <a:gdLst/>
              <a:ahLst/>
              <a:cxnLst/>
              <a:rect l="l" t="t" r="r" b="b"/>
              <a:pathLst>
                <a:path w="10101" h="12258" extrusionOk="0">
                  <a:moveTo>
                    <a:pt x="9017" y="0"/>
                  </a:moveTo>
                  <a:cubicBezTo>
                    <a:pt x="8790" y="584"/>
                    <a:pt x="8421" y="1121"/>
                    <a:pt x="7961" y="1526"/>
                  </a:cubicBezTo>
                  <a:cubicBezTo>
                    <a:pt x="7623" y="1823"/>
                    <a:pt x="7221" y="2040"/>
                    <a:pt x="6826" y="2250"/>
                  </a:cubicBezTo>
                  <a:cubicBezTo>
                    <a:pt x="6434" y="2459"/>
                    <a:pt x="6013" y="2648"/>
                    <a:pt x="5662" y="2923"/>
                  </a:cubicBezTo>
                  <a:cubicBezTo>
                    <a:pt x="5537" y="3022"/>
                    <a:pt x="5414" y="3121"/>
                    <a:pt x="5280" y="3208"/>
                  </a:cubicBezTo>
                  <a:cubicBezTo>
                    <a:pt x="5199" y="3262"/>
                    <a:pt x="5083" y="3347"/>
                    <a:pt x="4978" y="3347"/>
                  </a:cubicBezTo>
                  <a:cubicBezTo>
                    <a:pt x="4973" y="3347"/>
                    <a:pt x="4968" y="3347"/>
                    <a:pt x="4963" y="3347"/>
                  </a:cubicBezTo>
                  <a:cubicBezTo>
                    <a:pt x="4837" y="3336"/>
                    <a:pt x="4716" y="3203"/>
                    <a:pt x="4624" y="3128"/>
                  </a:cubicBezTo>
                  <a:cubicBezTo>
                    <a:pt x="4440" y="2981"/>
                    <a:pt x="4209" y="2891"/>
                    <a:pt x="3998" y="2790"/>
                  </a:cubicBezTo>
                  <a:cubicBezTo>
                    <a:pt x="3521" y="2561"/>
                    <a:pt x="3055" y="2329"/>
                    <a:pt x="2557" y="2149"/>
                  </a:cubicBezTo>
                  <a:cubicBezTo>
                    <a:pt x="2339" y="2070"/>
                    <a:pt x="2120" y="1992"/>
                    <a:pt x="1895" y="1936"/>
                  </a:cubicBezTo>
                  <a:cubicBezTo>
                    <a:pt x="1702" y="1886"/>
                    <a:pt x="1503" y="1837"/>
                    <a:pt x="1334" y="1725"/>
                  </a:cubicBezTo>
                  <a:cubicBezTo>
                    <a:pt x="1157" y="1608"/>
                    <a:pt x="1046" y="1422"/>
                    <a:pt x="968" y="1224"/>
                  </a:cubicBezTo>
                  <a:cubicBezTo>
                    <a:pt x="907" y="1887"/>
                    <a:pt x="834" y="2682"/>
                    <a:pt x="767" y="3433"/>
                  </a:cubicBezTo>
                  <a:cubicBezTo>
                    <a:pt x="700" y="4195"/>
                    <a:pt x="595" y="4964"/>
                    <a:pt x="484" y="5779"/>
                  </a:cubicBezTo>
                  <a:cubicBezTo>
                    <a:pt x="351" y="6753"/>
                    <a:pt x="214" y="7760"/>
                    <a:pt x="141" y="8778"/>
                  </a:cubicBezTo>
                  <a:cubicBezTo>
                    <a:pt x="0" y="10786"/>
                    <a:pt x="290" y="12108"/>
                    <a:pt x="304" y="12163"/>
                  </a:cubicBezTo>
                  <a:lnTo>
                    <a:pt x="325" y="12258"/>
                  </a:lnTo>
                  <a:lnTo>
                    <a:pt x="9775" y="12258"/>
                  </a:lnTo>
                  <a:lnTo>
                    <a:pt x="9796" y="12163"/>
                  </a:lnTo>
                  <a:cubicBezTo>
                    <a:pt x="9809" y="12108"/>
                    <a:pt x="10100" y="10785"/>
                    <a:pt x="9959" y="8778"/>
                  </a:cubicBezTo>
                  <a:cubicBezTo>
                    <a:pt x="9888" y="7760"/>
                    <a:pt x="9750" y="6753"/>
                    <a:pt x="9616" y="5779"/>
                  </a:cubicBezTo>
                  <a:cubicBezTo>
                    <a:pt x="9505" y="4964"/>
                    <a:pt x="9400" y="4195"/>
                    <a:pt x="9332" y="3433"/>
                  </a:cubicBezTo>
                  <a:cubicBezTo>
                    <a:pt x="9214" y="2098"/>
                    <a:pt x="9075" y="623"/>
                    <a:pt x="901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5631744" y="1116115"/>
              <a:ext cx="138918" cy="168563"/>
            </a:xfrm>
            <a:custGeom>
              <a:avLst/>
              <a:gdLst/>
              <a:ahLst/>
              <a:cxnLst/>
              <a:rect l="l" t="t" r="r" b="b"/>
              <a:pathLst>
                <a:path w="3149" h="3821" extrusionOk="0">
                  <a:moveTo>
                    <a:pt x="1441" y="0"/>
                  </a:moveTo>
                  <a:cubicBezTo>
                    <a:pt x="592" y="0"/>
                    <a:pt x="211" y="773"/>
                    <a:pt x="211" y="773"/>
                  </a:cubicBezTo>
                  <a:lnTo>
                    <a:pt x="1" y="3595"/>
                  </a:lnTo>
                  <a:cubicBezTo>
                    <a:pt x="164" y="3748"/>
                    <a:pt x="379" y="3820"/>
                    <a:pt x="617" y="3820"/>
                  </a:cubicBezTo>
                  <a:cubicBezTo>
                    <a:pt x="1162" y="3820"/>
                    <a:pt x="1825" y="3442"/>
                    <a:pt x="2250" y="2796"/>
                  </a:cubicBezTo>
                  <a:cubicBezTo>
                    <a:pt x="3148" y="1428"/>
                    <a:pt x="2486" y="181"/>
                    <a:pt x="1745" y="32"/>
                  </a:cubicBezTo>
                  <a:cubicBezTo>
                    <a:pt x="1638" y="10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5631700" y="1116115"/>
              <a:ext cx="102391" cy="168519"/>
            </a:xfrm>
            <a:custGeom>
              <a:avLst/>
              <a:gdLst/>
              <a:ahLst/>
              <a:cxnLst/>
              <a:rect l="l" t="t" r="r" b="b"/>
              <a:pathLst>
                <a:path w="2321" h="3820" extrusionOk="0">
                  <a:moveTo>
                    <a:pt x="1441" y="0"/>
                  </a:moveTo>
                  <a:cubicBezTo>
                    <a:pt x="593" y="0"/>
                    <a:pt x="211" y="773"/>
                    <a:pt x="211" y="773"/>
                  </a:cubicBezTo>
                  <a:lnTo>
                    <a:pt x="1" y="3596"/>
                  </a:lnTo>
                  <a:cubicBezTo>
                    <a:pt x="164" y="3748"/>
                    <a:pt x="378" y="3819"/>
                    <a:pt x="615" y="3819"/>
                  </a:cubicBezTo>
                  <a:cubicBezTo>
                    <a:pt x="854" y="3819"/>
                    <a:pt x="1116" y="3746"/>
                    <a:pt x="1371" y="3609"/>
                  </a:cubicBezTo>
                  <a:cubicBezTo>
                    <a:pt x="1270" y="3191"/>
                    <a:pt x="1187" y="2763"/>
                    <a:pt x="1139" y="2336"/>
                  </a:cubicBezTo>
                  <a:cubicBezTo>
                    <a:pt x="1089" y="1863"/>
                    <a:pt x="1113" y="1358"/>
                    <a:pt x="1401" y="958"/>
                  </a:cubicBezTo>
                  <a:cubicBezTo>
                    <a:pt x="1615" y="662"/>
                    <a:pt x="1952" y="438"/>
                    <a:pt x="2320" y="403"/>
                  </a:cubicBezTo>
                  <a:cubicBezTo>
                    <a:pt x="2156" y="206"/>
                    <a:pt x="1954" y="74"/>
                    <a:pt x="1744" y="32"/>
                  </a:cubicBezTo>
                  <a:cubicBezTo>
                    <a:pt x="1637" y="10"/>
                    <a:pt x="1536" y="0"/>
                    <a:pt x="1441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5631611" y="1116204"/>
              <a:ext cx="72878" cy="164372"/>
            </a:xfrm>
            <a:custGeom>
              <a:avLst/>
              <a:gdLst/>
              <a:ahLst/>
              <a:cxnLst/>
              <a:rect l="l" t="t" r="r" b="b"/>
              <a:pathLst>
                <a:path w="1652" h="3726" extrusionOk="0">
                  <a:moveTo>
                    <a:pt x="1442" y="1"/>
                  </a:moveTo>
                  <a:cubicBezTo>
                    <a:pt x="593" y="1"/>
                    <a:pt x="211" y="771"/>
                    <a:pt x="211" y="771"/>
                  </a:cubicBezTo>
                  <a:lnTo>
                    <a:pt x="1" y="3594"/>
                  </a:lnTo>
                  <a:cubicBezTo>
                    <a:pt x="61" y="3650"/>
                    <a:pt x="130" y="3692"/>
                    <a:pt x="201" y="3726"/>
                  </a:cubicBezTo>
                  <a:cubicBezTo>
                    <a:pt x="257" y="3486"/>
                    <a:pt x="308" y="3245"/>
                    <a:pt x="357" y="3003"/>
                  </a:cubicBezTo>
                  <a:cubicBezTo>
                    <a:pt x="459" y="2507"/>
                    <a:pt x="545" y="2007"/>
                    <a:pt x="593" y="1504"/>
                  </a:cubicBezTo>
                  <a:cubicBezTo>
                    <a:pt x="609" y="1345"/>
                    <a:pt x="592" y="1175"/>
                    <a:pt x="676" y="1033"/>
                  </a:cubicBezTo>
                  <a:cubicBezTo>
                    <a:pt x="771" y="872"/>
                    <a:pt x="924" y="752"/>
                    <a:pt x="1065" y="634"/>
                  </a:cubicBezTo>
                  <a:cubicBezTo>
                    <a:pt x="1276" y="457"/>
                    <a:pt x="1494" y="253"/>
                    <a:pt x="1652" y="16"/>
                  </a:cubicBezTo>
                  <a:cubicBezTo>
                    <a:pt x="1579" y="6"/>
                    <a:pt x="1509" y="1"/>
                    <a:pt x="1442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4847843" y="1116115"/>
              <a:ext cx="138874" cy="168563"/>
            </a:xfrm>
            <a:custGeom>
              <a:avLst/>
              <a:gdLst/>
              <a:ahLst/>
              <a:cxnLst/>
              <a:rect l="l" t="t" r="r" b="b"/>
              <a:pathLst>
                <a:path w="3148" h="3821" extrusionOk="0">
                  <a:moveTo>
                    <a:pt x="1707" y="0"/>
                  </a:moveTo>
                  <a:cubicBezTo>
                    <a:pt x="1612" y="0"/>
                    <a:pt x="1511" y="10"/>
                    <a:pt x="1404" y="32"/>
                  </a:cubicBezTo>
                  <a:cubicBezTo>
                    <a:pt x="662" y="181"/>
                    <a:pt x="0" y="1428"/>
                    <a:pt x="898" y="2796"/>
                  </a:cubicBezTo>
                  <a:cubicBezTo>
                    <a:pt x="1323" y="3442"/>
                    <a:pt x="1986" y="3820"/>
                    <a:pt x="2531" y="3820"/>
                  </a:cubicBezTo>
                  <a:cubicBezTo>
                    <a:pt x="2769" y="3820"/>
                    <a:pt x="2984" y="3748"/>
                    <a:pt x="3148" y="3595"/>
                  </a:cubicBezTo>
                  <a:lnTo>
                    <a:pt x="2938" y="773"/>
                  </a:lnTo>
                  <a:cubicBezTo>
                    <a:pt x="2938" y="773"/>
                    <a:pt x="2556" y="0"/>
                    <a:pt x="1707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4884502" y="1116115"/>
              <a:ext cx="102214" cy="168519"/>
            </a:xfrm>
            <a:custGeom>
              <a:avLst/>
              <a:gdLst/>
              <a:ahLst/>
              <a:cxnLst/>
              <a:rect l="l" t="t" r="r" b="b"/>
              <a:pathLst>
                <a:path w="2317" h="3820" extrusionOk="0">
                  <a:moveTo>
                    <a:pt x="876" y="0"/>
                  </a:moveTo>
                  <a:cubicBezTo>
                    <a:pt x="781" y="0"/>
                    <a:pt x="680" y="10"/>
                    <a:pt x="573" y="32"/>
                  </a:cubicBezTo>
                  <a:cubicBezTo>
                    <a:pt x="364" y="74"/>
                    <a:pt x="164" y="205"/>
                    <a:pt x="0" y="397"/>
                  </a:cubicBezTo>
                  <a:cubicBezTo>
                    <a:pt x="11" y="397"/>
                    <a:pt x="21" y="397"/>
                    <a:pt x="32" y="397"/>
                  </a:cubicBezTo>
                  <a:cubicBezTo>
                    <a:pt x="215" y="397"/>
                    <a:pt x="399" y="432"/>
                    <a:pt x="569" y="508"/>
                  </a:cubicBezTo>
                  <a:cubicBezTo>
                    <a:pt x="939" y="675"/>
                    <a:pt x="1206" y="1037"/>
                    <a:pt x="1283" y="1432"/>
                  </a:cubicBezTo>
                  <a:cubicBezTo>
                    <a:pt x="1329" y="1666"/>
                    <a:pt x="1314" y="1908"/>
                    <a:pt x="1281" y="2141"/>
                  </a:cubicBezTo>
                  <a:cubicBezTo>
                    <a:pt x="1239" y="2429"/>
                    <a:pt x="1186" y="2717"/>
                    <a:pt x="1129" y="3002"/>
                  </a:cubicBezTo>
                  <a:cubicBezTo>
                    <a:pt x="1084" y="3213"/>
                    <a:pt x="1039" y="3423"/>
                    <a:pt x="992" y="3633"/>
                  </a:cubicBezTo>
                  <a:cubicBezTo>
                    <a:pt x="1233" y="3754"/>
                    <a:pt x="1479" y="3819"/>
                    <a:pt x="1705" y="3819"/>
                  </a:cubicBezTo>
                  <a:cubicBezTo>
                    <a:pt x="1941" y="3819"/>
                    <a:pt x="2154" y="3748"/>
                    <a:pt x="2317" y="3596"/>
                  </a:cubicBezTo>
                  <a:lnTo>
                    <a:pt x="2107" y="773"/>
                  </a:lnTo>
                  <a:cubicBezTo>
                    <a:pt x="2107" y="773"/>
                    <a:pt x="1725" y="0"/>
                    <a:pt x="876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4922440" y="1116248"/>
              <a:ext cx="64320" cy="166534"/>
            </a:xfrm>
            <a:custGeom>
              <a:avLst/>
              <a:gdLst/>
              <a:ahLst/>
              <a:cxnLst/>
              <a:rect l="l" t="t" r="r" b="b"/>
              <a:pathLst>
                <a:path w="1458" h="3775" extrusionOk="0">
                  <a:moveTo>
                    <a:pt x="18" y="0"/>
                  </a:moveTo>
                  <a:cubicBezTo>
                    <a:pt x="12" y="0"/>
                    <a:pt x="6" y="0"/>
                    <a:pt x="1" y="0"/>
                  </a:cubicBezTo>
                  <a:cubicBezTo>
                    <a:pt x="127" y="215"/>
                    <a:pt x="276" y="419"/>
                    <a:pt x="416" y="630"/>
                  </a:cubicBezTo>
                  <a:cubicBezTo>
                    <a:pt x="523" y="792"/>
                    <a:pt x="632" y="962"/>
                    <a:pt x="698" y="1146"/>
                  </a:cubicBezTo>
                  <a:cubicBezTo>
                    <a:pt x="769" y="1345"/>
                    <a:pt x="791" y="1561"/>
                    <a:pt x="810" y="1771"/>
                  </a:cubicBezTo>
                  <a:cubicBezTo>
                    <a:pt x="848" y="2243"/>
                    <a:pt x="899" y="2710"/>
                    <a:pt x="990" y="3177"/>
                  </a:cubicBezTo>
                  <a:cubicBezTo>
                    <a:pt x="1030" y="3378"/>
                    <a:pt x="1080" y="3577"/>
                    <a:pt x="1132" y="3774"/>
                  </a:cubicBezTo>
                  <a:cubicBezTo>
                    <a:pt x="1253" y="3738"/>
                    <a:pt x="1365" y="3681"/>
                    <a:pt x="1458" y="3593"/>
                  </a:cubicBezTo>
                  <a:lnTo>
                    <a:pt x="1248" y="770"/>
                  </a:lnTo>
                  <a:cubicBezTo>
                    <a:pt x="1248" y="770"/>
                    <a:pt x="865" y="0"/>
                    <a:pt x="18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4943173" y="669377"/>
              <a:ext cx="731559" cy="800555"/>
            </a:xfrm>
            <a:custGeom>
              <a:avLst/>
              <a:gdLst/>
              <a:ahLst/>
              <a:cxnLst/>
              <a:rect l="l" t="t" r="r" b="b"/>
              <a:pathLst>
                <a:path w="16583" h="18147" extrusionOk="0">
                  <a:moveTo>
                    <a:pt x="8298" y="1"/>
                  </a:moveTo>
                  <a:cubicBezTo>
                    <a:pt x="3656" y="1"/>
                    <a:pt x="0" y="3960"/>
                    <a:pt x="371" y="8587"/>
                  </a:cubicBezTo>
                  <a:lnTo>
                    <a:pt x="709" y="12813"/>
                  </a:lnTo>
                  <a:cubicBezTo>
                    <a:pt x="915" y="15363"/>
                    <a:pt x="2850" y="17438"/>
                    <a:pt x="5380" y="17822"/>
                  </a:cubicBezTo>
                  <a:lnTo>
                    <a:pt x="6749" y="18030"/>
                  </a:lnTo>
                  <a:cubicBezTo>
                    <a:pt x="7262" y="18107"/>
                    <a:pt x="7779" y="18146"/>
                    <a:pt x="8297" y="18146"/>
                  </a:cubicBezTo>
                  <a:cubicBezTo>
                    <a:pt x="8814" y="18146"/>
                    <a:pt x="9331" y="18107"/>
                    <a:pt x="9844" y="18030"/>
                  </a:cubicBezTo>
                  <a:lnTo>
                    <a:pt x="11213" y="17822"/>
                  </a:lnTo>
                  <a:cubicBezTo>
                    <a:pt x="13745" y="17438"/>
                    <a:pt x="15679" y="15363"/>
                    <a:pt x="15884" y="12813"/>
                  </a:cubicBezTo>
                  <a:lnTo>
                    <a:pt x="16211" y="8743"/>
                  </a:lnTo>
                  <a:cubicBezTo>
                    <a:pt x="16582" y="4111"/>
                    <a:pt x="12990" y="27"/>
                    <a:pt x="8344" y="1"/>
                  </a:cubicBezTo>
                  <a:cubicBezTo>
                    <a:pt x="8329" y="1"/>
                    <a:pt x="8313" y="1"/>
                    <a:pt x="8298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5417704" y="1019727"/>
              <a:ext cx="132654" cy="33572"/>
            </a:xfrm>
            <a:custGeom>
              <a:avLst/>
              <a:gdLst/>
              <a:ahLst/>
              <a:cxnLst/>
              <a:rect l="l" t="t" r="r" b="b"/>
              <a:pathLst>
                <a:path w="3007" h="761" extrusionOk="0">
                  <a:moveTo>
                    <a:pt x="1503" y="0"/>
                  </a:moveTo>
                  <a:cubicBezTo>
                    <a:pt x="969" y="0"/>
                    <a:pt x="456" y="194"/>
                    <a:pt x="55" y="547"/>
                  </a:cubicBezTo>
                  <a:cubicBezTo>
                    <a:pt x="5" y="592"/>
                    <a:pt x="0" y="669"/>
                    <a:pt x="45" y="720"/>
                  </a:cubicBezTo>
                  <a:cubicBezTo>
                    <a:pt x="69" y="746"/>
                    <a:pt x="103" y="760"/>
                    <a:pt x="137" y="760"/>
                  </a:cubicBezTo>
                  <a:cubicBezTo>
                    <a:pt x="165" y="760"/>
                    <a:pt x="194" y="750"/>
                    <a:pt x="216" y="730"/>
                  </a:cubicBezTo>
                  <a:cubicBezTo>
                    <a:pt x="573" y="416"/>
                    <a:pt x="1030" y="244"/>
                    <a:pt x="1503" y="244"/>
                  </a:cubicBezTo>
                  <a:cubicBezTo>
                    <a:pt x="1978" y="244"/>
                    <a:pt x="2435" y="416"/>
                    <a:pt x="2790" y="730"/>
                  </a:cubicBezTo>
                  <a:cubicBezTo>
                    <a:pt x="2813" y="749"/>
                    <a:pt x="2842" y="760"/>
                    <a:pt x="2871" y="760"/>
                  </a:cubicBezTo>
                  <a:cubicBezTo>
                    <a:pt x="2904" y="760"/>
                    <a:pt x="2937" y="747"/>
                    <a:pt x="2963" y="720"/>
                  </a:cubicBezTo>
                  <a:cubicBezTo>
                    <a:pt x="3007" y="668"/>
                    <a:pt x="3002" y="592"/>
                    <a:pt x="2952" y="547"/>
                  </a:cubicBezTo>
                  <a:cubicBezTo>
                    <a:pt x="2552" y="194"/>
                    <a:pt x="2038" y="0"/>
                    <a:pt x="1503" y="0"/>
                  </a:cubicBezTo>
                  <a:close/>
                </a:path>
              </a:pathLst>
            </a:custGeom>
            <a:solidFill>
              <a:srgbClr val="B536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5068147" y="1019727"/>
              <a:ext cx="132698" cy="33572"/>
            </a:xfrm>
            <a:custGeom>
              <a:avLst/>
              <a:gdLst/>
              <a:ahLst/>
              <a:cxnLst/>
              <a:rect l="l" t="t" r="r" b="b"/>
              <a:pathLst>
                <a:path w="3008" h="761" extrusionOk="0">
                  <a:moveTo>
                    <a:pt x="1504" y="0"/>
                  </a:moveTo>
                  <a:cubicBezTo>
                    <a:pt x="969" y="0"/>
                    <a:pt x="456" y="194"/>
                    <a:pt x="55" y="547"/>
                  </a:cubicBezTo>
                  <a:cubicBezTo>
                    <a:pt x="6" y="592"/>
                    <a:pt x="1" y="669"/>
                    <a:pt x="45" y="720"/>
                  </a:cubicBezTo>
                  <a:cubicBezTo>
                    <a:pt x="68" y="746"/>
                    <a:pt x="101" y="760"/>
                    <a:pt x="135" y="760"/>
                  </a:cubicBezTo>
                  <a:cubicBezTo>
                    <a:pt x="165" y="760"/>
                    <a:pt x="193" y="751"/>
                    <a:pt x="217" y="730"/>
                  </a:cubicBezTo>
                  <a:cubicBezTo>
                    <a:pt x="571" y="417"/>
                    <a:pt x="1029" y="244"/>
                    <a:pt x="1504" y="244"/>
                  </a:cubicBezTo>
                  <a:cubicBezTo>
                    <a:pt x="1978" y="244"/>
                    <a:pt x="2435" y="416"/>
                    <a:pt x="2791" y="730"/>
                  </a:cubicBezTo>
                  <a:cubicBezTo>
                    <a:pt x="2814" y="751"/>
                    <a:pt x="2843" y="761"/>
                    <a:pt x="2872" y="761"/>
                  </a:cubicBezTo>
                  <a:cubicBezTo>
                    <a:pt x="2905" y="761"/>
                    <a:pt x="2938" y="747"/>
                    <a:pt x="2962" y="720"/>
                  </a:cubicBezTo>
                  <a:cubicBezTo>
                    <a:pt x="3007" y="668"/>
                    <a:pt x="3002" y="592"/>
                    <a:pt x="2952" y="547"/>
                  </a:cubicBezTo>
                  <a:cubicBezTo>
                    <a:pt x="2551" y="194"/>
                    <a:pt x="2038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4943217" y="669244"/>
              <a:ext cx="731559" cy="506352"/>
            </a:xfrm>
            <a:custGeom>
              <a:avLst/>
              <a:gdLst/>
              <a:ahLst/>
              <a:cxnLst/>
              <a:rect l="l" t="t" r="r" b="b"/>
              <a:pathLst>
                <a:path w="16583" h="11478" extrusionOk="0">
                  <a:moveTo>
                    <a:pt x="8298" y="0"/>
                  </a:moveTo>
                  <a:cubicBezTo>
                    <a:pt x="3655" y="0"/>
                    <a:pt x="0" y="3961"/>
                    <a:pt x="372" y="8588"/>
                  </a:cubicBezTo>
                  <a:lnTo>
                    <a:pt x="596" y="11380"/>
                  </a:lnTo>
                  <a:cubicBezTo>
                    <a:pt x="608" y="11375"/>
                    <a:pt x="620" y="11368"/>
                    <a:pt x="632" y="11363"/>
                  </a:cubicBezTo>
                  <a:cubicBezTo>
                    <a:pt x="838" y="11263"/>
                    <a:pt x="1039" y="11150"/>
                    <a:pt x="1244" y="11046"/>
                  </a:cubicBezTo>
                  <a:cubicBezTo>
                    <a:pt x="2265" y="10531"/>
                    <a:pt x="3233" y="9909"/>
                    <a:pt x="3980" y="9032"/>
                  </a:cubicBezTo>
                  <a:cubicBezTo>
                    <a:pt x="4699" y="8188"/>
                    <a:pt x="5250" y="7205"/>
                    <a:pt x="5682" y="6186"/>
                  </a:cubicBezTo>
                  <a:cubicBezTo>
                    <a:pt x="5686" y="6178"/>
                    <a:pt x="5693" y="6174"/>
                    <a:pt x="5700" y="6174"/>
                  </a:cubicBezTo>
                  <a:cubicBezTo>
                    <a:pt x="5709" y="6174"/>
                    <a:pt x="5719" y="6179"/>
                    <a:pt x="5724" y="6186"/>
                  </a:cubicBezTo>
                  <a:cubicBezTo>
                    <a:pt x="6060" y="6679"/>
                    <a:pt x="6458" y="7120"/>
                    <a:pt x="6838" y="7578"/>
                  </a:cubicBezTo>
                  <a:cubicBezTo>
                    <a:pt x="7173" y="7980"/>
                    <a:pt x="7537" y="8356"/>
                    <a:pt x="7933" y="8698"/>
                  </a:cubicBezTo>
                  <a:cubicBezTo>
                    <a:pt x="8630" y="9302"/>
                    <a:pt x="9412" y="9801"/>
                    <a:pt x="10231" y="10227"/>
                  </a:cubicBezTo>
                  <a:cubicBezTo>
                    <a:pt x="11086" y="10671"/>
                    <a:pt x="11983" y="11018"/>
                    <a:pt x="12921" y="11233"/>
                  </a:cubicBezTo>
                  <a:cubicBezTo>
                    <a:pt x="13595" y="11387"/>
                    <a:pt x="14287" y="11477"/>
                    <a:pt x="14979" y="11477"/>
                  </a:cubicBezTo>
                  <a:cubicBezTo>
                    <a:pt x="15261" y="11477"/>
                    <a:pt x="15542" y="11462"/>
                    <a:pt x="15822" y="11431"/>
                  </a:cubicBezTo>
                  <a:cubicBezTo>
                    <a:pt x="15880" y="11425"/>
                    <a:pt x="15940" y="11415"/>
                    <a:pt x="15997" y="11408"/>
                  </a:cubicBezTo>
                  <a:lnTo>
                    <a:pt x="16211" y="8744"/>
                  </a:lnTo>
                  <a:cubicBezTo>
                    <a:pt x="16583" y="4112"/>
                    <a:pt x="12990" y="27"/>
                    <a:pt x="8344" y="1"/>
                  </a:cubicBezTo>
                  <a:cubicBezTo>
                    <a:pt x="8329" y="1"/>
                    <a:pt x="8313" y="0"/>
                    <a:pt x="8298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4916749" y="637174"/>
              <a:ext cx="784409" cy="514910"/>
            </a:xfrm>
            <a:custGeom>
              <a:avLst/>
              <a:gdLst/>
              <a:ahLst/>
              <a:cxnLst/>
              <a:rect l="l" t="t" r="r" b="b"/>
              <a:pathLst>
                <a:path w="17781" h="11672" extrusionOk="0">
                  <a:moveTo>
                    <a:pt x="8898" y="1"/>
                  </a:moveTo>
                  <a:cubicBezTo>
                    <a:pt x="7123" y="1"/>
                    <a:pt x="6166" y="827"/>
                    <a:pt x="6166" y="827"/>
                  </a:cubicBezTo>
                  <a:cubicBezTo>
                    <a:pt x="4693" y="993"/>
                    <a:pt x="3536" y="1696"/>
                    <a:pt x="2534" y="2775"/>
                  </a:cubicBezTo>
                  <a:cubicBezTo>
                    <a:pt x="885" y="4552"/>
                    <a:pt x="0" y="6667"/>
                    <a:pt x="0" y="9376"/>
                  </a:cubicBezTo>
                  <a:cubicBezTo>
                    <a:pt x="0" y="10839"/>
                    <a:pt x="1160" y="11671"/>
                    <a:pt x="1160" y="11671"/>
                  </a:cubicBezTo>
                  <a:cubicBezTo>
                    <a:pt x="1160" y="11671"/>
                    <a:pt x="4810" y="9804"/>
                    <a:pt x="6167" y="5431"/>
                  </a:cubicBezTo>
                  <a:cubicBezTo>
                    <a:pt x="6167" y="5431"/>
                    <a:pt x="11961" y="10759"/>
                    <a:pt x="16634" y="11670"/>
                  </a:cubicBezTo>
                  <a:cubicBezTo>
                    <a:pt x="16634" y="11670"/>
                    <a:pt x="17780" y="10869"/>
                    <a:pt x="17780" y="9530"/>
                  </a:cubicBezTo>
                  <a:cubicBezTo>
                    <a:pt x="17780" y="6969"/>
                    <a:pt x="16890" y="4618"/>
                    <a:pt x="15222" y="2800"/>
                  </a:cubicBezTo>
                  <a:cubicBezTo>
                    <a:pt x="13578" y="1007"/>
                    <a:pt x="11349" y="13"/>
                    <a:pt x="894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41"/>
            <p:cNvSpPr/>
            <p:nvPr/>
          </p:nvSpPr>
          <p:spPr>
            <a:xfrm>
              <a:off x="4930204" y="1138613"/>
              <a:ext cx="85318" cy="312864"/>
            </a:xfrm>
            <a:custGeom>
              <a:avLst/>
              <a:gdLst/>
              <a:ahLst/>
              <a:cxnLst/>
              <a:rect l="l" t="t" r="r" b="b"/>
              <a:pathLst>
                <a:path w="1934" h="7092" extrusionOk="0">
                  <a:moveTo>
                    <a:pt x="859" y="1"/>
                  </a:moveTo>
                  <a:cubicBezTo>
                    <a:pt x="827" y="1"/>
                    <a:pt x="796" y="22"/>
                    <a:pt x="793" y="55"/>
                  </a:cubicBezTo>
                  <a:cubicBezTo>
                    <a:pt x="792" y="70"/>
                    <a:pt x="662" y="1507"/>
                    <a:pt x="272" y="3536"/>
                  </a:cubicBezTo>
                  <a:cubicBezTo>
                    <a:pt x="0" y="4944"/>
                    <a:pt x="108" y="5957"/>
                    <a:pt x="593" y="6542"/>
                  </a:cubicBezTo>
                  <a:cubicBezTo>
                    <a:pt x="890" y="6900"/>
                    <a:pt x="1332" y="7091"/>
                    <a:pt x="1872" y="7091"/>
                  </a:cubicBezTo>
                  <a:cubicBezTo>
                    <a:pt x="1905" y="7091"/>
                    <a:pt x="1932" y="7065"/>
                    <a:pt x="1933" y="7030"/>
                  </a:cubicBezTo>
                  <a:cubicBezTo>
                    <a:pt x="1933" y="6998"/>
                    <a:pt x="1907" y="6970"/>
                    <a:pt x="1873" y="6970"/>
                  </a:cubicBezTo>
                  <a:cubicBezTo>
                    <a:pt x="1363" y="6970"/>
                    <a:pt x="964" y="6800"/>
                    <a:pt x="687" y="6466"/>
                  </a:cubicBezTo>
                  <a:cubicBezTo>
                    <a:pt x="228" y="5909"/>
                    <a:pt x="128" y="4932"/>
                    <a:pt x="392" y="3559"/>
                  </a:cubicBezTo>
                  <a:cubicBezTo>
                    <a:pt x="783" y="1524"/>
                    <a:pt x="913" y="81"/>
                    <a:pt x="914" y="66"/>
                  </a:cubicBezTo>
                  <a:cubicBezTo>
                    <a:pt x="917" y="33"/>
                    <a:pt x="892" y="3"/>
                    <a:pt x="85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41"/>
            <p:cNvSpPr/>
            <p:nvPr/>
          </p:nvSpPr>
          <p:spPr>
            <a:xfrm>
              <a:off x="5603070" y="1138613"/>
              <a:ext cx="85318" cy="312864"/>
            </a:xfrm>
            <a:custGeom>
              <a:avLst/>
              <a:gdLst/>
              <a:ahLst/>
              <a:cxnLst/>
              <a:rect l="l" t="t" r="r" b="b"/>
              <a:pathLst>
                <a:path w="1934" h="7092" extrusionOk="0">
                  <a:moveTo>
                    <a:pt x="1075" y="1"/>
                  </a:moveTo>
                  <a:cubicBezTo>
                    <a:pt x="1041" y="3"/>
                    <a:pt x="1017" y="33"/>
                    <a:pt x="1019" y="66"/>
                  </a:cubicBezTo>
                  <a:cubicBezTo>
                    <a:pt x="1020" y="81"/>
                    <a:pt x="1151" y="1524"/>
                    <a:pt x="1543" y="3559"/>
                  </a:cubicBezTo>
                  <a:cubicBezTo>
                    <a:pt x="1806" y="4932"/>
                    <a:pt x="1706" y="5909"/>
                    <a:pt x="1246" y="6466"/>
                  </a:cubicBezTo>
                  <a:cubicBezTo>
                    <a:pt x="970" y="6800"/>
                    <a:pt x="571" y="6970"/>
                    <a:pt x="61" y="6970"/>
                  </a:cubicBezTo>
                  <a:cubicBezTo>
                    <a:pt x="28" y="6970"/>
                    <a:pt x="0" y="6997"/>
                    <a:pt x="0" y="7030"/>
                  </a:cubicBezTo>
                  <a:cubicBezTo>
                    <a:pt x="0" y="7063"/>
                    <a:pt x="27" y="7091"/>
                    <a:pt x="61" y="7091"/>
                  </a:cubicBezTo>
                  <a:cubicBezTo>
                    <a:pt x="600" y="7091"/>
                    <a:pt x="1044" y="6902"/>
                    <a:pt x="1341" y="6542"/>
                  </a:cubicBezTo>
                  <a:cubicBezTo>
                    <a:pt x="1824" y="5957"/>
                    <a:pt x="1933" y="4945"/>
                    <a:pt x="1661" y="3536"/>
                  </a:cubicBezTo>
                  <a:cubicBezTo>
                    <a:pt x="1272" y="1507"/>
                    <a:pt x="1141" y="70"/>
                    <a:pt x="1140" y="55"/>
                  </a:cubicBezTo>
                  <a:cubicBezTo>
                    <a:pt x="1138" y="23"/>
                    <a:pt x="1108" y="1"/>
                    <a:pt x="10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41"/>
            <p:cNvSpPr/>
            <p:nvPr/>
          </p:nvSpPr>
          <p:spPr>
            <a:xfrm>
              <a:off x="4916837" y="971952"/>
              <a:ext cx="230457" cy="180166"/>
            </a:xfrm>
            <a:custGeom>
              <a:avLst/>
              <a:gdLst/>
              <a:ahLst/>
              <a:cxnLst/>
              <a:rect l="l" t="t" r="r" b="b"/>
              <a:pathLst>
                <a:path w="5224" h="4084" extrusionOk="0">
                  <a:moveTo>
                    <a:pt x="5224" y="1"/>
                  </a:moveTo>
                  <a:lnTo>
                    <a:pt x="5224" y="1"/>
                  </a:lnTo>
                  <a:cubicBezTo>
                    <a:pt x="5128" y="93"/>
                    <a:pt x="5033" y="188"/>
                    <a:pt x="4933" y="279"/>
                  </a:cubicBezTo>
                  <a:cubicBezTo>
                    <a:pt x="4448" y="722"/>
                    <a:pt x="3909" y="1116"/>
                    <a:pt x="3316" y="1401"/>
                  </a:cubicBezTo>
                  <a:cubicBezTo>
                    <a:pt x="2866" y="1619"/>
                    <a:pt x="2321" y="1785"/>
                    <a:pt x="1795" y="1785"/>
                  </a:cubicBezTo>
                  <a:cubicBezTo>
                    <a:pt x="1353" y="1785"/>
                    <a:pt x="923" y="1668"/>
                    <a:pt x="573" y="1367"/>
                  </a:cubicBezTo>
                  <a:cubicBezTo>
                    <a:pt x="297" y="1128"/>
                    <a:pt x="149" y="812"/>
                    <a:pt x="76" y="471"/>
                  </a:cubicBezTo>
                  <a:cubicBezTo>
                    <a:pt x="27" y="894"/>
                    <a:pt x="0" y="1332"/>
                    <a:pt x="0" y="1788"/>
                  </a:cubicBezTo>
                  <a:cubicBezTo>
                    <a:pt x="0" y="3253"/>
                    <a:pt x="1159" y="4084"/>
                    <a:pt x="1159" y="4084"/>
                  </a:cubicBezTo>
                  <a:cubicBezTo>
                    <a:pt x="1159" y="4084"/>
                    <a:pt x="3593" y="2838"/>
                    <a:pt x="5224" y="1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41"/>
            <p:cNvSpPr/>
            <p:nvPr/>
          </p:nvSpPr>
          <p:spPr>
            <a:xfrm>
              <a:off x="5382501" y="900841"/>
              <a:ext cx="318643" cy="251147"/>
            </a:xfrm>
            <a:custGeom>
              <a:avLst/>
              <a:gdLst/>
              <a:ahLst/>
              <a:cxnLst/>
              <a:rect l="l" t="t" r="r" b="b"/>
              <a:pathLst>
                <a:path w="7223" h="5693" extrusionOk="0">
                  <a:moveTo>
                    <a:pt x="6601" y="0"/>
                  </a:moveTo>
                  <a:cubicBezTo>
                    <a:pt x="6626" y="473"/>
                    <a:pt x="6534" y="947"/>
                    <a:pt x="6277" y="1353"/>
                  </a:cubicBezTo>
                  <a:cubicBezTo>
                    <a:pt x="5626" y="2382"/>
                    <a:pt x="4275" y="2738"/>
                    <a:pt x="3150" y="2908"/>
                  </a:cubicBezTo>
                  <a:cubicBezTo>
                    <a:pt x="2673" y="2980"/>
                    <a:pt x="2188" y="3018"/>
                    <a:pt x="1703" y="3018"/>
                  </a:cubicBezTo>
                  <a:cubicBezTo>
                    <a:pt x="1132" y="3018"/>
                    <a:pt x="560" y="2966"/>
                    <a:pt x="1" y="2858"/>
                  </a:cubicBezTo>
                  <a:lnTo>
                    <a:pt x="1" y="2858"/>
                  </a:lnTo>
                  <a:cubicBezTo>
                    <a:pt x="1870" y="4103"/>
                    <a:pt x="4075" y="5303"/>
                    <a:pt x="6076" y="5692"/>
                  </a:cubicBezTo>
                  <a:cubicBezTo>
                    <a:pt x="6076" y="5692"/>
                    <a:pt x="7222" y="4890"/>
                    <a:pt x="7222" y="3552"/>
                  </a:cubicBezTo>
                  <a:cubicBezTo>
                    <a:pt x="7222" y="2307"/>
                    <a:pt x="7010" y="1111"/>
                    <a:pt x="6601" y="0"/>
                  </a:cubicBezTo>
                  <a:close/>
                </a:path>
              </a:pathLst>
            </a:custGeom>
            <a:solidFill>
              <a:srgbClr val="B243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41"/>
            <p:cNvSpPr/>
            <p:nvPr/>
          </p:nvSpPr>
          <p:spPr>
            <a:xfrm>
              <a:off x="5505755" y="1209195"/>
              <a:ext cx="129257" cy="129257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1465" y="1"/>
                  </a:moveTo>
                  <a:cubicBezTo>
                    <a:pt x="656" y="1"/>
                    <a:pt x="0" y="657"/>
                    <a:pt x="0" y="1465"/>
                  </a:cubicBezTo>
                  <a:cubicBezTo>
                    <a:pt x="0" y="2274"/>
                    <a:pt x="656" y="2930"/>
                    <a:pt x="1465" y="2930"/>
                  </a:cubicBezTo>
                  <a:cubicBezTo>
                    <a:pt x="2273" y="2930"/>
                    <a:pt x="2929" y="2274"/>
                    <a:pt x="2929" y="1465"/>
                  </a:cubicBezTo>
                  <a:cubicBezTo>
                    <a:pt x="2929" y="657"/>
                    <a:pt x="2273" y="1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41"/>
            <p:cNvSpPr/>
            <p:nvPr/>
          </p:nvSpPr>
          <p:spPr>
            <a:xfrm>
              <a:off x="4983493" y="1209195"/>
              <a:ext cx="129257" cy="129257"/>
            </a:xfrm>
            <a:custGeom>
              <a:avLst/>
              <a:gdLst/>
              <a:ahLst/>
              <a:cxnLst/>
              <a:rect l="l" t="t" r="r" b="b"/>
              <a:pathLst>
                <a:path w="2930" h="2930" extrusionOk="0">
                  <a:moveTo>
                    <a:pt x="1465" y="1"/>
                  </a:moveTo>
                  <a:cubicBezTo>
                    <a:pt x="656" y="1"/>
                    <a:pt x="0" y="657"/>
                    <a:pt x="0" y="1465"/>
                  </a:cubicBezTo>
                  <a:cubicBezTo>
                    <a:pt x="0" y="2274"/>
                    <a:pt x="656" y="2930"/>
                    <a:pt x="1465" y="2930"/>
                  </a:cubicBezTo>
                  <a:cubicBezTo>
                    <a:pt x="2274" y="2930"/>
                    <a:pt x="2929" y="2274"/>
                    <a:pt x="2929" y="1465"/>
                  </a:cubicBezTo>
                  <a:cubicBezTo>
                    <a:pt x="2929" y="657"/>
                    <a:pt x="2274" y="1"/>
                    <a:pt x="14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41"/>
            <p:cNvSpPr/>
            <p:nvPr/>
          </p:nvSpPr>
          <p:spPr>
            <a:xfrm>
              <a:off x="5290039" y="1297819"/>
              <a:ext cx="38336" cy="15970"/>
            </a:xfrm>
            <a:custGeom>
              <a:avLst/>
              <a:gdLst/>
              <a:ahLst/>
              <a:cxnLst/>
              <a:rect l="l" t="t" r="r" b="b"/>
              <a:pathLst>
                <a:path w="869" h="362" extrusionOk="0">
                  <a:moveTo>
                    <a:pt x="768" y="1"/>
                  </a:moveTo>
                  <a:cubicBezTo>
                    <a:pt x="760" y="1"/>
                    <a:pt x="752" y="2"/>
                    <a:pt x="745" y="4"/>
                  </a:cubicBezTo>
                  <a:lnTo>
                    <a:pt x="79" y="183"/>
                  </a:lnTo>
                  <a:cubicBezTo>
                    <a:pt x="30" y="196"/>
                    <a:pt x="1" y="246"/>
                    <a:pt x="14" y="295"/>
                  </a:cubicBezTo>
                  <a:cubicBezTo>
                    <a:pt x="25" y="336"/>
                    <a:pt x="62" y="362"/>
                    <a:pt x="103" y="362"/>
                  </a:cubicBezTo>
                  <a:cubicBezTo>
                    <a:pt x="110" y="362"/>
                    <a:pt x="118" y="360"/>
                    <a:pt x="126" y="359"/>
                  </a:cubicBezTo>
                  <a:lnTo>
                    <a:pt x="792" y="180"/>
                  </a:lnTo>
                  <a:cubicBezTo>
                    <a:pt x="840" y="167"/>
                    <a:pt x="869" y="117"/>
                    <a:pt x="856" y="69"/>
                  </a:cubicBezTo>
                  <a:cubicBezTo>
                    <a:pt x="844" y="27"/>
                    <a:pt x="808" y="1"/>
                    <a:pt x="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41"/>
            <p:cNvSpPr/>
            <p:nvPr/>
          </p:nvSpPr>
          <p:spPr>
            <a:xfrm>
              <a:off x="5213458" y="1353491"/>
              <a:ext cx="191547" cy="32425"/>
            </a:xfrm>
            <a:custGeom>
              <a:avLst/>
              <a:gdLst/>
              <a:ahLst/>
              <a:cxnLst/>
              <a:rect l="l" t="t" r="r" b="b"/>
              <a:pathLst>
                <a:path w="4342" h="735" extrusionOk="0">
                  <a:moveTo>
                    <a:pt x="102" y="1"/>
                  </a:moveTo>
                  <a:cubicBezTo>
                    <a:pt x="75" y="1"/>
                    <a:pt x="47" y="13"/>
                    <a:pt x="30" y="37"/>
                  </a:cubicBezTo>
                  <a:cubicBezTo>
                    <a:pt x="0" y="77"/>
                    <a:pt x="9" y="135"/>
                    <a:pt x="48" y="164"/>
                  </a:cubicBezTo>
                  <a:cubicBezTo>
                    <a:pt x="79" y="188"/>
                    <a:pt x="821" y="735"/>
                    <a:pt x="2171" y="735"/>
                  </a:cubicBezTo>
                  <a:cubicBezTo>
                    <a:pt x="3521" y="735"/>
                    <a:pt x="4262" y="188"/>
                    <a:pt x="4293" y="164"/>
                  </a:cubicBezTo>
                  <a:cubicBezTo>
                    <a:pt x="4334" y="135"/>
                    <a:pt x="4341" y="78"/>
                    <a:pt x="4311" y="37"/>
                  </a:cubicBezTo>
                  <a:cubicBezTo>
                    <a:pt x="4293" y="13"/>
                    <a:pt x="4267" y="1"/>
                    <a:pt x="4239" y="1"/>
                  </a:cubicBezTo>
                  <a:cubicBezTo>
                    <a:pt x="4220" y="1"/>
                    <a:pt x="4200" y="7"/>
                    <a:pt x="4184" y="19"/>
                  </a:cubicBezTo>
                  <a:cubicBezTo>
                    <a:pt x="4176" y="24"/>
                    <a:pt x="3460" y="552"/>
                    <a:pt x="2171" y="552"/>
                  </a:cubicBezTo>
                  <a:cubicBezTo>
                    <a:pt x="885" y="552"/>
                    <a:pt x="165" y="24"/>
                    <a:pt x="158" y="19"/>
                  </a:cubicBezTo>
                  <a:cubicBezTo>
                    <a:pt x="141" y="7"/>
                    <a:pt x="122" y="1"/>
                    <a:pt x="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41"/>
            <p:cNvSpPr/>
            <p:nvPr/>
          </p:nvSpPr>
          <p:spPr>
            <a:xfrm>
              <a:off x="5049487" y="1168566"/>
              <a:ext cx="169931" cy="21528"/>
            </a:xfrm>
            <a:custGeom>
              <a:avLst/>
              <a:gdLst/>
              <a:ahLst/>
              <a:cxnLst/>
              <a:rect l="l" t="t" r="r" b="b"/>
              <a:pathLst>
                <a:path w="3852" h="488" extrusionOk="0">
                  <a:moveTo>
                    <a:pt x="3716" y="1"/>
                  </a:moveTo>
                  <a:cubicBezTo>
                    <a:pt x="3705" y="1"/>
                    <a:pt x="3694" y="2"/>
                    <a:pt x="3684" y="5"/>
                  </a:cubicBezTo>
                  <a:cubicBezTo>
                    <a:pt x="3311" y="109"/>
                    <a:pt x="2723" y="245"/>
                    <a:pt x="1926" y="245"/>
                  </a:cubicBezTo>
                  <a:cubicBezTo>
                    <a:pt x="1128" y="245"/>
                    <a:pt x="539" y="107"/>
                    <a:pt x="167" y="5"/>
                  </a:cubicBezTo>
                  <a:cubicBezTo>
                    <a:pt x="157" y="2"/>
                    <a:pt x="147" y="1"/>
                    <a:pt x="136" y="1"/>
                  </a:cubicBezTo>
                  <a:cubicBezTo>
                    <a:pt x="83" y="1"/>
                    <a:pt x="33" y="36"/>
                    <a:pt x="17" y="90"/>
                  </a:cubicBezTo>
                  <a:cubicBezTo>
                    <a:pt x="0" y="154"/>
                    <a:pt x="38" y="221"/>
                    <a:pt x="103" y="240"/>
                  </a:cubicBezTo>
                  <a:cubicBezTo>
                    <a:pt x="489" y="346"/>
                    <a:pt x="1098" y="488"/>
                    <a:pt x="1926" y="488"/>
                  </a:cubicBezTo>
                  <a:cubicBezTo>
                    <a:pt x="2754" y="488"/>
                    <a:pt x="3363" y="346"/>
                    <a:pt x="3748" y="240"/>
                  </a:cubicBezTo>
                  <a:cubicBezTo>
                    <a:pt x="3814" y="221"/>
                    <a:pt x="3852" y="154"/>
                    <a:pt x="3834" y="90"/>
                  </a:cubicBezTo>
                  <a:cubicBezTo>
                    <a:pt x="3818" y="35"/>
                    <a:pt x="3770" y="1"/>
                    <a:pt x="3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41"/>
            <p:cNvSpPr/>
            <p:nvPr/>
          </p:nvSpPr>
          <p:spPr>
            <a:xfrm>
              <a:off x="5029989" y="1147083"/>
              <a:ext cx="35292" cy="31189"/>
            </a:xfrm>
            <a:custGeom>
              <a:avLst/>
              <a:gdLst/>
              <a:ahLst/>
              <a:cxnLst/>
              <a:rect l="l" t="t" r="r" b="b"/>
              <a:pathLst>
                <a:path w="800" h="707" extrusionOk="0">
                  <a:moveTo>
                    <a:pt x="104" y="1"/>
                  </a:moveTo>
                  <a:cubicBezTo>
                    <a:pt x="78" y="1"/>
                    <a:pt x="53" y="11"/>
                    <a:pt x="35" y="32"/>
                  </a:cubicBezTo>
                  <a:cubicBezTo>
                    <a:pt x="1" y="70"/>
                    <a:pt x="5" y="128"/>
                    <a:pt x="43" y="161"/>
                  </a:cubicBezTo>
                  <a:lnTo>
                    <a:pt x="637" y="683"/>
                  </a:lnTo>
                  <a:cubicBezTo>
                    <a:pt x="653" y="698"/>
                    <a:pt x="675" y="706"/>
                    <a:pt x="696" y="706"/>
                  </a:cubicBezTo>
                  <a:cubicBezTo>
                    <a:pt x="722" y="706"/>
                    <a:pt x="747" y="696"/>
                    <a:pt x="765" y="676"/>
                  </a:cubicBezTo>
                  <a:cubicBezTo>
                    <a:pt x="799" y="637"/>
                    <a:pt x="795" y="580"/>
                    <a:pt x="757" y="546"/>
                  </a:cubicBezTo>
                  <a:lnTo>
                    <a:pt x="164" y="24"/>
                  </a:lnTo>
                  <a:cubicBezTo>
                    <a:pt x="146" y="8"/>
                    <a:pt x="125" y="1"/>
                    <a:pt x="1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41"/>
            <p:cNvSpPr/>
            <p:nvPr/>
          </p:nvSpPr>
          <p:spPr>
            <a:xfrm>
              <a:off x="5069912" y="1181359"/>
              <a:ext cx="129125" cy="53909"/>
            </a:xfrm>
            <a:custGeom>
              <a:avLst/>
              <a:gdLst/>
              <a:ahLst/>
              <a:cxnLst/>
              <a:rect l="l" t="t" r="r" b="b"/>
              <a:pathLst>
                <a:path w="2927" h="1222" extrusionOk="0">
                  <a:moveTo>
                    <a:pt x="461" y="0"/>
                  </a:moveTo>
                  <a:cubicBezTo>
                    <a:pt x="183" y="278"/>
                    <a:pt x="9" y="667"/>
                    <a:pt x="1" y="1098"/>
                  </a:cubicBezTo>
                  <a:cubicBezTo>
                    <a:pt x="284" y="1151"/>
                    <a:pt x="791" y="1221"/>
                    <a:pt x="1464" y="1221"/>
                  </a:cubicBezTo>
                  <a:cubicBezTo>
                    <a:pt x="2137" y="1221"/>
                    <a:pt x="2643" y="1151"/>
                    <a:pt x="2926" y="1098"/>
                  </a:cubicBezTo>
                  <a:cubicBezTo>
                    <a:pt x="2919" y="667"/>
                    <a:pt x="2743" y="278"/>
                    <a:pt x="2467" y="0"/>
                  </a:cubicBezTo>
                  <a:cubicBezTo>
                    <a:pt x="2173" y="46"/>
                    <a:pt x="1840" y="76"/>
                    <a:pt x="1464" y="76"/>
                  </a:cubicBezTo>
                  <a:cubicBezTo>
                    <a:pt x="1087" y="76"/>
                    <a:pt x="755" y="46"/>
                    <a:pt x="4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41"/>
            <p:cNvSpPr/>
            <p:nvPr/>
          </p:nvSpPr>
          <p:spPr>
            <a:xfrm>
              <a:off x="5399044" y="1168566"/>
              <a:ext cx="169975" cy="21528"/>
            </a:xfrm>
            <a:custGeom>
              <a:avLst/>
              <a:gdLst/>
              <a:ahLst/>
              <a:cxnLst/>
              <a:rect l="l" t="t" r="r" b="b"/>
              <a:pathLst>
                <a:path w="3853" h="488" extrusionOk="0">
                  <a:moveTo>
                    <a:pt x="3716" y="1"/>
                  </a:moveTo>
                  <a:cubicBezTo>
                    <a:pt x="3705" y="1"/>
                    <a:pt x="3695" y="2"/>
                    <a:pt x="3684" y="5"/>
                  </a:cubicBezTo>
                  <a:cubicBezTo>
                    <a:pt x="3311" y="109"/>
                    <a:pt x="2724" y="245"/>
                    <a:pt x="1925" y="245"/>
                  </a:cubicBezTo>
                  <a:cubicBezTo>
                    <a:pt x="1127" y="245"/>
                    <a:pt x="539" y="107"/>
                    <a:pt x="167" y="5"/>
                  </a:cubicBezTo>
                  <a:cubicBezTo>
                    <a:pt x="156" y="2"/>
                    <a:pt x="146" y="1"/>
                    <a:pt x="136" y="1"/>
                  </a:cubicBezTo>
                  <a:cubicBezTo>
                    <a:pt x="82" y="1"/>
                    <a:pt x="33" y="36"/>
                    <a:pt x="18" y="90"/>
                  </a:cubicBezTo>
                  <a:cubicBezTo>
                    <a:pt x="1" y="154"/>
                    <a:pt x="39" y="221"/>
                    <a:pt x="103" y="240"/>
                  </a:cubicBezTo>
                  <a:cubicBezTo>
                    <a:pt x="489" y="346"/>
                    <a:pt x="1099" y="488"/>
                    <a:pt x="1925" y="488"/>
                  </a:cubicBezTo>
                  <a:cubicBezTo>
                    <a:pt x="2754" y="488"/>
                    <a:pt x="3362" y="346"/>
                    <a:pt x="3748" y="240"/>
                  </a:cubicBezTo>
                  <a:cubicBezTo>
                    <a:pt x="3813" y="221"/>
                    <a:pt x="3852" y="154"/>
                    <a:pt x="3833" y="90"/>
                  </a:cubicBezTo>
                  <a:cubicBezTo>
                    <a:pt x="3818" y="35"/>
                    <a:pt x="3769" y="1"/>
                    <a:pt x="3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41"/>
            <p:cNvSpPr/>
            <p:nvPr/>
          </p:nvSpPr>
          <p:spPr>
            <a:xfrm>
              <a:off x="5553221" y="1147039"/>
              <a:ext cx="35204" cy="31233"/>
            </a:xfrm>
            <a:custGeom>
              <a:avLst/>
              <a:gdLst/>
              <a:ahLst/>
              <a:cxnLst/>
              <a:rect l="l" t="t" r="r" b="b"/>
              <a:pathLst>
                <a:path w="798" h="708" extrusionOk="0">
                  <a:moveTo>
                    <a:pt x="696" y="1"/>
                  </a:moveTo>
                  <a:cubicBezTo>
                    <a:pt x="675" y="1"/>
                    <a:pt x="653" y="9"/>
                    <a:pt x="636" y="24"/>
                  </a:cubicBezTo>
                  <a:lnTo>
                    <a:pt x="42" y="546"/>
                  </a:lnTo>
                  <a:cubicBezTo>
                    <a:pt x="5" y="579"/>
                    <a:pt x="1" y="637"/>
                    <a:pt x="34" y="676"/>
                  </a:cubicBezTo>
                  <a:cubicBezTo>
                    <a:pt x="52" y="697"/>
                    <a:pt x="78" y="707"/>
                    <a:pt x="102" y="707"/>
                  </a:cubicBezTo>
                  <a:cubicBezTo>
                    <a:pt x="123" y="707"/>
                    <a:pt x="146" y="699"/>
                    <a:pt x="163" y="683"/>
                  </a:cubicBezTo>
                  <a:lnTo>
                    <a:pt x="756" y="161"/>
                  </a:lnTo>
                  <a:cubicBezTo>
                    <a:pt x="793" y="127"/>
                    <a:pt x="797" y="69"/>
                    <a:pt x="764" y="32"/>
                  </a:cubicBezTo>
                  <a:cubicBezTo>
                    <a:pt x="746" y="11"/>
                    <a:pt x="721" y="1"/>
                    <a:pt x="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41"/>
            <p:cNvSpPr/>
            <p:nvPr/>
          </p:nvSpPr>
          <p:spPr>
            <a:xfrm>
              <a:off x="5419424" y="1181359"/>
              <a:ext cx="129080" cy="53909"/>
            </a:xfrm>
            <a:custGeom>
              <a:avLst/>
              <a:gdLst/>
              <a:ahLst/>
              <a:cxnLst/>
              <a:rect l="l" t="t" r="r" b="b"/>
              <a:pathLst>
                <a:path w="2926" h="1222" extrusionOk="0">
                  <a:moveTo>
                    <a:pt x="460" y="0"/>
                  </a:moveTo>
                  <a:cubicBezTo>
                    <a:pt x="183" y="278"/>
                    <a:pt x="8" y="667"/>
                    <a:pt x="1" y="1098"/>
                  </a:cubicBezTo>
                  <a:cubicBezTo>
                    <a:pt x="285" y="1151"/>
                    <a:pt x="790" y="1221"/>
                    <a:pt x="1463" y="1221"/>
                  </a:cubicBezTo>
                  <a:cubicBezTo>
                    <a:pt x="2137" y="1221"/>
                    <a:pt x="2642" y="1151"/>
                    <a:pt x="2926" y="1098"/>
                  </a:cubicBezTo>
                  <a:cubicBezTo>
                    <a:pt x="2918" y="667"/>
                    <a:pt x="2744" y="278"/>
                    <a:pt x="2467" y="0"/>
                  </a:cubicBezTo>
                  <a:cubicBezTo>
                    <a:pt x="2173" y="46"/>
                    <a:pt x="1841" y="76"/>
                    <a:pt x="1463" y="76"/>
                  </a:cubicBezTo>
                  <a:cubicBezTo>
                    <a:pt x="1086" y="76"/>
                    <a:pt x="754" y="46"/>
                    <a:pt x="4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41"/>
            <p:cNvSpPr/>
            <p:nvPr/>
          </p:nvSpPr>
          <p:spPr>
            <a:xfrm>
              <a:off x="5044061" y="722048"/>
              <a:ext cx="511602" cy="137727"/>
            </a:xfrm>
            <a:custGeom>
              <a:avLst/>
              <a:gdLst/>
              <a:ahLst/>
              <a:cxnLst/>
              <a:rect l="l" t="t" r="r" b="b"/>
              <a:pathLst>
                <a:path w="11597" h="3122" extrusionOk="0">
                  <a:moveTo>
                    <a:pt x="9874" y="1"/>
                  </a:moveTo>
                  <a:cubicBezTo>
                    <a:pt x="9500" y="1"/>
                    <a:pt x="9250" y="599"/>
                    <a:pt x="9650" y="882"/>
                  </a:cubicBezTo>
                  <a:cubicBezTo>
                    <a:pt x="10114" y="1209"/>
                    <a:pt x="10138" y="1768"/>
                    <a:pt x="9740" y="2084"/>
                  </a:cubicBezTo>
                  <a:cubicBezTo>
                    <a:pt x="9561" y="2224"/>
                    <a:pt x="9281" y="2252"/>
                    <a:pt x="9021" y="2252"/>
                  </a:cubicBezTo>
                  <a:cubicBezTo>
                    <a:pt x="8909" y="2252"/>
                    <a:pt x="8801" y="2247"/>
                    <a:pt x="8706" y="2243"/>
                  </a:cubicBezTo>
                  <a:cubicBezTo>
                    <a:pt x="7948" y="2216"/>
                    <a:pt x="7414" y="1887"/>
                    <a:pt x="6806" y="1491"/>
                  </a:cubicBezTo>
                  <a:cubicBezTo>
                    <a:pt x="6564" y="1333"/>
                    <a:pt x="6361" y="1266"/>
                    <a:pt x="6169" y="1266"/>
                  </a:cubicBezTo>
                  <a:cubicBezTo>
                    <a:pt x="5876" y="1266"/>
                    <a:pt x="5610" y="1424"/>
                    <a:pt x="5276" y="1661"/>
                  </a:cubicBezTo>
                  <a:cubicBezTo>
                    <a:pt x="4994" y="1863"/>
                    <a:pt x="4696" y="2105"/>
                    <a:pt x="4345" y="2105"/>
                  </a:cubicBezTo>
                  <a:cubicBezTo>
                    <a:pt x="4169" y="2105"/>
                    <a:pt x="3980" y="2044"/>
                    <a:pt x="3772" y="1887"/>
                  </a:cubicBezTo>
                  <a:cubicBezTo>
                    <a:pt x="3630" y="1781"/>
                    <a:pt x="3552" y="1579"/>
                    <a:pt x="3421" y="1454"/>
                  </a:cubicBezTo>
                  <a:cubicBezTo>
                    <a:pt x="3232" y="1275"/>
                    <a:pt x="3054" y="1139"/>
                    <a:pt x="2782" y="1112"/>
                  </a:cubicBezTo>
                  <a:cubicBezTo>
                    <a:pt x="2755" y="1109"/>
                    <a:pt x="2727" y="1107"/>
                    <a:pt x="2700" y="1107"/>
                  </a:cubicBezTo>
                  <a:cubicBezTo>
                    <a:pt x="2460" y="1107"/>
                    <a:pt x="2230" y="1213"/>
                    <a:pt x="2011" y="1306"/>
                  </a:cubicBezTo>
                  <a:cubicBezTo>
                    <a:pt x="1777" y="1406"/>
                    <a:pt x="1486" y="1665"/>
                    <a:pt x="1242" y="1714"/>
                  </a:cubicBezTo>
                  <a:cubicBezTo>
                    <a:pt x="1148" y="1781"/>
                    <a:pt x="1054" y="1847"/>
                    <a:pt x="959" y="1913"/>
                  </a:cubicBezTo>
                  <a:cubicBezTo>
                    <a:pt x="713" y="1693"/>
                    <a:pt x="692" y="1485"/>
                    <a:pt x="898" y="1288"/>
                  </a:cubicBezTo>
                  <a:cubicBezTo>
                    <a:pt x="966" y="1181"/>
                    <a:pt x="867" y="1043"/>
                    <a:pt x="755" y="1043"/>
                  </a:cubicBezTo>
                  <a:cubicBezTo>
                    <a:pt x="729" y="1043"/>
                    <a:pt x="702" y="1050"/>
                    <a:pt x="676" y="1068"/>
                  </a:cubicBezTo>
                  <a:cubicBezTo>
                    <a:pt x="0" y="1525"/>
                    <a:pt x="14" y="2529"/>
                    <a:pt x="745" y="2529"/>
                  </a:cubicBezTo>
                  <a:cubicBezTo>
                    <a:pt x="849" y="2529"/>
                    <a:pt x="967" y="2509"/>
                    <a:pt x="1099" y="2464"/>
                  </a:cubicBezTo>
                  <a:cubicBezTo>
                    <a:pt x="1608" y="2292"/>
                    <a:pt x="2014" y="1880"/>
                    <a:pt x="2480" y="1880"/>
                  </a:cubicBezTo>
                  <a:cubicBezTo>
                    <a:pt x="2670" y="1880"/>
                    <a:pt x="2870" y="1949"/>
                    <a:pt x="3091" y="2131"/>
                  </a:cubicBezTo>
                  <a:cubicBezTo>
                    <a:pt x="3295" y="2297"/>
                    <a:pt x="3388" y="2522"/>
                    <a:pt x="3632" y="2657"/>
                  </a:cubicBezTo>
                  <a:cubicBezTo>
                    <a:pt x="3850" y="2777"/>
                    <a:pt x="4079" y="2828"/>
                    <a:pt x="4310" y="2828"/>
                  </a:cubicBezTo>
                  <a:cubicBezTo>
                    <a:pt x="4716" y="2828"/>
                    <a:pt x="5126" y="2671"/>
                    <a:pt x="5480" y="2462"/>
                  </a:cubicBezTo>
                  <a:cubicBezTo>
                    <a:pt x="5752" y="2300"/>
                    <a:pt x="5916" y="2203"/>
                    <a:pt x="6104" y="2203"/>
                  </a:cubicBezTo>
                  <a:cubicBezTo>
                    <a:pt x="6246" y="2203"/>
                    <a:pt x="6402" y="2259"/>
                    <a:pt x="6627" y="2386"/>
                  </a:cubicBezTo>
                  <a:cubicBezTo>
                    <a:pt x="6977" y="2583"/>
                    <a:pt x="7282" y="2798"/>
                    <a:pt x="7671" y="2924"/>
                  </a:cubicBezTo>
                  <a:cubicBezTo>
                    <a:pt x="8063" y="3051"/>
                    <a:pt x="8495" y="3122"/>
                    <a:pt x="8924" y="3122"/>
                  </a:cubicBezTo>
                  <a:cubicBezTo>
                    <a:pt x="9308" y="3122"/>
                    <a:pt x="9689" y="3065"/>
                    <a:pt x="10041" y="2941"/>
                  </a:cubicBezTo>
                  <a:cubicBezTo>
                    <a:pt x="11597" y="2388"/>
                    <a:pt x="11245" y="882"/>
                    <a:pt x="10115" y="84"/>
                  </a:cubicBezTo>
                  <a:cubicBezTo>
                    <a:pt x="10033" y="26"/>
                    <a:pt x="9951" y="1"/>
                    <a:pt x="9874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41"/>
            <p:cNvSpPr/>
            <p:nvPr/>
          </p:nvSpPr>
          <p:spPr>
            <a:xfrm>
              <a:off x="5520401" y="1766527"/>
              <a:ext cx="122949" cy="107596"/>
            </a:xfrm>
            <a:custGeom>
              <a:avLst/>
              <a:gdLst/>
              <a:ahLst/>
              <a:cxnLst/>
              <a:rect l="l" t="t" r="r" b="b"/>
              <a:pathLst>
                <a:path w="2787" h="2439" extrusionOk="0">
                  <a:moveTo>
                    <a:pt x="1371" y="1"/>
                  </a:moveTo>
                  <a:cubicBezTo>
                    <a:pt x="1249" y="1"/>
                    <a:pt x="1122" y="14"/>
                    <a:pt x="993" y="40"/>
                  </a:cubicBezTo>
                  <a:cubicBezTo>
                    <a:pt x="538" y="133"/>
                    <a:pt x="0" y="645"/>
                    <a:pt x="201" y="1538"/>
                  </a:cubicBezTo>
                  <a:cubicBezTo>
                    <a:pt x="346" y="2179"/>
                    <a:pt x="986" y="2438"/>
                    <a:pt x="1520" y="2438"/>
                  </a:cubicBezTo>
                  <a:cubicBezTo>
                    <a:pt x="1776" y="2438"/>
                    <a:pt x="2007" y="2379"/>
                    <a:pt x="2147" y="2273"/>
                  </a:cubicBezTo>
                  <a:cubicBezTo>
                    <a:pt x="2635" y="1909"/>
                    <a:pt x="2786" y="1286"/>
                    <a:pt x="2589" y="739"/>
                  </a:cubicBezTo>
                  <a:cubicBezTo>
                    <a:pt x="2426" y="287"/>
                    <a:pt x="1951" y="1"/>
                    <a:pt x="1371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41"/>
            <p:cNvSpPr/>
            <p:nvPr/>
          </p:nvSpPr>
          <p:spPr>
            <a:xfrm>
              <a:off x="5525959" y="1795245"/>
              <a:ext cx="53423" cy="78260"/>
            </a:xfrm>
            <a:custGeom>
              <a:avLst/>
              <a:gdLst/>
              <a:ahLst/>
              <a:cxnLst/>
              <a:rect l="l" t="t" r="r" b="b"/>
              <a:pathLst>
                <a:path w="1211" h="1774" extrusionOk="0">
                  <a:moveTo>
                    <a:pt x="253" y="1"/>
                  </a:moveTo>
                  <a:cubicBezTo>
                    <a:pt x="209" y="1"/>
                    <a:pt x="164" y="14"/>
                    <a:pt x="119" y="43"/>
                  </a:cubicBezTo>
                  <a:cubicBezTo>
                    <a:pt x="30" y="269"/>
                    <a:pt x="0" y="550"/>
                    <a:pt x="77" y="886"/>
                  </a:cubicBezTo>
                  <a:cubicBezTo>
                    <a:pt x="205" y="1453"/>
                    <a:pt x="723" y="1720"/>
                    <a:pt x="1210" y="1774"/>
                  </a:cubicBezTo>
                  <a:cubicBezTo>
                    <a:pt x="1076" y="1698"/>
                    <a:pt x="972" y="1573"/>
                    <a:pt x="924" y="1385"/>
                  </a:cubicBezTo>
                  <a:cubicBezTo>
                    <a:pt x="880" y="1211"/>
                    <a:pt x="901" y="1028"/>
                    <a:pt x="887" y="849"/>
                  </a:cubicBezTo>
                  <a:cubicBezTo>
                    <a:pt x="876" y="705"/>
                    <a:pt x="822" y="579"/>
                    <a:pt x="751" y="453"/>
                  </a:cubicBezTo>
                  <a:cubicBezTo>
                    <a:pt x="663" y="293"/>
                    <a:pt x="464" y="1"/>
                    <a:pt x="253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41"/>
            <p:cNvSpPr/>
            <p:nvPr/>
          </p:nvSpPr>
          <p:spPr>
            <a:xfrm>
              <a:off x="5093910" y="1641376"/>
              <a:ext cx="430165" cy="355258"/>
            </a:xfrm>
            <a:custGeom>
              <a:avLst/>
              <a:gdLst/>
              <a:ahLst/>
              <a:cxnLst/>
              <a:rect l="l" t="t" r="r" b="b"/>
              <a:pathLst>
                <a:path w="9751" h="8053" extrusionOk="0">
                  <a:moveTo>
                    <a:pt x="1022" y="0"/>
                  </a:moveTo>
                  <a:cubicBezTo>
                    <a:pt x="1022" y="0"/>
                    <a:pt x="612" y="151"/>
                    <a:pt x="1" y="548"/>
                  </a:cubicBezTo>
                  <a:lnTo>
                    <a:pt x="157" y="6777"/>
                  </a:lnTo>
                  <a:cubicBezTo>
                    <a:pt x="157" y="6777"/>
                    <a:pt x="2921" y="6829"/>
                    <a:pt x="4875" y="8052"/>
                  </a:cubicBezTo>
                  <a:cubicBezTo>
                    <a:pt x="6829" y="6830"/>
                    <a:pt x="9594" y="6778"/>
                    <a:pt x="9594" y="6777"/>
                  </a:cubicBezTo>
                  <a:lnTo>
                    <a:pt x="9750" y="548"/>
                  </a:lnTo>
                  <a:cubicBezTo>
                    <a:pt x="9138" y="151"/>
                    <a:pt x="8728" y="0"/>
                    <a:pt x="8728" y="0"/>
                  </a:cubicBezTo>
                  <a:cubicBezTo>
                    <a:pt x="6326" y="298"/>
                    <a:pt x="4875" y="2150"/>
                    <a:pt x="4875" y="2150"/>
                  </a:cubicBezTo>
                  <a:cubicBezTo>
                    <a:pt x="4875" y="2150"/>
                    <a:pt x="3424" y="298"/>
                    <a:pt x="10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41"/>
            <p:cNvSpPr/>
            <p:nvPr/>
          </p:nvSpPr>
          <p:spPr>
            <a:xfrm>
              <a:off x="5093954" y="1649449"/>
              <a:ext cx="430165" cy="347185"/>
            </a:xfrm>
            <a:custGeom>
              <a:avLst/>
              <a:gdLst/>
              <a:ahLst/>
              <a:cxnLst/>
              <a:rect l="l" t="t" r="r" b="b"/>
              <a:pathLst>
                <a:path w="9751" h="7870" extrusionOk="0">
                  <a:moveTo>
                    <a:pt x="9125" y="0"/>
                  </a:moveTo>
                  <a:cubicBezTo>
                    <a:pt x="8716" y="90"/>
                    <a:pt x="8316" y="218"/>
                    <a:pt x="7923" y="366"/>
                  </a:cubicBezTo>
                  <a:cubicBezTo>
                    <a:pt x="7465" y="539"/>
                    <a:pt x="7013" y="733"/>
                    <a:pt x="6563" y="924"/>
                  </a:cubicBezTo>
                  <a:cubicBezTo>
                    <a:pt x="6259" y="1053"/>
                    <a:pt x="5942" y="1184"/>
                    <a:pt x="5614" y="1233"/>
                  </a:cubicBezTo>
                  <a:cubicBezTo>
                    <a:pt x="5133" y="1637"/>
                    <a:pt x="4874" y="1967"/>
                    <a:pt x="4874" y="1967"/>
                  </a:cubicBezTo>
                  <a:cubicBezTo>
                    <a:pt x="4874" y="1967"/>
                    <a:pt x="4424" y="1392"/>
                    <a:pt x="3611" y="832"/>
                  </a:cubicBezTo>
                  <a:cubicBezTo>
                    <a:pt x="3027" y="723"/>
                    <a:pt x="2465" y="519"/>
                    <a:pt x="1892" y="370"/>
                  </a:cubicBezTo>
                  <a:cubicBezTo>
                    <a:pt x="1463" y="258"/>
                    <a:pt x="977" y="137"/>
                    <a:pt x="509" y="137"/>
                  </a:cubicBezTo>
                  <a:cubicBezTo>
                    <a:pt x="462" y="137"/>
                    <a:pt x="414" y="138"/>
                    <a:pt x="367" y="141"/>
                  </a:cubicBezTo>
                  <a:cubicBezTo>
                    <a:pt x="256" y="205"/>
                    <a:pt x="133" y="278"/>
                    <a:pt x="1" y="365"/>
                  </a:cubicBezTo>
                  <a:lnTo>
                    <a:pt x="157" y="6595"/>
                  </a:lnTo>
                  <a:cubicBezTo>
                    <a:pt x="157" y="6595"/>
                    <a:pt x="2921" y="6647"/>
                    <a:pt x="4875" y="7869"/>
                  </a:cubicBezTo>
                  <a:cubicBezTo>
                    <a:pt x="6830" y="6647"/>
                    <a:pt x="9594" y="6595"/>
                    <a:pt x="9594" y="6595"/>
                  </a:cubicBezTo>
                  <a:lnTo>
                    <a:pt x="9750" y="365"/>
                  </a:lnTo>
                  <a:cubicBezTo>
                    <a:pt x="9503" y="204"/>
                    <a:pt x="9293" y="87"/>
                    <a:pt x="9125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41"/>
            <p:cNvSpPr/>
            <p:nvPr/>
          </p:nvSpPr>
          <p:spPr>
            <a:xfrm>
              <a:off x="5080940" y="1661933"/>
              <a:ext cx="456193" cy="337656"/>
            </a:xfrm>
            <a:custGeom>
              <a:avLst/>
              <a:gdLst/>
              <a:ahLst/>
              <a:cxnLst/>
              <a:rect l="l" t="t" r="r" b="b"/>
              <a:pathLst>
                <a:path w="10341" h="7654" extrusionOk="0">
                  <a:moveTo>
                    <a:pt x="90" y="1"/>
                  </a:moveTo>
                  <a:lnTo>
                    <a:pt x="1" y="77"/>
                  </a:lnTo>
                  <a:lnTo>
                    <a:pt x="401" y="6461"/>
                  </a:lnTo>
                  <a:cubicBezTo>
                    <a:pt x="401" y="6461"/>
                    <a:pt x="2948" y="6512"/>
                    <a:pt x="4660" y="7194"/>
                  </a:cubicBezTo>
                  <a:cubicBezTo>
                    <a:pt x="4660" y="7194"/>
                    <a:pt x="4525" y="7653"/>
                    <a:pt x="5169" y="7653"/>
                  </a:cubicBezTo>
                  <a:cubicBezTo>
                    <a:pt x="5812" y="7653"/>
                    <a:pt x="5678" y="7194"/>
                    <a:pt x="5681" y="7194"/>
                  </a:cubicBezTo>
                  <a:cubicBezTo>
                    <a:pt x="7392" y="6512"/>
                    <a:pt x="9940" y="6461"/>
                    <a:pt x="9940" y="6461"/>
                  </a:cubicBezTo>
                  <a:lnTo>
                    <a:pt x="10340" y="77"/>
                  </a:lnTo>
                  <a:lnTo>
                    <a:pt x="10251" y="1"/>
                  </a:lnTo>
                  <a:cubicBezTo>
                    <a:pt x="7338" y="1"/>
                    <a:pt x="5814" y="1417"/>
                    <a:pt x="5644" y="1584"/>
                  </a:cubicBezTo>
                  <a:cubicBezTo>
                    <a:pt x="5634" y="1595"/>
                    <a:pt x="5632" y="1608"/>
                    <a:pt x="5632" y="1623"/>
                  </a:cubicBezTo>
                  <a:cubicBezTo>
                    <a:pt x="5634" y="1732"/>
                    <a:pt x="5481" y="1836"/>
                    <a:pt x="5170" y="1836"/>
                  </a:cubicBezTo>
                  <a:cubicBezTo>
                    <a:pt x="4859" y="1836"/>
                    <a:pt x="4706" y="1732"/>
                    <a:pt x="4709" y="1623"/>
                  </a:cubicBezTo>
                  <a:cubicBezTo>
                    <a:pt x="4709" y="1608"/>
                    <a:pt x="4707" y="1595"/>
                    <a:pt x="4697" y="1584"/>
                  </a:cubicBezTo>
                  <a:cubicBezTo>
                    <a:pt x="4528" y="1417"/>
                    <a:pt x="3004" y="1"/>
                    <a:pt x="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>
              <a:off x="5080984" y="1665286"/>
              <a:ext cx="456105" cy="337568"/>
            </a:xfrm>
            <a:custGeom>
              <a:avLst/>
              <a:gdLst/>
              <a:ahLst/>
              <a:cxnLst/>
              <a:rect l="l" t="t" r="r" b="b"/>
              <a:pathLst>
                <a:path w="10339" h="7652" extrusionOk="0">
                  <a:moveTo>
                    <a:pt x="1" y="1"/>
                  </a:moveTo>
                  <a:lnTo>
                    <a:pt x="222" y="6590"/>
                  </a:lnTo>
                  <a:cubicBezTo>
                    <a:pt x="222" y="6616"/>
                    <a:pt x="243" y="6637"/>
                    <a:pt x="270" y="6638"/>
                  </a:cubicBezTo>
                  <a:cubicBezTo>
                    <a:pt x="635" y="6648"/>
                    <a:pt x="3079" y="6741"/>
                    <a:pt x="4660" y="7370"/>
                  </a:cubicBezTo>
                  <a:cubicBezTo>
                    <a:pt x="4660" y="7370"/>
                    <a:pt x="4524" y="7652"/>
                    <a:pt x="5168" y="7652"/>
                  </a:cubicBezTo>
                  <a:cubicBezTo>
                    <a:pt x="5811" y="7652"/>
                    <a:pt x="5677" y="7370"/>
                    <a:pt x="5679" y="7370"/>
                  </a:cubicBezTo>
                  <a:cubicBezTo>
                    <a:pt x="7260" y="6741"/>
                    <a:pt x="9704" y="6649"/>
                    <a:pt x="10069" y="6638"/>
                  </a:cubicBezTo>
                  <a:cubicBezTo>
                    <a:pt x="10096" y="6637"/>
                    <a:pt x="10116" y="6616"/>
                    <a:pt x="10117" y="6590"/>
                  </a:cubicBezTo>
                  <a:lnTo>
                    <a:pt x="10338" y="1"/>
                  </a:lnTo>
                  <a:cubicBezTo>
                    <a:pt x="7451" y="1"/>
                    <a:pt x="5896" y="1352"/>
                    <a:pt x="5700" y="1534"/>
                  </a:cubicBezTo>
                  <a:cubicBezTo>
                    <a:pt x="5686" y="1546"/>
                    <a:pt x="5686" y="1564"/>
                    <a:pt x="5692" y="1582"/>
                  </a:cubicBezTo>
                  <a:cubicBezTo>
                    <a:pt x="5727" y="1699"/>
                    <a:pt x="5479" y="1835"/>
                    <a:pt x="5169" y="1835"/>
                  </a:cubicBezTo>
                  <a:cubicBezTo>
                    <a:pt x="4860" y="1835"/>
                    <a:pt x="4612" y="1698"/>
                    <a:pt x="4647" y="1582"/>
                  </a:cubicBezTo>
                  <a:cubicBezTo>
                    <a:pt x="4653" y="1564"/>
                    <a:pt x="4653" y="1546"/>
                    <a:pt x="4639" y="1534"/>
                  </a:cubicBezTo>
                  <a:cubicBezTo>
                    <a:pt x="4442" y="1352"/>
                    <a:pt x="2887" y="1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>
              <a:off x="5331285" y="1726516"/>
              <a:ext cx="195871" cy="263940"/>
            </a:xfrm>
            <a:custGeom>
              <a:avLst/>
              <a:gdLst/>
              <a:ahLst/>
              <a:cxnLst/>
              <a:rect l="l" t="t" r="r" b="b"/>
              <a:pathLst>
                <a:path w="4440" h="5983" extrusionOk="0">
                  <a:moveTo>
                    <a:pt x="194" y="0"/>
                  </a:moveTo>
                  <a:cubicBezTo>
                    <a:pt x="110" y="68"/>
                    <a:pt x="51" y="120"/>
                    <a:pt x="22" y="146"/>
                  </a:cubicBezTo>
                  <a:cubicBezTo>
                    <a:pt x="9" y="158"/>
                    <a:pt x="9" y="176"/>
                    <a:pt x="14" y="194"/>
                  </a:cubicBezTo>
                  <a:cubicBezTo>
                    <a:pt x="21" y="217"/>
                    <a:pt x="14" y="241"/>
                    <a:pt x="1" y="264"/>
                  </a:cubicBezTo>
                  <a:lnTo>
                    <a:pt x="1" y="5982"/>
                  </a:lnTo>
                  <a:cubicBezTo>
                    <a:pt x="1584" y="5353"/>
                    <a:pt x="4029" y="5261"/>
                    <a:pt x="4392" y="5250"/>
                  </a:cubicBezTo>
                  <a:cubicBezTo>
                    <a:pt x="4418" y="5249"/>
                    <a:pt x="4439" y="5228"/>
                    <a:pt x="4439" y="5202"/>
                  </a:cubicBezTo>
                  <a:lnTo>
                    <a:pt x="4439" y="5202"/>
                  </a:lnTo>
                  <a:cubicBezTo>
                    <a:pt x="4439" y="5202"/>
                    <a:pt x="4435" y="5202"/>
                    <a:pt x="4426" y="5202"/>
                  </a:cubicBezTo>
                  <a:cubicBezTo>
                    <a:pt x="4222" y="5202"/>
                    <a:pt x="1772" y="5153"/>
                    <a:pt x="972" y="2810"/>
                  </a:cubicBezTo>
                  <a:cubicBezTo>
                    <a:pt x="574" y="1647"/>
                    <a:pt x="336" y="687"/>
                    <a:pt x="194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>
              <a:off x="5090733" y="1726163"/>
              <a:ext cx="195209" cy="264161"/>
            </a:xfrm>
            <a:custGeom>
              <a:avLst/>
              <a:gdLst/>
              <a:ahLst/>
              <a:cxnLst/>
              <a:rect l="l" t="t" r="r" b="b"/>
              <a:pathLst>
                <a:path w="4425" h="5988" extrusionOk="0">
                  <a:moveTo>
                    <a:pt x="4234" y="0"/>
                  </a:moveTo>
                  <a:cubicBezTo>
                    <a:pt x="4092" y="687"/>
                    <a:pt x="3854" y="1652"/>
                    <a:pt x="3456" y="2819"/>
                  </a:cubicBezTo>
                  <a:cubicBezTo>
                    <a:pt x="2653" y="5168"/>
                    <a:pt x="195" y="5211"/>
                    <a:pt x="0" y="5211"/>
                  </a:cubicBezTo>
                  <a:cubicBezTo>
                    <a:pt x="1" y="5237"/>
                    <a:pt x="21" y="5258"/>
                    <a:pt x="48" y="5260"/>
                  </a:cubicBezTo>
                  <a:cubicBezTo>
                    <a:pt x="411" y="5271"/>
                    <a:pt x="2843" y="5362"/>
                    <a:pt x="4424" y="5987"/>
                  </a:cubicBezTo>
                  <a:lnTo>
                    <a:pt x="4424" y="249"/>
                  </a:lnTo>
                  <a:cubicBezTo>
                    <a:pt x="4421" y="231"/>
                    <a:pt x="4421" y="215"/>
                    <a:pt x="4424" y="202"/>
                  </a:cubicBezTo>
                  <a:lnTo>
                    <a:pt x="4424" y="170"/>
                  </a:lnTo>
                  <a:cubicBezTo>
                    <a:pt x="4423" y="165"/>
                    <a:pt x="4422" y="158"/>
                    <a:pt x="4417" y="154"/>
                  </a:cubicBezTo>
                  <a:cubicBezTo>
                    <a:pt x="4387" y="126"/>
                    <a:pt x="4323" y="71"/>
                    <a:pt x="4234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>
              <a:off x="5020196" y="1932747"/>
              <a:ext cx="513984" cy="216781"/>
            </a:xfrm>
            <a:custGeom>
              <a:avLst/>
              <a:gdLst/>
              <a:ahLst/>
              <a:cxnLst/>
              <a:rect l="l" t="t" r="r" b="b"/>
              <a:pathLst>
                <a:path w="11651" h="4914" extrusionOk="0">
                  <a:moveTo>
                    <a:pt x="1602" y="0"/>
                  </a:moveTo>
                  <a:cubicBezTo>
                    <a:pt x="897" y="0"/>
                    <a:pt x="396" y="417"/>
                    <a:pt x="231" y="909"/>
                  </a:cubicBezTo>
                  <a:cubicBezTo>
                    <a:pt x="0" y="1593"/>
                    <a:pt x="50" y="2558"/>
                    <a:pt x="1263" y="3174"/>
                  </a:cubicBezTo>
                  <a:cubicBezTo>
                    <a:pt x="3158" y="4139"/>
                    <a:pt x="6126" y="4548"/>
                    <a:pt x="7057" y="4656"/>
                  </a:cubicBezTo>
                  <a:cubicBezTo>
                    <a:pt x="7947" y="4759"/>
                    <a:pt x="8973" y="4914"/>
                    <a:pt x="9819" y="4914"/>
                  </a:cubicBezTo>
                  <a:cubicBezTo>
                    <a:pt x="10765" y="4914"/>
                    <a:pt x="11486" y="4721"/>
                    <a:pt x="11544" y="4050"/>
                  </a:cubicBezTo>
                  <a:cubicBezTo>
                    <a:pt x="11651" y="2834"/>
                    <a:pt x="10827" y="2043"/>
                    <a:pt x="9862" y="2043"/>
                  </a:cubicBezTo>
                  <a:cubicBezTo>
                    <a:pt x="9794" y="2043"/>
                    <a:pt x="9726" y="2046"/>
                    <a:pt x="9657" y="2054"/>
                  </a:cubicBezTo>
                  <a:cubicBezTo>
                    <a:pt x="8850" y="2148"/>
                    <a:pt x="8499" y="2310"/>
                    <a:pt x="7919" y="2310"/>
                  </a:cubicBezTo>
                  <a:cubicBezTo>
                    <a:pt x="7825" y="2310"/>
                    <a:pt x="7724" y="2306"/>
                    <a:pt x="7615" y="2296"/>
                  </a:cubicBezTo>
                  <a:cubicBezTo>
                    <a:pt x="6099" y="1834"/>
                    <a:pt x="2424" y="173"/>
                    <a:pt x="2424" y="173"/>
                  </a:cubicBezTo>
                  <a:cubicBezTo>
                    <a:pt x="2128" y="53"/>
                    <a:pt x="1853" y="0"/>
                    <a:pt x="160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41"/>
            <p:cNvSpPr/>
            <p:nvPr/>
          </p:nvSpPr>
          <p:spPr>
            <a:xfrm>
              <a:off x="5020196" y="1932747"/>
              <a:ext cx="513984" cy="216781"/>
            </a:xfrm>
            <a:custGeom>
              <a:avLst/>
              <a:gdLst/>
              <a:ahLst/>
              <a:cxnLst/>
              <a:rect l="l" t="t" r="r" b="b"/>
              <a:pathLst>
                <a:path w="11651" h="4914" extrusionOk="0">
                  <a:moveTo>
                    <a:pt x="1602" y="0"/>
                  </a:moveTo>
                  <a:cubicBezTo>
                    <a:pt x="897" y="0"/>
                    <a:pt x="396" y="417"/>
                    <a:pt x="231" y="909"/>
                  </a:cubicBezTo>
                  <a:cubicBezTo>
                    <a:pt x="0" y="1593"/>
                    <a:pt x="50" y="2558"/>
                    <a:pt x="1263" y="3174"/>
                  </a:cubicBezTo>
                  <a:cubicBezTo>
                    <a:pt x="3158" y="4139"/>
                    <a:pt x="6126" y="4548"/>
                    <a:pt x="7057" y="4656"/>
                  </a:cubicBezTo>
                  <a:cubicBezTo>
                    <a:pt x="7947" y="4759"/>
                    <a:pt x="8973" y="4914"/>
                    <a:pt x="9819" y="4914"/>
                  </a:cubicBezTo>
                  <a:cubicBezTo>
                    <a:pt x="10765" y="4914"/>
                    <a:pt x="11486" y="4721"/>
                    <a:pt x="11544" y="4050"/>
                  </a:cubicBezTo>
                  <a:cubicBezTo>
                    <a:pt x="11651" y="2834"/>
                    <a:pt x="10827" y="2043"/>
                    <a:pt x="9862" y="2043"/>
                  </a:cubicBezTo>
                  <a:cubicBezTo>
                    <a:pt x="9794" y="2043"/>
                    <a:pt x="9726" y="2046"/>
                    <a:pt x="9657" y="2054"/>
                  </a:cubicBezTo>
                  <a:cubicBezTo>
                    <a:pt x="8850" y="2148"/>
                    <a:pt x="8499" y="2310"/>
                    <a:pt x="7919" y="2310"/>
                  </a:cubicBezTo>
                  <a:cubicBezTo>
                    <a:pt x="7825" y="2310"/>
                    <a:pt x="7724" y="2306"/>
                    <a:pt x="7615" y="2296"/>
                  </a:cubicBezTo>
                  <a:cubicBezTo>
                    <a:pt x="6099" y="1834"/>
                    <a:pt x="2424" y="173"/>
                    <a:pt x="2424" y="173"/>
                  </a:cubicBezTo>
                  <a:cubicBezTo>
                    <a:pt x="2128" y="53"/>
                    <a:pt x="1853" y="0"/>
                    <a:pt x="1602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41"/>
            <p:cNvSpPr/>
            <p:nvPr/>
          </p:nvSpPr>
          <p:spPr>
            <a:xfrm>
              <a:off x="5024034" y="1995829"/>
              <a:ext cx="510058" cy="153741"/>
            </a:xfrm>
            <a:custGeom>
              <a:avLst/>
              <a:gdLst/>
              <a:ahLst/>
              <a:cxnLst/>
              <a:rect l="l" t="t" r="r" b="b"/>
              <a:pathLst>
                <a:path w="11562" h="3485" extrusionOk="0">
                  <a:moveTo>
                    <a:pt x="39" y="0"/>
                  </a:moveTo>
                  <a:lnTo>
                    <a:pt x="39" y="0"/>
                  </a:lnTo>
                  <a:cubicBezTo>
                    <a:pt x="0" y="598"/>
                    <a:pt x="246" y="1273"/>
                    <a:pt x="1175" y="1745"/>
                  </a:cubicBezTo>
                  <a:cubicBezTo>
                    <a:pt x="3070" y="2710"/>
                    <a:pt x="6038" y="3119"/>
                    <a:pt x="6969" y="3227"/>
                  </a:cubicBezTo>
                  <a:cubicBezTo>
                    <a:pt x="7859" y="3330"/>
                    <a:pt x="8885" y="3485"/>
                    <a:pt x="9731" y="3485"/>
                  </a:cubicBezTo>
                  <a:cubicBezTo>
                    <a:pt x="10677" y="3485"/>
                    <a:pt x="11398" y="3292"/>
                    <a:pt x="11456" y="2621"/>
                  </a:cubicBezTo>
                  <a:cubicBezTo>
                    <a:pt x="11562" y="1405"/>
                    <a:pt x="10740" y="613"/>
                    <a:pt x="9775" y="613"/>
                  </a:cubicBezTo>
                  <a:cubicBezTo>
                    <a:pt x="9706" y="613"/>
                    <a:pt x="9637" y="617"/>
                    <a:pt x="9568" y="625"/>
                  </a:cubicBezTo>
                  <a:cubicBezTo>
                    <a:pt x="8764" y="719"/>
                    <a:pt x="8412" y="880"/>
                    <a:pt x="7833" y="880"/>
                  </a:cubicBezTo>
                  <a:cubicBezTo>
                    <a:pt x="7739" y="880"/>
                    <a:pt x="7638" y="876"/>
                    <a:pt x="7528" y="866"/>
                  </a:cubicBezTo>
                  <a:cubicBezTo>
                    <a:pt x="7169" y="756"/>
                    <a:pt x="6686" y="578"/>
                    <a:pt x="6161" y="372"/>
                  </a:cubicBezTo>
                  <a:cubicBezTo>
                    <a:pt x="5867" y="410"/>
                    <a:pt x="5572" y="442"/>
                    <a:pt x="5276" y="462"/>
                  </a:cubicBezTo>
                  <a:cubicBezTo>
                    <a:pt x="4929" y="484"/>
                    <a:pt x="4582" y="490"/>
                    <a:pt x="4234" y="490"/>
                  </a:cubicBezTo>
                  <a:cubicBezTo>
                    <a:pt x="3908" y="490"/>
                    <a:pt x="3582" y="485"/>
                    <a:pt x="3257" y="481"/>
                  </a:cubicBezTo>
                  <a:cubicBezTo>
                    <a:pt x="2582" y="474"/>
                    <a:pt x="1901" y="456"/>
                    <a:pt x="1232" y="348"/>
                  </a:cubicBezTo>
                  <a:cubicBezTo>
                    <a:pt x="827" y="283"/>
                    <a:pt x="410" y="182"/>
                    <a:pt x="39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41"/>
            <p:cNvSpPr/>
            <p:nvPr/>
          </p:nvSpPr>
          <p:spPr>
            <a:xfrm>
              <a:off x="5013270" y="1931379"/>
              <a:ext cx="251941" cy="190841"/>
            </a:xfrm>
            <a:custGeom>
              <a:avLst/>
              <a:gdLst/>
              <a:ahLst/>
              <a:cxnLst/>
              <a:rect l="l" t="t" r="r" b="b"/>
              <a:pathLst>
                <a:path w="5711" h="4326" extrusionOk="0">
                  <a:moveTo>
                    <a:pt x="1761" y="1"/>
                  </a:moveTo>
                  <a:cubicBezTo>
                    <a:pt x="1477" y="1"/>
                    <a:pt x="1250" y="68"/>
                    <a:pt x="1084" y="144"/>
                  </a:cubicBezTo>
                  <a:cubicBezTo>
                    <a:pt x="737" y="304"/>
                    <a:pt x="472" y="590"/>
                    <a:pt x="358" y="931"/>
                  </a:cubicBezTo>
                  <a:cubicBezTo>
                    <a:pt x="205" y="1386"/>
                    <a:pt x="1" y="2518"/>
                    <a:pt x="1404" y="3233"/>
                  </a:cubicBezTo>
                  <a:cubicBezTo>
                    <a:pt x="2395" y="3737"/>
                    <a:pt x="3678" y="4088"/>
                    <a:pt x="4807" y="4325"/>
                  </a:cubicBezTo>
                  <a:cubicBezTo>
                    <a:pt x="5105" y="3840"/>
                    <a:pt x="5599" y="2849"/>
                    <a:pt x="5711" y="1522"/>
                  </a:cubicBezTo>
                  <a:cubicBezTo>
                    <a:pt x="4201" y="902"/>
                    <a:pt x="2617" y="186"/>
                    <a:pt x="2591" y="175"/>
                  </a:cubicBezTo>
                  <a:cubicBezTo>
                    <a:pt x="2276" y="48"/>
                    <a:pt x="1999" y="1"/>
                    <a:pt x="1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41"/>
            <p:cNvSpPr/>
            <p:nvPr/>
          </p:nvSpPr>
          <p:spPr>
            <a:xfrm>
              <a:off x="5023504" y="1998564"/>
              <a:ext cx="240824" cy="123698"/>
            </a:xfrm>
            <a:custGeom>
              <a:avLst/>
              <a:gdLst/>
              <a:ahLst/>
              <a:cxnLst/>
              <a:rect l="l" t="t" r="r" b="b"/>
              <a:pathLst>
                <a:path w="5459" h="2804" extrusionOk="0">
                  <a:moveTo>
                    <a:pt x="17" y="0"/>
                  </a:moveTo>
                  <a:lnTo>
                    <a:pt x="17" y="0"/>
                  </a:lnTo>
                  <a:cubicBezTo>
                    <a:pt x="1" y="531"/>
                    <a:pt x="206" y="1220"/>
                    <a:pt x="1171" y="1712"/>
                  </a:cubicBezTo>
                  <a:cubicBezTo>
                    <a:pt x="2161" y="2215"/>
                    <a:pt x="3444" y="2566"/>
                    <a:pt x="4573" y="2803"/>
                  </a:cubicBezTo>
                  <a:cubicBezTo>
                    <a:pt x="4860" y="2336"/>
                    <a:pt x="5323" y="1401"/>
                    <a:pt x="5459" y="151"/>
                  </a:cubicBezTo>
                  <a:lnTo>
                    <a:pt x="5459" y="151"/>
                  </a:lnTo>
                  <a:cubicBezTo>
                    <a:pt x="5221" y="276"/>
                    <a:pt x="4949" y="325"/>
                    <a:pt x="4677" y="336"/>
                  </a:cubicBezTo>
                  <a:cubicBezTo>
                    <a:pt x="4627" y="339"/>
                    <a:pt x="4577" y="340"/>
                    <a:pt x="4526" y="340"/>
                  </a:cubicBezTo>
                  <a:cubicBezTo>
                    <a:pt x="4237" y="340"/>
                    <a:pt x="3948" y="308"/>
                    <a:pt x="3658" y="294"/>
                  </a:cubicBezTo>
                  <a:cubicBezTo>
                    <a:pt x="3525" y="288"/>
                    <a:pt x="3392" y="284"/>
                    <a:pt x="3258" y="284"/>
                  </a:cubicBezTo>
                  <a:cubicBezTo>
                    <a:pt x="3101" y="284"/>
                    <a:pt x="2945" y="289"/>
                    <a:pt x="2789" y="299"/>
                  </a:cubicBezTo>
                  <a:cubicBezTo>
                    <a:pt x="2479" y="317"/>
                    <a:pt x="2168" y="360"/>
                    <a:pt x="1875" y="465"/>
                  </a:cubicBezTo>
                  <a:cubicBezTo>
                    <a:pt x="1719" y="521"/>
                    <a:pt x="1572" y="596"/>
                    <a:pt x="1432" y="687"/>
                  </a:cubicBezTo>
                  <a:cubicBezTo>
                    <a:pt x="1340" y="747"/>
                    <a:pt x="1279" y="831"/>
                    <a:pt x="1203" y="906"/>
                  </a:cubicBezTo>
                  <a:cubicBezTo>
                    <a:pt x="1153" y="953"/>
                    <a:pt x="1107" y="973"/>
                    <a:pt x="1061" y="973"/>
                  </a:cubicBezTo>
                  <a:cubicBezTo>
                    <a:pt x="998" y="973"/>
                    <a:pt x="936" y="935"/>
                    <a:pt x="868" y="880"/>
                  </a:cubicBezTo>
                  <a:cubicBezTo>
                    <a:pt x="727" y="764"/>
                    <a:pt x="614" y="620"/>
                    <a:pt x="485" y="494"/>
                  </a:cubicBezTo>
                  <a:cubicBezTo>
                    <a:pt x="323" y="334"/>
                    <a:pt x="160" y="177"/>
                    <a:pt x="17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41"/>
            <p:cNvSpPr/>
            <p:nvPr/>
          </p:nvSpPr>
          <p:spPr>
            <a:xfrm>
              <a:off x="5403499" y="2021459"/>
              <a:ext cx="129698" cy="129345"/>
            </a:xfrm>
            <a:custGeom>
              <a:avLst/>
              <a:gdLst/>
              <a:ahLst/>
              <a:cxnLst/>
              <a:rect l="l" t="t" r="r" b="b"/>
              <a:pathLst>
                <a:path w="2940" h="2932" extrusionOk="0">
                  <a:moveTo>
                    <a:pt x="1170" y="1"/>
                  </a:moveTo>
                  <a:cubicBezTo>
                    <a:pt x="1101" y="1"/>
                    <a:pt x="1032" y="5"/>
                    <a:pt x="963" y="13"/>
                  </a:cubicBezTo>
                  <a:cubicBezTo>
                    <a:pt x="645" y="50"/>
                    <a:pt x="400" y="97"/>
                    <a:pt x="183" y="140"/>
                  </a:cubicBezTo>
                  <a:cubicBezTo>
                    <a:pt x="405" y="189"/>
                    <a:pt x="692" y="265"/>
                    <a:pt x="890" y="373"/>
                  </a:cubicBezTo>
                  <a:cubicBezTo>
                    <a:pt x="1322" y="608"/>
                    <a:pt x="1673" y="1295"/>
                    <a:pt x="1673" y="1808"/>
                  </a:cubicBezTo>
                  <a:cubicBezTo>
                    <a:pt x="1673" y="2322"/>
                    <a:pt x="1195" y="2535"/>
                    <a:pt x="806" y="2682"/>
                  </a:cubicBezTo>
                  <a:cubicBezTo>
                    <a:pt x="674" y="2733"/>
                    <a:pt x="252" y="2818"/>
                    <a:pt x="1" y="2865"/>
                  </a:cubicBezTo>
                  <a:cubicBezTo>
                    <a:pt x="390" y="2903"/>
                    <a:pt x="773" y="2931"/>
                    <a:pt x="1126" y="2931"/>
                  </a:cubicBezTo>
                  <a:cubicBezTo>
                    <a:pt x="1130" y="2931"/>
                    <a:pt x="1134" y="2931"/>
                    <a:pt x="1137" y="2931"/>
                  </a:cubicBezTo>
                  <a:cubicBezTo>
                    <a:pt x="1757" y="2931"/>
                    <a:pt x="2286" y="2848"/>
                    <a:pt x="2594" y="2598"/>
                  </a:cubicBezTo>
                  <a:cubicBezTo>
                    <a:pt x="2766" y="2460"/>
                    <a:pt x="2864" y="2272"/>
                    <a:pt x="2884" y="2042"/>
                  </a:cubicBezTo>
                  <a:cubicBezTo>
                    <a:pt x="2939" y="1415"/>
                    <a:pt x="2752" y="859"/>
                    <a:pt x="2358" y="475"/>
                  </a:cubicBezTo>
                  <a:cubicBezTo>
                    <a:pt x="2042" y="168"/>
                    <a:pt x="1617" y="1"/>
                    <a:pt x="11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41"/>
            <p:cNvSpPr/>
            <p:nvPr/>
          </p:nvSpPr>
          <p:spPr>
            <a:xfrm>
              <a:off x="5403455" y="2021459"/>
              <a:ext cx="127625" cy="129125"/>
            </a:xfrm>
            <a:custGeom>
              <a:avLst/>
              <a:gdLst/>
              <a:ahLst/>
              <a:cxnLst/>
              <a:rect l="l" t="t" r="r" b="b"/>
              <a:pathLst>
                <a:path w="2893" h="2927" extrusionOk="0">
                  <a:moveTo>
                    <a:pt x="1171" y="1"/>
                  </a:moveTo>
                  <a:cubicBezTo>
                    <a:pt x="1102" y="1"/>
                    <a:pt x="1033" y="5"/>
                    <a:pt x="964" y="13"/>
                  </a:cubicBezTo>
                  <a:cubicBezTo>
                    <a:pt x="646" y="50"/>
                    <a:pt x="401" y="97"/>
                    <a:pt x="183" y="140"/>
                  </a:cubicBezTo>
                  <a:cubicBezTo>
                    <a:pt x="406" y="189"/>
                    <a:pt x="693" y="265"/>
                    <a:pt x="891" y="373"/>
                  </a:cubicBezTo>
                  <a:cubicBezTo>
                    <a:pt x="1323" y="608"/>
                    <a:pt x="1674" y="1295"/>
                    <a:pt x="1674" y="1808"/>
                  </a:cubicBezTo>
                  <a:cubicBezTo>
                    <a:pt x="1673" y="2323"/>
                    <a:pt x="1195" y="2538"/>
                    <a:pt x="806" y="2686"/>
                  </a:cubicBezTo>
                  <a:cubicBezTo>
                    <a:pt x="674" y="2735"/>
                    <a:pt x="251" y="2821"/>
                    <a:pt x="1" y="2868"/>
                  </a:cubicBezTo>
                  <a:cubicBezTo>
                    <a:pt x="308" y="2898"/>
                    <a:pt x="607" y="2918"/>
                    <a:pt x="896" y="2926"/>
                  </a:cubicBezTo>
                  <a:cubicBezTo>
                    <a:pt x="978" y="2898"/>
                    <a:pt x="1058" y="2868"/>
                    <a:pt x="1138" y="2834"/>
                  </a:cubicBezTo>
                  <a:cubicBezTo>
                    <a:pt x="1526" y="2672"/>
                    <a:pt x="1899" y="2466"/>
                    <a:pt x="2252" y="2238"/>
                  </a:cubicBezTo>
                  <a:cubicBezTo>
                    <a:pt x="2474" y="2094"/>
                    <a:pt x="2686" y="1939"/>
                    <a:pt x="2893" y="1776"/>
                  </a:cubicBezTo>
                  <a:cubicBezTo>
                    <a:pt x="2880" y="1259"/>
                    <a:pt x="2696" y="804"/>
                    <a:pt x="2358" y="475"/>
                  </a:cubicBezTo>
                  <a:cubicBezTo>
                    <a:pt x="2043" y="168"/>
                    <a:pt x="1618" y="1"/>
                    <a:pt x="1171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41"/>
            <p:cNvSpPr/>
            <p:nvPr/>
          </p:nvSpPr>
          <p:spPr>
            <a:xfrm>
              <a:off x="5485374" y="1800406"/>
              <a:ext cx="69746" cy="68290"/>
            </a:xfrm>
            <a:custGeom>
              <a:avLst/>
              <a:gdLst/>
              <a:ahLst/>
              <a:cxnLst/>
              <a:rect l="l" t="t" r="r" b="b"/>
              <a:pathLst>
                <a:path w="1581" h="1548" extrusionOk="0">
                  <a:moveTo>
                    <a:pt x="874" y="1"/>
                  </a:moveTo>
                  <a:cubicBezTo>
                    <a:pt x="658" y="1"/>
                    <a:pt x="496" y="61"/>
                    <a:pt x="456" y="163"/>
                  </a:cubicBezTo>
                  <a:cubicBezTo>
                    <a:pt x="456" y="163"/>
                    <a:pt x="277" y="166"/>
                    <a:pt x="204" y="270"/>
                  </a:cubicBezTo>
                  <a:cubicBezTo>
                    <a:pt x="130" y="375"/>
                    <a:pt x="209" y="486"/>
                    <a:pt x="209" y="486"/>
                  </a:cubicBezTo>
                  <a:cubicBezTo>
                    <a:pt x="1" y="620"/>
                    <a:pt x="293" y="928"/>
                    <a:pt x="293" y="928"/>
                  </a:cubicBezTo>
                  <a:cubicBezTo>
                    <a:pt x="292" y="1127"/>
                    <a:pt x="484" y="1304"/>
                    <a:pt x="631" y="1395"/>
                  </a:cubicBezTo>
                  <a:cubicBezTo>
                    <a:pt x="811" y="1508"/>
                    <a:pt x="934" y="1547"/>
                    <a:pt x="1027" y="1547"/>
                  </a:cubicBezTo>
                  <a:cubicBezTo>
                    <a:pt x="1112" y="1547"/>
                    <a:pt x="1170" y="1514"/>
                    <a:pt x="1224" y="1476"/>
                  </a:cubicBezTo>
                  <a:cubicBezTo>
                    <a:pt x="1337" y="1395"/>
                    <a:pt x="1465" y="1135"/>
                    <a:pt x="1530" y="774"/>
                  </a:cubicBezTo>
                  <a:cubicBezTo>
                    <a:pt x="1581" y="474"/>
                    <a:pt x="1530" y="138"/>
                    <a:pt x="1322" y="73"/>
                  </a:cubicBezTo>
                  <a:cubicBezTo>
                    <a:pt x="1162" y="23"/>
                    <a:pt x="1008" y="1"/>
                    <a:pt x="874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41"/>
            <p:cNvSpPr/>
            <p:nvPr/>
          </p:nvSpPr>
          <p:spPr>
            <a:xfrm>
              <a:off x="5083719" y="1932747"/>
              <a:ext cx="514072" cy="216781"/>
            </a:xfrm>
            <a:custGeom>
              <a:avLst/>
              <a:gdLst/>
              <a:ahLst/>
              <a:cxnLst/>
              <a:rect l="l" t="t" r="r" b="b"/>
              <a:pathLst>
                <a:path w="11653" h="4914" extrusionOk="0">
                  <a:moveTo>
                    <a:pt x="10049" y="0"/>
                  </a:moveTo>
                  <a:cubicBezTo>
                    <a:pt x="9799" y="0"/>
                    <a:pt x="9523" y="53"/>
                    <a:pt x="9228" y="173"/>
                  </a:cubicBezTo>
                  <a:cubicBezTo>
                    <a:pt x="9228" y="173"/>
                    <a:pt x="5554" y="1834"/>
                    <a:pt x="4037" y="2296"/>
                  </a:cubicBezTo>
                  <a:cubicBezTo>
                    <a:pt x="3927" y="2306"/>
                    <a:pt x="3827" y="2310"/>
                    <a:pt x="3732" y="2310"/>
                  </a:cubicBezTo>
                  <a:cubicBezTo>
                    <a:pt x="3152" y="2310"/>
                    <a:pt x="2801" y="2148"/>
                    <a:pt x="1995" y="2054"/>
                  </a:cubicBezTo>
                  <a:cubicBezTo>
                    <a:pt x="1926" y="2046"/>
                    <a:pt x="1858" y="2043"/>
                    <a:pt x="1790" y="2043"/>
                  </a:cubicBezTo>
                  <a:cubicBezTo>
                    <a:pt x="826" y="2043"/>
                    <a:pt x="1" y="2834"/>
                    <a:pt x="108" y="4050"/>
                  </a:cubicBezTo>
                  <a:cubicBezTo>
                    <a:pt x="166" y="4721"/>
                    <a:pt x="887" y="4914"/>
                    <a:pt x="1833" y="4914"/>
                  </a:cubicBezTo>
                  <a:cubicBezTo>
                    <a:pt x="2679" y="4914"/>
                    <a:pt x="3705" y="4759"/>
                    <a:pt x="4595" y="4656"/>
                  </a:cubicBezTo>
                  <a:cubicBezTo>
                    <a:pt x="5527" y="4548"/>
                    <a:pt x="8495" y="4139"/>
                    <a:pt x="10389" y="3174"/>
                  </a:cubicBezTo>
                  <a:cubicBezTo>
                    <a:pt x="11602" y="2558"/>
                    <a:pt x="11653" y="1593"/>
                    <a:pt x="11421" y="909"/>
                  </a:cubicBezTo>
                  <a:cubicBezTo>
                    <a:pt x="11256" y="417"/>
                    <a:pt x="10755" y="0"/>
                    <a:pt x="10049" y="0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>
              <a:off x="5087028" y="1962921"/>
              <a:ext cx="510763" cy="186651"/>
            </a:xfrm>
            <a:custGeom>
              <a:avLst/>
              <a:gdLst/>
              <a:ahLst/>
              <a:cxnLst/>
              <a:rect l="l" t="t" r="r" b="b"/>
              <a:pathLst>
                <a:path w="11578" h="4231" extrusionOk="0">
                  <a:moveTo>
                    <a:pt x="11246" y="0"/>
                  </a:moveTo>
                  <a:cubicBezTo>
                    <a:pt x="11053" y="509"/>
                    <a:pt x="10691" y="940"/>
                    <a:pt x="10295" y="1303"/>
                  </a:cubicBezTo>
                  <a:cubicBezTo>
                    <a:pt x="8757" y="2718"/>
                    <a:pt x="6581" y="3312"/>
                    <a:pt x="4548" y="3524"/>
                  </a:cubicBezTo>
                  <a:cubicBezTo>
                    <a:pt x="4072" y="3574"/>
                    <a:pt x="3593" y="3604"/>
                    <a:pt x="3114" y="3604"/>
                  </a:cubicBezTo>
                  <a:cubicBezTo>
                    <a:pt x="2944" y="3604"/>
                    <a:pt x="2774" y="3601"/>
                    <a:pt x="2605" y="3592"/>
                  </a:cubicBezTo>
                  <a:cubicBezTo>
                    <a:pt x="2290" y="3577"/>
                    <a:pt x="1981" y="3542"/>
                    <a:pt x="1671" y="3498"/>
                  </a:cubicBezTo>
                  <a:cubicBezTo>
                    <a:pt x="1439" y="3465"/>
                    <a:pt x="1206" y="3426"/>
                    <a:pt x="987" y="3345"/>
                  </a:cubicBezTo>
                  <a:cubicBezTo>
                    <a:pt x="550" y="3183"/>
                    <a:pt x="274" y="2841"/>
                    <a:pt x="216" y="2377"/>
                  </a:cubicBezTo>
                  <a:cubicBezTo>
                    <a:pt x="212" y="2354"/>
                    <a:pt x="211" y="2330"/>
                    <a:pt x="210" y="2306"/>
                  </a:cubicBezTo>
                  <a:cubicBezTo>
                    <a:pt x="68" y="2605"/>
                    <a:pt x="0" y="2962"/>
                    <a:pt x="36" y="3367"/>
                  </a:cubicBezTo>
                  <a:cubicBezTo>
                    <a:pt x="95" y="4038"/>
                    <a:pt x="816" y="4231"/>
                    <a:pt x="1761" y="4231"/>
                  </a:cubicBezTo>
                  <a:cubicBezTo>
                    <a:pt x="2607" y="4231"/>
                    <a:pt x="3633" y="4076"/>
                    <a:pt x="4523" y="3973"/>
                  </a:cubicBezTo>
                  <a:cubicBezTo>
                    <a:pt x="5453" y="3865"/>
                    <a:pt x="8421" y="3456"/>
                    <a:pt x="10317" y="2491"/>
                  </a:cubicBezTo>
                  <a:cubicBezTo>
                    <a:pt x="11529" y="1874"/>
                    <a:pt x="11578" y="909"/>
                    <a:pt x="11347" y="225"/>
                  </a:cubicBezTo>
                  <a:cubicBezTo>
                    <a:pt x="11321" y="147"/>
                    <a:pt x="11288" y="73"/>
                    <a:pt x="11246" y="0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41"/>
            <p:cNvSpPr/>
            <p:nvPr/>
          </p:nvSpPr>
          <p:spPr>
            <a:xfrm>
              <a:off x="5352769" y="1931379"/>
              <a:ext cx="251941" cy="190841"/>
            </a:xfrm>
            <a:custGeom>
              <a:avLst/>
              <a:gdLst/>
              <a:ahLst/>
              <a:cxnLst/>
              <a:rect l="l" t="t" r="r" b="b"/>
              <a:pathLst>
                <a:path w="5711" h="4326" extrusionOk="0">
                  <a:moveTo>
                    <a:pt x="3949" y="1"/>
                  </a:moveTo>
                  <a:cubicBezTo>
                    <a:pt x="3711" y="1"/>
                    <a:pt x="3434" y="48"/>
                    <a:pt x="3119" y="175"/>
                  </a:cubicBezTo>
                  <a:cubicBezTo>
                    <a:pt x="3094" y="186"/>
                    <a:pt x="1509" y="902"/>
                    <a:pt x="0" y="1522"/>
                  </a:cubicBezTo>
                  <a:cubicBezTo>
                    <a:pt x="112" y="2849"/>
                    <a:pt x="605" y="3840"/>
                    <a:pt x="904" y="4325"/>
                  </a:cubicBezTo>
                  <a:cubicBezTo>
                    <a:pt x="2033" y="4088"/>
                    <a:pt x="3316" y="3737"/>
                    <a:pt x="4305" y="3233"/>
                  </a:cubicBezTo>
                  <a:cubicBezTo>
                    <a:pt x="5710" y="2518"/>
                    <a:pt x="5506" y="1386"/>
                    <a:pt x="5353" y="931"/>
                  </a:cubicBezTo>
                  <a:cubicBezTo>
                    <a:pt x="5238" y="590"/>
                    <a:pt x="4973" y="304"/>
                    <a:pt x="4626" y="144"/>
                  </a:cubicBezTo>
                  <a:cubicBezTo>
                    <a:pt x="4459" y="68"/>
                    <a:pt x="4232" y="1"/>
                    <a:pt x="39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41"/>
            <p:cNvSpPr/>
            <p:nvPr/>
          </p:nvSpPr>
          <p:spPr>
            <a:xfrm>
              <a:off x="5381443" y="1961288"/>
              <a:ext cx="223266" cy="160887"/>
            </a:xfrm>
            <a:custGeom>
              <a:avLst/>
              <a:gdLst/>
              <a:ahLst/>
              <a:cxnLst/>
              <a:rect l="l" t="t" r="r" b="b"/>
              <a:pathLst>
                <a:path w="5061" h="3647" extrusionOk="0">
                  <a:moveTo>
                    <a:pt x="4584" y="1"/>
                  </a:moveTo>
                  <a:cubicBezTo>
                    <a:pt x="4397" y="526"/>
                    <a:pt x="4025" y="967"/>
                    <a:pt x="3621" y="1340"/>
                  </a:cubicBezTo>
                  <a:cubicBezTo>
                    <a:pt x="2614" y="2266"/>
                    <a:pt x="1335" y="2840"/>
                    <a:pt x="1" y="3185"/>
                  </a:cubicBezTo>
                  <a:cubicBezTo>
                    <a:pt x="91" y="3369"/>
                    <a:pt x="179" y="3524"/>
                    <a:pt x="254" y="3646"/>
                  </a:cubicBezTo>
                  <a:cubicBezTo>
                    <a:pt x="1384" y="3409"/>
                    <a:pt x="2666" y="3058"/>
                    <a:pt x="3655" y="2554"/>
                  </a:cubicBezTo>
                  <a:cubicBezTo>
                    <a:pt x="5060" y="1839"/>
                    <a:pt x="4855" y="706"/>
                    <a:pt x="4703" y="253"/>
                  </a:cubicBezTo>
                  <a:cubicBezTo>
                    <a:pt x="4672" y="165"/>
                    <a:pt x="4634" y="80"/>
                    <a:pt x="458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41"/>
            <p:cNvSpPr/>
            <p:nvPr/>
          </p:nvSpPr>
          <p:spPr>
            <a:xfrm>
              <a:off x="5084734" y="2021459"/>
              <a:ext cx="129742" cy="129345"/>
            </a:xfrm>
            <a:custGeom>
              <a:avLst/>
              <a:gdLst/>
              <a:ahLst/>
              <a:cxnLst/>
              <a:rect l="l" t="t" r="r" b="b"/>
              <a:pathLst>
                <a:path w="2941" h="2932" extrusionOk="0">
                  <a:moveTo>
                    <a:pt x="1771" y="1"/>
                  </a:moveTo>
                  <a:cubicBezTo>
                    <a:pt x="1323" y="1"/>
                    <a:pt x="898" y="168"/>
                    <a:pt x="583" y="475"/>
                  </a:cubicBezTo>
                  <a:cubicBezTo>
                    <a:pt x="189" y="859"/>
                    <a:pt x="1" y="1415"/>
                    <a:pt x="56" y="2042"/>
                  </a:cubicBezTo>
                  <a:cubicBezTo>
                    <a:pt x="76" y="2272"/>
                    <a:pt x="174" y="2460"/>
                    <a:pt x="346" y="2598"/>
                  </a:cubicBezTo>
                  <a:cubicBezTo>
                    <a:pt x="654" y="2848"/>
                    <a:pt x="1181" y="2931"/>
                    <a:pt x="1803" y="2931"/>
                  </a:cubicBezTo>
                  <a:cubicBezTo>
                    <a:pt x="1807" y="2931"/>
                    <a:pt x="1811" y="2931"/>
                    <a:pt x="1815" y="2931"/>
                  </a:cubicBezTo>
                  <a:cubicBezTo>
                    <a:pt x="2168" y="2931"/>
                    <a:pt x="2550" y="2903"/>
                    <a:pt x="2940" y="2865"/>
                  </a:cubicBezTo>
                  <a:cubicBezTo>
                    <a:pt x="2689" y="2818"/>
                    <a:pt x="2267" y="2733"/>
                    <a:pt x="2133" y="2682"/>
                  </a:cubicBezTo>
                  <a:cubicBezTo>
                    <a:pt x="1745" y="2535"/>
                    <a:pt x="1267" y="2322"/>
                    <a:pt x="1267" y="1808"/>
                  </a:cubicBezTo>
                  <a:cubicBezTo>
                    <a:pt x="1267" y="1295"/>
                    <a:pt x="1618" y="608"/>
                    <a:pt x="2049" y="373"/>
                  </a:cubicBezTo>
                  <a:cubicBezTo>
                    <a:pt x="2248" y="265"/>
                    <a:pt x="2536" y="189"/>
                    <a:pt x="2757" y="140"/>
                  </a:cubicBezTo>
                  <a:cubicBezTo>
                    <a:pt x="2541" y="97"/>
                    <a:pt x="2295" y="50"/>
                    <a:pt x="1978" y="13"/>
                  </a:cubicBezTo>
                  <a:cubicBezTo>
                    <a:pt x="1908" y="5"/>
                    <a:pt x="1839" y="1"/>
                    <a:pt x="177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41"/>
            <p:cNvSpPr/>
            <p:nvPr/>
          </p:nvSpPr>
          <p:spPr>
            <a:xfrm>
              <a:off x="5085572" y="2062220"/>
              <a:ext cx="128904" cy="88671"/>
            </a:xfrm>
            <a:custGeom>
              <a:avLst/>
              <a:gdLst/>
              <a:ahLst/>
              <a:cxnLst/>
              <a:rect l="l" t="t" r="r" b="b"/>
              <a:pathLst>
                <a:path w="2922" h="2010" extrusionOk="0">
                  <a:moveTo>
                    <a:pt x="237" y="1"/>
                  </a:moveTo>
                  <a:cubicBezTo>
                    <a:pt x="71" y="323"/>
                    <a:pt x="1" y="706"/>
                    <a:pt x="36" y="1120"/>
                  </a:cubicBezTo>
                  <a:cubicBezTo>
                    <a:pt x="55" y="1349"/>
                    <a:pt x="154" y="1536"/>
                    <a:pt x="326" y="1675"/>
                  </a:cubicBezTo>
                  <a:cubicBezTo>
                    <a:pt x="636" y="1926"/>
                    <a:pt x="1168" y="2009"/>
                    <a:pt x="1796" y="2009"/>
                  </a:cubicBezTo>
                  <a:cubicBezTo>
                    <a:pt x="2149" y="2009"/>
                    <a:pt x="2531" y="1982"/>
                    <a:pt x="2921" y="1943"/>
                  </a:cubicBezTo>
                  <a:cubicBezTo>
                    <a:pt x="2670" y="1896"/>
                    <a:pt x="2248" y="1811"/>
                    <a:pt x="2114" y="1762"/>
                  </a:cubicBezTo>
                  <a:cubicBezTo>
                    <a:pt x="1812" y="1646"/>
                    <a:pt x="1457" y="1487"/>
                    <a:pt x="1314" y="1178"/>
                  </a:cubicBezTo>
                  <a:cubicBezTo>
                    <a:pt x="1214" y="1156"/>
                    <a:pt x="1114" y="1130"/>
                    <a:pt x="1019" y="1094"/>
                  </a:cubicBezTo>
                  <a:cubicBezTo>
                    <a:pt x="581" y="932"/>
                    <a:pt x="306" y="590"/>
                    <a:pt x="248" y="127"/>
                  </a:cubicBezTo>
                  <a:cubicBezTo>
                    <a:pt x="242" y="85"/>
                    <a:pt x="239" y="43"/>
                    <a:pt x="237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41"/>
            <p:cNvSpPr/>
            <p:nvPr/>
          </p:nvSpPr>
          <p:spPr>
            <a:xfrm>
              <a:off x="4763763" y="1369372"/>
              <a:ext cx="160358" cy="33483"/>
            </a:xfrm>
            <a:custGeom>
              <a:avLst/>
              <a:gdLst/>
              <a:ahLst/>
              <a:cxnLst/>
              <a:rect l="l" t="t" r="r" b="b"/>
              <a:pathLst>
                <a:path w="3635" h="759" extrusionOk="0">
                  <a:moveTo>
                    <a:pt x="413" y="1"/>
                  </a:moveTo>
                  <a:cubicBezTo>
                    <a:pt x="258" y="1"/>
                    <a:pt x="125" y="109"/>
                    <a:pt x="96" y="261"/>
                  </a:cubicBezTo>
                  <a:lnTo>
                    <a:pt x="0" y="758"/>
                  </a:lnTo>
                  <a:lnTo>
                    <a:pt x="3634" y="758"/>
                  </a:lnTo>
                  <a:lnTo>
                    <a:pt x="3541" y="261"/>
                  </a:lnTo>
                  <a:cubicBezTo>
                    <a:pt x="3513" y="111"/>
                    <a:pt x="3379" y="1"/>
                    <a:pt x="3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41"/>
            <p:cNvSpPr/>
            <p:nvPr/>
          </p:nvSpPr>
          <p:spPr>
            <a:xfrm>
              <a:off x="4763719" y="1380400"/>
              <a:ext cx="160314" cy="22455"/>
            </a:xfrm>
            <a:custGeom>
              <a:avLst/>
              <a:gdLst/>
              <a:ahLst/>
              <a:cxnLst/>
              <a:rect l="l" t="t" r="r" b="b"/>
              <a:pathLst>
                <a:path w="3634" h="509" extrusionOk="0">
                  <a:moveTo>
                    <a:pt x="100" y="1"/>
                  </a:moveTo>
                  <a:cubicBezTo>
                    <a:pt x="99" y="5"/>
                    <a:pt x="96" y="8"/>
                    <a:pt x="96" y="11"/>
                  </a:cubicBezTo>
                  <a:lnTo>
                    <a:pt x="0" y="508"/>
                  </a:lnTo>
                  <a:lnTo>
                    <a:pt x="3633" y="508"/>
                  </a:lnTo>
                  <a:lnTo>
                    <a:pt x="3550" y="72"/>
                  </a:lnTo>
                  <a:cubicBezTo>
                    <a:pt x="3032" y="297"/>
                    <a:pt x="2451" y="377"/>
                    <a:pt x="1888" y="379"/>
                  </a:cubicBezTo>
                  <a:cubicBezTo>
                    <a:pt x="1877" y="379"/>
                    <a:pt x="1866" y="379"/>
                    <a:pt x="1854" y="379"/>
                  </a:cubicBezTo>
                  <a:cubicBezTo>
                    <a:pt x="1474" y="379"/>
                    <a:pt x="1091" y="345"/>
                    <a:pt x="721" y="253"/>
                  </a:cubicBezTo>
                  <a:cubicBezTo>
                    <a:pt x="551" y="210"/>
                    <a:pt x="274" y="140"/>
                    <a:pt x="100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41"/>
            <p:cNvSpPr/>
            <p:nvPr/>
          </p:nvSpPr>
          <p:spPr>
            <a:xfrm>
              <a:off x="4767865" y="1402722"/>
              <a:ext cx="152064" cy="212899"/>
            </a:xfrm>
            <a:custGeom>
              <a:avLst/>
              <a:gdLst/>
              <a:ahLst/>
              <a:cxnLst/>
              <a:rect l="l" t="t" r="r" b="b"/>
              <a:pathLst>
                <a:path w="3447" h="4826" extrusionOk="0">
                  <a:moveTo>
                    <a:pt x="1" y="0"/>
                  </a:moveTo>
                  <a:lnTo>
                    <a:pt x="202" y="4677"/>
                  </a:lnTo>
                  <a:cubicBezTo>
                    <a:pt x="206" y="4760"/>
                    <a:pt x="274" y="4825"/>
                    <a:pt x="357" y="4825"/>
                  </a:cubicBezTo>
                  <a:lnTo>
                    <a:pt x="3092" y="4825"/>
                  </a:lnTo>
                  <a:cubicBezTo>
                    <a:pt x="3175" y="4825"/>
                    <a:pt x="3243" y="4761"/>
                    <a:pt x="3246" y="4677"/>
                  </a:cubicBezTo>
                  <a:lnTo>
                    <a:pt x="34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41"/>
            <p:cNvSpPr/>
            <p:nvPr/>
          </p:nvSpPr>
          <p:spPr>
            <a:xfrm>
              <a:off x="4767865" y="1402810"/>
              <a:ext cx="152197" cy="212943"/>
            </a:xfrm>
            <a:custGeom>
              <a:avLst/>
              <a:gdLst/>
              <a:ahLst/>
              <a:cxnLst/>
              <a:rect l="l" t="t" r="r" b="b"/>
              <a:pathLst>
                <a:path w="3450" h="4827" extrusionOk="0">
                  <a:moveTo>
                    <a:pt x="1" y="0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0"/>
                  </a:lnTo>
                  <a:close/>
                  <a:moveTo>
                    <a:pt x="1" y="1"/>
                  </a:moveTo>
                  <a:lnTo>
                    <a:pt x="29" y="661"/>
                  </a:lnTo>
                  <a:cubicBezTo>
                    <a:pt x="34" y="661"/>
                    <a:pt x="39" y="661"/>
                    <a:pt x="44" y="661"/>
                  </a:cubicBezTo>
                  <a:cubicBezTo>
                    <a:pt x="379" y="661"/>
                    <a:pt x="719" y="733"/>
                    <a:pt x="1052" y="763"/>
                  </a:cubicBezTo>
                  <a:cubicBezTo>
                    <a:pt x="1500" y="804"/>
                    <a:pt x="1951" y="806"/>
                    <a:pt x="2402" y="814"/>
                  </a:cubicBezTo>
                  <a:cubicBezTo>
                    <a:pt x="2414" y="814"/>
                    <a:pt x="2427" y="825"/>
                    <a:pt x="2427" y="838"/>
                  </a:cubicBezTo>
                  <a:cubicBezTo>
                    <a:pt x="2418" y="1063"/>
                    <a:pt x="2423" y="1294"/>
                    <a:pt x="2482" y="1513"/>
                  </a:cubicBezTo>
                  <a:cubicBezTo>
                    <a:pt x="2515" y="1633"/>
                    <a:pt x="2566" y="1728"/>
                    <a:pt x="2650" y="1819"/>
                  </a:cubicBezTo>
                  <a:cubicBezTo>
                    <a:pt x="2697" y="1869"/>
                    <a:pt x="2753" y="1922"/>
                    <a:pt x="2764" y="1992"/>
                  </a:cubicBezTo>
                  <a:cubicBezTo>
                    <a:pt x="2773" y="2058"/>
                    <a:pt x="2750" y="2129"/>
                    <a:pt x="2738" y="2193"/>
                  </a:cubicBezTo>
                  <a:cubicBezTo>
                    <a:pt x="2718" y="2289"/>
                    <a:pt x="2715" y="2385"/>
                    <a:pt x="2717" y="2484"/>
                  </a:cubicBezTo>
                  <a:cubicBezTo>
                    <a:pt x="2719" y="2710"/>
                    <a:pt x="2751" y="2932"/>
                    <a:pt x="2759" y="3157"/>
                  </a:cubicBezTo>
                  <a:cubicBezTo>
                    <a:pt x="2770" y="3531"/>
                    <a:pt x="2680" y="3862"/>
                    <a:pt x="2446" y="4157"/>
                  </a:cubicBezTo>
                  <a:cubicBezTo>
                    <a:pt x="2236" y="4424"/>
                    <a:pt x="1930" y="4683"/>
                    <a:pt x="1613" y="4811"/>
                  </a:cubicBezTo>
                  <a:cubicBezTo>
                    <a:pt x="1596" y="4817"/>
                    <a:pt x="1579" y="4821"/>
                    <a:pt x="1563" y="4826"/>
                  </a:cubicBezTo>
                  <a:lnTo>
                    <a:pt x="3095" y="4826"/>
                  </a:lnTo>
                  <a:cubicBezTo>
                    <a:pt x="3177" y="4826"/>
                    <a:pt x="3246" y="4760"/>
                    <a:pt x="3249" y="4677"/>
                  </a:cubicBezTo>
                  <a:lnTo>
                    <a:pt x="3450" y="1"/>
                  </a:ln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41"/>
            <p:cNvSpPr/>
            <p:nvPr/>
          </p:nvSpPr>
          <p:spPr>
            <a:xfrm>
              <a:off x="4755866" y="1399722"/>
              <a:ext cx="176107" cy="24396"/>
            </a:xfrm>
            <a:custGeom>
              <a:avLst/>
              <a:gdLst/>
              <a:ahLst/>
              <a:cxnLst/>
              <a:rect l="l" t="t" r="r" b="b"/>
              <a:pathLst>
                <a:path w="3992" h="553" extrusionOk="0">
                  <a:moveTo>
                    <a:pt x="214" y="1"/>
                  </a:moveTo>
                  <a:cubicBezTo>
                    <a:pt x="131" y="1"/>
                    <a:pt x="62" y="62"/>
                    <a:pt x="51" y="144"/>
                  </a:cubicBezTo>
                  <a:lnTo>
                    <a:pt x="5" y="492"/>
                  </a:lnTo>
                  <a:cubicBezTo>
                    <a:pt x="1" y="524"/>
                    <a:pt x="25" y="552"/>
                    <a:pt x="58" y="552"/>
                  </a:cubicBezTo>
                  <a:lnTo>
                    <a:pt x="3935" y="552"/>
                  </a:lnTo>
                  <a:cubicBezTo>
                    <a:pt x="3967" y="552"/>
                    <a:pt x="3992" y="524"/>
                    <a:pt x="3988" y="492"/>
                  </a:cubicBezTo>
                  <a:lnTo>
                    <a:pt x="3942" y="144"/>
                  </a:lnTo>
                  <a:cubicBezTo>
                    <a:pt x="3930" y="62"/>
                    <a:pt x="3861" y="1"/>
                    <a:pt x="37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41"/>
            <p:cNvSpPr/>
            <p:nvPr/>
          </p:nvSpPr>
          <p:spPr>
            <a:xfrm>
              <a:off x="4755911" y="1404266"/>
              <a:ext cx="176151" cy="19852"/>
            </a:xfrm>
            <a:custGeom>
              <a:avLst/>
              <a:gdLst/>
              <a:ahLst/>
              <a:cxnLst/>
              <a:rect l="l" t="t" r="r" b="b"/>
              <a:pathLst>
                <a:path w="3993" h="450" extrusionOk="0">
                  <a:moveTo>
                    <a:pt x="64" y="1"/>
                  </a:moveTo>
                  <a:cubicBezTo>
                    <a:pt x="59" y="14"/>
                    <a:pt x="53" y="26"/>
                    <a:pt x="51" y="41"/>
                  </a:cubicBezTo>
                  <a:lnTo>
                    <a:pt x="5" y="389"/>
                  </a:lnTo>
                  <a:cubicBezTo>
                    <a:pt x="1" y="421"/>
                    <a:pt x="25" y="449"/>
                    <a:pt x="58" y="449"/>
                  </a:cubicBezTo>
                  <a:lnTo>
                    <a:pt x="3935" y="449"/>
                  </a:lnTo>
                  <a:cubicBezTo>
                    <a:pt x="3967" y="449"/>
                    <a:pt x="3992" y="421"/>
                    <a:pt x="3988" y="389"/>
                  </a:cubicBezTo>
                  <a:lnTo>
                    <a:pt x="3942" y="41"/>
                  </a:lnTo>
                  <a:cubicBezTo>
                    <a:pt x="3933" y="36"/>
                    <a:pt x="3930" y="34"/>
                    <a:pt x="3924" y="30"/>
                  </a:cubicBezTo>
                  <a:cubicBezTo>
                    <a:pt x="3741" y="94"/>
                    <a:pt x="3559" y="158"/>
                    <a:pt x="3369" y="202"/>
                  </a:cubicBezTo>
                  <a:cubicBezTo>
                    <a:pt x="2952" y="299"/>
                    <a:pt x="2522" y="340"/>
                    <a:pt x="2093" y="344"/>
                  </a:cubicBezTo>
                  <a:cubicBezTo>
                    <a:pt x="2053" y="344"/>
                    <a:pt x="2013" y="345"/>
                    <a:pt x="1973" y="345"/>
                  </a:cubicBezTo>
                  <a:cubicBezTo>
                    <a:pt x="1593" y="345"/>
                    <a:pt x="1206" y="333"/>
                    <a:pt x="832" y="269"/>
                  </a:cubicBezTo>
                  <a:cubicBezTo>
                    <a:pt x="667" y="240"/>
                    <a:pt x="505" y="193"/>
                    <a:pt x="347" y="137"/>
                  </a:cubicBezTo>
                  <a:cubicBezTo>
                    <a:pt x="248" y="104"/>
                    <a:pt x="148" y="63"/>
                    <a:pt x="64" y="1"/>
                  </a:cubicBezTo>
                  <a:close/>
                </a:path>
              </a:pathLst>
            </a:custGeom>
            <a:solidFill>
              <a:srgbClr val="3C4140">
                <a:alpha val="19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41"/>
            <p:cNvSpPr/>
            <p:nvPr/>
          </p:nvSpPr>
          <p:spPr>
            <a:xfrm>
              <a:off x="4777085" y="1528931"/>
              <a:ext cx="24925" cy="78745"/>
            </a:xfrm>
            <a:custGeom>
              <a:avLst/>
              <a:gdLst/>
              <a:ahLst/>
              <a:cxnLst/>
              <a:rect l="l" t="t" r="r" b="b"/>
              <a:pathLst>
                <a:path w="565" h="1785" extrusionOk="0">
                  <a:moveTo>
                    <a:pt x="283" y="1"/>
                  </a:moveTo>
                  <a:cubicBezTo>
                    <a:pt x="141" y="1"/>
                    <a:pt x="0" y="88"/>
                    <a:pt x="19" y="258"/>
                  </a:cubicBezTo>
                  <a:cubicBezTo>
                    <a:pt x="70" y="731"/>
                    <a:pt x="82" y="1227"/>
                    <a:pt x="197" y="1689"/>
                  </a:cubicBezTo>
                  <a:cubicBezTo>
                    <a:pt x="214" y="1752"/>
                    <a:pt x="273" y="1785"/>
                    <a:pt x="332" y="1785"/>
                  </a:cubicBezTo>
                  <a:cubicBezTo>
                    <a:pt x="388" y="1785"/>
                    <a:pt x="442" y="1754"/>
                    <a:pt x="455" y="1689"/>
                  </a:cubicBezTo>
                  <a:cubicBezTo>
                    <a:pt x="544" y="1224"/>
                    <a:pt x="529" y="733"/>
                    <a:pt x="555" y="258"/>
                  </a:cubicBezTo>
                  <a:cubicBezTo>
                    <a:pt x="564" y="85"/>
                    <a:pt x="423" y="1"/>
                    <a:pt x="283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41"/>
            <p:cNvSpPr/>
            <p:nvPr/>
          </p:nvSpPr>
          <p:spPr>
            <a:xfrm>
              <a:off x="4879605" y="1452041"/>
              <a:ext cx="100141" cy="119905"/>
            </a:xfrm>
            <a:custGeom>
              <a:avLst/>
              <a:gdLst/>
              <a:ahLst/>
              <a:cxnLst/>
              <a:rect l="l" t="t" r="r" b="b"/>
              <a:pathLst>
                <a:path w="2270" h="2718" extrusionOk="0">
                  <a:moveTo>
                    <a:pt x="229" y="1"/>
                  </a:moveTo>
                  <a:cubicBezTo>
                    <a:pt x="165" y="1"/>
                    <a:pt x="111" y="16"/>
                    <a:pt x="81" y="52"/>
                  </a:cubicBezTo>
                  <a:cubicBezTo>
                    <a:pt x="1" y="150"/>
                    <a:pt x="5" y="315"/>
                    <a:pt x="219" y="527"/>
                  </a:cubicBezTo>
                  <a:cubicBezTo>
                    <a:pt x="380" y="687"/>
                    <a:pt x="487" y="797"/>
                    <a:pt x="550" y="1106"/>
                  </a:cubicBezTo>
                  <a:cubicBezTo>
                    <a:pt x="641" y="1547"/>
                    <a:pt x="458" y="2124"/>
                    <a:pt x="839" y="2718"/>
                  </a:cubicBezTo>
                  <a:lnTo>
                    <a:pt x="2268" y="2718"/>
                  </a:lnTo>
                  <a:cubicBezTo>
                    <a:pt x="2269" y="2716"/>
                    <a:pt x="2192" y="1714"/>
                    <a:pt x="1787" y="1196"/>
                  </a:cubicBezTo>
                  <a:cubicBezTo>
                    <a:pt x="1417" y="724"/>
                    <a:pt x="785" y="273"/>
                    <a:pt x="641" y="151"/>
                  </a:cubicBezTo>
                  <a:cubicBezTo>
                    <a:pt x="542" y="69"/>
                    <a:pt x="363" y="1"/>
                    <a:pt x="229" y="1"/>
                  </a:cubicBezTo>
                  <a:close/>
                </a:path>
              </a:pathLst>
            </a:custGeom>
            <a:solidFill>
              <a:srgbClr val="B79F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5004756" y="1055018"/>
              <a:ext cx="608919" cy="259352"/>
            </a:xfrm>
            <a:custGeom>
              <a:avLst/>
              <a:gdLst/>
              <a:ahLst/>
              <a:cxnLst/>
              <a:rect l="l" t="t" r="r" b="b"/>
              <a:pathLst>
                <a:path w="13803" h="5879" extrusionOk="0">
                  <a:moveTo>
                    <a:pt x="2941" y="367"/>
                  </a:moveTo>
                  <a:cubicBezTo>
                    <a:pt x="4360" y="367"/>
                    <a:pt x="5515" y="1522"/>
                    <a:pt x="5515" y="2941"/>
                  </a:cubicBezTo>
                  <a:cubicBezTo>
                    <a:pt x="5515" y="4359"/>
                    <a:pt x="4360" y="5515"/>
                    <a:pt x="2941" y="5515"/>
                  </a:cubicBezTo>
                  <a:cubicBezTo>
                    <a:pt x="1522" y="5515"/>
                    <a:pt x="367" y="4360"/>
                    <a:pt x="367" y="2941"/>
                  </a:cubicBezTo>
                  <a:cubicBezTo>
                    <a:pt x="367" y="1522"/>
                    <a:pt x="1522" y="367"/>
                    <a:pt x="2941" y="367"/>
                  </a:cubicBezTo>
                  <a:close/>
                  <a:moveTo>
                    <a:pt x="10863" y="367"/>
                  </a:moveTo>
                  <a:cubicBezTo>
                    <a:pt x="12283" y="367"/>
                    <a:pt x="13437" y="1522"/>
                    <a:pt x="13437" y="2941"/>
                  </a:cubicBezTo>
                  <a:cubicBezTo>
                    <a:pt x="13438" y="4359"/>
                    <a:pt x="12283" y="5515"/>
                    <a:pt x="10863" y="5515"/>
                  </a:cubicBezTo>
                  <a:cubicBezTo>
                    <a:pt x="9444" y="5515"/>
                    <a:pt x="8289" y="4360"/>
                    <a:pt x="8289" y="2941"/>
                  </a:cubicBezTo>
                  <a:cubicBezTo>
                    <a:pt x="8289" y="1522"/>
                    <a:pt x="9444" y="367"/>
                    <a:pt x="10863" y="367"/>
                  </a:cubicBezTo>
                  <a:close/>
                  <a:moveTo>
                    <a:pt x="2939" y="1"/>
                  </a:moveTo>
                  <a:cubicBezTo>
                    <a:pt x="1319" y="1"/>
                    <a:pt x="0" y="1319"/>
                    <a:pt x="0" y="2940"/>
                  </a:cubicBezTo>
                  <a:cubicBezTo>
                    <a:pt x="0" y="4560"/>
                    <a:pt x="1319" y="5879"/>
                    <a:pt x="2939" y="5879"/>
                  </a:cubicBezTo>
                  <a:cubicBezTo>
                    <a:pt x="4527" y="5879"/>
                    <a:pt x="5822" y="4613"/>
                    <a:pt x="5873" y="3037"/>
                  </a:cubicBezTo>
                  <a:cubicBezTo>
                    <a:pt x="6009" y="2947"/>
                    <a:pt x="6371" y="2744"/>
                    <a:pt x="6900" y="2744"/>
                  </a:cubicBezTo>
                  <a:cubicBezTo>
                    <a:pt x="7429" y="2744"/>
                    <a:pt x="7793" y="2947"/>
                    <a:pt x="7927" y="3037"/>
                  </a:cubicBezTo>
                  <a:cubicBezTo>
                    <a:pt x="7980" y="4613"/>
                    <a:pt x="9273" y="5879"/>
                    <a:pt x="10860" y="5879"/>
                  </a:cubicBezTo>
                  <a:cubicBezTo>
                    <a:pt x="12481" y="5879"/>
                    <a:pt x="13800" y="4560"/>
                    <a:pt x="13800" y="2940"/>
                  </a:cubicBezTo>
                  <a:cubicBezTo>
                    <a:pt x="13803" y="1319"/>
                    <a:pt x="12483" y="1"/>
                    <a:pt x="10863" y="1"/>
                  </a:cubicBezTo>
                  <a:cubicBezTo>
                    <a:pt x="9349" y="1"/>
                    <a:pt x="8099" y="1152"/>
                    <a:pt x="7942" y="2625"/>
                  </a:cubicBezTo>
                  <a:cubicBezTo>
                    <a:pt x="7716" y="2509"/>
                    <a:pt x="7364" y="2379"/>
                    <a:pt x="6902" y="2379"/>
                  </a:cubicBezTo>
                  <a:cubicBezTo>
                    <a:pt x="6440" y="2379"/>
                    <a:pt x="6087" y="2509"/>
                    <a:pt x="5862" y="2625"/>
                  </a:cubicBezTo>
                  <a:cubicBezTo>
                    <a:pt x="5704" y="1151"/>
                    <a:pt x="4454" y="1"/>
                    <a:pt x="29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5020946" y="1071208"/>
              <a:ext cx="227104" cy="227148"/>
            </a:xfrm>
            <a:custGeom>
              <a:avLst/>
              <a:gdLst/>
              <a:ahLst/>
              <a:cxnLst/>
              <a:rect l="l" t="t" r="r" b="b"/>
              <a:pathLst>
                <a:path w="5148" h="5149" extrusionOk="0">
                  <a:moveTo>
                    <a:pt x="2574" y="0"/>
                  </a:moveTo>
                  <a:cubicBezTo>
                    <a:pt x="1155" y="0"/>
                    <a:pt x="0" y="1155"/>
                    <a:pt x="0" y="2574"/>
                  </a:cubicBezTo>
                  <a:cubicBezTo>
                    <a:pt x="0" y="3993"/>
                    <a:pt x="1155" y="5148"/>
                    <a:pt x="2574" y="5148"/>
                  </a:cubicBezTo>
                  <a:cubicBezTo>
                    <a:pt x="3993" y="5148"/>
                    <a:pt x="5148" y="3992"/>
                    <a:pt x="5148" y="2574"/>
                  </a:cubicBezTo>
                  <a:cubicBezTo>
                    <a:pt x="5148" y="1155"/>
                    <a:pt x="3993" y="0"/>
                    <a:pt x="2574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5370414" y="1071208"/>
              <a:ext cx="227192" cy="227148"/>
            </a:xfrm>
            <a:custGeom>
              <a:avLst/>
              <a:gdLst/>
              <a:ahLst/>
              <a:cxnLst/>
              <a:rect l="l" t="t" r="r" b="b"/>
              <a:pathLst>
                <a:path w="5150" h="5149" extrusionOk="0">
                  <a:moveTo>
                    <a:pt x="2574" y="0"/>
                  </a:moveTo>
                  <a:cubicBezTo>
                    <a:pt x="1155" y="0"/>
                    <a:pt x="0" y="1155"/>
                    <a:pt x="0" y="2574"/>
                  </a:cubicBezTo>
                  <a:cubicBezTo>
                    <a:pt x="0" y="3993"/>
                    <a:pt x="1155" y="5148"/>
                    <a:pt x="2574" y="5148"/>
                  </a:cubicBezTo>
                  <a:cubicBezTo>
                    <a:pt x="3994" y="5148"/>
                    <a:pt x="5149" y="3992"/>
                    <a:pt x="5148" y="2574"/>
                  </a:cubicBezTo>
                  <a:cubicBezTo>
                    <a:pt x="5148" y="1155"/>
                    <a:pt x="3994" y="0"/>
                    <a:pt x="2574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5030915" y="1185815"/>
              <a:ext cx="61232" cy="81480"/>
            </a:xfrm>
            <a:custGeom>
              <a:avLst/>
              <a:gdLst/>
              <a:ahLst/>
              <a:cxnLst/>
              <a:rect l="l" t="t" r="r" b="b"/>
              <a:pathLst>
                <a:path w="1388" h="1847" extrusionOk="0">
                  <a:moveTo>
                    <a:pt x="480" y="1"/>
                  </a:moveTo>
                  <a:cubicBezTo>
                    <a:pt x="239" y="1"/>
                    <a:pt x="0" y="193"/>
                    <a:pt x="49" y="543"/>
                  </a:cubicBezTo>
                  <a:cubicBezTo>
                    <a:pt x="105" y="938"/>
                    <a:pt x="340" y="1342"/>
                    <a:pt x="616" y="1625"/>
                  </a:cubicBezTo>
                  <a:cubicBezTo>
                    <a:pt x="709" y="1720"/>
                    <a:pt x="946" y="1847"/>
                    <a:pt x="1129" y="1847"/>
                  </a:cubicBezTo>
                  <a:cubicBezTo>
                    <a:pt x="1251" y="1847"/>
                    <a:pt x="1350" y="1791"/>
                    <a:pt x="1367" y="1632"/>
                  </a:cubicBezTo>
                  <a:cubicBezTo>
                    <a:pt x="1388" y="1443"/>
                    <a:pt x="1198" y="1244"/>
                    <a:pt x="1110" y="1090"/>
                  </a:cubicBezTo>
                  <a:cubicBezTo>
                    <a:pt x="994" y="881"/>
                    <a:pt x="952" y="659"/>
                    <a:pt x="923" y="425"/>
                  </a:cubicBezTo>
                  <a:cubicBezTo>
                    <a:pt x="887" y="136"/>
                    <a:pt x="683" y="1"/>
                    <a:pt x="480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5089101" y="1257808"/>
              <a:ext cx="33042" cy="25719"/>
            </a:xfrm>
            <a:custGeom>
              <a:avLst/>
              <a:gdLst/>
              <a:ahLst/>
              <a:cxnLst/>
              <a:rect l="l" t="t" r="r" b="b"/>
              <a:pathLst>
                <a:path w="749" h="583" extrusionOk="0">
                  <a:moveTo>
                    <a:pt x="374" y="1"/>
                  </a:moveTo>
                  <a:cubicBezTo>
                    <a:pt x="0" y="1"/>
                    <a:pt x="0" y="583"/>
                    <a:pt x="374" y="583"/>
                  </a:cubicBezTo>
                  <a:cubicBezTo>
                    <a:pt x="748" y="583"/>
                    <a:pt x="748" y="1"/>
                    <a:pt x="374" y="1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5397147" y="1223488"/>
              <a:ext cx="96877" cy="62334"/>
            </a:xfrm>
            <a:custGeom>
              <a:avLst/>
              <a:gdLst/>
              <a:ahLst/>
              <a:cxnLst/>
              <a:rect l="l" t="t" r="r" b="b"/>
              <a:pathLst>
                <a:path w="2196" h="1413" extrusionOk="0">
                  <a:moveTo>
                    <a:pt x="583" y="0"/>
                  </a:moveTo>
                  <a:cubicBezTo>
                    <a:pt x="276" y="0"/>
                    <a:pt x="0" y="359"/>
                    <a:pt x="282" y="684"/>
                  </a:cubicBezTo>
                  <a:cubicBezTo>
                    <a:pt x="499" y="934"/>
                    <a:pt x="762" y="1154"/>
                    <a:pt x="1075" y="1272"/>
                  </a:cubicBezTo>
                  <a:cubicBezTo>
                    <a:pt x="1261" y="1343"/>
                    <a:pt x="1489" y="1413"/>
                    <a:pt x="1705" y="1413"/>
                  </a:cubicBezTo>
                  <a:cubicBezTo>
                    <a:pt x="1800" y="1413"/>
                    <a:pt x="1893" y="1399"/>
                    <a:pt x="1979" y="1365"/>
                  </a:cubicBezTo>
                  <a:cubicBezTo>
                    <a:pt x="2103" y="1315"/>
                    <a:pt x="2195" y="1135"/>
                    <a:pt x="2067" y="1031"/>
                  </a:cubicBezTo>
                  <a:cubicBezTo>
                    <a:pt x="1883" y="883"/>
                    <a:pt x="1658" y="816"/>
                    <a:pt x="1466" y="678"/>
                  </a:cubicBezTo>
                  <a:cubicBezTo>
                    <a:pt x="1271" y="537"/>
                    <a:pt x="1072" y="382"/>
                    <a:pt x="927" y="187"/>
                  </a:cubicBezTo>
                  <a:cubicBezTo>
                    <a:pt x="828" y="55"/>
                    <a:pt x="704" y="0"/>
                    <a:pt x="583" y="0"/>
                  </a:cubicBezTo>
                  <a:close/>
                </a:path>
              </a:pathLst>
            </a:custGeom>
            <a:solidFill>
              <a:srgbClr val="FFFFFF">
                <a:alpha val="46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9073844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507743-10BE-B2A2-2023-5BE4E75C52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504517" y="223"/>
            <a:ext cx="8469302" cy="442600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6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questions </a:t>
            </a:r>
          </a:p>
          <a:p>
            <a:pPr>
              <a:lnSpc>
                <a:spcPct val="150000"/>
              </a:lnSpc>
            </a:pPr>
            <a:r>
              <a:rPr lang="en-US" sz="6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>
              <a:lnSpc>
                <a:spcPct val="150000"/>
              </a:lnSpc>
            </a:pPr>
            <a:r>
              <a:rPr lang="en-US" sz="6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Ways to respond</a:t>
            </a:r>
          </a:p>
        </p:txBody>
      </p:sp>
    </p:spTree>
    <p:extLst>
      <p:ext uri="{BB962C8B-B14F-4D97-AF65-F5344CB8AC3E}">
        <p14:creationId xmlns:p14="http://schemas.microsoft.com/office/powerpoint/2010/main" val="232264650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737B68-5A9E-9E00-B743-96ACE95D6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442012" y="1091881"/>
            <a:ext cx="8504901" cy="3610524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Ex: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What types of food store are there in your neighborhood ? </a:t>
            </a:r>
          </a:p>
          <a:p>
            <a:pPr marL="482600" indent="-3429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“Well there are many/ a lot of….. but ….” </a:t>
            </a: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826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 synonyms in your answer </a:t>
            </a: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3343-4041-E47B-11C1-C33863874517}"/>
              </a:ext>
            </a:extLst>
          </p:cNvPr>
          <p:cNvSpPr txBox="1"/>
          <p:nvPr/>
        </p:nvSpPr>
        <p:spPr>
          <a:xfrm>
            <a:off x="1069521" y="204107"/>
            <a:ext cx="74295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1. What kind/ type of …. 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9988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737B68-5A9E-9E00-B743-96ACE95D6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442012" y="1091881"/>
            <a:ext cx="8504901" cy="3610524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Ex: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Why do you like watching movie?</a:t>
            </a:r>
          </a:p>
          <a:p>
            <a:pPr marL="5969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Because / since/ As/ Due to/ Thanks to …</a:t>
            </a: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826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Use synonyms to paraphrase the questions </a:t>
            </a:r>
          </a:p>
          <a:p>
            <a:pPr marL="482600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3343-4041-E47B-11C1-C33863874517}"/>
              </a:ext>
            </a:extLst>
          </p:cNvPr>
          <p:cNvSpPr txBox="1"/>
          <p:nvPr/>
        </p:nvSpPr>
        <p:spPr>
          <a:xfrm>
            <a:off x="1069521" y="204107"/>
            <a:ext cx="742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2. Why do you …?</a:t>
            </a:r>
          </a:p>
        </p:txBody>
      </p:sp>
    </p:spTree>
    <p:extLst>
      <p:ext uri="{BB962C8B-B14F-4D97-AF65-F5344CB8AC3E}">
        <p14:creationId xmlns:p14="http://schemas.microsoft.com/office/powerpoint/2010/main" val="26078422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737B68-5A9E-9E00-B743-96ACE95D6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442012" y="1091881"/>
            <a:ext cx="8504901" cy="3610524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Ex: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How often do you go to the cinema?</a:t>
            </a:r>
          </a:p>
          <a:p>
            <a:pPr marL="5969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Always, usually, often, sometimes, occasionally…</a:t>
            </a:r>
          </a:p>
          <a:p>
            <a:pPr marL="5969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Once a week , twice a month, 3 times … </a:t>
            </a:r>
          </a:p>
          <a:p>
            <a:pPr marL="5969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Because / since/ As/ Due to/ Thanks to …</a:t>
            </a: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3343-4041-E47B-11C1-C33863874517}"/>
              </a:ext>
            </a:extLst>
          </p:cNvPr>
          <p:cNvSpPr txBox="1"/>
          <p:nvPr/>
        </p:nvSpPr>
        <p:spPr>
          <a:xfrm>
            <a:off x="1069521" y="204107"/>
            <a:ext cx="742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3. How often do you ….? </a:t>
            </a:r>
          </a:p>
        </p:txBody>
      </p:sp>
    </p:spTree>
    <p:extLst>
      <p:ext uri="{BB962C8B-B14F-4D97-AF65-F5344CB8AC3E}">
        <p14:creationId xmlns:p14="http://schemas.microsoft.com/office/powerpoint/2010/main" val="11681197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737B68-5A9E-9E00-B743-96ACE95D6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442012" y="1091881"/>
            <a:ext cx="8504901" cy="3610524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Ex: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How long have you been interested in movies?</a:t>
            </a:r>
          </a:p>
          <a:p>
            <a:pPr marL="596900" indent="-457200" algn="l">
              <a:lnSpc>
                <a:spcPct val="150000"/>
              </a:lnSpc>
              <a:buFont typeface="Wingdings" panose="05000000000000000000" pitchFamily="2" charset="2"/>
              <a:buChar char="à"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 have + P2 … for/ since…</a:t>
            </a: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3343-4041-E47B-11C1-C33863874517}"/>
              </a:ext>
            </a:extLst>
          </p:cNvPr>
          <p:cNvSpPr txBox="1"/>
          <p:nvPr/>
        </p:nvSpPr>
        <p:spPr>
          <a:xfrm>
            <a:off x="1069521" y="204107"/>
            <a:ext cx="7429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4. How long have you …? </a:t>
            </a:r>
          </a:p>
        </p:txBody>
      </p:sp>
    </p:spTree>
    <p:extLst>
      <p:ext uri="{BB962C8B-B14F-4D97-AF65-F5344CB8AC3E}">
        <p14:creationId xmlns:p14="http://schemas.microsoft.com/office/powerpoint/2010/main" val="32704822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737B68-5A9E-9E00-B743-96ACE95D6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81">
            <a:off x="442012" y="1091881"/>
            <a:ext cx="8504901" cy="3610524"/>
          </a:xfrm>
        </p:spPr>
        <p:txBody>
          <a:bodyPr/>
          <a:lstStyle/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Ex: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24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What do you think of the price of movies in your city?</a:t>
            </a:r>
          </a:p>
          <a:p>
            <a:pPr marL="139700" indent="0" algn="l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I think/ I believe/ I feel/ I suppose/ In my opinion ….</a:t>
            </a: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139700" indent="0" algn="l">
              <a:lnSpc>
                <a:spcPct val="150000"/>
              </a:lnSpc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8D3343-4041-E47B-11C1-C33863874517}"/>
              </a:ext>
            </a:extLst>
          </p:cNvPr>
          <p:cNvSpPr txBox="1"/>
          <p:nvPr/>
        </p:nvSpPr>
        <p:spPr>
          <a:xfrm>
            <a:off x="196991" y="204107"/>
            <a:ext cx="8302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5. What do you think about/of...? </a:t>
            </a:r>
          </a:p>
        </p:txBody>
      </p:sp>
    </p:spTree>
    <p:extLst>
      <p:ext uri="{BB962C8B-B14F-4D97-AF65-F5344CB8AC3E}">
        <p14:creationId xmlns:p14="http://schemas.microsoft.com/office/powerpoint/2010/main" val="29770139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686931-47BB-82E5-8712-7798D23FB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002" y="0"/>
            <a:ext cx="6988998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561EB7-9A7D-4ABC-BE46-831091ECF1F3}"/>
              </a:ext>
            </a:extLst>
          </p:cNvPr>
          <p:cNvSpPr txBox="1"/>
          <p:nvPr/>
        </p:nvSpPr>
        <p:spPr>
          <a:xfrm>
            <a:off x="0" y="2277110"/>
            <a:ext cx="2155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Autour One" panose="020B0604020202020204" charset="0"/>
              </a:rPr>
              <a:t>SUM-UP</a:t>
            </a:r>
          </a:p>
        </p:txBody>
      </p:sp>
    </p:spTree>
    <p:extLst>
      <p:ext uri="{BB962C8B-B14F-4D97-AF65-F5344CB8AC3E}">
        <p14:creationId xmlns:p14="http://schemas.microsoft.com/office/powerpoint/2010/main" val="1235239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19AE6B8-FBA6-981E-9DC3-C3A8639F4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6DE0E4-D3EB-9DC2-28B8-8F4C23B47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2" y="1098600"/>
            <a:ext cx="7008257" cy="2863681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604548" y="0"/>
            <a:ext cx="7673643" cy="1098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Autour One" panose="020B0604020202020204" charset="0"/>
                <a:cs typeface="Times New Roman" panose="02020603050405020304" pitchFamily="18" charset="0"/>
              </a:rPr>
              <a:t>SPEAKING TIME</a:t>
            </a:r>
            <a:endParaRPr lang="en-US" sz="3600" dirty="0">
              <a:latin typeface="Autour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882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24CD54-EC68-5B20-41AA-879E5CCBFFC3}"/>
              </a:ext>
            </a:extLst>
          </p:cNvPr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E0854B-797E-0BC8-65E9-2F6E7651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7004"/>
            <a:ext cx="7286171" cy="3226750"/>
          </a:xfrm>
          <a:prstGeom prst="rect">
            <a:avLst/>
          </a:prstGeom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742A7B79-6A31-A620-4EA8-39F63F0E991B}"/>
              </a:ext>
            </a:extLst>
          </p:cNvPr>
          <p:cNvSpPr/>
          <p:nvPr/>
        </p:nvSpPr>
        <p:spPr>
          <a:xfrm>
            <a:off x="2716632" y="35415"/>
            <a:ext cx="4151801" cy="513643"/>
          </a:xfrm>
          <a:custGeom>
            <a:avLst/>
            <a:gdLst>
              <a:gd name="connsiteX0" fmla="*/ 0 w 6102096"/>
              <a:gd name="connsiteY0" fmla="*/ 87782 h 877824"/>
              <a:gd name="connsiteX1" fmla="*/ 87782 w 6102096"/>
              <a:gd name="connsiteY1" fmla="*/ 0 h 877824"/>
              <a:gd name="connsiteX2" fmla="*/ 6014314 w 6102096"/>
              <a:gd name="connsiteY2" fmla="*/ 0 h 877824"/>
              <a:gd name="connsiteX3" fmla="*/ 6102096 w 6102096"/>
              <a:gd name="connsiteY3" fmla="*/ 87782 h 877824"/>
              <a:gd name="connsiteX4" fmla="*/ 6102096 w 6102096"/>
              <a:gd name="connsiteY4" fmla="*/ 790042 h 877824"/>
              <a:gd name="connsiteX5" fmla="*/ 6014314 w 6102096"/>
              <a:gd name="connsiteY5" fmla="*/ 877824 h 877824"/>
              <a:gd name="connsiteX6" fmla="*/ 87782 w 6102096"/>
              <a:gd name="connsiteY6" fmla="*/ 877824 h 877824"/>
              <a:gd name="connsiteX7" fmla="*/ 0 w 6102096"/>
              <a:gd name="connsiteY7" fmla="*/ 790042 h 877824"/>
              <a:gd name="connsiteX8" fmla="*/ 0 w 6102096"/>
              <a:gd name="connsiteY8" fmla="*/ 87782 h 877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2096" h="877824">
                <a:moveTo>
                  <a:pt x="0" y="87782"/>
                </a:moveTo>
                <a:cubicBezTo>
                  <a:pt x="0" y="39301"/>
                  <a:pt x="39301" y="0"/>
                  <a:pt x="87782" y="0"/>
                </a:cubicBezTo>
                <a:lnTo>
                  <a:pt x="6014314" y="0"/>
                </a:lnTo>
                <a:cubicBezTo>
                  <a:pt x="6062795" y="0"/>
                  <a:pt x="6102096" y="39301"/>
                  <a:pt x="6102096" y="87782"/>
                </a:cubicBezTo>
                <a:lnTo>
                  <a:pt x="6102096" y="790042"/>
                </a:lnTo>
                <a:cubicBezTo>
                  <a:pt x="6102096" y="838523"/>
                  <a:pt x="6062795" y="877824"/>
                  <a:pt x="6014314" y="877824"/>
                </a:cubicBezTo>
                <a:lnTo>
                  <a:pt x="87782" y="877824"/>
                </a:lnTo>
                <a:cubicBezTo>
                  <a:pt x="39301" y="877824"/>
                  <a:pt x="0" y="838523"/>
                  <a:pt x="0" y="790042"/>
                </a:cubicBezTo>
                <a:lnTo>
                  <a:pt x="0" y="87782"/>
                </a:lnTo>
                <a:close/>
              </a:path>
            </a:pathLst>
          </a:custGeom>
          <a:solidFill>
            <a:srgbClr val="92D050"/>
          </a:solidFill>
          <a:scene3d>
            <a:camera prst="orthographicFront"/>
            <a:lightRig rig="chilly" dir="t"/>
          </a:scene3d>
          <a:sp3d prstMaterial="translucentPowder">
            <a:bevelT w="127000" h="25400" prst="softRound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99293" tIns="99293" rIns="848187" bIns="99293" spcCol="1270" anchor="ctr"/>
          <a:lstStyle/>
          <a:p>
            <a:pPr lvl="2" algn="ctr" defTabSz="933450">
              <a:defRPr/>
            </a:pPr>
            <a:r>
              <a:rPr lang="en-US" sz="2400" b="1" dirty="0">
                <a:solidFill>
                  <a:srgbClr val="FF0000"/>
                </a:solidFill>
                <a:latin typeface="Times" pitchFamily="2" charset="0"/>
              </a:rPr>
              <a:t>HOMEWORK</a:t>
            </a:r>
            <a:endParaRPr lang="en-US" sz="22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4682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3">
            <a:extLst>
              <a:ext uri="{FF2B5EF4-FFF2-40B4-BE49-F238E27FC236}">
                <a16:creationId xmlns:a16="http://schemas.microsoft.com/office/drawing/2014/main" id="{F4A36780-1E32-9744-9BEE-9B4381489CA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85850" y="497840"/>
            <a:ext cx="6457950" cy="36576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  <a:defRPr/>
            </a:pPr>
            <a:r>
              <a:rPr lang="en-US" sz="585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     </a:t>
            </a:r>
          </a:p>
          <a:p>
            <a:pPr algn="ctr" eaLnBrk="1" hangingPunct="1">
              <a:buFontTx/>
              <a:buNone/>
              <a:defRPr/>
            </a:pPr>
            <a:r>
              <a:rPr lang="en-US" sz="585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Goodbye!</a:t>
            </a:r>
          </a:p>
          <a:p>
            <a:pPr algn="ctr" eaLnBrk="1" hangingPunct="1">
              <a:buFontTx/>
              <a:buNone/>
              <a:defRPr/>
            </a:pPr>
            <a:r>
              <a:rPr lang="en-US" sz="585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  S</a:t>
            </a:r>
            <a:r>
              <a:rPr lang="vi-VN" sz="585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ee</a:t>
            </a:r>
            <a:r>
              <a:rPr lang="en-US" sz="5850" b="1" i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Palatino Linotype" pitchFamily="18" charset="0"/>
              </a:rPr>
              <a:t> you again!</a:t>
            </a:r>
            <a:endParaRPr lang="vi-VN" sz="5850" b="1" i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Palatino Linotyp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49154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repeatCount="214748364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hold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hold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hold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hold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repeatCount="214748364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hold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hold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hold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hold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repeatCount="214748364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hold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hold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hold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hold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/>
    </p:bldLst>
  </p:timing>
</p:sld>
</file>

<file path=ppt/theme/theme1.xml><?xml version="1.0" encoding="utf-8"?>
<a:theme xmlns:a="http://schemas.openxmlformats.org/drawingml/2006/main" name="National Read a Book Day Activities by Slidesgo">
  <a:themeElements>
    <a:clrScheme name="Simple Light">
      <a:dk1>
        <a:srgbClr val="3C4140"/>
      </a:dk1>
      <a:lt1>
        <a:srgbClr val="44AB8A"/>
      </a:lt1>
      <a:dk2>
        <a:srgbClr val="E0F8F2"/>
      </a:dk2>
      <a:lt2>
        <a:srgbClr val="FFFFFF"/>
      </a:lt2>
      <a:accent1>
        <a:srgbClr val="95DEC8"/>
      </a:accent1>
      <a:accent2>
        <a:srgbClr val="B9D957"/>
      </a:accent2>
      <a:accent3>
        <a:srgbClr val="F3C95C"/>
      </a:accent3>
      <a:accent4>
        <a:srgbClr val="F17651"/>
      </a:accent4>
      <a:accent5>
        <a:srgbClr val="FFB7D2"/>
      </a:accent5>
      <a:accent6>
        <a:srgbClr val="E23E7C"/>
      </a:accent6>
      <a:hlink>
        <a:srgbClr val="3C41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452</Words>
  <Application>Microsoft Office PowerPoint</Application>
  <PresentationFormat>On-screen Show (16:9)</PresentationFormat>
  <Paragraphs>75</Paragraphs>
  <Slides>25</Slides>
  <Notes>4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Times</vt:lpstr>
      <vt:lpstr>Autour One</vt:lpstr>
      <vt:lpstr>Wingdings</vt:lpstr>
      <vt:lpstr>Times New Roman</vt:lpstr>
      <vt:lpstr>Palatino Linotype</vt:lpstr>
      <vt:lpstr>Bellota Text</vt:lpstr>
      <vt:lpstr>National Read a Book Day Activities by Slidesgo</vt:lpstr>
      <vt:lpstr>                LECTURE 10 TOEIC SPEAKING  Questions 4-5-6  </vt:lpstr>
      <vt:lpstr>Quick guide</vt:lpstr>
      <vt:lpstr>PowerPoint Presentation</vt:lpstr>
      <vt:lpstr>Sample questions </vt:lpstr>
      <vt:lpstr>Sample questions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Walk through </vt:lpstr>
      <vt:lpstr>PowerPoint Presentation</vt:lpstr>
      <vt:lpstr>PowerPoint Presentation</vt:lpstr>
      <vt:lpstr>PowerPoint Presentation</vt:lpstr>
      <vt:lpstr>Get it right Tips to answer correctly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SPEAKING TIME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 TOEIC SPEAKING Questions 1-2</dc:title>
  <dc:creator>Admin</dc:creator>
  <cp:lastModifiedBy>ADMIN</cp:lastModifiedBy>
  <cp:revision>53</cp:revision>
  <dcterms:modified xsi:type="dcterms:W3CDTF">2023-08-11T04:15:34Z</dcterms:modified>
</cp:coreProperties>
</file>