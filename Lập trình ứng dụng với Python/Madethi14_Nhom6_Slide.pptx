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24" r:id="rId3"/>
    <p:sldId id="420" r:id="rId4"/>
    <p:sldId id="325" r:id="rId5"/>
    <p:sldId id="295" r:id="rId6"/>
    <p:sldId id="333" r:id="rId7"/>
    <p:sldId id="421" r:id="rId8"/>
    <p:sldId id="422" r:id="rId9"/>
    <p:sldId id="397" r:id="rId10"/>
    <p:sldId id="423" r:id="rId11"/>
    <p:sldId id="426" r:id="rId12"/>
    <p:sldId id="427" r:id="rId13"/>
    <p:sldId id="398" r:id="rId14"/>
    <p:sldId id="434" r:id="rId15"/>
    <p:sldId id="435" r:id="rId16"/>
    <p:sldId id="436" r:id="rId17"/>
    <p:sldId id="362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27" userDrawn="1">
          <p15:clr>
            <a:srgbClr val="A4A3A4"/>
          </p15:clr>
        </p15:guide>
        <p15:guide id="3" orient="horz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231D19"/>
    <a:srgbClr val="C09B6E"/>
    <a:srgbClr val="8A6C50"/>
    <a:srgbClr val="D28767"/>
    <a:srgbClr val="000000"/>
    <a:srgbClr val="01B89A"/>
    <a:srgbClr val="007459"/>
    <a:srgbClr val="C7D3CD"/>
    <a:srgbClr val="7D7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772" y="1302"/>
      </p:cViewPr>
      <p:guideLst>
        <p:guide pos="3827"/>
        <p:guide orient="horz"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7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rPr>
            </a:fld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2:57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4.000 1241.000 68,'-3.000'-1.000'27,"-2.000"1.000"-22,5.000 0.000 17,-1.000 0.000-2,1.000 0.000 0,-2.000 0.000-7,1.000 0.000-4,1.000 0.000 3,-1.000 0.000 2,1.000 0.000-2,0.000 0.000 7,0.000 0.000-3,0.000 0.000 2,0.000 0.000 0,0.000 0.000 1,0.000 0.000 6,0.000 0.000-5,0.000 0.000-3,0.000 0.000 1,0.000 0.000-1,0.000 0.000 11,0.000 0.000-7,0.000 0.000-3,0.000 0.000 13,0.000 0.000-19,0.000 0.000 12,0.000 0.000 1,0.000 0.000-9,2.000 0.000 7,0.000 0.000-8,0.000 0.000-2,5.000 0.000 8,-1.000 0.000-8,3.000 0.000 16,1.000 0.000-4,-2.000 0.000-12,-5.000 0.000 6,4.000 0.000-10,-4.000 0.000 7,4.000 0.000 7,0.000 0.000-23,0.000 0.000 11,-2.000 0.000 5,4.000 0.000-12,-3.000 0.000 5,-3.000 0.000-1,6.000 0.000-1,-1.000 0.000 17,2.000 0.000-22,-1.000-2.000 6,0.000 0.000 4,0.000 0.000-8,4.000-2.000 10,-1.000 0.000-9,-1.000 1.000 1,2.000 0.000 12,1.000-1.000-12,8.000-2.000-4,8.000-4.000 14,24.000-8.000-10,30.000-9.000 9,30.000-8.000 12,39.000-8.000-27,29.000-7.000 0,48.000-6.000 0,41.000-8.000 0,51.000-7.000 0,51.000-8.000 0,47.000-3.000 0,42.000-7.000 0,55.000-8.000 0,52.000-6.000 0,50.000-5.000-90,48.000 4.000-150,28.000 10.000-126,7.000 14.000 142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0:29"/>
    </inkml:context>
    <inkml:brush xml:id="br0">
      <inkml:brushProperty name="width" value="0.10583" units="cm"/>
      <inkml:brushProperty name="height" value="0.10583" units="cm"/>
      <inkml:brushProperty name="color" value="#44546a"/>
      <inkml:brushProperty name="fitToCurve" value="1"/>
    </inkml:brush>
  </inkml:definitions>
  <inkml:trace contextRef="#ctx0" brushRef="#br0">1627.000 38.000 100,'4.000'-26.000'57,"-4.000"18.000"-47,0.000 8.000 23,-4.000 8.000 9,-11.000-4.000-20,15.000-4.000-7,0.000 0.000 5,0.000 0.000-5,0.000 0.000 1,0.000 0.000-7,0.000 0.000 9,0.000 0.000 6,0.000 0.000-1,0.000 0.000 4,0.000 0.000 5,-8.000 0.000-9,8.000 0.000 6,-4.000 0.000-12,-15.000 0.000 0,11.000 0.000-3,-19.000 0.000-6,0.000 0.000 0,-8.000 0.000 7,-14.000 0.000-13,13.000 0.000 12,10.000 0.000-9,-10.000 0.000 0,5.000 4.000 6,-10.000 16.000-7,6.000 3.000 5,4.000-2.000-2,0.000 4.000-7,0.000-2.000 7,-10.000 8.000-2,5.000 15.000-1,1.000-2.000 3,-10.000 2.000-7,18.000 8.000 4,-4.000-5.000 0,0.000 2.000-2,0.000 1.000 7,0.000 5.000 2,4.000 7.000 0,0.000-4.000 2,0.000 8.000-7,15.000-3.000 0,-7.000-9.000-3,-3.000 20.000 1,9.000-8.000 2,-10.000 0.000-4,11.000 12.000 3,-2.000-3.000 1,-9.000 3.000-4,15.000 8.000 6,-15.000 4.000-1,6.000 0.000-5,-1.000 4.000 12,14.000-3.000-10,-11.000-4.000 3,11.000-5.000 1,0.000-1.000-4,4.000-2.000-1,0.000-5.000-3,0.000-8.000 5,0.000 0.000-1,0.000 13.000-4,0.000-9.000 0,0.000 8.000 7,0.000 0.000-5,0.000-1.000 0,0.000 7.000 0,0.000-6.000 2,0.000 4.000 3,0.000-8.000-6,0.000 4.000 1,0.000-2.000 4,0.000 9.000 0,4.000 1.000-2,0.000 4.000-4,6.000 8.000 3,-5.000 8.000 8,-1.000 5.000-11,-4.000-8.000 5,0.000 3.000 13,8.000-11.000-10,-8.000-10.000-1,0.000 9.000 7,0.000 4.000-6,0.000 1.000 14,0.000 3.000-14,0.000-8.000 3,0.000-3.000-5,0.000-9.000 2,0.000 0.000-2,0.000-4.000 5,0.000 4.000-11,0.000-7.000 0,0.000-1.000 0,0.000 4.000 0,0.000-7.000 0,0.000 2.000 0,0.000 2.000 0,-8.000 7.000 0,-11.000-4.000 0,7.000 5.000 0,-15.000-11.000 0,8.000 4.000 0,7.000-14.000 0,-11.000-16.000 0,0.000 4.000 0,-4.000-10.000 0,7.000 1.000 0,-17.000-7.000 0,6.000-5.000 0,-5.000 2.000 0,10.000-17.000 0,-14.000 4.000 0,-1.000 4.000 0,6.000-7.000 0,0.000 6.000 0,8.000-5.000 0,4.000 0.000 0,0.000-5.000 0,15.000-10.000 0,8.000-3.000 0,-4.000 0.000 0,4.000 0.000 0,0.000 0.000 0,0.000 0.000 0,0.000 0.000 0,0.000 0.000 0,4.000 0.000 0,0.000 0.000 0,0.000 0.000 0,15.000 0.000 0,-11.000 0.000 0,15.000 0.000 0,8.000 0.000 0,4.000 0.000 0,11.000 0.000 0,-15.000 0.000 0,0.000 0.000 0,-5.000 0.000 0,5.000 0.000 0,-4.000 0.000 0,4.000 0.000 0,-4.000 12.000 0,0.000 1.000 0,-4.000 3.000 0,0.000 4.000 0,-11.000-5.000 0,7.000 6.000 0,-11.000 3.000 0,10.000 5.000 0,-5.000 10.000 0,-5.000 1.000 0,11.000 4.000 0,-11.000 4.000 0,11.000 4.000 0,-11.000 9.000 0,10.000-2.000 0,-13.000-10.000 0,-5.000 7.000 0,4.000 0.000 0,0.000-4.000 0,-4.000 12.000 0,10.000-7.000 0,-6.000-1.000 0,-4.000 4.000 0,4.000 4.000 0,1.000-5.000 0,-1.000 10.000 0,10.000-5.000 0,-6.000 1.000 0,-3.000 15.000 0,9.000-8.000 0,-6.000 4.000 0,1.000-4.000 0,5.000-3.000 0,-10.000 3.000 0,0.000 0.000 0,0.000-4.000 0,1.000 9.000 0,5.000-1.000 0,-6.000 4.000 0,-4.000-1.000 0,0.000 14.000 0,0.000-1.000 0,0.000 1.000 0,0.000 7.000 0,0.000 0.000 0,0.000 0.000 0,0.000-7.000 0,0.000-5.000 0,0.000-7.000 0,-4.000-1.000 0,-11.000 1.000 0,7.000 2.000 0,0.000 9.000 0,-7.000 4.000 0,11.000 1.000 0,0.000-1.000 0,-10.000 4.000 0,10.000 0.000 0,-1.000 0.000 0,1.000-3.000 0,0.000-1.000 0,4.000-16.000 0,0.000-1.000 0,0.000 3.000 0,0.000 0.000 0,0.000 4.000 0,0.000-10.000 0,4.000-12.000 0,5.000 1.000 0,9.000-6.000 0,-10.000 7.000 0,11.000-7.000 0,-11.000 1.000 0,11.000-7.000 0,-11.000-1.000 0,-4.000 4.000 0,11.000 0.000 0,-11.000-6.000 0,4.000 4.000 0,0.000-14.000 0,7.000-4.000 0,-11.000-2.000 0,4.000-11.000 0,3.000 13.000 0,-3.000 0.000 0,-4.000-6.000 0,11.000 4.000 0,-7.000-6.000 0,-4.000 4.000 0,15.000-4.000 0,-11.000 6.000 0,0.000-4.000 0,11.000 6.000 0,-15.000 5.000 0,4.000-2.000 0,2.000-6.000 0,-1.000 7.000 0,-5.000-13.000 0,10.000 16.000 0,-5.000-7.000 0,-5.000-2.000 0,0.000 2.000 0,0.000-8.000 0,10.000 0.000 0,-9.000 0.000 0,-1.000-7.000 0,10.000-1.000 0,-6.000-1.000 0,11.000 1.000 0,-11.000 1.000 0,1.000-6.000 0,5.000 2.000 0,-6.000-5.000 0,15.000-1.000 0,-6.000 2.000 0,5.000 3.000 0,1.000 0.000 0,4.000 0.000 0,-15.000-3.000 0,15.000 2.000 0,0.000-7.000 0,4.000 5.000 0,-4.000-2.000 0,4.000 1.000 0,6.000 5.000 0,-16.000-2.000 0,20.000-2.000 0,-10.000 2.000 0,4.000 2.000 0,-8.000 3.000 0,0.000-8.000 0,4.000 4.000 0,-4.000-4.000 0,0.000-1.000 0,0.000 2.000 0,4.000 3.000 0,0.000-9.000 0,-4.000 9.000 0,4.000-4.000 0,0.000 4.000 0,-4.000-3.000 0,-1.000-6.000 0,5.000 6.000 0,-4.000-10.000 0,0.000-3.000 0,-8.000 0.000 0,-11.000 0.000 0,-4.000 0.000 0,-4.000 0.000 0,0.000 0.000 0,0.000 0.000 0,0.000 0.000 0,-27.000 0.000 0,0.000 0.000 0,1.000 0.000-111,-10.000-11.000-165,36.000-69.000-29,0.000 4.000 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8:10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-3.000 440.000 68,'-1.000'-1.000'27,"-1.000"1.000"-22,2.000 0.000 17,0.000 0.000-2,0.000 0.000 0,-1.000 0.000-7,0.000 0.000-4,1.000 0.000 3,0.000 0.000 2,0.000 0.000-2,0.000 0.000 7,0.000 0.000-3,0.000 0.000 2,0.000 0.000 0,0.000 0.000 1,0.000 0.000 6,0.000 0.000-5,0.000 0.000-3,0.000 0.000 1,0.000 0.000-1,0.000 0.000 11,0.000 0.000-7,0.000 0.000-3,0.000 0.000 13,0.000 0.000-19,0.000 0.000 12,0.000 0.000 1,0.000 0.000-9,1.000 0.000 7,0.000 0.000-8,-1.000 0.000-2,3.000 0.000 8,-1.000 0.000-8,1.000 0.000 16,0.000 0.000-4,0.000 0.000-12,-2.000 0.000 6,2.000 0.000-10,-2.000 0.000 7,1.000 0.000 7,1.000 0.000-23,-1.000 0.000 11,0.000 0.000 5,1.000 0.000-12,-1.000 0.000 5,-1.000 0.000-1,2.000 0.000-1,0.000 0.000 17,1.000 0.000-22,-1.000 0.000 6,0.000-1.000 4,0.000 0.000-8,2.000 0.000 10,-1.000-1.000-9,0.000 1.000 1,0.000 0.000 12,1.000 0.000-12,3.000-1.000-4,2.000-2.000 14,9.000-2.000-10,11.000-4.000 9,10.000-2.000 12,13.000-3.000-27,11.000-3.000 0,16.000-2.000 0,15.000-2.000 0,18.000-4.000 0,18.000-2.000 0,16.000-1.000 0,14.000-2.000 0,20.000-3.000 0,19.000-3.000 0,16.000-1.000-90,18.000 1.000-150,9.000 4.000-126,3.000 4.000 142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352" units="cm"/>
      <inkml:brushProperty name="height" value="0.21352" units="cm"/>
      <inkml:brushProperty name="color" value="#44546a"/>
      <inkml:brushProperty name="fitToCurve" value="1"/>
    </inkml:brush>
    <inkml:brush xml:id="br1">
      <inkml:brushProperty name="width" value="0.21353" units="cm"/>
      <inkml:brushProperty name="height" value="0.21353" units="cm"/>
      <inkml:brushProperty name="color" value="#44546a"/>
      <inkml:brushProperty name="fitToCurve" value="1"/>
    </inkml:brush>
  </inkml:definitions>
  <inkml:trace contextRef="#ctx0" brushRef="#br0">3343.000 1477.000 112,'-6.000'0.000'6,"-8.000"0.000"1,14.000 0.000 15,0.000 0.000 2,0.000 0.000-13,0.000 0.000-5,0.000 0.000-1,0.000 0.000 5,0.000-11.000-1,0.000 1.000 0,0.000 2.000 1,0.000 1.000-3,0.000-1.000 4,0.000-2.000-3,5.000-1.000-3,4.000-4.000 1,-6.000 1.000-1,7.000-4.000-5,8.000-11.000 3,-10.000 7.000-3,19.000-7.000 5,-9.000 5.000-5,2.000-7.000 2,3.000 0.000 3,-4.000-10.000-3,22.000 0.000 3,-9.000 2.000 1,-5.000 3.000-5,-1.000 8.000 4,1.000 1.000-3,-6.000 6.000 0,4.000-5.000 4,-3.000-3.000-5,7.000-5.000 4,-5.000 7.000 0,8.000-2.000-3,-4.000 7.000 2,11.000-4.000-3,-5.000-2.000 0,-2.000-4.000 7,9.000 1.000-3,-6.000-1.000-4,8.000 11.000 4,-9.000 0.000-3,7.000-5.000 5,-9.000-4.000-3,10.000-1.000-2,-1.000-3.000 7,8.000-3.000-6,3.000 6.000 3,5.000-4.000 2,1.000 4.000-8,-7.000 6.000 5,2.000-4.000-3,4.000 7.000 1,-2.000 2.000 4,1.000-4.000-5,-5.000 7.000 2,-5.000-5.000 1,-11.000 3.000-4,10.000 12.000 5,-13.000-6.000 0,4.000 0.000-5,1.000 2.000 4,-9.000 5.000 2,-1.000 3.000-6,1.000 0.000 0,-8.000-1.000-1,9.000 0.000 4,-1.000 1.000 2,9.000 3.000-5,-5.000-5.000 8,-4.000 5.000-5,1.000 0.000-2,-1.000 0.000 5,-6.000 0.000-4,4.000 0.000 4,-1.000 0.000-7,3.000 0.000 5,3.000 0.000 4,11.000 0.000-6,-8.000 5.000-3,5.000 2.000 6,-5.000 7.000-5,-2.000-3.000 4,5.000 4.000-3,-5.000-2.000 1,-5.000-6.000 5,6.000 5.000-7,0.000 3.000 7,-18.000-9.000 0,9.000 7.000-6,1.000-3.000 3,-9.000-3.000-2,-2.000 3.000 1,9.000 4.000 2,-10.000-6.000-4,-3.000 2.000 3,7.000 5.000-4,-9.000-6.000 5,-1.000 5.000-3,9.000 1.000 0,-8.000-1.000-3,6.000 3.000 6,-6.000 1.000-6,-2.000-3.000 1,8.000-1.000-1,-7.000 1.000 4,-4.000-1.000-1,1.000 1.000-3,5.000-1.000 0,-1.000 4.000 0,-4.000 0.000 0,0.000 5.000 0,5.000 1.000 4,-5.000-1.000-1,-1.000-6.000-3,-3.000 6.000 0,0.000-5.000 0,0.000-3.000 0,0.000 5.000 0,0.000 7.000 2,0.000-2.000-2,0.000 5.000 2,0.000 2.000 1,0.000-3.000-3,0.000 3.000 0,0.000-3.000 2,0.000-5.000 1,-3.000 3.000-2,-1.000-2.000-2,4.000-7.000 2,-13.000-1.000 0,13.000 6.000-1,-7.000-3.000 0,-7.000-1.000 2,10.000-3.000-2,4.000-9.000 2,0.000 0.000-4,-3.000-4.000 4,3.000-3.000 1,0.000 0.000-3,0.000 4.000 0,0.000-4.000 2,-5.000 0.000-2,5.000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0,12.000 0.000 2,22.000 0.000 5,-6.000 0.000 6,3.000 0.000-13,2.000 0.000 2,15.000 0.000 5,25.000-3.000-5,11.000-16.000 19,9.000 1.000-12,-4.000-1.000-1,4.000 4.000 1,8.000-4.000-9,-14.000 4.000 6,-7.000 4.000 0,-3.000 3.000-2,-9.000 0.000-4,-5.000-2.000 0,8.000 0.000 2,-12.000-1.000 5,6.000 3.000-2,-9.000 6.000 0,-8.000-3.000-3,-8.000 5.000 0,4.000-3.000 0,-2.000 3.000 2,-11.000 0.000-4,1.000 0.000 9,12.000 0.000-7,-11.000 0.000 2,15.000 0.000-1,-12.000 0.000-3,8.000 0.000 3,2.000 0.000 1,-7.000 8.000-4,8.000-1.000 7,-1.000 4.000-7,-15.000-1.000 0,11.000 1.000 2,-7.000 7.000-2,-7.000-7.000 0,10.000 4.000-2,-7.000 4.000 4,-3.000-4.000 0,-3.000 4.000 0,3.000-1.000-2,0.000 4.000 0,-1.000 1.000 0,-7.000-5.000 0,1.000 3.000-2,4.000 1.000 2,-11.000 3.000 8,11.000-3.000-8,-1.000 5.000 0,-8.000-9.000 0,-3.000 2.000 2,7.000 6.000-4,-12.000-4.000 2,7.000 7.000 0,-10.000-4.000 7,7.000-2.000-6,-4.000-3.000-1,-3.000 2.000 0,-5.000 2.000 0,2.000 3.000 0,-2.000-2.000 0,0.000 0.000 0,0.000 8.000 8,0.000 1.000-8,0.000-2.000 0,0.000 3.000 0,0.000-5.000 2,0.000-7.000-2,-2.000 5.000 0,-7.000 1.000 0,-5.000-3.000 8,7.000 2.000-8,0.000-4.000 0,-7.000-5.000 0,12.000-1.000 1,-6.000-7.000-2,-2.000-4.000 1,8.000 1.000 0,2.000-1.000 1,-5.000-4.000-1,5.000 2.000 0,0.000-3.000 2,0.000-2.000 0,0.000 0.000-2,0.000 0.000 0,0.000 0.000 0,0.000 0.000 0,0.000 0.000 2,0.000 0.000-2,0.000 0.000 0,0.000 0.000-2,0.000 0.000 0,0.000 0.000 0,0.000 0.000 1,0.000 0.000-3,0.000 0.000-6,5.000 8.000 10,17.000-4.000 0,4.000 3.000 4,1.000 1.000-4,19.000-8.000 0,-1.000 2.000 2,-3.000-2.000 6,27.000 0.000-8,-12.000 5.000 0,8.000 2.000 3,-6.000 8.000-1,-3.000 2.000-2,-3.000 2.000 2,0.000 2.000-2,-10.000-3.000 8,-7.000-2.000-8,1.000 2.000 0,-1.000 0.000-1,-6.000 10.000 1,8.000-3.000-3,-5.000 9.000 3,-5.000 1.000 0,-1.000 2.000 4,1.000 3.000-4,-10.000 3.000 0,4.000 0.000 0,-9.000 4.000 6,7.000 4.000-8,4.000-4.000 2,-7.000 6.000 0,-6.000-6.000 4,7.000 3.000 0,-11.000-1.000-4,1.000-7.000 6,0.000 12.000-6,-4.000-11.000 0,-4.000 3.000 2,0.000 5.000-2,0.000-3.000 10,0.000-8.000-10,0.000 3.000 0,0.000 5.000 4,0.000-9.000-3,-17.000 4.000 3,3.000-3.000-4,-6.000 6.000 0,-13.000 0.000 10,-4.000-2.000-10,1.000 10.000 0,-5.000 3.000 4,-6.000-6.000-2,2.000 10.000-2,-5.000-3.000 0,-13.000-6.000 0,10.000-2.000 2,-2.000-3.000-2,-1.000 0.000 0,-9.000 4.000-2,5.000 0.000 4,-18.000-2.000-4,19.000 0.000 2,4.000-7.000-2,-3.000-4.000 0,26.000-9.000-2,3.000-8.000 4,9.000-7.000-2,13.000-3.000 2,-10.000 8.000-2,13.000-11.000 0,4.000-2.000 2,0.000 2.000-2,0.000-8.000 0,0.000 0.000 2,0.000 0.000-2,0.000 0.000-1,0.000 0.000 1,0.000 0.000-4,0.000 0.000 4,0.000 0.000-2,0.000 6.000 4,0.000 6.000 0,26.000-6.000 0,-6.000 6.000 4,2.000-2.000-8,7.000 4.000 6,3.000-3.000-2,17.000 5.000 8,-19.000-1.000-8,13.000-4.000 0,-13.000 5.000 2,3.000 6.000 2,0.000-4.000-4,-14.000 4.000 0,2.000 1.000 0,-1.000 1.000 0,-8.000 2.000 0,8.000 10.000 0,-4.000 0.000 5,-7.000 8.000-3,7.000 3.000 0,-4.000 5.000-2,-10.000 1.000 0,8.000-1.000 6,-10.000 8.000-6,0.000-2.000 0,0.000 5.000 2,-12.000 1.000-2,-13.000 2.000 0,11.000-1.000 0,-11.000-7.000 2,1.000 8.000-2,-5.000-13.000 0,1.000 5.000 0,-5.000 1.000 0,0.000-9.000 6,-2.000 13.000-8,-9.000-14.000 2,-5.000 7.000 0,5.000-11.000 6,12.000-6.000-6,1.000 3.000-2,-15.000 1.000 2,-7.000 3.000 0,2.000-1.000 4,2.000-5.000-4,-7.000 3.000 0,5.000 5.000 2,-14.000-2.000-2,4.000 2.000 0,5.000-1.000 6,-3.000-4.000-4,-12.000-3.000-2,12.000 3.000 0,-13.000-3.000 2,-1.000-3.000 12,-6.000 4.000-14,-11.000-7.000 0,-5.000 7.000 7,-24.000 3.000-7,7.000-4.000 0,-13.000 3.000 0,-4.000-3.000 0,1.000 0.000 2,12.000 0.000-2,-6.000-7.000 0,1.000-2.000 4,-11.000 3.000 0,-8.000-2.000-2,-5.000-3.000-2,-9.000 5.000 0,14.000-7.000 2,8.000-5.000-2,2.000-3.000-2,-11.000-5.000-2,15.000-6.000 6,7.000-8.000-4,-9.000 0.000 2,10.000 0.000 0,15.000 0.000 2,-3.000 0.000-2,1.000-5.000 0,4.000-8.000-2,14.000-6.000 2,-10.000-3.000 0,0.000-8.000 0,5.000-9.000 0,3.000 4.000 0,4.000-10.000 0,2.000 3.000 0,-7.000-2.000 0,14.000 4.000 0,9.000 4.000 0,-3.000 3.000 2,2.000 0.000 0,12.000 4.000 0,3.000-3.000-2,-6.000-1.000 0,6.000 0.000-4,-4.000-6.000 8,-7.000-1.000-4,5.000 4.000 0,-12.000-9.000 2,21.000 6.000 0,-3.000-1.000 0,0.000 4.000-2,1.000 1.000 0,7.000 1.000-2,10.000 1.000 0,3.000 5.000 0,5.000-8.000 2,-7.000 2.000 0,6.000-3.000-2,3.000 2.000-4,13.000-2.000 6,-4.000 6.000-4,12.000-3.000 4,4.000 2.000-2,0.000 3.000 2,0.000 4.000-3,0.000 4.000 1,0.000-2.000 0,0.000-2.000 0,0.000 3.000 4,0.000-10.000-4,18.000 11.000 2,-7.000-10.000 0,-8.000 13.000-2,14.000-1.000 2,-13.000 9.000 0,-4.000 10.000-2,4.000 0.000 4,-4.000 0.000 0,0.000 0.000-2,0.000 0.000 0,0.000 0.000 4,0.000 0.000 1,0.000 0.000-5,0.000 0.000 0,0.000 0.000 0,0.000 0.000 0,0.000 0.000 0,0.000 0.000 0,0.000 0.000 0,0.000 0.000 0,0.000 0.000 0,0.000 0.000 0,14.000 0.000 0,-14.000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2,-18.000 0.000-2,-3.000 0.000 0,2.000 4.000 4,-18.000-1.000-8,9.000 0.000 2,-16.000 2.000 2,12.000 3.000-2,-16.000-2.000 4,-5.000 2.000-4,-11.000 2.000 0,-12.000 1.000 0,-3.000 4.000 2,-20.000-5.000-5,-4.000 6.000 3,-15.000-3.000 2,13.000 3.000-6,-6.000-13.000 6,6.000 5.000-4,0.000-6.000 4,9.000-2.000 0,-2.000 0.000-6,13.000 0.000 6,2.000-10.000 0,4.000-9.000-2,6.000-7.000 0,-1.000 6.000-4,1.000-9.000 6,10.000-1.000-2,-2.000 2.000 0,12.000-9.000 0,14.000 3.000 0,-1.000-5.000-2,7.000 0.000 4,5.000 0.000-6,-3.000-8.000 6,-6.000-6.000-2,12.000 2.000 2,1.000-10.000-6,5.000 12.000 6,-5.000-3.000-2,4.000-6.000 0,6.000 14.000-3,8.000-4.000 5,1.000 3.000-2,5.000-10.000-4,-3.000 0.000 4,3.000-5.000 2,0.000-6.000-2,0.000-1.000 0,0.000-4.000 0,0.000 3.000 2,0.000-2.000-2,0.000 12.000 2,10.000-10.000-4,10.000 6.000 4,6.000 3.000-2,1.000-1.000 2,1.000 5.000 0,-4.000 1.000 0,4.000-1.000-4,-1.000 6.000 4,4.000-4.000-4,5.000 4.000 4,-4.000 1.000 0,-1.000 12.000-4,-7.000 2.000 7,5.000 5.000-3,-12.000 8.000 0,-6.000 3.000-3,3.000 8.000 3,-12.000 5.000 0,-2.000 5.000 0,0.000-2.000-2,0.000 2.000 2,0.000 0.000 0,0.000 0.000 2,0.000 0.000 1,0.000 0.000-3,0.000 0.000 1,0.000 0.000 1,0.000 0.000 4,0.000 0.000-6,0.000 0.000 2,0.000 0.000 6,0.000 0.000-8,0.000 0.000 0,-7.000 0.000 0,-2.000-7.000 4,-8.000-5.000-4,2.000-7.000 0,-10.000-1.000 0,-5.000-13.000-2,-13.000-8.000 4,8.000-5.000-2,-11.000-10.000 0,7.000 0.000-2,3.000-2.000 0,2.000-4.000-4,4.000 4.000 6,9.000 14.000-2,1.000 7.000 2,13.000-3.000 0,-10.000 0.000-4,6.000 0.000 4,-2.000-4.000-2,8.000 5.000 2,5.000-7.000 0,0.000 13.000-2,0.000-7.000 2,0.000-3.000-6,0.000 2.000 6,0.000-2.000-4,0.000-7.000 2,0.000-5.000 2,5.000-11.000-2,19.000-10.000 2,0.000-1.000 0,4.000-2.000-3,15.000 1.000 3,-9.000 7.000-2,7.000 6.000 2,-7.000 8.000 0,12.000 9.000-10,-11.000 5.000 10,18.000 3.000-4,-1.000-4.000 4,17.000-3.000-2,8.000-6.000 1,7.000-1.000 1,-3.000 2.000 0,3.000-3.000-5,-16.000 18.000 5,2.000 6.000 0,-15.000 2.000 0,2.000 6.000-2,-9.000 2.000 2,-3.000 3.000-2,3.000 4.000 2,0.000-8.000 0,5.000 3.000 2,7.000-2.000 0,-6.000 0.000 0,-1.000 3.000-2,-7.000-1.000 4,2.000 4.000-2,-12.000 1.000-2,1.000 3.000 0,-5.000 0.000 4,2.000 3.000-4,-6.000 2.000 2,10.000 0.000 4,-3.000-6.000-6,-6.000 5.000 5,-1.000-1.000-3,8.000-3.000 0,-7.000 3.000 4,3.000 1.000 0,-1.000 0.000-6,-5.000 1.000 0,1.000 1.000 0,-3.000 5.000 4,0.000-3.000-4,25.000 3.000 0,-7.000-3.000 6,-3.000 3.000-6,9.000-4.000 0,5.000 4.000 2,2.000 0.000 0,-3.000 0.000 2,1.000 0.000-2,-5.000 0.000-2,-3.000 0.000 2,-10.000 0.000 0,-7.000 0.000-2,-3.000 0.000 0,-1.000 0.000 2,0.000 0.000-4,0.000 0.000 6,-8.000 4.000-6,17.000-1.000 2,-15.000 5.000 0,-2.000-5.000 0,7.000 5.000 0,5.000-6.000 0,-12.000 5.000 4,12.000 1.000-4,-4.000-1.000 0,-4.000 2.000 0,5.000-4.000 0,-6.000 4.000 0,1.000-1.000-2,0.000 2.000 2,-8.000-3.000 0,4.000 3.000 0,0.000 2.000 0,-7.000-6.000-2,-1.000 2.000 2,4.000-5.000 0,-8.000 5.000 0,2.000-1.000 0,-1.000 0.000 6,12.000 0.000-6,-13.000 6.000 0,1.000-3.000 0,4.000-4.000 1,-9.000 7.000-1,3.000-8.000 0,5.000 3.000 2,-6.000 2.000 4,-2.000-5.000-6,5.000-2.000 0,-5.000 4.000 0,0.000 0.000 0,9.000-3.000 0,-5.000 0.000 0,-4.000-2.000 0,3.000-2.000 4,-3.000 5.000-4,0.000-1.000 0,0.000 0.000 0,0.000-1.000 2,0.000 2.000-4,0.000-5.000 2,0.000 2.000 0,0.000 3.000 0,5.000 1.000 4,-5.000-2.000-6,0.000-1.000 2,0.000 1.000 0,0.000-4.000 0,0.000 0.000-2,0.000 7.000 2,0.000-7.000 6,0.000 0.000-6,0.000 8.000 0,0.000-1.000 0,0.000 3.000-2,0.000-2.000-2,0.000-1.000 4,0.000-3.000 0,0.000-1.000 4,0.000-3.000-4,0.000 0.000 2,0.000 0.000-2,0.000 0.000-29,0.000 0.000-88,-33.000 29.000-123,-13.000 17.000-28,7.000-22.000-12</inkml:trace>
  <inkml:trace contextRef="#ctx0" brushRef="#br0">9991.000 6341.000 41,'11.000'-9.000'21,"-6.000"-4.000"-2,13.000 4.000 3,-7.000 6.000-4,-6.000-2.000-4,-5.000-1.000 4,5.000 1.000 0,-5.000 2.000 1,0.000 3.000 9,0.000 0.000-4,0.000 0.000 5,0.000 0.000 2,0.000 0.000-6,0.000 0.000-2,-5.000 0.000-9,-23.000 0.000-8,12.000 0.000 7,-12.000 0.000-8,-6.000 0.000 1,-1.000 0.000 5,-8.000 0.000-3,-19.000 8.000-1,13.000 23.000-4,-12.000 14.000-2,-6.000 11.000 6,13.000 3.000-7,-3.000 11.000 0,13.000 5.000 0,5.000 0.000 4,11.000 5.000-8,-1.000 7.000 4,24.000 2.000 0,-6.000 5.000 0,11.000 3.000 0,0.000-3.000 0,0.000-8.000 3,16.000-12.000-3,18.000-8.000 0,16.000-14.000 3,0.000-3.000-3,0.000-10.000 4,17.000-14.000-2,17.000-5.000-2,-11.000-14.000 7,14.000-2.000-3,4.000-4.000 5,-3.000 0.000-1,2.000 0.000 7,-2.000-14.000 2,-5.000-21.000-11,1.000-20.000-2,3.000-11.000 4,-19.000-10.000 0,4.000-3.000 0,-4.000-7.000 1,-19.000 2.000 1,13.000-2.000 7,-23.000 12.000-14,12.000 3.000 19,-25.000 17.000-3,2.000 4.000-5,6.000-2.000 6,-5.000-7.000-6,-19.000 13.000 8,-10.000 2.000 6,0.000-11.000-17,0.000-6.000-3,0.000-3.000 1,-10.000-2.000-7,-29.000 6.000 4,1.000-1.000-6,-2.000 16.000 4,-7.000 6.000-4,-1.000 4.000 5,-19.000 9.000-5,-6.000 6.000 8,-21.000 10.000-6,11.000 10.000 2,-18.000 0.000-2,28.000 0.000-2,1.000 0.000 0,29.000 0.000 0,3.000 0.000 0,7.000 0.000 0,5.000 0.000-10,-6.000 0.000 6,18.000 0.000-41,-12.000 0.000-19,-1.000 0.000-26,14.000 0.000-36,-3.000 0.000 11,18.000 6.000 2,0.000 18.000-46</inkml:trace>
  <inkml:trace contextRef="#ctx0" brushRef="#br0">11654.000 7489.000 60,'0.000'-15.000'13,"0.000"-5.000"7,19.000-2.000 8,14.000-2.000-8,4.000-6.000-2,7.000 5.000-3,2.000 2.000 1,9.000-3.000-7,-9.000 11.000 4,-9.000 2.000 3,8.000 2.000-8,11.000 1.000 0,-13.000-1.000 3,25.000 0.000 2,-11.000 6.000-1,2.000-4.000-9,8.000 9.000 11,-9.000 0.000-9,-5.000 0.000 0,10.000 0.000 0,-19.000 0.000 1,23.000 0.000 7,-23.000 19.000-6,6.000 8.000 1,-10.000-3.000 2,-2.000 8.000-1,-5.000-4.000-6,-4.000 7.000 6,-14.000-6.000-3,-9.000 7.000-2,7.000-1.000 5,-13.000 7.000-6,0.000 7.000 12,-19.000 15.000-5,-25.000 8.000 16,-16.000 6.000-11,-9.000-4.000-5,17.000 20.000-2,-22.000-21.000 1,13.000-8.000-6,-2.000-14.000 9,14.000-22.000-10,-8.000-3.000 4,13.000-21.000 0,-17.000 0.000-3,11.000-5.000 6,-7.000 0.000-4,13.000-26.000-3,6.000-28.000 3,-5.000-17.000-5,13.000 0.000 0,2.000 2.000 0,23.000-2.000-2,5.000 16.000 0,0.000-8.000 1,0.000-3.000-4,0.000 3.000 5,23.000 5.000-44,21.000 13.000-39,0.000 15.000-6,23.000 25.000-17,0.000 5.000-56</inkml:trace>
  <inkml:trace contextRef="#ctx0" brushRef="#br0">11937.000 7459.000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0.000-38,24.000 0.000-30</inkml:trace>
  <inkml:trace contextRef="#ctx0" brushRef="#br1">3364.000 1520.000 17,'0.000'-2.000'33,"0.000"-16.000"-29,0.000 13.000 2,0.000 0.000 3,6.000 0.000-1,-6.000 5.000-2,0.000 0.000-1,13.000 0.000 3,-8.000-5.000 0,-5.000 0.000 1,5.000 0.000 0,-5.000 0.000-5,5.000 1.000 2,-5.000-2.000 0,5.000 6.000 0,12.000-10.000 2,-6.000 0.000-1,-1.000-6.000-1,14.000 6.000 3,-18.000-4.000-8,17.000 3.000 2,-18.000-3.000 1,5.000 4.000-4,2.000-6.000 5,-5.000 7.000-1,-4.000-2.000 0,7.000 6.000 2,-10.000 1.000-6,7.000-3.000 2,5.000 7.000 1,3.000-10.000-3,-8.000 7.000 2,5.000-7.000-1,-2.000-1.000 0,0.000 0.000 2,-3.000 4.000-2,14.000 0.000 1,3.000-9.000 3,-14.000 12.000-3,2.000-6.000 2,-9.000 5.000-3,11.000-5.000 2,3.000-7.000-1,-17.000 14.000-1,22.000-11.000 0,-7.000 4.000 2,-15.000 5.000-1,23.000-5.000 2,-17.000-2.000-2,-2.000 10.000 2,20.000-15.000-1,-14.000-3.000-2,13.000 0.000-1,-7.000 0.000 2,12.000 0.000 0,-18.000 5.000-1,9.000 2.000-1,-9.000-1.000 3,-5.000 1.000 0,18.000 3.000-2,-13.000 4.000-1,14.000-4.000 2,-14.000 0.000-2,-4.000 0.000 3,7.000 1.000-1,-3.000-7.000-2,0.000 2.000 1,8.000 7.000-1,-12.000-8.000 0,-2.000 5.000 1,7.000 0.000-1,2.000 0.000 3,-8.000 6.000-2,5.000-2.000 1,-4.000-3.000-2,-1.000 3.000 2,-5.000 2.000-2,19.000-2.000 0,-9.000 2.000 0,-10.000-2.000 2,4.000 2.000-2,-4.000 4.000 0,0.000 0.000 1,0.000 0.000 0,0.000 0.000-1,0.000 0.000 3,0.000 0.000-3,-4.000 0.000-14,-36.000 0.000-15,-9.000 30.000 5,-8.000-1.000 11,-5.000 13.000-6,19.000-3.000 3,-11.000 1.000 6,1.000 12.000 5,-17.000-3.000 4,19.000 10.000-3,-12.000-5.000-1,3.000-8.000 3,33.000-16.000 1,5.000-6.000 0,10.000-13.000 1,-4.000-11.000 1,16.000 0.000-1,0.000 0.000 0,0.000 0.000 0,-6.000 0.000 2,6.000 0.000-2,0.000 0.000 0,0.000 0.000 0,0.000-3.000 4,0.000-18.000 8,22.000-11.000-2,12.000 4.000 2,-14.000-2.000 2,21.000 1.000-7,-2.000 0.000-4,6.000-8.000 4,-20.000 12.000 1,33.000-2.000 2,-25.000-2.000-4,11.000-6.000 1,-5.000 5.000 3,13.000-5.000-5,-3.000-1.000-2,-15.000 12.000 2,4.000-1.000-3,1.000 5.000 2,-6.000-4.000 2,1.000 4.000-5,0.000 0.000 4,-5.000 5.000-5,-19.000 4.000 0,0.000 6.000 3,-10.000 5.000-3,12.000 0.000 4,-12.000 0.000-2,0.000 0.000 1,0.000 0.000 4,-29.000 16.000-6,-31.000 29.000-1,5.000-1.000-1,-7.000 1.000-1,-1.000 10.000 1,10.000-7.000 1,1.000-1.000 0,-2.000-1.000 0,2.000-11.000 0,15.000-6.000-1,20.000-14.000 1,3.000-3.000 0,11.000-12.000 1,3.000 0.000-1,0.000 0.000-2,0.000 0.000 1,0.000 0.000-2,0.000 0.000 1,0.000 0.000 1,0.000-19.000 1,34.000-18.000 10,16.000 2.000 1,-6.000-13.000 1,5.000 3.000 0,13.000-3.000 1,-13.000 2.000-3,13.000 7.000-2,-5.000 8.000-6,-8.000-2.000 11,14.000 0.000-12,-19.000 5.000 4,-1.000 4.000 0,8.000-7.000-1,-24.000 7.000-1,19.000 3.000 2,-25.000 0.000-3,11.000 7.000 5,2.000-2.000-4,-11.000 1.000-2,-2.000 1.000 5,8.000-6.000-2,9.000-3.000-1,-9.000 4.000-1,5.000-1.000 0,-6.000 5.000 2,-8.000 1.000-4,9.000-5.000 1,-1.000 4.000-1,-12.000-1.000 1,7.000 2.000-1,1.000 8.000 0,-14.000 2.000 3,0.000-1.000-1,-4.000 5.000-2,6.000-9.000 0,-2.000-4.000 2,-4.000 4.000-2,10.000 3.000 1,-6.000 2.000-2,3.000-1.000 2,-2.000-2.000-2,6.000-11.000 1,-12.000 8.000 0,19.000-1.000 2,-14.000 7.000-2,-6.000-2.000 3,19.000 2.000-7,-12.000-6.000 8,-5.000 10.000-8,6.000-5.000 5,-6.000-5.000-1,4.000 5.000 0,-10.000 0.000 2,18.000-6.000-2,-4.000 11.000 0,-7.000-3.000 1,5.000-4.000-4,-2.000 2.000 3,-5.000 5.000 0,0.000-5.000 0,13.000 5.000 2,-12.000-5.000-2,4.000 0.000 0,-5.000 0.000 1,-5.000 5.000-2,13.000-4.000 1,-7.000 4.000 0,4.000 0.000 0,-6.000 0.000 0,3.000-6.000 0,10.000 6.000 0,-7.000 0.000 1,-5.000-4.000-2,13.000-2.000 1,-2.000 6.000 0,-16.000 0.000 4,18.000 0.000-4,-8.000 0.000 0,-4.000 0.000-3,12.000 0.000 6,-7.000 0.000-7,-1.000 0.000 5,-10.000-4.000-1,18.000 4.000 0,-8.000-6.000 3,-5.000 6.000-3,19.000 0.000 0,-14.000-5.000 0,-5.000 5.000-3,8.000 0.000 3,-3.000 0.000 0,0.000 0.000 3,-10.000 0.000-3,6.000 0.000-3,-6.000 0.000 3,13.000 0.000 0,-8.000-5.000 0,0.000 5.000 3,-5.000 0.000-3,5.000 0.000 0,-5.000 0.000 0,5.000 0.000 0,9.000 0.000-3,-14.000 0.000 3,10.000 0.000 0,-6.000 0.000 0,2.000 0.000 0,-6.000 0.000 3,0.000 0.000-3,4.000 0.000 0,10.000 0.000 0,-8.000 0.000 0,-2.000 0.000 1,-4.000 0.000-1,6.000 0.000 0,-6.000 0.000-1,4.000 0.000 2,10.000 0.000-1,-14.000 0.000 0,5.000 0.000 0,0.000 0.000 2,0.000 0.000-2,0.000 0.000 0,7.000 0.000 0,-5.000 5.000 0,-7.000 0.000 0,4.000-5.000 0,-4.000 0.000 0,0.000 0.000 3,0.000 0.000-3,0.000 0.000 0,0.000 0.000 4,0.000 0.000-3,0.000 0.000 1,0.000 0.000 5,0.000 0.000-1,-4.000 0.000 4,-35.000 0.000-10,-9.000 0.000 0,5.000 0.000 0,5.000 0.000-3,-12.000 6.000-6,-1.000-2.000 3,12.000 6.000 2,-1.000 0.000 3,7.000 0.000-3,-1.000 0.000-1,1.000 2.000-3,-6.000-9.000 5,7.000 1.000-4,-2.000-4.000 2,19.000 7.000 5,-9.000-2.000-4,3.000-5.000 4,4.000 5.000 0,7.000 0.000 2,-9.000-5.000-2,14.000 0.000-3,-10.000 5.000 3,-3.000 0.000 0,5.000 5.000 0,-8.000-10.000 0,10.000 4.000 0,1.000-4.000-1,-8.000 0.000 1,18.000 0.000 0,0.000 0.000-2,0.000 0.000 2,0.000 0.000 0,0.000 0.000-4,0.000 0.000 3,0.000 0.000 0,0.000 0.000-4,0.000 0.000 4,0.000 0.000-8,0.000 0.000 6,0.000 0.000 2,18.000 0.000-4,14.000 0.000 5,2.000 0.000 0,5.000 0.000 0,0.000-14.000 1,1.000 9.000-1,-8.000 5.000 0,2.000-5.000 3,5.000 5.000-2,-24.000 0.000-1,18.000 0.000 0,1.000 0.000 0,-1.000 0.000 1,1.000 0.000-1,1.000 0.000 3,-13.000 0.000-1,-6.000 0.000 0,13.000 0.000-2,-19.000 0.000 1,18.000 0.000 1,-18.000 0.000-3,19.000 10.000 2,-19.000 0.000-1,14.000-6.000 2,-14.000 6.000-1,-6.000-4.000-1,20.000 4.000 2,-18.000 0.000-2,12.000-5.000 0,-13.000 3.000-1,5.000-6.000 1,-5.000 3.000 1,7.000 0.000 2,-1.000-1.000-3,-5.000 2.000 0,-6.000 0.000 1,4.000-3.000-2,-4.000-3.000-1,0.000 0.000 2,0.000 0.000 3,0.000 7.000-2,0.000-7.000-1,0.000 0.000 3,0.000 0.000-3,0.000 0.000 0,0.000 0.000 0,0.000 0.000 1,0.000 0.000 9,0.000 0.000-9,0.000 0.000-1,0.000 0.000-28,-43.000 0.000-56,-1.000 15.000-9,6.000 14.000-27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352" units="cm"/>
      <inkml:brushProperty name="height" value="0.21352" units="cm"/>
      <inkml:brushProperty name="color" value="#44546a"/>
      <inkml:brushProperty name="fitToCurve" value="1"/>
    </inkml:brush>
    <inkml:brush xml:id="br1">
      <inkml:brushProperty name="width" value="0.21353" units="cm"/>
      <inkml:brushProperty name="height" value="0.21353" units="cm"/>
      <inkml:brushProperty name="color" value="#44546a"/>
      <inkml:brushProperty name="fitToCurve" value="1"/>
    </inkml:brush>
  </inkml:definitions>
  <inkml:trace contextRef="#ctx0" brushRef="#br0">3343.000 1477.000 112,'-6.000'0.000'6,"-8.000"0.000"1,14.000 0.000 15,0.000 0.000 2,0.000 0.000-13,0.000 0.000-5,0.000 0.000-1,0.000 0.000 5,0.000-11.000-1,0.000 1.000 0,0.000 2.000 1,0.000 1.000-3,0.000-1.000 4,0.000-2.000-3,5.000-1.000-3,4.000-4.000 1,-6.000 1.000-1,7.000-4.000-5,8.000-11.000 3,-10.000 7.000-3,19.000-7.000 5,-9.000 5.000-5,2.000-7.000 2,3.000 0.000 3,-4.000-10.000-3,22.000 0.000 3,-9.000 2.000 1,-5.000 3.000-5,-1.000 8.000 4,1.000 1.000-3,-6.000 6.000 0,4.000-5.000 4,-3.000-3.000-5,7.000-5.000 4,-5.000 7.000 0,8.000-2.000-3,-4.000 7.000 2,11.000-4.000-3,-5.000-2.000 0,-2.000-4.000 7,9.000 1.000-3,-6.000-1.000-4,8.000 11.000 4,-9.000 0.000-3,7.000-5.000 5,-9.000-4.000-3,10.000-1.000-2,-1.000-3.000 7,8.000-3.000-6,3.000 6.000 3,5.000-4.000 2,1.000 4.000-8,-7.000 6.000 5,2.000-4.000-3,4.000 7.000 1,-2.000 2.000 4,1.000-4.000-5,-5.000 7.000 2,-5.000-5.000 1,-11.000 3.000-4,10.000 12.000 5,-13.000-6.000 0,4.000 0.000-5,1.000 2.000 4,-9.000 5.000 2,-1.000 3.000-6,1.000 0.000 0,-8.000-1.000-1,9.000 0.000 4,-1.000 1.000 2,9.000 3.000-5,-5.000-5.000 8,-4.000 5.000-5,1.000 0.000-2,-1.000 0.000 5,-6.000 0.000-4,4.000 0.000 4,-1.000 0.000-7,3.000 0.000 5,3.000 0.000 4,11.000 0.000-6,-8.000 5.000-3,5.000 2.000 6,-5.000 7.000-5,-2.000-3.000 4,5.000 4.000-3,-5.000-2.000 1,-5.000-6.000 5,6.000 5.000-7,0.000 3.000 7,-18.000-9.000 0,9.000 7.000-6,1.000-3.000 3,-9.000-3.000-2,-2.000 3.000 1,9.000 4.000 2,-10.000-6.000-4,-3.000 2.000 3,7.000 5.000-4,-9.000-6.000 5,-1.000 5.000-3,9.000 1.000 0,-8.000-1.000-3,6.000 3.000 6,-6.000 1.000-6,-2.000-3.000 1,8.000-1.000-1,-7.000 1.000 4,-4.000-1.000-1,1.000 1.000-3,5.000-1.000 0,-1.000 4.000 0,-4.000 0.000 0,0.000 5.000 0,5.000 1.000 4,-5.000-1.000-1,-1.000-6.000-3,-3.000 6.000 0,0.000-5.000 0,0.000-3.000 0,0.000 5.000 0,0.000 7.000 2,0.000-2.000-2,0.000 5.000 2,0.000 2.000 1,0.000-3.000-3,0.000 3.000 0,0.000-3.000 2,0.000-5.000 1,-3.000 3.000-2,-1.000-2.000-2,4.000-7.000 2,-13.000-1.000 0,13.000 6.000-1,-7.000-3.000 0,-7.000-1.000 2,10.000-3.000-2,4.000-9.000 2,0.000 0.000-4,-3.000-4.000 4,3.000-3.000 1,0.000 0.000-3,0.000 4.000 0,0.000-4.000 2,-5.000 0.000-2,5.000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0,12.000 0.000 2,22.000 0.000 5,-6.000 0.000 6,3.000 0.000-13,2.000 0.000 2,15.000 0.000 5,25.000-3.000-5,11.000-16.000 19,9.000 1.000-12,-4.000-1.000-1,4.000 4.000 1,8.000-4.000-9,-14.000 4.000 6,-7.000 4.000 0,-3.000 3.000-2,-9.000 0.000-4,-5.000-2.000 0,8.000 0.000 2,-12.000-1.000 5,6.000 3.000-2,-9.000 6.000 0,-8.000-3.000-3,-8.000 5.000 0,4.000-3.000 0,-2.000 3.000 2,-11.000 0.000-4,1.000 0.000 9,12.000 0.000-7,-11.000 0.000 2,15.000 0.000-1,-12.000 0.000-3,8.000 0.000 3,2.000 0.000 1,-7.000 8.000-4,8.000-1.000 7,-1.000 4.000-7,-15.000-1.000 0,11.000 1.000 2,-7.000 7.000-2,-7.000-7.000 0,10.000 4.000-2,-7.000 4.000 4,-3.000-4.000 0,-3.000 4.000 0,3.000-1.000-2,0.000 4.000 0,-1.000 1.000 0,-7.000-5.000 0,1.000 3.000-2,4.000 1.000 2,-11.000 3.000 8,11.000-3.000-8,-1.000 5.000 0,-8.000-9.000 0,-3.000 2.000 2,7.000 6.000-4,-12.000-4.000 2,7.000 7.000 0,-10.000-4.000 7,7.000-2.000-6,-4.000-3.000-1,-3.000 2.000 0,-5.000 2.000 0,2.000 3.000 0,-2.000-2.000 0,0.000 0.000 0,0.000 8.000 8,0.000 1.000-8,0.000-2.000 0,0.000 3.000 0,0.000-5.000 2,0.000-7.000-2,-2.000 5.000 0,-7.000 1.000 0,-5.000-3.000 8,7.000 2.000-8,0.000-4.000 0,-7.000-5.000 0,12.000-1.000 1,-6.000-7.000-2,-2.000-4.000 1,8.000 1.000 0,2.000-1.000 1,-5.000-4.000-1,5.000 2.000 0,0.000-3.000 2,0.000-2.000 0,0.000 0.000-2,0.000 0.000 0,0.000 0.000 0,0.000 0.000 0,0.000 0.000 2,0.000 0.000-2,0.000 0.000 0,0.000 0.000-2,0.000 0.000 0,0.000 0.000 0,0.000 0.000 1,0.000 0.000-3,0.000 0.000-6,5.000 8.000 10,17.000-4.000 0,4.000 3.000 4,1.000 1.000-4,19.000-8.000 0,-1.000 2.000 2,-3.000-2.000 6,27.000 0.000-8,-12.000 5.000 0,8.000 2.000 3,-6.000 8.000-1,-3.000 2.000-2,-3.000 2.000 2,0.000 2.000-2,-10.000-3.000 8,-7.000-2.000-8,1.000 2.000 0,-1.000 0.000-1,-6.000 10.000 1,8.000-3.000-3,-5.000 9.000 3,-5.000 1.000 0,-1.000 2.000 4,1.000 3.000-4,-10.000 3.000 0,4.000 0.000 0,-9.000 4.000 6,7.000 4.000-8,4.000-4.000 2,-7.000 6.000 0,-6.000-6.000 4,7.000 3.000 0,-11.000-1.000-4,1.000-7.000 6,0.000 12.000-6,-4.000-11.000 0,-4.000 3.000 2,0.000 5.000-2,0.000-3.000 10,0.000-8.000-10,0.000 3.000 0,0.000 5.000 4,0.000-9.000-3,-17.000 4.000 3,3.000-3.000-4,-6.000 6.000 0,-13.000 0.000 10,-4.000-2.000-10,1.000 10.000 0,-5.000 3.000 4,-6.000-6.000-2,2.000 10.000-2,-5.000-3.000 0,-13.000-6.000 0,10.000-2.000 2,-2.000-3.000-2,-1.000 0.000 0,-9.000 4.000-2,5.000 0.000 4,-18.000-2.000-4,19.000 0.000 2,4.000-7.000-2,-3.000-4.000 0,26.000-9.000-2,3.000-8.000 4,9.000-7.000-2,13.000-3.000 2,-10.000 8.000-2,13.000-11.000 0,4.000-2.000 2,0.000 2.000-2,0.000-8.000 0,0.000 0.000 2,0.000 0.000-2,0.000 0.000-1,0.000 0.000 1,0.000 0.000-4,0.000 0.000 4,0.000 0.000-2,0.000 6.000 4,0.000 6.000 0,26.000-6.000 0,-6.000 6.000 4,2.000-2.000-8,7.000 4.000 6,3.000-3.000-2,17.000 5.000 8,-19.000-1.000-8,13.000-4.000 0,-13.000 5.000 2,3.000 6.000 2,0.000-4.000-4,-14.000 4.000 0,2.000 1.000 0,-1.000 1.000 0,-8.000 2.000 0,8.000 10.000 0,-4.000 0.000 5,-7.000 8.000-3,7.000 3.000 0,-4.000 5.000-2,-10.000 1.000 0,8.000-1.000 6,-10.000 8.000-6,0.000-2.000 0,0.000 5.000 2,-12.000 1.000-2,-13.000 2.000 0,11.000-1.000 0,-11.000-7.000 2,1.000 8.000-2,-5.000-13.000 0,1.000 5.000 0,-5.000 1.000 0,0.000-9.000 6,-2.000 13.000-8,-9.000-14.000 2,-5.000 7.000 0,5.000-11.000 6,12.000-6.000-6,1.000 3.000-2,-15.000 1.000 2,-7.000 3.000 0,2.000-1.000 4,2.000-5.000-4,-7.000 3.000 0,5.000 5.000 2,-14.000-2.000-2,4.000 2.000 0,5.000-1.000 6,-3.000-4.000-4,-12.000-3.000-2,12.000 3.000 0,-13.000-3.000 2,-1.000-3.000 12,-6.000 4.000-14,-11.000-7.000 0,-5.000 7.000 7,-24.000 3.000-7,7.000-4.000 0,-13.000 3.000 0,-4.000-3.000 0,1.000 0.000 2,12.000 0.000-2,-6.000-7.000 0,1.000-2.000 4,-11.000 3.000 0,-8.000-2.000-2,-5.000-3.000-2,-9.000 5.000 0,14.000-7.000 2,8.000-5.000-2,2.000-3.000-2,-11.000-5.000-2,15.000-6.000 6,7.000-8.000-4,-9.000 0.000 2,10.000 0.000 0,15.000 0.000 2,-3.000 0.000-2,1.000-5.000 0,4.000-8.000-2,14.000-6.000 2,-10.000-3.000 0,0.000-8.000 0,5.000-9.000 0,3.000 4.000 0,4.000-10.000 0,2.000 3.000 0,-7.000-2.000 0,14.000 4.000 0,9.000 4.000 0,-3.000 3.000 2,2.000 0.000 0,12.000 4.000 0,3.000-3.000-2,-6.000-1.000 0,6.000 0.000-4,-4.000-6.000 8,-7.000-1.000-4,5.000 4.000 0,-12.000-9.000 2,21.000 6.000 0,-3.000-1.000 0,0.000 4.000-2,1.000 1.000 0,7.000 1.000-2,10.000 1.000 0,3.000 5.000 0,5.000-8.000 2,-7.000 2.000 0,6.000-3.000-2,3.000 2.000-4,13.000-2.000 6,-4.000 6.000-4,12.000-3.000 4,4.000 2.000-2,0.000 3.000 2,0.000 4.000-3,0.000 4.000 1,0.000-2.000 0,0.000-2.000 0,0.000 3.000 4,0.000-10.000-4,18.000 11.000 2,-7.000-10.000 0,-8.000 13.000-2,14.000-1.000 2,-13.000 9.000 0,-4.000 10.000-2,4.000 0.000 4,-4.000 0.000 0,0.000 0.000-2,0.000 0.000 0,0.000 0.000 4,0.000 0.000 1,0.000 0.000-5,0.000 0.000 0,0.000 0.000 0,0.000 0.000 0,0.000 0.000 0,0.000 0.000 0,0.000 0.000 0,0.000 0.000 0,0.000 0.000 0,0.000 0.000 0,14.000 0.000 0,-14.000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2,-18.000 0.000-2,-3.000 0.000 0,2.000 4.000 4,-18.000-1.000-8,9.000 0.000 2,-16.000 2.000 2,12.000 3.000-2,-16.000-2.000 4,-5.000 2.000-4,-11.000 2.000 0,-12.000 1.000 0,-3.000 4.000 2,-20.000-5.000-5,-4.000 6.000 3,-15.000-3.000 2,13.000 3.000-6,-6.000-13.000 6,6.000 5.000-4,0.000-6.000 4,9.000-2.000 0,-2.000 0.000-6,13.000 0.000 6,2.000-10.000 0,4.000-9.000-2,6.000-7.000 0,-1.000 6.000-4,1.000-9.000 6,10.000-1.000-2,-2.000 2.000 0,12.000-9.000 0,14.000 3.000 0,-1.000-5.000-2,7.000 0.000 4,5.000 0.000-6,-3.000-8.000 6,-6.000-6.000-2,12.000 2.000 2,1.000-10.000-6,5.000 12.000 6,-5.000-3.000-2,4.000-6.000 0,6.000 14.000-3,8.000-4.000 5,1.000 3.000-2,5.000-10.000-4,-3.000 0.000 4,3.000-5.000 2,0.000-6.000-2,0.000-1.000 0,0.000-4.000 0,0.000 3.000 2,0.000-2.000-2,0.000 12.000 2,10.000-10.000-4,10.000 6.000 4,6.000 3.000-2,1.000-1.000 2,1.000 5.000 0,-4.000 1.000 0,4.000-1.000-4,-1.000 6.000 4,4.000-4.000-4,5.000 4.000 4,-4.000 1.000 0,-1.000 12.000-4,-7.000 2.000 7,5.000 5.000-3,-12.000 8.000 0,-6.000 3.000-3,3.000 8.000 3,-12.000 5.000 0,-2.000 5.000 0,0.000-2.000-2,0.000 2.000 2,0.000 0.000 0,0.000 0.000 2,0.000 0.000 1,0.000 0.000-3,0.000 0.000 1,0.000 0.000 1,0.000 0.000 4,0.000 0.000-6,0.000 0.000 2,0.000 0.000 6,0.000 0.000-8,0.000 0.000 0,-7.000 0.000 0,-2.000-7.000 4,-8.000-5.000-4,2.000-7.000 0,-10.000-1.000 0,-5.000-13.000-2,-13.000-8.000 4,8.000-5.000-2,-11.000-10.000 0,7.000 0.000-2,3.000-2.000 0,2.000-4.000-4,4.000 4.000 6,9.000 14.000-2,1.000 7.000 2,13.000-3.000 0,-10.000 0.000-4,6.000 0.000 4,-2.000-4.000-2,8.000 5.000 2,5.000-7.000 0,0.000 13.000-2,0.000-7.000 2,0.000-3.000-6,0.000 2.000 6,0.000-2.000-4,0.000-7.000 2,0.000-5.000 2,5.000-11.000-2,19.000-10.000 2,0.000-1.000 0,4.000-2.000-3,15.000 1.000 3,-9.000 7.000-2,7.000 6.000 2,-7.000 8.000 0,12.000 9.000-10,-11.000 5.000 10,18.000 3.000-4,-1.000-4.000 4,17.000-3.000-2,8.000-6.000 1,7.000-1.000 1,-3.000 2.000 0,3.000-3.000-5,-16.000 18.000 5,2.000 6.000 0,-15.000 2.000 0,2.000 6.000-2,-9.000 2.000 2,-3.000 3.000-2,3.000 4.000 2,0.000-8.000 0,5.000 3.000 2,7.000-2.000 0,-6.000 0.000 0,-1.000 3.000-2,-7.000-1.000 4,2.000 4.000-2,-12.000 1.000-2,1.000 3.000 0,-5.000 0.000 4,2.000 3.000-4,-6.000 2.000 2,10.000 0.000 4,-3.000-6.000-6,-6.000 5.000 5,-1.000-1.000-3,8.000-3.000 0,-7.000 3.000 4,3.000 1.000 0,-1.000 0.000-6,-5.000 1.000 0,1.000 1.000 0,-3.000 5.000 4,0.000-3.000-4,25.000 3.000 0,-7.000-3.000 6,-3.000 3.000-6,9.000-4.000 0,5.000 4.000 2,2.000 0.000 0,-3.000 0.000 2,1.000 0.000-2,-5.000 0.000-2,-3.000 0.000 2,-10.000 0.000 0,-7.000 0.000-2,-3.000 0.000 0,-1.000 0.000 2,0.000 0.000-4,0.000 0.000 6,-8.000 4.000-6,17.000-1.000 2,-15.000 5.000 0,-2.000-5.000 0,7.000 5.000 0,5.000-6.000 0,-12.000 5.000 4,12.000 1.000-4,-4.000-1.000 0,-4.000 2.000 0,5.000-4.000 0,-6.000 4.000 0,1.000-1.000-2,0.000 2.000 2,-8.000-3.000 0,4.000 3.000 0,0.000 2.000 0,-7.000-6.000-2,-1.000 2.000 2,4.000-5.000 0,-8.000 5.000 0,2.000-1.000 0,-1.000 0.000 6,12.000 0.000-6,-13.000 6.000 0,1.000-3.000 0,4.000-4.000 1,-9.000 7.000-1,3.000-8.000 0,5.000 3.000 2,-6.000 2.000 4,-2.000-5.000-6,5.000-2.000 0,-5.000 4.000 0,0.000 0.000 0,9.000-3.000 0,-5.000 0.000 0,-4.000-2.000 0,3.000-2.000 4,-3.000 5.000-4,0.000-1.000 0,0.000 0.000 0,0.000-1.000 2,0.000 2.000-4,0.000-5.000 2,0.000 2.000 0,0.000 3.000 0,5.000 1.000 4,-5.000-2.000-6,0.000-1.000 2,0.000 1.000 0,0.000-4.000 0,0.000 0.000-2,0.000 7.000 2,0.000-7.000 6,0.000 0.000-6,0.000 8.000 0,0.000-1.000 0,0.000 3.000-2,0.000-2.000-2,0.000-1.000 4,0.000-3.000 0,0.000-1.000 4,0.000-3.000-4,0.000 0.000 2,0.000 0.000-2,0.000 0.000-29,0.000 0.000-88,-33.000 29.000-123,-13.000 17.000-28,7.000-22.000-12</inkml:trace>
  <inkml:trace contextRef="#ctx0" brushRef="#br0">9991.000 6341.000 41,'11.000'-9.000'21,"-6.000"-4.000"-2,13.000 4.000 3,-7.000 6.000-4,-6.000-2.000-4,-5.000-1.000 4,5.000 1.000 0,-5.000 2.000 1,0.000 3.000 9,0.000 0.000-4,0.000 0.000 5,0.000 0.000 2,0.000 0.000-6,0.000 0.000-2,-5.000 0.000-9,-23.000 0.000-8,12.000 0.000 7,-12.000 0.000-8,-6.000 0.000 1,-1.000 0.000 5,-8.000 0.000-3,-19.000 8.000-1,13.000 23.000-4,-12.000 14.000-2,-6.000 11.000 6,13.000 3.000-7,-3.000 11.000 0,13.000 5.000 0,5.000 0.000 4,11.000 5.000-8,-1.000 7.000 4,24.000 2.000 0,-6.000 5.000 0,11.000 3.000 0,0.000-3.000 0,0.000-8.000 3,16.000-12.000-3,18.000-8.000 0,16.000-14.000 3,0.000-3.000-3,0.000-10.000 4,17.000-14.000-2,17.000-5.000-2,-11.000-14.000 7,14.000-2.000-3,4.000-4.000 5,-3.000 0.000-1,2.000 0.000 7,-2.000-14.000 2,-5.000-21.000-11,1.000-20.000-2,3.000-11.000 4,-19.000-10.000 0,4.000-3.000 0,-4.000-7.000 1,-19.000 2.000 1,13.000-2.000 7,-23.000 12.000-14,12.000 3.000 19,-25.000 17.000-3,2.000 4.000-5,6.000-2.000 6,-5.000-7.000-6,-19.000 13.000 8,-10.000 2.000 6,0.000-11.000-17,0.000-6.000-3,0.000-3.000 1,-10.000-2.000-7,-29.000 6.000 4,1.000-1.000-6,-2.000 16.000 4,-7.000 6.000-4,-1.000 4.000 5,-19.000 9.000-5,-6.000 6.000 8,-21.000 10.000-6,11.000 10.000 2,-18.000 0.000-2,28.000 0.000-2,1.000 0.000 0,29.000 0.000 0,3.000 0.000 0,7.000 0.000 0,5.000 0.000-10,-6.000 0.000 6,18.000 0.000-41,-12.000 0.000-19,-1.000 0.000-26,14.000 0.000-36,-3.000 0.000 11,18.000 6.000 2,0.000 18.000-46</inkml:trace>
  <inkml:trace contextRef="#ctx0" brushRef="#br0">11654.000 7489.000 60,'0.000'-15.000'13,"0.000"-5.000"7,19.000-2.000 8,14.000-2.000-8,4.000-6.000-2,7.000 5.000-3,2.000 2.000 1,9.000-3.000-7,-9.000 11.000 4,-9.000 2.000 3,8.000 2.000-8,11.000 1.000 0,-13.000-1.000 3,25.000 0.000 2,-11.000 6.000-1,2.000-4.000-9,8.000 9.000 11,-9.000 0.000-9,-5.000 0.000 0,10.000 0.000 0,-19.000 0.000 1,23.000 0.000 7,-23.000 19.000-6,6.000 8.000 1,-10.000-3.000 2,-2.000 8.000-1,-5.000-4.000-6,-4.000 7.000 6,-14.000-6.000-3,-9.000 7.000-2,7.000-1.000 5,-13.000 7.000-6,0.000 7.000 12,-19.000 15.000-5,-25.000 8.000 16,-16.000 6.000-11,-9.000-4.000-5,17.000 20.000-2,-22.000-21.000 1,13.000-8.000-6,-2.000-14.000 9,14.000-22.000-10,-8.000-3.000 4,13.000-21.000 0,-17.000 0.000-3,11.000-5.000 6,-7.000 0.000-4,13.000-26.000-3,6.000-28.000 3,-5.000-17.000-5,13.000 0.000 0,2.000 2.000 0,23.000-2.000-2,5.000 16.000 0,0.000-8.000 1,0.000-3.000-4,0.000 3.000 5,23.000 5.000-44,21.000 13.000-39,0.000 15.000-6,23.000 25.000-17,0.000 5.000-56</inkml:trace>
  <inkml:trace contextRef="#ctx0" brushRef="#br0">11937.000 7459.000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0.000-38,24.000 0.000-30</inkml:trace>
  <inkml:trace contextRef="#ctx0" brushRef="#br1">3364.000 1520.000 17,'0.000'-2.000'33,"0.000"-16.000"-29,0.000 13.000 2,0.000 0.000 3,6.000 0.000-1,-6.000 5.000-2,0.000 0.000-1,13.000 0.000 3,-8.000-5.000 0,-5.000 0.000 1,5.000 0.000 0,-5.000 0.000-5,5.000 1.000 2,-5.000-2.000 0,5.000 6.000 0,12.000-10.000 2,-6.000 0.000-1,-1.000-6.000-1,14.000 6.000 3,-18.000-4.000-8,17.000 3.000 2,-18.000-3.000 1,5.000 4.000-4,2.000-6.000 5,-5.000 7.000-1,-4.000-2.000 0,7.000 6.000 2,-10.000 1.000-6,7.000-3.000 2,5.000 7.000 1,3.000-10.000-3,-8.000 7.000 2,5.000-7.000-1,-2.000-1.000 0,0.000 0.000 2,-3.000 4.000-2,14.000 0.000 1,3.000-9.000 3,-14.000 12.000-3,2.000-6.000 2,-9.000 5.000-3,11.000-5.000 2,3.000-7.000-1,-17.000 14.000-1,22.000-11.000 0,-7.000 4.000 2,-15.000 5.000-1,23.000-5.000 2,-17.000-2.000-2,-2.000 10.000 2,20.000-15.000-1,-14.000-3.000-2,13.000 0.000-1,-7.000 0.000 2,12.000 0.000 0,-18.000 5.000-1,9.000 2.000-1,-9.000-1.000 3,-5.000 1.000 0,18.000 3.000-2,-13.000 4.000-1,14.000-4.000 2,-14.000 0.000-2,-4.000 0.000 3,7.000 1.000-1,-3.000-7.000-2,0.000 2.000 1,8.000 7.000-1,-12.000-8.000 0,-2.000 5.000 1,7.000 0.000-1,2.000 0.000 3,-8.000 6.000-2,5.000-2.000 1,-4.000-3.000-2,-1.000 3.000 2,-5.000 2.000-2,19.000-2.000 0,-9.000 2.000 0,-10.000-2.000 2,4.000 2.000-2,-4.000 4.000 0,0.000 0.000 1,0.000 0.000 0,0.000 0.000-1,0.000 0.000 3,0.000 0.000-3,-4.000 0.000-14,-36.000 0.000-15,-9.000 30.000 5,-8.000-1.000 11,-5.000 13.000-6,19.000-3.000 3,-11.000 1.000 6,1.000 12.000 5,-17.000-3.000 4,19.000 10.000-3,-12.000-5.000-1,3.000-8.000 3,33.000-16.000 1,5.000-6.000 0,10.000-13.000 1,-4.000-11.000 1,16.000 0.000-1,0.000 0.000 0,0.000 0.000 0,-6.000 0.000 2,6.000 0.000-2,0.000 0.000 0,0.000 0.000 0,0.000-3.000 4,0.000-18.000 8,22.000-11.000-2,12.000 4.000 2,-14.000-2.000 2,21.000 1.000-7,-2.000 0.000-4,6.000-8.000 4,-20.000 12.000 1,33.000-2.000 2,-25.000-2.000-4,11.000-6.000 1,-5.000 5.000 3,13.000-5.000-5,-3.000-1.000-2,-15.000 12.000 2,4.000-1.000-3,1.000 5.000 2,-6.000-4.000 2,1.000 4.000-5,0.000 0.000 4,-5.000 5.000-5,-19.000 4.000 0,0.000 6.000 3,-10.000 5.000-3,12.000 0.000 4,-12.000 0.000-2,0.000 0.000 1,0.000 0.000 4,-29.000 16.000-6,-31.000 29.000-1,5.000-1.000-1,-7.000 1.000-1,-1.000 10.000 1,10.000-7.000 1,1.000-1.000 0,-2.000-1.000 0,2.000-11.000 0,15.000-6.000-1,20.000-14.000 1,3.000-3.000 0,11.000-12.000 1,3.000 0.000-1,0.000 0.000-2,0.000 0.000 1,0.000 0.000-2,0.000 0.000 1,0.000 0.000 1,0.000-19.000 1,34.000-18.000 10,16.000 2.000 1,-6.000-13.000 1,5.000 3.000 0,13.000-3.000 1,-13.000 2.000-3,13.000 7.000-2,-5.000 8.000-6,-8.000-2.000 11,14.000 0.000-12,-19.000 5.000 4,-1.000 4.000 0,8.000-7.000-1,-24.000 7.000-1,19.000 3.000 2,-25.000 0.000-3,11.000 7.000 5,2.000-2.000-4,-11.000 1.000-2,-2.000 1.000 5,8.000-6.000-2,9.000-3.000-1,-9.000 4.000-1,5.000-1.000 0,-6.000 5.000 2,-8.000 1.000-4,9.000-5.000 1,-1.000 4.000-1,-12.000-1.000 1,7.000 2.000-1,1.000 8.000 0,-14.000 2.000 3,0.000-1.000-1,-4.000 5.000-2,6.000-9.000 0,-2.000-4.000 2,-4.000 4.000-2,10.000 3.000 1,-6.000 2.000-2,3.000-1.000 2,-2.000-2.000-2,6.000-11.000 1,-12.000 8.000 0,19.000-1.000 2,-14.000 7.000-2,-6.000-2.000 3,19.000 2.000-7,-12.000-6.000 8,-5.000 10.000-8,6.000-5.000 5,-6.000-5.000-1,4.000 5.000 0,-10.000 0.000 2,18.000-6.000-2,-4.000 11.000 0,-7.000-3.000 1,5.000-4.000-4,-2.000 2.000 3,-5.000 5.000 0,0.000-5.000 0,13.000 5.000 2,-12.000-5.000-2,4.000 0.000 0,-5.000 0.000 1,-5.000 5.000-2,13.000-4.000 1,-7.000 4.000 0,4.000 0.000 0,-6.000 0.000 0,3.000-6.000 0,10.000 6.000 0,-7.000 0.000 1,-5.000-4.000-2,13.000-2.000 1,-2.000 6.000 0,-16.000 0.000 4,18.000 0.000-4,-8.000 0.000 0,-4.000 0.000-3,12.000 0.000 6,-7.000 0.000-7,-1.000 0.000 5,-10.000-4.000-1,18.000 4.000 0,-8.000-6.000 3,-5.000 6.000-3,19.000 0.000 0,-14.000-5.000 0,-5.000 5.000-3,8.000 0.000 3,-3.000 0.000 0,0.000 0.000 3,-10.000 0.000-3,6.000 0.000-3,-6.000 0.000 3,13.000 0.000 0,-8.000-5.000 0,0.000 5.000 3,-5.000 0.000-3,5.000 0.000 0,-5.000 0.000 0,5.000 0.000 0,9.000 0.000-3,-14.000 0.000 3,10.000 0.000 0,-6.000 0.000 0,2.000 0.000 0,-6.000 0.000 3,0.000 0.000-3,4.000 0.000 0,10.000 0.000 0,-8.000 0.000 0,-2.000 0.000 1,-4.000 0.000-1,6.000 0.000 0,-6.000 0.000-1,4.000 0.000 2,10.000 0.000-1,-14.000 0.000 0,5.000 0.000 0,0.000 0.000 2,0.000 0.000-2,0.000 0.000 0,7.000 0.000 0,-5.000 5.000 0,-7.000 0.000 0,4.000-5.000 0,-4.000 0.000 0,0.000 0.000 3,0.000 0.000-3,0.000 0.000 0,0.000 0.000 4,0.000 0.000-3,0.000 0.000 1,0.000 0.000 5,0.000 0.000-1,-4.000 0.000 4,-35.000 0.000-10,-9.000 0.000 0,5.000 0.000 0,5.000 0.000-3,-12.000 6.000-6,-1.000-2.000 3,12.000 6.000 2,-1.000 0.000 3,7.000 0.000-3,-1.000 0.000-1,1.000 2.000-3,-6.000-9.000 5,7.000 1.000-4,-2.000-4.000 2,19.000 7.000 5,-9.000-2.000-4,3.000-5.000 4,4.000 5.000 0,7.000 0.000 2,-9.000-5.000-2,14.000 0.000-3,-10.000 5.000 3,-3.000 0.000 0,5.000 5.000 0,-8.000-10.000 0,10.000 4.000 0,1.000-4.000-1,-8.000 0.000 1,18.000 0.000 0,0.000 0.000-2,0.000 0.000 2,0.000 0.000 0,0.000 0.000-4,0.000 0.000 3,0.000 0.000 0,0.000 0.000-4,0.000 0.000 4,0.000 0.000-8,0.000 0.000 6,0.000 0.000 2,18.000 0.000-4,14.000 0.000 5,2.000 0.000 0,5.000 0.000 0,0.000-14.000 1,1.000 9.000-1,-8.000 5.000 0,2.000-5.000 3,5.000 5.000-2,-24.000 0.000-1,18.000 0.000 0,1.000 0.000 0,-1.000 0.000 1,1.000 0.000-1,1.000 0.000 3,-13.000 0.000-1,-6.000 0.000 0,13.000 0.000-2,-19.000 0.000 1,18.000 0.000 1,-18.000 0.000-3,19.000 10.000 2,-19.000 0.000-1,14.000-6.000 2,-14.000 6.000-1,-6.000-4.000-1,20.000 4.000 2,-18.000 0.000-2,12.000-5.000 0,-13.000 3.000-1,5.000-6.000 1,-5.000 3.000 1,7.000 0.000 2,-1.000-1.000-3,-5.000 2.000 0,-6.000 0.000 1,4.000-3.000-2,-4.000-3.000-1,0.000 0.000 2,0.000 0.000 3,0.000 7.000-2,0.000-7.000-1,0.000 0.000 3,0.000 0.000-3,0.000 0.000 0,0.000 0.000 0,0.000 0.000 1,0.000 0.000 9,0.000 0.000-9,0.000 0.000-1,0.000 0.000-28,-43.000 0.000-56,-1.000 15.000-9,6.000 14.000-27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0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-3.000 299.000 3,'0.000'20.000'6,"0.000"-5.000"-6,0.000-7.000 0,3.000-5.000 2,0.000-3.000-2,0.000 0.000 4,0.000 0.000 3,-3.000 0.000-2,2.000 0.000 5,-2.000 0.000-1,0.000 0.000-3,0.000 0.000 2,0.000 0.000-1,0.000 0.000 2,0.000 0.000 0,0.000 0.000 1,0.000 0.000 4,0.000 0.000-4,0.000 0.000 3,0.000 0.000 4,0.000 0.000-3,0.000 0.000 4,0.000 0.000-3,0.000 0.000 1,0.000 0.000 3,0.000 0.000-6,0.000 0.000 2,0.000 0.000 3,0.000 0.000-7,0.000 0.000 7,0.000 0.000 1,0.000 0.000-7,0.000 0.000 3,0.000 0.000-9,0.000 3.000 2,0.000-3.000-1,8.000 0.000-7,-2.000 2.000 5,-1.000-2.000-2,11.000 4.000 2,3.000-4.000 8,-3.000 0.000-6,9.000 0.000 0,0.000 0.000 5,10.000 0.000-3,6.000 0.000-2,0.000 0.000 3,0.000 0.000-7,0.000 0.000 5,-1.000-4.000-7,-2.000 2.000 1,3.000-4.000 4,0.000 3.000-5,0.000-2.000 0,-3.000-1.000 4,0.000 3.000-4,0.000 0.000 6,5.000-2.000-5,1.000-1.000 10,10.000 0.000 0,9.000 0.000-8,0.000 1.000 2,-1.000-1.000 4,4.000-1.000-7,4.000 2.000 8,-4.000 1.000-9,-3.000-2.000 3,-4.000 0.000 3,4.000 0.000-6,0.000 1.000-1,0.000-1.000 1,4.000-2.000 0,-2.000 2.000-1,-2.000-3.000 6,10.000 4.000-6,-7.000-4.000 6,-1.000 3.000-2,11.000 4.000 0,-7.000-3.000-3,10.000 1.000 2,-3.000-1.000-1,-1.000 1.000 1,-9.000-1.000-1,0.000 2.000-1,-3.000 0.000 1,-7.000 1.000-3,-5.000 2.000 0,2.000 0.000 0,-2.000 0.000 0,9.000 0.000 2,0.000 0.000 0,2.000 0.000 7,-2.000 0.000-8,-3.000 0.000-1,-1.000 0.000 7,-2.000 2.000-7,0.000 4.000 8,-8.000-1.000-8,8.000-1.000 5,-1.000 1.000 8,4.000 4.000-12,5.000-4.000 1,11.000 1.000 2,-7.000 0.000-2,13.000-4.000 11,0.000 4.000-8,-11.000-3.000 1,5.000 0.000 10,-4.000 3.000-14,-9.000-1.000 0,-1.000 1.000-2,1.000-1.000 4,-3.000 0.000 5,9.000 2.000-9,-3.000-2.000 8,7.000-1.000 5,-8.000-4.000-13,1.000 0.000 0,0.000 0.000 6,0.000 0.000-4,-4.000 0.000 7,-2.000 0.000-7,3.000 0.000 10,-3.000 0.000 0,3.000 0.000-11,3.000 0.000 3,-1.000 0.000 6,14.000 0.000-7,-7.000 0.000 13,13.000-12.000-10,-1.000-2.000 7,1.000 3.000 5,-3.000 2.000-14,5.000 0.000 6,5.000 3.000 4,-1.000-2.000-11,16.000-1.000 17,9.000 4.000-16,-6.000-4.000 4,10.000 4.000 5,-17.000 2.000-13,-9.000 3.000 0,-5.000 0.000 0,-4.000 0.000 2,-8.000 0.000 10,12.000 0.000-12,-12.000 0.000 2,8.000 0.000 6,-6.000 0.000-4,3.000 0.000-4,0.000 6.000 8,2.000 0.000-6,-5.000-5.000 4,-1.000 3.000-6,1.000 0.000 4,-3.000-3.000 11,-8.000-1.000-15,-2.000 6.000-2,-6.000-3.000 0,3.000 0.000 4,-1.000 0.000 10,-2.000-1.000-12,-4.000 2.000 2,4.000-2.000 4,0.000 1.000-3,-8.000-3.000-3,2.000 0.000 0,-7.000 3.000 0,-3.000-3.000 0,6.000 0.000 0,4.000 3.000 0,-2.000-3.000 0,11.000 0.000 0,0.000 0.000 0,0.000 0.000 0,3.000 0.000 0,7.000 0.000 0,-8.000 0.000 0,1.000 0.000 0,-3.000 0.000 0,-3.000 0.000 0,0.000 3.000 0,-11.000-3.000 0,14.000 0.000 0,0.000 2.000 0,0.000-2.000 0,19.000 4.000 0,-8.000 1.000 0,8.000-2.000 0,-3.000 5.000 0,3.000-3.000 0,-8.000 2.000 0,-1.000-2.000 0,-7.000 3.000 0,-3.000 1.000 0,5.000-3.000 0,-5.000 2.000 0,3.000-2.000 0,0.000 0.000 0,4.000 5.000 0,-1.000-5.000 0,-1.000 2.000 0,8.000-2.000 0,-7.000-3.000 0,0.000 0.000 0,9.000-3.000 0,-2.000 0.000 0,-7.000 0.000 0,3.000 0.000 0,4.000 0.000 0,5.000 0.000 0,1.000 0.000 0,3.000 0.000 0,-11.000 0.000 0,18.000 0.000 0,-7.000 0.000 0,-3.000 0.000 0,3.000 0.000 0,2.000 0.000 0,-5.000 0.000 0,3.000 0.000 0,-1.000 0.000 0,17.000 0.000 0,-10.000-3.000 0,-1.000 3.000 0,8.000-3.000 0,-3.000 3.000 0,-7.000 0.000 0,-4.000 0.000 0,1.000 0.000 0,-3.000 0.000 0,-8.000 0.000 0,-1.000 0.000 0,-1.000 0.000 0,4.000 0.000 0,-4.000 6.000 0,6.000-4.000 0,10.000 2.000 0,-6.000-4.000 0,5.000 0.000 0,-5.000 0.000 0,13.000 0.000 0,-4.000 0.000 0,7.000 0.000 0,-11.000 0.000 0,4.000 0.000 0,4.000 0.000 0,-11.000 0.000 0,7.000-12.000 0,7.000 4.000 0,3.000-7.000 0,2.000-1.000 0,4.000 1.000 0,-6.000 1.000 0,-14.000 0.000 0,1.000 3.000 0,-9.000 0.000 0,-5.000-1.000 0,-1.000 1.000 0,-4.000-1.000 0,0.000-2.000 0,-7.000 3.000 0,11.000-3.000 0,-10.000 3.000 0,-7.000 2.000 0,-2.000-2.000 0,-4.000 2.000 0,-4.000-3.000 0,-2.000 7.000 0,-3.000-4.000 0,-3.000 4.000 0,0.000-1.000 0,-7.000 3.000 0,7.000-2.000 0,-10.000-1.000 0,2.000 0.000 0,0.000-2.000 0,0.000 2.000 0,-5.000 5.000 0,3.000-4.000 0,1.000 2.000 0,2.000 1.000 0,-9.000-1.000 0,6.000 0.000 0,-3.000-3.000 0,-3.000 4.000 0,3.000 0.000 0,-3.000-2.000 0,2.000 2.000 0,9.000-2.000 0,-8.000 4.000 0,-1.000-5.000 0,-2.000 2.000 0,-3.000 3.000 0,-4.000-3.000 0,1.000 3.000 0,3.000 0.000 0,-4.000 0.000 0,1.000 0.000 0,3.000-3.000 0,3.000 3.000 0,6.000 0.000 0,-3.000 0.000 0,0.000 0.000 0,-3.000 0.000 0,0.000 0.000 0,-3.000 0.000 0,-5.000 0.000 0,0.000 0.000 0,-6.000 0.000 0,9.000 0.000 0,-12.000 0.000 0,4.000 0.000 0,5.000 0.000 0,-11.000 0.000 0,0.000 0.000 0,0.000 0.000 0,0.000-5.000 0,-35.000 2.000-48,-12.000 3.000-184,-26.000 0.000-43,4.000 14.000 76,-26.000 30.000-3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03:44"/>
    </inkml:context>
    <inkml:brush xml:id="br0">
      <inkml:brushProperty name="width" value="0.06667" units="cm"/>
      <inkml:brushProperty name="height" value="0.06667" units="cm"/>
      <inkml:brushProperty name="color" value="#44546a"/>
      <inkml:brushProperty name="fitToCurve" value="1"/>
    </inkml:brush>
  </inkml:definitions>
  <inkml:trace contextRef="#ctx0" brushRef="#br0">-1.000 174.000 88,'0.000'0.000'111,"3.000"0.000"-96,-3.000-6.000 15,0.000 6.000 13,0.000-2.000-15,3.000 2.000-12,4.000 0.000-9,2.000 0.000-2,7.000 0.000-2,3.000 0.000 2,3.000 0.000 26,-6.000 0.000-7,-7.000 0.000 9,7.000 0.000 1,-10.000 0.000-4,10.000 0.000 4,-3.000 0.000-3,6.000 0.000-11,3.000 0.000 12,3.000 0.000-16,-1.000 0.000 6,11.000 0.000 2,-7.000-4.000-8,7.000 1.000 3,0.000 3.000 2,-7.000-1.000-16,7.000-3.000 20,-10.000 4.000-6,10.000-2.000-3,-10.000-2.000-1,-1.000 2.000-5,9.000-1.000 3,-9.000 1.000 5,8.000-5.000-16,-1.000 5.000 21,7.000-4.000-13,0.000 3.000 2,0.000 3.000 4,6.000 0.000-14,13.000-2.000 13,8.000 2.000 27,8.000 0.000-33,-4.000 0.000 9,7.000 0.000-14,0.000 0.000 0,-2.000 0.000 3,18.000 0.000-7,-8.000 0.000 0,8.000 0.000 0,-1.000 0.000 0,4.000 0.000 0,-11.000 0.000 0,1.000 0.000 0,0.000 0.000 0,-7.000 0.000 0,-2.000 0.000 0,-13.000 0.000 0,10.000 2.000 0,-7.000 1.000 0,-1.000 0.000 0,8.000-3.000 0,-10.000 3.000 0,16.000-1.000 0,-14.000 1.000 0,1.000 3.000 0,10.000-1.000 0,0.000 1.000 0,-10.000-1.000 0,9.000 2.000 0,1.000-5.000 0,-1.000 4.000 0,6.000 0.000 0,6.000-3.000 0,0.000 0.000 0,-2.000 2.000 0,7.000-5.000 0,-8.000 3.000 0,1.000-3.000 0,13.000 0.000 0,-1.000 0.000 0,4.000 0.000 0,0.000 0.000 0,-11.000 0.000 0,-5.000 0.000 0,-6.000 0.000 0,-6.000 0.000 0,-16.000 0.000 0,-8.000 3.000 0,-5.000 12.000 0,4.000-8.000 0,-4.000 8.000 0,-3.000-4.000 0,0.000 3.000 0,-6.000 0.000 0,-5.000-2.000 0,5.000 2.000 0,3.000 0.000 0,-7.000 0.000 0,7.000 3.000 0,3.000-8.000 0,-3.000-1.000 0,2.000-2.000 0,1.000 0.000 0,10.000-2.000 0,-4.000 0.000 0,10.000-4.000 0,9.000 0.000 0,12.000 0.000 0,7.000 0.000 0,29.000 0.000 0,5.000-4.000 0,7.000-6.000 0,15.000-4.000 0,-15.000-1.000 0,-1.000 4.000 0,-8.000 2.000 0,-3.000 4.000 0,-5.000 5.000 0,-5.000 0.000 0,-6.000 0.000 0,-3.000 0.000 0,-11.000 0.000 0,4.000 0.000 0,-2.000 0.000 0,-4.000 5.000 0,-14.000 1.000 0,5.000 0.000 0,-10.000 2.000 0,0.000-2.000 0,-4.000 0.000 0,1.000-3.000 0,-3.000 2.000 0,-1.000-2.000 0,-5.000 0.000 0,6.000-3.000 0,-14.000 3.000 0,1.000-3.000 0,-6.000 6.000 0,3.000-4.000 0,-13.000 4.000 0,4.000 0.000 0,-7.000-1.000 0,7.000-2.000 0,-5.000 2.000 0,8.000 1.000 0,-7.000 0.000 0,13.000 0.000 0,7.000-4.000 0,-1.000 1.000 0,2.000-3.000 0,11.000 0.000 0,7.000 0.000 0,-7.000 0.000 0,3.000 0.000 0,6.000 0.000 0,4.000 0.000 0,-2.000 0.000 0,5.000 0.000 0,11.000 0.000 0,5.000-5.000 0,-4.000-1.000 0,10.000 3.000 0,-3.000 0.000 0,2.000-3.000 0,-9.000 1.000 0,7.000-1.000 0,-5.000 2.000 0,-5.000-4.000 0,-9.000 6.000 0,0.000 0.000 0,-8.000-2.000 0,2.000 4.000 0,-7.000 0.000 0,-13.000 0.000 0,6.000 0.000 0,-5.000 0.000 0,-7.000 0.000 0,0.000 0.000 0,0.000-2.000 0,-3.000-1.000 0,-6.000 3.000 0,6.000 0.000 0,-4.000-3.000 0,4.000 3.000 0,0.000-3.000 0,6.000 3.000 0,4.000-3.000 0,-7.000 1.000 0,13.000-1.000 0,-5.000-3.000 0,8.000 3.000 0,0.000 0.000 0,3.000 1.000 0,-1.000-7.000 0,11.000 4.000 0,-10.000 1.000 0,10.000 4.000 0,-10.000 0.000 0,15.000 0.000 0,4.000 0.000 0,-3.000 0.000 0,3.000-5.000 0,-1.000 2.000 0,1.000 3.000 0,-10.000-6.000 0,-2.000 2.000 0,-5.000 3.000 0,8.000-2.000 0,-10.000 3.000 0,-3.000-3.000 0,0.000 3.000 0,-11.000 0.000 0,11.000 0.000 0,0.000 0.000 0,6.000 0.000 0,4.000 0.000 0,-11.000-6.000 0,13.000-2.000 0,-5.000 0.000 0,-4.000-4.000 0,0.000 7.000 0,-4.000-4.000 0,1.000 4.000 0,0.000-1.000 0,3.000-3.000 0,0.000 6.000 0,-4.000-2.000 0,4.000 0.000 0,-3.000-4.000 0,-3.000 0.000 0,-5.000 1.000 0,8.000-7.000 0,-3.000 2.000 0,0.000 1.000 0,0.000 3.000 0,-7.000 4.000 0,4.000-1.000 0,-5.000 1.000 0,8.000 0.000 0,0.000-5.000 0,3.000 2.000 0,0.000-4.000 0,2.000 1.000 0,11.000-3.000 0,-10.000 5.000 0,0.000-2.000 0,-6.000 5.000 0,-8.000 4.000 0,2.000-4.000 0,-10.000 3.000 0,0.000 0.000 0,-10.000 0.000 0,1.000 1.000 0,6.000 2.000 0,-5.000-3.000 0,8.000 3.000 0,4.000 0.000 0,-1.000 0.000 0,0.000 0.000 0,10.000 0.000 0,-10.000-3.000 0,-3.000 0.000 0,5.000 3.000 0,-2.000 0.000 0,7.000 0.000 0,-1.000 0.000 0,-2.000 0.000 0,-4.000 0.000 0,-4.000 0.000 0,4.000 0.000 0,3.000 0.000 0,1.000 0.000 0,-4.000 0.000 0,-6.000 0.000 0,3.000 0.000 0,-11.000 0.000 0,5.000 0.000 0,9.000 0.000 0,10.000 0.000 0,3.000 0.000 0,-4.000 0.000 0,1.000 0.000 0,0.000 0.000 0,-14.000 0.000 0,4.000 0.000 0,-3.000 0.000 0,-3.000 0.000 0,-7.000 0.000 0,4.000 0.000 0,-8.000 0.000 0,5.000 0.000 0,-7.000 0.000 0,-3.000 0.000 0,0.000 3.000 0,-3.000 0.000 0,0.000 0.000 0,-3.000-1.000 0,3.000 1.000 0,-3.000-3.000 0,-7.000 6.000 0,4.000-4.000 0,3.000 4.000 0,-1.000-6.000 0,4.000 4.000 0,-3.000-4.000 0,-3.000 0.000 0,-5.000 2.000 0,3.000 2.000 0,0.000-2.000 0,0.000 1.000 0,-3.000-1.000 0,3.000-2.000 0,-6.000 3.000 0,1.000-3.000 0,4.000 0.000 0,-1.000 0.000 0,1.000 3.000 0,-10.000-3.000 0,6.000 0.000 0,-3.000 3.000 0,-3.000-3.000 0,0.000 0.000 0,0.000 0.000 0,0.000 0.000 0,0.000 0.000 0,0.000 0.000 0,3.000 0.000 0,-3.000 0.000 0,7.000 0.000 0,-7.000 0.000 0,3.000 0.000 0,0.000 0.000 0,-3.000 2.000 0,0.000-2.000 0,0.000 0.000 0,0.000 0.000 0,0.000 0.000 0,3.000 0.000 0,-3.000 0.000 0,3.000 0.000 0,-3.000 0.000 0,0.000 0.000 0,0.000 0.000 0,0.000 0.000 0,0.000 0.000 0,-6.000 3.000 0,-13.000 3.000 0,6.000 0.000-29,-2.000 2.000-250,15.000 7.000-59,0.000-7.000 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8:18:26"/>
    </inkml:context>
    <inkml:brush xml:id="br0">
      <inkml:brushProperty name="width" value="0.13333" units="cm"/>
      <inkml:brushProperty name="height" value="0.13333" units="cm"/>
      <inkml:brushProperty name="color" value="#44546a"/>
      <inkml:brushProperty name="fitToCurve" value="1"/>
    </inkml:brush>
  </inkml:definitions>
  <inkml:trace contextRef="#ctx0" brushRef="#br0">184.000 2216.000 97,'-54.000'31.000'12,"7.000"-12.000"-10,12.000-4.000 22,19.000-9.000-6,10.000-1.000 8,6.000-2.000-10,0.000-3.000-3,0.000 0.000 2,0.000 0.000-7,0.000 0.000 3,0.000 0.000-5,0.000 0.000-6,3.000 0.000 2,38.000 0.000 0,35.000-31.000 5,30.000-29.000 10,30.000-19.000-10,44.000-14.000 1,24.000-12.000 3,32.000-7.000-8,34.000-19.000 2,32.000-7.000-5,16.000-15.000 3,12.000-6.000-1,10.000 4.000-1,-14.000 5.000-1,-2.000 6.000 0,-9.000 11.000 1,-31.000 14.000-1,-20.000 9.000 0,-38.000 13.000 0,-28.000 18.000-1,-48.000 11.000 0,-39.000 18.000-1,-39.000 13.000 2,-31.000 14.000 0,-15.000 9.000-1,-20.000 6.000 2,0.000 4.000-1,-6.000 4.000 1,0.000 0.000-1,0.000 0.000 0,0.000 0.000 0,0.000 0.000-5,-25.000 4.000 4,-22.000 23.000 1,-29.000 8.000 0,-19.000 18.000-3,-17.000 7.000 3,-27.000 16.000-1,-5.000 9.000 0,-33.000 16.000-5,-24.000 10.000 2,-25.000 14.000-8,-19.000-1.000 3,9.000 0.000 7,15.000-16.000 0,20.000-9.000 2,13.000-15.000 0,27.000-10.000-2,26.000-14.000 1,37.000-21.000 2,32.000-14.000-1,34.000-13.000 2,26.000-12.000-2,6.000 0.000-4,0.000 0.000-3,51.000 0.000 2,18.000-19.000 4,32.000-17.000 2,24.000-19.000-1,14.000 1.000 1,18.000-14.000-1,7.000 3.000 0,12.000-12.000 0,25.000-7.000 1,10.000-1.000 0,12.000-6.000-1,-3.000 9.000 0,-19.000 0.000 0,-18.000 9.000 0,-23.000 10.000 0,-21.000 12.000 0,-39.000 18.000-1,-43.000 13.000 0,-29.000 17.000-5,-28.000 3.000-1,0.000 0.000 0,-22.000 20.000 5,-38.000 16.000 2,-21.000 7.000 0,-26.000 8.000 1,-20.000 3.000 0,-1.000 5.000 0,-27.000 15.000 0,-14.000 5.000-1,-29.000 17.000-2,-7.000 3.000 1,7.000-2.000 0,29.000-7.000 1,24.000-11.000 0,23.000-14.000 0,21.000-6.000 0,31.000-16.000 1,32.000-18.000-1,32.000-11.000-1,6.000-14.000-2,44.000 0.000-6,38.000-2.000 9,37.000-38.000 0,33.000-15.000 2,36.000-23.000 2,33.000-7.000-2,37.000-14.000-2,31.000-11.000 1,21.000-9.000-1,8.000-8.000 0,19.000-9.000 0,3.000 1.000-34,-4.000-7.000-107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39:13"/>
    </inkml:context>
    <inkml:brush xml:id="br0">
      <inkml:brushProperty name="width" value="0.37042" units="cm"/>
      <inkml:brushProperty name="height" value="0.37042" units="cm"/>
      <inkml:brushProperty name="color" value="#44546a"/>
      <inkml:brushProperty name="fitToCurve" value="1"/>
    </inkml:brush>
  </inkml:definitions>
  <inkml:trace contextRef="#ctx0" brushRef="#br0">22.000 4283.000 68,'-13.000'-3.000'27,"-2.000"3.000"-22,15.000 0.000 17,-5.000 0.000-2,5.000 0.000 0,-4.000 0.000-7,-2.000 0.000-4,6.000 0.000 3,-3.000 0.000 2,3.000 0.000-2,0.000 0.000 7,0.000 0.000-3,0.000 0.000 2,0.000 0.000 0,0.000 0.000 1,0.000 0.000 6,0.000 0.000-5,0.000 0.000-3,0.000 0.000 1,0.000 0.000-1,0.000 0.000 11,0.000 0.000-7,0.000 0.000-3,0.000 0.000 13,0.000 0.000-19,0.000 0.000 12,0.000 0.000 1,0.000 0.000-9,9.000 0.000 7,-5.000 0.000-8,5.000 0.000-2,15.000 0.000 8,-4.000 0.000-8,9.000 0.000 16,9.000 0.000-4,-14.000 0.000-12,-11.000 0.000 6,12.000 0.000-10,-16.000 0.000 7,14.000 0.000 7,2.000 0.000-23,-1.000 0.000 11,-6.000 0.000 5,11.000 0.000-12,-8.000 0.000 5,-9.000 0.000-1,17.000 0.000-1,-1.000 0.000 17,6.000 0.000-22,0.000-5.000 6,-6.000-3.000 4,6.000-1.000-8,10.000-4.000 10,-3.000 2.000-9,-2.000-1.000 1,5.000 2.000 12,2.000-5.000-12,32.000-5.000-4,25.000-15.000 14,84.000-26.000-10,101.000-33.000 9,108.000-26.000 12,128.000-30.000-27,106.000-23.000 0,163.000-20.000 0,143.000-25.000 0,172.000-29.000 0,180.000-25.000 0,159.000-11.000 0,147.000-27.000 0,190.000-25.000 0,179.000-17.000 0,172.000-23.000-90,165.000 18.000-150,96.000 30.000-126,25.000 52.000 142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16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2519.000 1091.000 112,'-5.000'0.000'6,"-6.000"0.000"1,11.000 0.000 15,0.000 0.000 2,0.000 0.000-13,0.000 0.000-5,0.000 0.000-1,0.000 0.000 5,0.000-9.000-1,0.000 1.000 0,0.000 2.000 1,0.000 0.000-3,0.000 0.000 4,0.000-2.000-3,4.000-1.000-3,3.000-3.000 1,-4.000 1.000-1,5.000-3.000-5,6.000-9.000 3,-8.000 5.000-3,16.000-5.000 5,-8.000 4.000-5,2.000-5.000 2,2.000-1.000 3,-3.000-7.000-3,18.000-1.000 3,-8.000 2.000 1,-3.000 3.000-5,-2.000 5.000 4,2.000 2.000-3,-6.000 4.000 0,4.000-3.000 4,-2.000-3.000-5,5.000-4.000 4,-4.000 5.000 0,6.000-1.000-3,-3.000 6.000 2,9.000-4.000-3,-4.000-1.000 0,-1.000-3.000 7,6.000 0.000-3,-4.000 0.000-4,6.000 8.000 4,-7.000 0.000-3,6.000-3.000 5,-8.000-4.000-3,8.000-1.000-2,0.000-2.000 7,6.000-2.000-6,2.000 4.000 3,4.000-2.000 2,1.000 2.000-8,-5.000 5.000 5,1.000-3.000-3,3.000 6.000 1,-1.000 1.000 4,0.000-3.000-5,-3.000 5.000 2,-5.000-3.000 1,-8.000 2.000-4,8.000 9.000 5,-11.000-4.000 0,4.000 0.000-5,0.000 1.000 4,-7.000 4.000 2,0.000 3.000-6,0.000-1.000 0,-6.000 0.000-1,7.000 0.000 4,-1.000 1.000 2,7.000 2.000-5,-3.000-4.000 8,-4.000 4.000-5,1.000 0.000-2,-1.000 0.000 5,-4.000 0.000-4,2.000 0.000 4,0.000 0.000-7,2.000 0.000 5,3.000 0.000 4,8.000 0.000-6,-6.000 4.000-3,4.000 1.000 6,-4.000 6.000-5,-1.000-2.000 4,3.000 3.000-3,-4.000-2.000 1,-3.000-4.000 5,4.000 3.000-7,0.000 3.000 7,-14.000-7.000 0,7.000 5.000-6,1.000-2.000 3,-7.000-2.000-2,-2.000 2.000 1,7.000 3.000 2,-8.000-5.000-4,-2.000 2.000 3,6.000 4.000-4,-8.000-5.000 5,0.000 4.000-3,6.000 1.000 0,-5.000-1.000-3,4.000 3.000 6,-5.000 0.000-6,-1.000-2.000 1,6.000-1.000-1,-5.000 1.000 4,-4.000-1.000-1,1.000 1.000-3,4.000-1.000 0,0.000 3.000 0,-4.000 1.000 0,0.000 3.000 0,4.000 1.000 4,-4.000-1.000-1,0.000-4.000-3,-3.000 4.000 0,0.000-4.000 0,0.000-2.000 0,0.000 4.000 0,0.000 5.000 2,0.000-1.000-2,0.000 4.000 2,0.000 1.000 1,0.000-2.000-3,0.000 3.000 0,0.000-3.000 2,0.000-4.000 1,-3.000 2.000-2,0.000-1.000-2,3.000-6.000 2,-10.000 0.000 0,10.000 4.000-1,-6.000-2.000 0,-5.000-1.000 2,8.000-2.000-2,3.000-8.000 2,0.000 1.000-4,-2.000-4.000 4,2.000-2.000 1,0.000 0.000-3,0.000 3.000 0,0.000-3.000 2,-4.000 0.000-2,4.000 0.000 0,0.000 0.000 0,0.000 0.000 2,0.000 0.000 0,0.000 0.000 0,0.000 0.000-2,0.000 0.000 1,0.000 0.000 1,0.000 0.000 2,0.000 0.000-1,0.000 0.000-3,0.000 0.000 11,0.000 0.000-11,0.000 0.000 4,0.000 0.000 1,0.000 0.000-5,0.000 0.000 0,0.000 0.000 0,0.000 0.000 4,0.000 0.000 0,0.000 0.000-4,0.000 3.000 0,0.000-3.000 0,0.000 0.000 0,0.000 0.000 0,9.000 0.000 2,18.000 0.000 5,-5.000 0.000 6,3.000 0.000-13,1.000 0.000 2,12.000 0.000 5,20.000-3.000-5,9.000-12.000 19,7.000 1.000-12,-4.000-1.000-1,4.000 3.000 1,6.000-3.000-9,-11.000 3.000 6,-5.000 3.000 0,-3.000 3.000-2,-7.000 0.000-4,-4.000-2.000 0,6.000 0.000 2,-9.000-1.000 5,5.000 3.000-2,-8.000 4.000 0,-6.000-2.000-3,-6.000 4.000 0,3.000-2.000 0,-2.000 2.000 2,-8.000 0.000-4,0.000 0.000 9,10.000 0.000-7,-9.000 0.000 2,12.000 0.000-1,-9.000 0.000-3,6.000 0.000 3,1.000 0.000 1,-5.000 6.000-4,7.000 0.000 7,-2.000 2.000-7,-11.000 0.000 0,8.000 1.000 2,-5.000 5.000-2,-6.000-5.000 0,8.000 3.000-2,-5.000 3.000 4,-3.000-3.000 0,-2.000 3.000 0,2.000-1.000-2,0.000 4.000 0,0.000 0.000 0,-6.000-4.000 0,0.000 3.000-2,4.000 0.000 2,-9.000 3.000 8,9.000-2.000-8,-1.000 3.000 0,-6.000-7.000 0,-3.000 2.000 2,6.000 5.000-4,-10.000-4.000 2,6.000 6.000 0,-8.000-3.000 7,6.000-2.000-6,-4.000-2.000-1,-2.000 2.000 0,-4.000 1.000 0,2.000 2.000 0,-2.000-1.000 0,0.000 0.000 0,0.000 6.000 8,0.000 1.000-8,0.000-2.000 0,0.000 3.000 0,0.000-4.000 2,0.000-6.000-2,-2.000 4.000 0,-5.000 1.000 0,-4.000-2.000 8,5.000 1.000-8,1.000-3.000 0,-6.000-4.000 0,9.000 0.000 1,-4.000-7.000-2,-2.000-2.000 1,6.000 0.000 0,2.000 0.000 1,-4.000-4.000-1,4.000 2.000 0,0.000-2.000 2,0.000-2.000 0,0.000 0.000-2,0.000 0.000 0,0.000 0.000 0,0.000 0.000 0,0.000 0.000 2,0.000 0.000-2,0.000 0.000 0,0.000 0.000-2,0.000 0.000 0,0.000 0.000 0,0.000 0.000 1,0.000 0.000-3,0.000 0.000-6,4.000 6.000 10,14.000-3.000 0,2.000 3.000 4,2.000 0.000-4,14.000-6.000 0,0.000 2.000 2,-3.000-2.000 6,22.000 0.000-8,-10.000 4.000 0,7.000 1.000 3,-5.000 7.000-1,-3.000 2.000-2,-2.000 1.000 2,0.000 1.000-2,-8.000-1.000 8,-5.000-3.000-8,0.000 3.000 0,0.000-1.000-1,-5.000 8.000 1,6.000-2.000-3,-4.000 7.000 3,-4.000 1.000 0,0.000 1.000 4,0.000 3.000-4,-8.000 2.000 0,4.000 0.000 0,-8.000 3.000 6,6.000 4.000-8,3.000-4.000 2,-6.000 5.000 0,-4.000-5.000 4,5.000 3.000 0,-8.000-1.000-4,0.000-6.000 6,1.000 10.000-6,-4.000-9.000 0,-3.000 3.000 2,0.000 3.000-2,0.000-2.000 10,0.000-6.000-10,0.000 2.000 0,0.000 4.000 4,0.000-7.000-3,-14.000 3.000 3,3.000-2.000-4,-5.000 4.000 0,-10.000 1.000 10,-3.000-2.000-10,0.000 8.000 0,-3.000 2.000 4,-6.000-5.000-2,3.000 9.000-2,-5.000-3.000 0,-10.000-5.000 0,8.000-1.000 2,-2.000-3.000-2,0.000 0.000 0,-8.000 4.000-2,5.000-1.000 4,-15.000-1.000-4,15.000 0.000 2,3.000-6.000-2,-2.000-3.000 0,21.000-7.000-2,2.000-6.000 4,7.000-6.000-2,10.000-2.000 2,-7.000 6.000-2,10.000-9.000 0,3.000-1.000 2,0.000 1.000-2,0.000-6.000 0,0.000 0.000 2,0.000 0.000-2,0.000 0.000-1,0.000 0.000 1,0.000 0.000-4,0.000 0.000 4,0.000 0.000-2,0.000 5.000 4,0.000 5.000 0,20.000-6.000 0,-4.000 6.000 4,2.000-2.000-8,5.000 3.000 6,2.000-2.000-2,14.000 3.000 8,-15.000 0.000-8,10.000-3.000 0,-10.000 4.000 2,2.000 4.000 2,0.000-3.000-4,-11.000 4.000 0,2.000 0.000 0,-1.000 1.000 0,-7.000 2.000 0,7.000 7.000 0,-3.000 1.000 5,-6.000 6.000-3,6.000 2.000 0,-4.000 4.000-2,-7.000 1.000 0,6.000 0.000 6,-8.000 5.000-6,0.000-1.000 0,0.000 4.000 2,-10.000 1.000-2,-10.000 1.000 0,9.000 0.000 0,-9.000-6.000 2,1.000 6.000-2,-4.000-10.000 0,1.000 4.000 0,-4.000 1.000 0,0.000-7.000 6,-2.000 10.000-8,-7.000-11.000 2,-4.000 5.000 0,4.000-8.000 6,10.000-5.000-6,0.000 2.000-2,-11.000 1.000 2,-6.000 3.000 0,1.000-2.000 4,2.000-3.000-4,-5.000 2.000 0,3.000 4.000 2,-10.000-1.000-2,2.000 1.000 0,5.000-1.000 6,-3.000-3.000-4,-9.000-2.000-2,9.000 2.000 0,-10.000-2.000 2,-1.000-3.000 12,-5.000 4.000-14,-8.000-6.000 0,-5.000 5.000 7,-18.000 3.000-7,5.000-3.000 0,-10.000 2.000 0,-4.000-2.000 0,2.000-1.000 2,9.000 1.000-2,-5.000-6.000 0,1.000-1.000 4,-9.000 2.000 0,-6.000-2.000-2,-4.000-2.000-2,-7.000 4.000 0,11.000-5.000 2,6.000-5.000-2,2.000-2.000-2,-9.000-4.000-2,12.000-4.000 6,5.000-7.000-4,-6.000 0.000 2,7.000 0.000 0,12.000 0.000 2,-2.000 0.000-2,1.000-4.000 0,3.000-7.000-2,11.000-4.000 2,-8.000-2.000 0,0.000-7.000 0,4.000-7.000 0,2.000 3.000 0,4.000-7.000 0,1.000 1.000 0,-6.000-1.000 0,12.000 4.000 0,7.000 2.000 0,-3.000 3.000 2,2.000 0.000 0,10.000 3.000 0,2.000-3.000-2,-5.000 0.000 0,5.000 0.000-4,-3.000-5.000 8,-6.000-1.000-4,4.000 4.000 0,-9.000-8.000 2,16.000 5.000 0,-2.000-1.000 0,0.000 4.000-2,1.000 0.000 0,5.000 1.000-2,8.000 1.000 0,3.000 4.000 0,3.000-7.000 2,-5.000 2.000 0,5.000-2.000-2,2.000 1.000-4,11.000-1.000 6,-4.000 4.000-4,10.000-2.000 4,3.000 2.000-2,0.000 2.000 2,0.000 3.000-3,0.000 3.000 1,0.000-1.000 0,0.000-2.000 0,0.000 3.000 4,0.000-9.000-4,14.000 10.000 2,-5.000-9.000 0,-7.000 11.000-2,12.000-1.000 2,-11.000 7.000 0,-3.000 8.000-2,3.000 0.000 4,-3.000 0.000 0,0.000 0.000-2,0.000 0.000 0,0.000 0.000 4,0.000 0.000 1,0.000 0.000-5,0.000 0.000 0,0.000 0.000 0,0.000 0.000 0,0.000 0.000 0,0.000 0.000 0,0.000 0.000 0,0.000 0.000 0,0.000 0.000 0,0.000 0.000 0,11.000 0.000 0,-11.000 0.000 0,0.000 0.000 0,0.000 0.000 0,0.000 0.000 0,0.000 0.000 0,0.000 0.000 0,0.000 0.000-3,0.000 0.000 6,0.000 0.000-3,0.000 0.000 0,0.000 0.000 0,0.000 0.000 0,0.000 0.000 2,0.000 0.000-2,0.000 0.000 0,0.000 0.000 0,0.000 0.000-2,0.000 0.000 2,0.000 0.000 0,0.000 0.000 4,0.000 0.000-4,0.000 0.000 0,0.000 0.000-2,0.000 0.000 6,0.000 0.000-4,0.000 0.000 2,0.000 0.000-2,0.000 0.000 0,0.000 0.000 0,0.000 0.000 0,0.000 0.000 0,0.000 0.000 2,-14.000 0.000-2,-3.000 0.000 0,2.000 3.000 4,-14.000-1.000-8,7.000 1.000 2,-13.000 1.000 2,9.000 2.000-2,-12.000-1.000 4,-4.000 1.000-4,-9.000 2.000 0,-9.000 1.000 0,-3.000 3.000 2,-15.000-4.000-5,-4.000 4.000 3,-12.000-1.000 2,11.000 1.000-6,-5.000-9.000 6,5.000 3.000-4,-1.000-4.000 4,8.000-2.000 0,-2.000 0.000-6,11.000 0.000 6,1.000-8.000 0,3.000-7.000-2,5.000-6.000 0,0.000 5.000-4,0.000-7.000 6,8.000-1.000-2,-2.000 2.000 0,10.000-7.000 0,11.000 2.000 0,-1.000-4.000-2,6.000 0.000 4,4.000 0.000-6,-3.000-6.000 6,-4.000-5.000-2,9.000 1.000 2,1.000-7.000-6,4.000 9.000 6,-4.000-2.000-2,3.000-5.000 0,5.000 11.000-3,6.000-3.000 5,1.000 2.000-2,4.000-8.000-4,-2.000 1.000 4,2.000-5.000 2,0.000-4.000-2,0.000-1.000 0,0.000-4.000 0,0.000 3.000 2,0.000-1.000-2,0.000 9.000 2,8.000-8.000-4,8.000 5.000 4,4.000 2.000-2,2.000-1.000 2,0.000 5.000 0,-3.000 0.000 0,3.000-1.000-4,0.000 5.000 4,2.000-3.000-4,5.000 3.000 4,-4.000 1.000 0,0.000 10.000-4,-6.000 1.000 7,4.000 4.000-3,-10.000 6.000 0,-4.000 3.000-3,2.000 6.000 3,-9.000 4.000 0,-2.000 4.000 0,0.000-2.000-2,0.000 2.000 2,0.000 0.000 0,0.000 0.000 2,0.000 0.000 1,0.000 0.000-3,0.000 0.000 1,0.000 0.000 1,0.000 0.000 4,0.000 0.000-6,0.000 0.000 2,0.000 0.000 6,0.000 0.000-8,0.000 0.000 0,-6.000 0.000 0,-1.000-5.000 4,-6.000-5.000-4,1.000-5.000 0,-8.000-1.000 0,-4.000-10.000-2,-10.000-6.000 4,6.000-5.000-2,-8.000-7.000 0,5.000-1.000-2,2.000-1.000 0,2.000-3.000-4,3.000 3.000 6,8.000 11.000-2,0.000 6.000 2,10.000-3.000 0,-7.000 0.000-4,4.000 1.000 4,-1.000-4.000-2,6.000 4.000 2,4.000-6.000 0,0.000 11.000-2,0.000-6.000 2,0.000-2.000-6,0.000 2.000 6,0.000-2.000-4,0.000-6.000 2,0.000-4.000 2,4.000-8.000-2,15.000-8.000 2,0.000-1.000 0,3.000-2.000-3,12.000 1.000 3,-7.000 6.000-2,6.000 4.000 2,-6.000 7.000 0,9.000 7.000-10,-8.000 4.000 10,14.000 2.000-4,-1.000-3.000 4,14.000-2.000-2,6.000-5.000 1,6.000-1.000 1,-3.000 2.000 0,3.000-3.000-5,-13.000 15.000 5,1.000 4.000 0,-11.000 2.000 0,1.000 5.000-2,-7.000 1.000 2,-2.000 3.000-2,2.000 3.000 2,0.000-7.000 0,4.000 3.000 2,6.000-1.000 0,-5.000-1.000 0,-1.000 3.000-2,-6.000-1.000 4,2.000 3.000-2,-9.000 1.000-2,0.000 2.000 0,-3.000 0.000 4,1.000 3.000-4,-5.000 1.000 2,8.000 0.000 4,-2.000-4.000-6,-5.000 3.000 5,-1.000 0.000-3,7.000-3.000 0,-6.000 3.000 4,2.000 0.000 0,0.000 1.000-6,-5.000 0.000 0,2.000 1.000 0,-3.000 4.000 4,0.000-2.000-4,20.000 2.000 0,-6.000-3.000 6,-2.000 3.000-6,7.000-3.000 0,4.000 3.000 2,2.000 0.000 0,-3.000 0.000 2,1.000 0.000-2,-4.000 0.000-2,-2.000 0.000 2,-8.000 0.000 0,-6.000 0.000-2,-2.000 0.000 0,-1.000 0.000 2,0.000 0.000-4,0.000 0.000 6,-6.000 3.000-6,13.000 0.000 2,-12.000 3.000 0,-1.000-4.000 0,5.000 5.000 0,4.000-6.000 0,-9.000 5.000 4,9.000 0.000-4,-3.000 0.000 0,-3.000 1.000 0,4.000-3.000 0,-5.000 3.000 0,1.000-1.000-2,0.000 2.000 2,-7.000-2.000 0,4.000 2.000 0,0.000 1.000 0,-6.000-4.000-2,-1.000 1.000 2,4.000-3.000 0,-7.000 3.000 0,2.000 0.000 0,-1.000-1.000 6,9.000 1.000-6,-10.000 4.000 0,1.000-2.000 0,3.000-3.000 1,-7.000 5.000-1,3.000-6.000 0,3.000 2.000 2,-4.000 2.000 4,-2.000-4.000-6,4.000-1.000 0,-4.000 2.000 0,0.000 1.000 0,7.000-3.000 0,-4.000 0.000 0,-3.000-1.000 0,2.000-2.000 4,-2.000 4.000-4,0.000-1.000 0,0.000 0.000 0,0.000-1.000 2,0.000 2.000-4,0.000-4.000 2,0.000 2.000 0,0.000 2.000 0,4.000 1.000 4,-4.000-2.000-6,0.000-1.000 2,0.000 1.000 0,0.000-3.000 0,0.000 0.000-2,0.000 6.000 2,0.000-6.000 6,0.000 0.000-6,0.000 6.000 0,0.000 0.000 0,0.000 2.000-2,0.000-2.000-2,0.000 0.000 4,0.000-3.000 0,0.000-1.000 4,0.000-2.000-4,0.000 0.000 2,0.000 0.000-2,0.000 0.000-29,0.000 0.000-88,-26.000 23.000-123,-10.000 14.000-28,5.000-18.000-12</inkml:trace>
  <inkml:trace contextRef="#ctx0" brushRef="#br0">7795.000 4949.000 41,'9.000'-7.000'21,"-5.000"-3.000"-2,10.000 3.000 3,-5.000 4.000-4,-5.000-1.000-4,-4.000 0.000 4,4.000 0.000 0,-4.000 1.000 1,0.000 3.000 9,0.000 0.000-4,0.000 0.000 5,0.000 0.000 2,0.000 0.000-6,0.000 0.000-2,-4.000 0.000-9,-18.000 0.000-8,9.000 0.000 7,-9.000 0.000-8,-5.000 0.000 1,-1.000 0.000 5,-6.000 0.000-3,-15.000 7.000-1,10.000 17.000-4,-10.000 12.000-2,-4.000 8.000 6,10.000 3.000-7,-2.000 9.000 0,10.000 3.000 0,4.000 1.000 4,9.000 3.000-8,-1.000 6.000 4,19.000 2.000 0,-5.000 3.000 0,9.000 3.000 0,0.000-2.000 0,0.000-7.000 3,13.000-9.000-3,14.000-7.000 0,13.000-11.000 3,-1.000-2.000-3,1.000-8.000 4,13.000-11.000-2,14.000-4.000-2,-9.000-11.000 7,11.000-2.000-3,3.000-3.000 5,-2.000 0.000-1,1.000 0.000 7,-1.000-11.000 2,-4.000-17.000-11,1.000-16.000-2,2.000-8.000 4,-15.000-8.000 0,3.000-3.000 0,-3.000-5.000 1,-15.000 1.000 1,10.000-1.000 7,-18.000 9.000-14,9.000 3.000 19,-19.000 13.000-3,1.000 3.000-5,5.000-1.000 6,-4.000-6.000-6,-15.000 11.000 8,-8.000 1.000 6,0.000-9.000-17,0.000-4.000-3,0.000-3.000 1,-8.000-1.000-7,-23.000 4.000 4,1.000 0.000-6,-2.000 12.000 4,-5.000 5.000-4,-1.000 3.000 5,-15.000 8.000-5,-5.000 4.000 8,-17.000 8.000-6,9.000 8.000 2,-14.000 0.000-2,22.000 0.000-2,1.000 0.000 0,23.000 0.000 0,2.000 0.000 0,6.000 0.000 0,4.000 0.000-10,-5.000 0.000 6,14.000 0.000-41,-9.000 0.000-19,-1.000 0.000-26,11.000 0.000-36,-2.000 0.000 11,14.000 5.000 2,0.000 14.000-46</inkml:trace>
  <inkml:trace contextRef="#ctx0" brushRef="#br0">9115.000 5860.000 60,'0.000'-12.000'13,"0.000"-4.000"7,15.000-1.000 8,11.000-2.000-8,4.000-5.000-2,5.000 4.000-3,1.000 2.000 1,8.000-3.000-7,-8.000 9.000 4,-6.000 2.000 3,5.000 1.000-8,10.000 1.000 0,-11.000 0.000 3,20.000-1.000 2,-9.000 5.000-1,2.000-3.000-9,6.000 7.000 11,-7.000 0.000-9,-4.000 0.000 0,8.000 0.000 0,-15.000 0.000 1,18.000 0.000 7,-18.000 15.000-6,5.000 6.000 1,-8.000-2.000 2,-2.000 7.000-1,-4.000-4.000-6,-3.000 6.000 6,-11.000-5.000-3,-7.000 5.000-2,5.000 0.000 5,-10.000 5.000-6,0.000 6.000 12,-15.000 12.000-5,-20.000 6.000 16,-13.000 5.000-11,-6.000-3.000-5,12.000 15.000-2,-16.000-16.000 1,9.000-6.000-6,-1.000-12.000 9,11.000-17.000-10,-6.000-2.000 4,10.000-17.000 0,-13.000 0.000-3,8.000-4.000 6,-5.000 0.000-4,10.000-21.000-3,5.000-22.000 3,-4.000-13.000-5,10.000 0.000 0,2.000 1.000 0,18.000-1.000-2,4.000 12.000 0,0.000-6.000 1,0.000-2.000-4,0.000 2.000 5,18.000 4.000-44,17.000 10.000-39,0.000 12.000-6,18.000 20.000-17,0.000 4.000-56</inkml:trace>
  <inkml:trace contextRef="#ctx0" brushRef="#br0">9340.000 5836.000 21,'0.000'0.000'32,"0.000"0.000"-23,0.000 0.000 12,0.000 0.000-1,0.000 0.000-10,0.000 0.000-1,0.000 0.000 3,0.000 0.000-2,0.000 0.000 3,0.000 0.000 6,0.000 0.000-6,0.000 0.000 4,0.000 0.000 2,0.000 0.000 0,0.000 0.000-6,0.000 0.000-3,0.000 0.000-4,0.000 0.000 2,0.000 0.000-8,0.000 0.000 0,0.000 0.000 0,0.000 0.000 0,0.000 0.000 0,0.000 0.000-22,0.000 0.000-38,19.000 0.000-30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42:37"/>
    </inkml:context>
    <inkml:brush xml:id="br0">
      <inkml:brushProperty name="width" value="0.21167" units="cm"/>
      <inkml:brushProperty name="height" value="0.21167" units="cm"/>
      <inkml:brushProperty name="color" value="#44546a"/>
      <inkml:brushProperty name="fitToCurve" value="1"/>
    </inkml:brush>
  </inkml:definitions>
  <inkml:trace contextRef="#ctx0" brushRef="#br0">-6.000 1121.000 17,'0.000'-2.000'33,"0.000"-12.000"-29,0.000 10.000 2,0.000 0.000 3,5.000 0.000-1,-5.000 4.000-2,0.000 0.000-1,10.000 0.000 3,-6.000-4.000 0,-4.000 0.000 1,4.000 0.000 0,-4.000 0.000-5,4.000 1.000 2,-4.000-2.000 0,4.000 5.000 0,10.000-8.000 2,-6.000 0.000-1,0.000-4.000-1,11.000 4.000 3,-14.000-3.000-8,13.000 2.000 2,-14.000-2.000 1,4.000 3.000-4,2.000-5.000 5,-5.000 6.000-1,-2.000-2.000 0,5.000 5.000 2,-8.000 1.000-6,5.000-2.000 2,5.000 5.000 1,2.000-8.000-3,-7.000 5.000 2,5.000-5.000-1,-2.000 0.000 0,0.000-1.000 2,-3.000 3.000-2,12.000 1.000 1,2.000-8.000 3,-11.000 10.000-3,1.000-5.000 2,-6.000 4.000-3,8.000-4.000 2,2.000-5.000-1,-13.000 10.000-1,18.000-8.000 0,-6.000 3.000 2,-12.000 4.000-1,18.000-4.000 2,-13.000-1.000-2,-2.000 7.000 2,16.000-11.000-1,-11.000-3.000-2,10.000 0.000-1,-5.000 0.000 2,9.000 0.000 0,-14.000 4.000-1,7.000 2.000-1,-7.000-1.000 3,-4.000 1.000 0,14.000 2.000-2,-10.000 3.000-1,11.000-3.000 2,-11.000 0.000-2,-3.000 0.000 3,5.000 1.000-1,-2.000-6.000-2,0.000 2.000 1,6.000 6.000-1,-9.000-7.000 0,-2.000 4.000 1,6.000 0.000-1,1.000 0.000 3,-6.000 5.000-2,4.000-2.000 1,-3.000-2.000-2,-1.000 2.000 2,-4.000 2.000-2,15.000-2.000 0,-7.000 2.000 0,-8.000-2.000 2,3.000 2.000-2,-3.000 3.000 0,0.000 0.000 1,0.000 0.000 0,0.000 0.000-1,0.000 0.000 3,0.000 0.000-3,-3.000 0.000-14,-29.000 0.000-15,-7.000 24.000 5,-6.000-1.000 11,-4.000 10.000-6,15.000-2.000 3,-9.000 1.000 6,1.000 9.000 5,-14.000-2.000 4,16.000 8.000-3,-10.000-4.000-1,2.000-7.000 3,27.000-12.000 1,3.000-5.000 0,9.000-10.000 1,-4.000-9.000 1,13.000 0.000-1,0.000 0.000 0,0.000 0.000 0,-5.000 0.000 2,5.000 0.000-2,0.000 0.000 0,0.000 0.000 0,0.000-3.000 4,0.000-13.000 8,18.000-10.000-2,9.000 4.000 2,-11.000-2.000 2,16.000 1.000-7,-1.000 0.000-4,5.000-6.000 4,-16.000 9.000 1,26.000-1.000 2,-20.000-2.000-4,9.000-5.000 1,-4.000 4.000 3,10.000-4.000-5,-2.000 0.000-2,-12.000 9.000 2,3.000-1.000-3,1.000 4.000 2,-5.000-3.000 2,1.000 3.000-5,0.000 0.000 4,-4.000 4.000-5,-15.000 4.000 0,0.000 4.000 3,-8.000 4.000-3,10.000 0.000 4,-10.000 0.000-2,0.000 0.000 1,0.000 0.000 4,-23.000 12.000-6,-25.000 24.000-1,4.000-1.000-1,-5.000 1.000-1,-1.000 7.000 1,8.000-5.000 1,1.000 0.000 0,-2.000-2.000 0,2.000-8.000 0,11.000-5.000-1,17.000-11.000 1,2.000-3.000 0,8.000-9.000 1,3.000 0.000-1,0.000 0.000-2,0.000 0.000 1,0.000 0.000-2,0.000 0.000 1,0.000 0.000 1,0.000-15.000 1,27.000-14.000 10,13.000 1.000 1,-5.000-10.000 1,4.000 2.000 0,10.000-2.000 1,-10.000 2.000-3,10.000 5.000-2,-4.000 6.000-6,-6.000-1.000 11,11.000 0.000-12,-15.000 4.000 4,-1.000 3.000 0,7.000-6.000-1,-20.000 6.000-1,16.000 2.000 2,-21.000 1.000-3,10.000 5.000 5,1.000-2.000-4,-9.000 1.000-2,-1.000 1.000 5,6.000-5.000-2,7.000-2.000-1,-7.000 3.000-1,4.000-1.000 0,-5.000 4.000 2,-6.000 1.000-4,7.000-4.000 1,-1.000 3.000-1,-9.000-1.000 1,5.000 2.000-1,1.000 6.000 0,-11.000 2.000 3,0.000-1.000-1,-3.000 4.000-2,4.000-7.000 0,-1.000-3.000 2,-3.000 3.000-2,8.000 2.000 1,-5.000 2.000-2,2.000-1.000 2,-1.000-2.000-2,4.000-8.000 1,-9.000 6.000 0,15.000-1.000 2,-11.000 6.000-2,-5.000-2.000 3,16.000 2.000-7,-11.000-5.000 8,-3.000 8.000-8,5.000-4.000 5,-6.000-4.000-1,4.000 4.000 0,-8.000 0.000 2,15.000-4.000-2,-4.000 8.000 0,-6.000-3.000 1,5.000-2.000-4,-2.000 1.000 3,-4.000 4.000 0,0.000-4.000 0,10.000 4.000 2,-9.000-4.000-2,3.000 0.000 0,-4.000 0.000 1,-4.000 4.000-2,10.000-3.000 1,-5.000 3.000 0,3.000 0.000 0,-5.000 0.000 0,2.000-5.000 0,9.000 5.000 0,-6.000 0.000 1,-4.000-3.000-2,10.000-2.000 1,-1.000 5.000 0,-13.000 0.000 4,14.000 0.000-4,-6.000 0.000 0,-3.000 0.000-3,9.000 0.000 6,-5.000 0.000-7,-1.000 0.000 5,-8.000-3.000-1,14.000 3.000 0,-6.000-5.000 3,-4.000 5.000-3,15.000 0.000 0,-11.000-4.000 0,-4.000 4.000-3,6.000 0.000 3,-2.000 0.000 0,0.000 0.000 3,-8.000 0.000-3,5.000 0.000-3,-5.000 0.000 3,10.000 0.000 0,-6.000-4.000 0,0.000 4.000 3,-4.000 0.000-3,4.000 0.000 0,-4.000 0.000 0,4.000 0.000 0,7.000 0.000-3,-11.000 0.000 3,8.000 0.000 0,-5.000 0.000 0,2.000 0.000 0,-5.000 0.000 3,0.000 0.000-3,3.000 0.000 0,8.000 0.000 0,-6.000 0.000 0,-2.000 0.000 1,-3.000 0.000-1,5.000 0.000 0,-5.000 0.000-1,3.000 0.000 2,8.000 0.000-1,-11.000 0.000 0,4.000 0.000 0,0.000 0.000 2,0.000 0.000-2,0.000 0.000 0,6.000 0.000 0,-5.000 4.000 0,-5.000 0.000 0,3.000-4.000 0,-3.000 0.000 0,0.000 0.000 3,0.000 0.000-3,0.000 0.000 0,0.000 0.000 4,0.000 0.000-3,0.000 0.000 1,0.000 0.000 5,0.000 0.000-1,-3.000 0.000 4,-28.000 0.000-10,-7.000 0.000 0,4.000 0.000 0,4.000 0.000-3,-10.000 5.000-6,0.000-2.000 3,9.000 5.000 2,-1.000 0.000 3,6.000 0.000-3,-1.000 0.000-1,1.000 1.000-3,-5.000-6.000 5,5.000 0.000-4,-1.000-3.000 2,15.000 5.000 5,-7.000-1.000-4,3.000-4.000 4,2.000 4.000 0,6.000 0.000 2,-7.000-4.000-2,11.000 0.000-3,-8.000 4.000 3,-2.000 0.000 0,4.000 4.000 0,-7.000-8.000 0,8.000 3.000 0,1.000-3.000-1,-6.000 0.000 1,14.000 0.000 0,0.000 0.000-2,0.000 0.000 2,0.000 0.000 0,0.000 0.000-4,0.000 0.000 3,0.000 0.000 0,0.000 0.000-4,0.000 0.000 4,0.000 0.000-8,0.000 0.000 6,0.000 0.000 2,14.000 0.000-4,12.000 0.000 5,1.000 0.000 0,4.000 0.000 0,0.000-11.000 1,0.000 7.000-1,-5.000 4.000 0,1.000-4.000 3,4.000 4.000-2,-19.000 0.000-1,14.000 0.000 0,1.000 0.000 0,-1.000 0.000 1,1.000 0.000-1,1.000 0.000 3,-11.000 0.000-1,-4.000 0.000 0,10.000 0.000-2,-15.000 0.000 1,14.000 0.000 1,-14.000 0.000-3,15.000 8.000 2,-15.000 0.000-1,11.000-5.000 2,-11.000 5.000-1,-5.000-3.000-1,16.000 3.000 2,-14.000 0.000-2,9.000-4.000 0,-10.000 2.000-1,4.000-4.000 1,-4.000 2.000 1,6.000 0.000 2,-2.000-1.000-3,-3.000 2.000 0,-5.000-1.000 1,3.000-1.000-2,-3.000-3.000-1,0.000 0.000 2,0.000 0.000 3,0.000 5.000-2,0.000-5.000-1,0.000 0.000 3,0.000 0.000-3,0.000 0.000 0,0.000 0.000 0,0.000 0.000 1,0.000 0.000 9,0.000 0.000-9,0.000 0.000-1,0.000 0.000-28,-34.000 0.000-56,-1.000 12.000-9,5.000 11.000-27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cm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cm"/>
        </inkml:channelProperties>
      </inkml:inkSource>
      <inkml:timestamp xml:id="ts0" timeString="2016-05-20T07:51:32"/>
    </inkml:context>
    <inkml:brush xml:id="br0">
      <inkml:brushProperty name="width" value="0.46667" units="cm"/>
      <inkml:brushProperty name="height" value="0.46667" units="cm"/>
      <inkml:brushProperty name="color" value="#44546a"/>
      <inkml:brushProperty name="fitToCurve" value="1"/>
    </inkml:brush>
  </inkml:definitions>
  <inkml:trace contextRef="#ctx0" brushRef="#br0">37.000 1374.000 101,'-13.000'-3.000'3,"-4.000"0.000"0,3.000-3.000 24,14.000-3.000-7,0.000-9.000-11,0.000-4.000 1,17.000-1.000 0,3.000-4.000 5,4.000-4.000-5,10.000-2.000 5,-2.000-3.000-6,20.000-12.000 5,0.000-6.000-1,29.000-12.000-6,3.000 0.000 4,12.000-3.000 0,14.000-3.000-4,14.000-1.000 5,20.000 1.000-1,26.000 0.000-4,1.000 12.000-1,6.000 5.000-6,-21.000 17.000 0,-5.000 11.000 0,-10.000 15.000 3,-14.000 12.000-4,-17.000 0.000 1,-23.000 20.000 0,-24.000 20.000 2,1.000 10.000-1,-24.000 2.000 5,-16.000 2.000 7,-15.000 6.000-8,-9.000 4.000 7,-3.000 7.000 3,-44.000 8.000-1,-19.000 8.000-2,-12.000 4.000-9,-12.000-4.000 1,-3.000 5.000 2,-11.000-10.000-5,7.000-10.000 7,17.000-18.000-5,3.000-21.000-2,17.000-17.000 10,16.000-16.000 1,15.000 0.000-3,-5.000-43.000-2,7.000-23.000-6,13.000-24.000-1,14.000-22.000-1,0.000-11.000 1,54.000-9.000-2,30.000 3.000 1,32.000-1.000-1,46.000 1.000 0,35.000-1.000-10,40.000-2.000-23,23.000 15.000-61,21.000 26.000-21,7.000 25.000-94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F17CDBF-85AD-434C-8603-A28338294D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C1B8FE26-C869-4925-9C4B-CD83572640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charset="0"/>
        <a:ea typeface="IBM Plex Sans" panose="020B0503050203000203" charset="0"/>
        <a:cs typeface="IBM Plex Sans" panose="020B050305020300020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Bri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978294AD-AD22-493D-9D43-922F9158D4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BM Plex Sans" panose="020B0503050203000203" charset="0"/>
                <a:ea typeface="IBM Plex Sans" panose="020B0503050203000203" charset="0"/>
                <a:cs typeface="IBM Plex Sans" panose="020B0503050203000203" charset="0"/>
              </a:defRPr>
            </a:lvl1pPr>
          </a:lstStyle>
          <a:p>
            <a:fld id="{3B745F06-553F-49C9-974D-93BAC0BAC1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charset="0"/>
          <a:ea typeface="IBM Plex Sans" panose="020B0503050203000203" charset="0"/>
          <a:cs typeface="IBM Plex Sans" panose="020B0503050203000203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4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9.xml"/><Relationship Id="rId8" Type="http://schemas.openxmlformats.org/officeDocument/2006/relationships/image" Target="../media/image8.png"/><Relationship Id="rId7" Type="http://schemas.openxmlformats.org/officeDocument/2006/relationships/customXml" Target="../ink/ink8.xml"/><Relationship Id="rId6" Type="http://schemas.openxmlformats.org/officeDocument/2006/relationships/image" Target="../media/image7.png"/><Relationship Id="rId5" Type="http://schemas.openxmlformats.org/officeDocument/2006/relationships/customXml" Target="../ink/ink7.xml"/><Relationship Id="rId4" Type="http://schemas.openxmlformats.org/officeDocument/2006/relationships/image" Target="../media/image6.png"/><Relationship Id="rId3" Type="http://schemas.openxmlformats.org/officeDocument/2006/relationships/customXml" Target="../ink/ink6.xml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1.jpeg"/><Relationship Id="rId12" Type="http://schemas.openxmlformats.org/officeDocument/2006/relationships/image" Target="../media/image10.png"/><Relationship Id="rId11" Type="http://schemas.openxmlformats.org/officeDocument/2006/relationships/customXml" Target="../ink/ink10.xml"/><Relationship Id="rId10" Type="http://schemas.openxmlformats.org/officeDocument/2006/relationships/image" Target="../media/image9.png"/><Relationship Id="rId1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15.xml"/><Relationship Id="rId8" Type="http://schemas.openxmlformats.org/officeDocument/2006/relationships/image" Target="../media/image15.png"/><Relationship Id="rId7" Type="http://schemas.openxmlformats.org/officeDocument/2006/relationships/customXml" Target="../ink/ink14.xml"/><Relationship Id="rId6" Type="http://schemas.openxmlformats.org/officeDocument/2006/relationships/image" Target="../media/image14.png"/><Relationship Id="rId5" Type="http://schemas.openxmlformats.org/officeDocument/2006/relationships/customXml" Target="../ink/ink13.xml"/><Relationship Id="rId4" Type="http://schemas.openxmlformats.org/officeDocument/2006/relationships/image" Target="../media/image13.png"/><Relationship Id="rId3" Type="http://schemas.openxmlformats.org/officeDocument/2006/relationships/customXml" Target="../ink/ink12.xml"/><Relationship Id="rId2" Type="http://schemas.openxmlformats.org/officeDocument/2006/relationships/image" Target="../media/image1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8.png"/><Relationship Id="rId13" Type="http://schemas.openxmlformats.org/officeDocument/2006/relationships/customXml" Target="../ink/ink17.xml"/><Relationship Id="rId12" Type="http://schemas.openxmlformats.org/officeDocument/2006/relationships/image" Target="../media/image17.png"/><Relationship Id="rId11" Type="http://schemas.openxmlformats.org/officeDocument/2006/relationships/customXml" Target="../ink/ink16.xml"/><Relationship Id="rId10" Type="http://schemas.openxmlformats.org/officeDocument/2006/relationships/image" Target="../media/image16.png"/><Relationship Id="rId1" Type="http://schemas.openxmlformats.org/officeDocument/2006/relationships/customXml" Target="../ink/ink1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customXml" Target="../ink/ink19.xml"/><Relationship Id="rId2" Type="http://schemas.openxmlformats.org/officeDocument/2006/relationships/image" Target="../media/image19.png"/><Relationship Id="rId1" Type="http://schemas.openxmlformats.org/officeDocument/2006/relationships/customXml" Target="../ink/ink1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customXml" Target="../ink/ink21.xml"/><Relationship Id="rId2" Type="http://schemas.openxmlformats.org/officeDocument/2006/relationships/image" Target="../media/image21.png"/><Relationship Id="rId1" Type="http://schemas.openxmlformats.org/officeDocument/2006/relationships/customXml" Target="../ink/ink2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customXml" Target="../ink/ink23.xml"/><Relationship Id="rId2" Type="http://schemas.openxmlformats.org/officeDocument/2006/relationships/image" Target="../media/image21.png"/><Relationship Id="rId1" Type="http://schemas.openxmlformats.org/officeDocument/2006/relationships/customXml" Target="../ink/ink2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customXml" Target="../ink/ink2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customXml" Target="../ink/ink26.xml"/><Relationship Id="rId2" Type="http://schemas.openxmlformats.org/officeDocument/2006/relationships/image" Target="../media/image19.png"/><Relationship Id="rId1" Type="http://schemas.openxmlformats.org/officeDocument/2006/relationships/customXml" Target="../ink/ink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customXml" Target="../ink/ink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customXml" Target="../ink/ink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customXml" Target="../ink/ink2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customXml" Target="../ink/ink31.xml"/><Relationship Id="rId2" Type="http://schemas.openxmlformats.org/officeDocument/2006/relationships/image" Target="../media/image19.png"/><Relationship Id="rId1" Type="http://schemas.openxmlformats.org/officeDocument/2006/relationships/customXml" Target="../ink/ink3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customXml" Target="../ink/ink3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customXml" Target="../ink/ink3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1.png"/><Relationship Id="rId10" Type="http://schemas.openxmlformats.org/officeDocument/2006/relationships/slideLayout" Target="../slideLayouts/slideLayout2.xml"/><Relationship Id="rId1" Type="http://schemas.openxmlformats.org/officeDocument/2006/relationships/customXml" Target="../ink/ink3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png"/><Relationship Id="rId7" Type="http://schemas.openxmlformats.org/officeDocument/2006/relationships/customXml" Target="../ink/ink38.xml"/><Relationship Id="rId6" Type="http://schemas.openxmlformats.org/officeDocument/2006/relationships/image" Target="../media/image3.png"/><Relationship Id="rId5" Type="http://schemas.openxmlformats.org/officeDocument/2006/relationships/customXml" Target="../ink/ink37.xml"/><Relationship Id="rId4" Type="http://schemas.openxmlformats.org/officeDocument/2006/relationships/image" Target="../media/image2.png"/><Relationship Id="rId3" Type="http://schemas.openxmlformats.org/officeDocument/2006/relationships/customXml" Target="../ink/ink36.xml"/><Relationship Id="rId2" Type="http://schemas.openxmlformats.org/officeDocument/2006/relationships/image" Target="../media/image1.png"/><Relationship Id="rId1" Type="http://schemas.openxmlformats.org/officeDocument/2006/relationships/customXml" Target="../ink/ink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92760" y="3383280"/>
            <a:ext cx="112890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6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Ứng dụng quản lý đại lý xe </a:t>
            </a:r>
            <a:r>
              <a:rPr lang="vi-VN" altLang="en-US" sz="6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hơi</a:t>
            </a:r>
            <a:endParaRPr lang="vi-VN" altLang="en-US" sz="6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248119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248119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941339" y="999551"/>
            <a:ext cx="3643361" cy="2315957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  <p:sp>
        <p:nvSpPr>
          <p:cNvPr id="2" name="文本框 13"/>
          <p:cNvSpPr txBox="1"/>
          <p:nvPr/>
        </p:nvSpPr>
        <p:spPr>
          <a:xfrm rot="21412603">
            <a:off x="367030" y="1681480"/>
            <a:ext cx="35731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44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Team Api</a:t>
            </a:r>
            <a:endParaRPr lang="vi-VN" altLang="zh-CN" sz="44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6414770" y="2388870"/>
              <a:ext cx="5259070" cy="762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6414770" y="2388870"/>
                <a:ext cx="5259070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6414770" y="3033395"/>
              <a:ext cx="5291455" cy="762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6414770" y="3033395"/>
                <a:ext cx="5291455" cy="76200"/>
              </a:xfrm>
              <a:prstGeom prst="rect"/>
            </p:spPr>
          </p:pic>
        </mc:Fallback>
      </mc:AlternateContent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Ink 3"/>
              <p14:cNvContentPartPr/>
              <p14:nvPr/>
            </p14:nvContentPartPr>
            <p14:xfrm>
              <a:off x="6414770" y="3722370"/>
              <a:ext cx="5266690" cy="76200"/>
            </p14:xfrm>
          </p:contentPart>
        </mc:Choice>
        <mc:Fallback xmlns="">
          <p:pic>
            <p:nvPicPr>
              <p:cNvPr id="4" name="Ink 3"/>
            </p:nvPicPr>
            <p:blipFill>
              <a:blip r:embed="rId6"/>
            </p:blipFill>
            <p:spPr>
              <a:xfrm>
                <a:off x="6414770" y="3722370"/>
                <a:ext cx="5266690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Ink 5"/>
              <p14:cNvContentPartPr/>
              <p14:nvPr/>
            </p14:nvContentPartPr>
            <p14:xfrm>
              <a:off x="6414770" y="4386580"/>
              <a:ext cx="5241925" cy="76200"/>
            </p14:xfrm>
          </p:contentPart>
        </mc:Choice>
        <mc:Fallback xmlns="">
          <p:pic>
            <p:nvPicPr>
              <p:cNvPr id="6" name="Ink 5"/>
            </p:nvPicPr>
            <p:blipFill>
              <a:blip r:embed="rId8"/>
            </p:blipFill>
            <p:spPr>
              <a:xfrm>
                <a:off x="6414770" y="4386580"/>
                <a:ext cx="524192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Ink 6"/>
              <p14:cNvContentPartPr/>
              <p14:nvPr/>
            </p14:nvContentPartPr>
            <p14:xfrm>
              <a:off x="6414770" y="5093335"/>
              <a:ext cx="5250815" cy="76200"/>
            </p14:xfrm>
          </p:contentPart>
        </mc:Choice>
        <mc:Fallback xmlns="">
          <p:pic>
            <p:nvPicPr>
              <p:cNvPr id="7" name="Ink 6"/>
            </p:nvPicPr>
            <p:blipFill>
              <a:blip r:embed="rId10"/>
            </p:blipFill>
            <p:spPr>
              <a:xfrm>
                <a:off x="6414770" y="5093335"/>
                <a:ext cx="525081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0" name="Ink 9"/>
              <p14:cNvContentPartPr/>
              <p14:nvPr/>
            </p14:nvContentPartPr>
            <p14:xfrm rot="5400000">
              <a:off x="6784975" y="3465195"/>
              <a:ext cx="3293745" cy="114935"/>
            </p14:xfrm>
          </p:contentPart>
        </mc:Choice>
        <mc:Fallback xmlns="">
          <p:pic>
            <p:nvPicPr>
              <p:cNvPr id="10" name="Ink 9"/>
            </p:nvPicPr>
            <p:blipFill>
              <a:blip r:embed="rId12"/>
            </p:blipFill>
            <p:spPr>
              <a:xfrm rot="5400000">
                <a:off x="6784975" y="3465195"/>
                <a:ext cx="3293745" cy="114935"/>
              </a:xfrm>
              <a:prstGeom prst="rect"/>
            </p:spPr>
          </p:pic>
        </mc:Fallback>
      </mc:AlternateContent>
      <p:sp>
        <p:nvSpPr>
          <p:cNvPr id="18" name="TextBox 59"/>
          <p:cNvSpPr txBox="1">
            <a:spLocks noChangeArrowheads="1"/>
          </p:cNvSpPr>
          <p:nvPr/>
        </p:nvSpPr>
        <p:spPr bwMode="auto">
          <a:xfrm>
            <a:off x="6499860" y="1923415"/>
            <a:ext cx="1893570" cy="43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4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20222999</a:t>
            </a:r>
            <a:endParaRPr lang="en-US" altLang="en-US" sz="24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7" name="TextBox 59"/>
          <p:cNvSpPr txBox="1">
            <a:spLocks noChangeArrowheads="1"/>
          </p:cNvSpPr>
          <p:nvPr/>
        </p:nvSpPr>
        <p:spPr bwMode="auto">
          <a:xfrm>
            <a:off x="6499860" y="2535555"/>
            <a:ext cx="1893570" cy="43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4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20223155</a:t>
            </a:r>
            <a:endParaRPr lang="en-US" altLang="en-US" sz="24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25" name="TextBox 59"/>
          <p:cNvSpPr txBox="1">
            <a:spLocks noChangeArrowheads="1"/>
          </p:cNvSpPr>
          <p:nvPr/>
        </p:nvSpPr>
        <p:spPr bwMode="auto">
          <a:xfrm>
            <a:off x="6499860" y="3189605"/>
            <a:ext cx="1893570" cy="43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4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20222996</a:t>
            </a:r>
            <a:endParaRPr lang="en-US" altLang="en-US" sz="24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26" name="TextBox 59"/>
          <p:cNvSpPr txBox="1">
            <a:spLocks noChangeArrowheads="1"/>
          </p:cNvSpPr>
          <p:nvPr/>
        </p:nvSpPr>
        <p:spPr bwMode="auto">
          <a:xfrm>
            <a:off x="6499860" y="3856355"/>
            <a:ext cx="1893570" cy="43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4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20222998</a:t>
            </a:r>
            <a:endParaRPr lang="en-US" altLang="en-US" sz="24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27" name="TextBox 59"/>
          <p:cNvSpPr txBox="1">
            <a:spLocks noChangeArrowheads="1"/>
          </p:cNvSpPr>
          <p:nvPr/>
        </p:nvSpPr>
        <p:spPr bwMode="auto">
          <a:xfrm>
            <a:off x="6499860" y="4543425"/>
            <a:ext cx="1893570" cy="43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4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20223011</a:t>
            </a:r>
            <a:endParaRPr lang="en-US" altLang="en-US" sz="24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28" name="TextBox 59"/>
          <p:cNvSpPr txBox="1">
            <a:spLocks noChangeArrowheads="1"/>
          </p:cNvSpPr>
          <p:nvPr/>
        </p:nvSpPr>
        <p:spPr bwMode="auto">
          <a:xfrm>
            <a:off x="8489315" y="1923415"/>
            <a:ext cx="37020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Nguyễn Trung Chính</a:t>
            </a:r>
            <a:endParaRPr lang="en-US" altLang="en-US" sz="20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29" name="TextBox 59"/>
          <p:cNvSpPr txBox="1">
            <a:spLocks noChangeArrowheads="1"/>
          </p:cNvSpPr>
          <p:nvPr/>
        </p:nvSpPr>
        <p:spPr bwMode="auto">
          <a:xfrm>
            <a:off x="8545195" y="2602865"/>
            <a:ext cx="37020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Nguyễn Trí D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ũ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ng</a:t>
            </a:r>
            <a:endParaRPr lang="en-US" altLang="en-US" sz="20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30" name="TextBox 59"/>
          <p:cNvSpPr txBox="1">
            <a:spLocks noChangeArrowheads="1"/>
          </p:cNvSpPr>
          <p:nvPr/>
        </p:nvSpPr>
        <p:spPr bwMode="auto">
          <a:xfrm>
            <a:off x="8545195" y="3250565"/>
            <a:ext cx="37020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Trần V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ă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 Nam</a:t>
            </a:r>
            <a:endParaRPr lang="en-US" altLang="en-US" sz="20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31" name="TextBox 59"/>
          <p:cNvSpPr txBox="1">
            <a:spLocks noChangeArrowheads="1"/>
          </p:cNvSpPr>
          <p:nvPr/>
        </p:nvSpPr>
        <p:spPr bwMode="auto">
          <a:xfrm>
            <a:off x="8616315" y="3917950"/>
            <a:ext cx="37020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V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ũ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 V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ă</a:t>
            </a:r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 Phong</a:t>
            </a:r>
            <a:endParaRPr lang="en-US" altLang="en-US" sz="20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32" name="TextBox 59"/>
          <p:cNvSpPr txBox="1">
            <a:spLocks noChangeArrowheads="1"/>
          </p:cNvSpPr>
          <p:nvPr/>
        </p:nvSpPr>
        <p:spPr bwMode="auto">
          <a:xfrm>
            <a:off x="8616315" y="4605020"/>
            <a:ext cx="37020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20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Hoàng Ngọc Thành</a:t>
            </a:r>
            <a:endParaRPr lang="en-US" altLang="en-US" sz="20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pic>
        <p:nvPicPr>
          <p:cNvPr id="34" name="Picture 33" descr="XrefB_PHGh49p-fXMPLVB"/>
          <p:cNvPicPr>
            <a:picLocks noChangeAspect="1"/>
          </p:cNvPicPr>
          <p:nvPr/>
        </p:nvPicPr>
        <p:blipFill>
          <a:blip r:embed="rId13">
            <a:lum contrast="-6000"/>
          </a:blip>
          <a:stretch>
            <a:fillRect/>
          </a:stretch>
        </p:blipFill>
        <p:spPr>
          <a:xfrm>
            <a:off x="123825" y="1866900"/>
            <a:ext cx="6049856" cy="4140000"/>
          </a:xfrm>
          <a:prstGeom prst="rect">
            <a:avLst/>
          </a:prstGeom>
          <a:ln>
            <a:noFill/>
          </a:ln>
          <a:effectLst>
            <a:reflection blurRad="6350" stA="50000" endA="300" endPos="55500" dist="101600" dir="5400000" sy="-100000" algn="bl" rotWithShape="0"/>
          </a:effectLst>
        </p:spPr>
      </p:pic>
      <p:sp>
        <p:nvSpPr>
          <p:cNvPr id="33" name="TextBox 59"/>
          <p:cNvSpPr txBox="1">
            <a:spLocks noChangeArrowheads="1"/>
          </p:cNvSpPr>
          <p:nvPr/>
        </p:nvSpPr>
        <p:spPr bwMode="auto">
          <a:xfrm>
            <a:off x="6725920" y="997585"/>
            <a:ext cx="4669155" cy="62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/>
            <a:r>
              <a:rPr lang="vi-VN" altLang="en-US" sz="36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Thành viên nhóm</a:t>
            </a:r>
            <a:endParaRPr lang="vi-VN" altLang="en-US" sz="36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995" y="2720975"/>
            <a:ext cx="4070350" cy="1938020"/>
            <a:chOff x="4103432" y="1382936"/>
            <a:chExt cx="4051935" cy="1937957"/>
          </a:xfrm>
        </p:grpSpPr>
        <p:sp>
          <p:nvSpPr>
            <p:cNvPr id="4" name="文本框 3"/>
            <p:cNvSpPr txBox="1"/>
            <p:nvPr/>
          </p:nvSpPr>
          <p:spPr>
            <a:xfrm rot="21300000">
              <a:off x="4103432" y="1382936"/>
              <a:ext cx="4051935" cy="1937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CONTENTS</a:t>
              </a:r>
              <a:endParaRPr lang="zh-C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" p14:bwMode="auto">
              <p14:nvContentPartPr>
                <p14:cNvPr id="5" name="墨迹 4"/>
                <p14:cNvContentPartPr/>
                <p14:nvPr/>
              </p14:nvContentPartPr>
              <p14:xfrm rot="381586">
                <a:off x="5172148" y="2226204"/>
                <a:ext cx="2413900" cy="444470"/>
              </p14:xfrm>
            </p:contentPart>
          </mc:Choice>
          <mc:Fallback xmlns="">
            <p:pic>
              <p:nvPicPr>
                <p:cNvPr id="5" name="墨迹 4"/>
              </p:nvPicPr>
              <p:blipFill>
                <a:blip r:embed="rId2"/>
              </p:blipFill>
              <p:spPr>
                <a:xfrm rot="381586">
                  <a:off x="5172148" y="2226204"/>
                  <a:ext cx="2413900" cy="444470"/>
                </a:xfrm>
                <a:prstGeom prst="rect"/>
              </p:spPr>
            </p:pic>
          </mc:Fallback>
        </mc:AlternateContent>
      </p:grpSp>
      <p:sp>
        <p:nvSpPr>
          <p:cNvPr id="17" name="TextBox 58"/>
          <p:cNvSpPr txBox="1">
            <a:spLocks noChangeArrowheads="1"/>
          </p:cNvSpPr>
          <p:nvPr/>
        </p:nvSpPr>
        <p:spPr bwMode="auto">
          <a:xfrm>
            <a:off x="6383655" y="1986915"/>
            <a:ext cx="6451600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Phân tích, đặc tả yêu </a:t>
            </a:r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cầu</a:t>
            </a:r>
            <a:endParaRPr lang="vi-VN" altLang="zh-CN" sz="28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8" name="TextBox 59"/>
          <p:cNvSpPr txBox="1">
            <a:spLocks noChangeArrowheads="1"/>
          </p:cNvSpPr>
          <p:nvPr/>
        </p:nvSpPr>
        <p:spPr bwMode="auto">
          <a:xfrm>
            <a:off x="6383654" y="944016"/>
            <a:ext cx="5100633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Giới thiệu đề </a:t>
            </a:r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tài</a:t>
            </a:r>
            <a:endParaRPr lang="vi-VN" altLang="zh-CN" sz="28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9" name="TextBox 68"/>
          <p:cNvSpPr txBox="1">
            <a:spLocks noChangeArrowheads="1"/>
          </p:cNvSpPr>
          <p:nvPr/>
        </p:nvSpPr>
        <p:spPr bwMode="auto">
          <a:xfrm>
            <a:off x="6383655" y="3082647"/>
            <a:ext cx="5100633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Các tác nhân hệ </a:t>
            </a:r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thống</a:t>
            </a:r>
            <a:endParaRPr lang="vi-VN" altLang="zh-CN" sz="28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20" name="TextBox 69"/>
          <p:cNvSpPr txBox="1">
            <a:spLocks noChangeArrowheads="1"/>
          </p:cNvSpPr>
          <p:nvPr/>
        </p:nvSpPr>
        <p:spPr bwMode="auto">
          <a:xfrm>
            <a:off x="6383655" y="4178935"/>
            <a:ext cx="5979160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Các ca sử </a:t>
            </a:r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dụng</a:t>
            </a:r>
            <a:endParaRPr lang="vi-VN" altLang="zh-CN" sz="28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83079" y="572656"/>
            <a:ext cx="1398905" cy="1014730"/>
            <a:chOff x="3920238" y="570952"/>
            <a:chExt cx="1398905" cy="1014730"/>
          </a:xfrm>
          <a:noFill/>
        </p:grpSpPr>
        <p:sp>
          <p:nvSpPr>
            <p:cNvPr id="29" name="文本框 28"/>
            <p:cNvSpPr txBox="1"/>
            <p:nvPr/>
          </p:nvSpPr>
          <p:spPr>
            <a:xfrm>
              <a:off x="3920238" y="570952"/>
              <a:ext cx="1398905" cy="10147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1</a:t>
              </a:r>
              <a:endParaRPr lang="en-US" altLang="zh-CN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30" name="墨迹 29"/>
                <p14:cNvContentPartPr/>
                <p14:nvPr/>
              </p14:nvContentPartPr>
              <p14:xfrm rot="381586">
                <a:off x="4299182" y="1293504"/>
                <a:ext cx="845167" cy="155620"/>
              </p14:xfrm>
            </p:contentPart>
          </mc:Choice>
          <mc:Fallback xmlns="">
            <p:pic>
              <p:nvPicPr>
                <p:cNvPr id="30" name="墨迹 29"/>
              </p:nvPicPr>
              <p:blipFill>
                <a:blip r:embed="rId4"/>
              </p:blipFill>
              <p:spPr>
                <a:xfrm rot="381586">
                  <a:off x="4299182" y="1293504"/>
                  <a:ext cx="845167" cy="15562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3" name="墨迹 22"/>
              <p14:cNvContentPartPr/>
              <p14:nvPr/>
            </p14:nvContentPartPr>
            <p14:xfrm>
              <a:off x="4234180" y="341630"/>
              <a:ext cx="712470" cy="582676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6"/>
            </p:blipFill>
            <p:spPr>
              <a:xfrm>
                <a:off x="4234180" y="341630"/>
                <a:ext cx="712470" cy="5826760"/>
              </a:xfrm>
              <a:prstGeom prst="rect"/>
            </p:spPr>
          </p:pic>
        </mc:Fallback>
      </mc:AlternateContent>
      <p:grpSp>
        <p:nvGrpSpPr>
          <p:cNvPr id="10" name="组合 1"/>
          <p:cNvGrpSpPr/>
          <p:nvPr/>
        </p:nvGrpSpPr>
        <p:grpSpPr>
          <a:xfrm>
            <a:off x="4990699" y="1695336"/>
            <a:ext cx="1398905" cy="1014730"/>
            <a:chOff x="3840863" y="570952"/>
            <a:chExt cx="1398905" cy="1014730"/>
          </a:xfrm>
        </p:grpSpPr>
        <p:sp>
          <p:nvSpPr>
            <p:cNvPr id="11" name="文本框 28"/>
            <p:cNvSpPr txBox="1"/>
            <p:nvPr/>
          </p:nvSpPr>
          <p:spPr>
            <a:xfrm>
              <a:off x="3840863" y="570952"/>
              <a:ext cx="1398905" cy="10147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231D19"/>
                  </a:solidFill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vi-V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2</a:t>
              </a:r>
              <a:endParaRPr lang="vi-V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7" p14:bwMode="auto">
              <p14:nvContentPartPr>
                <p14:cNvPr id="12" name="墨迹 29"/>
                <p14:cNvContentPartPr/>
                <p14:nvPr/>
              </p14:nvContentPartPr>
              <p14:xfrm rot="381586">
                <a:off x="4299182" y="1293504"/>
                <a:ext cx="845167" cy="155620"/>
              </p14:xfrm>
            </p:contentPart>
          </mc:Choice>
          <mc:Fallback xmlns="">
            <p:pic>
              <p:nvPicPr>
                <p:cNvPr id="12" name="墨迹 29"/>
              </p:nvPicPr>
              <p:blipFill>
                <a:blip r:embed="rId8"/>
              </p:blipFill>
              <p:spPr>
                <a:xfrm rot="381586">
                  <a:off x="4299182" y="1293504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13" name="组合 1"/>
          <p:cNvGrpSpPr/>
          <p:nvPr/>
        </p:nvGrpSpPr>
        <p:grpSpPr>
          <a:xfrm>
            <a:off x="4990699" y="2791346"/>
            <a:ext cx="1398905" cy="1014730"/>
            <a:chOff x="3840863" y="570952"/>
            <a:chExt cx="1398905" cy="1014730"/>
          </a:xfrm>
          <a:noFill/>
        </p:grpSpPr>
        <p:sp>
          <p:nvSpPr>
            <p:cNvPr id="14" name="文本框 28"/>
            <p:cNvSpPr txBox="1"/>
            <p:nvPr/>
          </p:nvSpPr>
          <p:spPr>
            <a:xfrm>
              <a:off x="3840863" y="570952"/>
              <a:ext cx="1398905" cy="10147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3</a:t>
              </a:r>
              <a:endParaRPr lang="vi-V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9" p14:bwMode="auto">
              <p14:nvContentPartPr>
                <p14:cNvPr id="15" name="墨迹 29"/>
                <p14:cNvContentPartPr/>
                <p14:nvPr/>
              </p14:nvContentPartPr>
              <p14:xfrm rot="381586">
                <a:off x="4299182" y="1293504"/>
                <a:ext cx="845167" cy="155620"/>
              </p14:xfrm>
            </p:contentPart>
          </mc:Choice>
          <mc:Fallback xmlns="">
            <p:pic>
              <p:nvPicPr>
                <p:cNvPr id="15" name="墨迹 29"/>
              </p:nvPicPr>
              <p:blipFill>
                <a:blip r:embed="rId10"/>
              </p:blipFill>
              <p:spPr>
                <a:xfrm rot="381586">
                  <a:off x="4299182" y="1293504"/>
                  <a:ext cx="845167" cy="155620"/>
                </a:xfrm>
                <a:prstGeom prst="rect"/>
              </p:spPr>
            </p:pic>
          </mc:Fallback>
        </mc:AlternateContent>
      </p:grpSp>
      <p:grpSp>
        <p:nvGrpSpPr>
          <p:cNvPr id="16" name="组合 1"/>
          <p:cNvGrpSpPr/>
          <p:nvPr/>
        </p:nvGrpSpPr>
        <p:grpSpPr>
          <a:xfrm>
            <a:off x="4990699" y="3887356"/>
            <a:ext cx="1398905" cy="1014730"/>
            <a:chOff x="3840863" y="570952"/>
            <a:chExt cx="1398905" cy="1014730"/>
          </a:xfrm>
          <a:noFill/>
        </p:grpSpPr>
        <p:sp>
          <p:nvSpPr>
            <p:cNvPr id="22" name="文本框 28"/>
            <p:cNvSpPr txBox="1"/>
            <p:nvPr/>
          </p:nvSpPr>
          <p:spPr>
            <a:xfrm>
              <a:off x="3840863" y="570952"/>
              <a:ext cx="1398905" cy="10147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4</a:t>
              </a:r>
              <a:endParaRPr lang="vi-V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1" p14:bwMode="auto">
              <p14:nvContentPartPr>
                <p14:cNvPr id="24" name="墨迹 29"/>
                <p14:cNvContentPartPr/>
                <p14:nvPr/>
              </p14:nvContentPartPr>
              <p14:xfrm rot="381586">
                <a:off x="4299182" y="1293504"/>
                <a:ext cx="845167" cy="155620"/>
              </p14:xfrm>
            </p:contentPart>
          </mc:Choice>
          <mc:Fallback xmlns="">
            <p:pic>
              <p:nvPicPr>
                <p:cNvPr id="24" name="墨迹 29"/>
              </p:nvPicPr>
              <p:blipFill>
                <a:blip r:embed="rId12"/>
              </p:blipFill>
              <p:spPr>
                <a:xfrm rot="381586">
                  <a:off x="4299182" y="1293504"/>
                  <a:ext cx="845167" cy="155620"/>
                </a:xfrm>
                <a:prstGeom prst="rect"/>
              </p:spPr>
            </p:pic>
          </mc:Fallback>
        </mc:AlternateContent>
      </p:grpSp>
      <p:sp>
        <p:nvSpPr>
          <p:cNvPr id="3" name="TextBox 69"/>
          <p:cNvSpPr txBox="1">
            <a:spLocks noChangeArrowheads="1"/>
          </p:cNvSpPr>
          <p:nvPr/>
        </p:nvSpPr>
        <p:spPr bwMode="auto">
          <a:xfrm>
            <a:off x="6405245" y="5274945"/>
            <a:ext cx="5979160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5" rIns="68571" bIns="3428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Demo chương </a:t>
            </a:r>
            <a:r>
              <a:rPr lang="vi-VN" altLang="zh-CN" sz="2800" b="1" spc="300" dirty="0">
                <a:ln w="6350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trình</a:t>
            </a:r>
            <a:endParaRPr lang="vi-VN" altLang="zh-CN" sz="2800" b="1" spc="300" dirty="0">
              <a:ln w="6350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grpSp>
        <p:nvGrpSpPr>
          <p:cNvPr id="7" name="组合 1"/>
          <p:cNvGrpSpPr/>
          <p:nvPr/>
        </p:nvGrpSpPr>
        <p:grpSpPr>
          <a:xfrm>
            <a:off x="5016099" y="4983366"/>
            <a:ext cx="1398905" cy="1014730"/>
            <a:chOff x="3840863" y="570952"/>
            <a:chExt cx="1398905" cy="1014730"/>
          </a:xfrm>
          <a:noFill/>
        </p:grpSpPr>
        <p:sp>
          <p:nvSpPr>
            <p:cNvPr id="8" name="文本框 28"/>
            <p:cNvSpPr txBox="1"/>
            <p:nvPr/>
          </p:nvSpPr>
          <p:spPr>
            <a:xfrm>
              <a:off x="3840863" y="570952"/>
              <a:ext cx="1398905" cy="10147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altLang="en-US" sz="6000" b="1" spc="-300" dirty="0" smtClean="0">
                  <a:ln w="28575">
                    <a:solidFill>
                      <a:srgbClr val="44546A"/>
                    </a:solidFill>
                  </a:ln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5</a:t>
              </a:r>
              <a:endParaRPr lang="vi-VN" altLang="en-US" sz="60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13" p14:bwMode="auto">
              <p14:nvContentPartPr>
                <p14:cNvPr id="9" name="墨迹 29"/>
                <p14:cNvContentPartPr/>
                <p14:nvPr/>
              </p14:nvContentPartPr>
              <p14:xfrm rot="381586">
                <a:off x="4299182" y="1293504"/>
                <a:ext cx="845167" cy="155620"/>
              </p14:xfrm>
            </p:contentPart>
          </mc:Choice>
          <mc:Fallback xmlns="">
            <p:pic>
              <p:nvPicPr>
                <p:cNvPr id="9" name="墨迹 29"/>
              </p:nvPicPr>
              <p:blipFill>
                <a:blip r:embed="rId14"/>
              </p:blipFill>
              <p:spPr>
                <a:xfrm rot="381586">
                  <a:off x="4299182" y="1293504"/>
                  <a:ext cx="845167" cy="155620"/>
                </a:xfrm>
                <a:prstGeom prst="rect"/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40468" y="1658424"/>
            <a:ext cx="17780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1</a:t>
            </a:r>
            <a:endParaRPr lang="en-US" altLang="zh-CN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35017" y="1957767"/>
            <a:ext cx="552640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Giới thiệu đề tài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5041440" y="3196639"/>
              <a:ext cx="5904720" cy="1310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5041440" y="3196639"/>
                <a:ext cx="5904720" cy="131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5073120" y="4751119"/>
              <a:ext cx="6123960" cy="1519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5073120" y="4751119"/>
                <a:ext cx="6123960" cy="151920"/>
              </a:xfrm>
              <a:prstGeom prst="rect"/>
            </p:spPr>
          </p:pic>
        </mc:Fallback>
      </mc:AlternateContent>
      <p:grpSp>
        <p:nvGrpSpPr>
          <p:cNvPr id="11" name="组合 10"/>
          <p:cNvGrpSpPr/>
          <p:nvPr/>
        </p:nvGrpSpPr>
        <p:grpSpPr>
          <a:xfrm>
            <a:off x="5759601" y="3560812"/>
            <a:ext cx="4309458" cy="954847"/>
            <a:chOff x="5973738" y="4953001"/>
            <a:chExt cx="4309458" cy="954847"/>
          </a:xfrm>
        </p:grpSpPr>
        <p:sp>
          <p:nvSpPr>
            <p:cNvPr id="12" name="矩形 11"/>
            <p:cNvSpPr/>
            <p:nvPr/>
          </p:nvSpPr>
          <p:spPr>
            <a:xfrm>
              <a:off x="5973738" y="4953001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Topic 1</a:t>
              </a:r>
              <a:endParaRPr lang="zh-CN" altLang="en-US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3738" y="5471603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3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567360" y="5471603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4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8567360" y="4978208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1</a:t>
            </a:r>
            <a:endParaRPr lang="en-US" altLang="zh-CN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4585" y="551051"/>
            <a:ext cx="587756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Giới thiệu đề tài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82930" y="2090420"/>
            <a:ext cx="10986135" cy="3138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Trong bối cảnh ngành công nghiệp ô tô ngày càng phát triển mạnh mẽ, việc quản l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hiệu quả các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ại l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xe hơi trở thành một yếu tố then chốt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ể nâng cao chất l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ợng dịch vụ và tối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u hóa hoạt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ộng kinh doanh.</a:t>
            </a:r>
            <a:endParaRPr lang="en-US" altLang="en-US" sz="22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Nhận thức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đư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ợc tầm quan trọng của việc ứng dụng công nghệ trong quản l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, nhóm chúng em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ã lựa chọn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ề tài "Xây dựng phần mềm quản l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 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đ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ại l</a:t>
            </a:r>
            <a:r>
              <a:rPr lang="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ý</a:t>
            </a:r>
            <a:r>
              <a:rPr lang="en-US" altLang="en-US" sz="22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  <a:sym typeface="+mn-ea"/>
              </a:rPr>
              <a:t> xe hơi" cho bài tập lớn của học phần "Lập trình ứng dụng với Python".</a:t>
            </a:r>
            <a:endParaRPr lang="en-US" altLang="en-US" sz="22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82550" y="1697990"/>
            <a:ext cx="1111250" cy="713740"/>
            <a:chOff x="1759" y="4451"/>
            <a:chExt cx="7230" cy="459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3" name="墨迹 12"/>
                <p14:cNvContentPartPr/>
                <p14:nvPr/>
              </p14:nvContentPartPr>
              <p14:xfrm>
                <a:off x="1759" y="4451"/>
                <a:ext cx="7231" cy="4598"/>
              </p14:xfrm>
            </p:contentPart>
          </mc:Choice>
          <mc:Fallback xmlns="">
            <p:pic>
              <p:nvPicPr>
                <p:cNvPr id="13" name="墨迹 12"/>
              </p:nvPicPr>
              <p:blipFill>
                <a:blip r:embed="rId4"/>
              </p:blipFill>
              <p:spPr>
                <a:xfrm>
                  <a:off x="1759" y="4451"/>
                  <a:ext cx="7231" cy="4598"/>
                </a:xfrm>
                <a:prstGeom prst="rect"/>
              </p:spPr>
            </p:pic>
          </mc:Fallback>
        </mc:AlternateContent>
        <p:sp>
          <p:nvSpPr>
            <p:cNvPr id="16" name="KSO_Shape"/>
            <p:cNvSpPr/>
            <p:nvPr/>
          </p:nvSpPr>
          <p:spPr bwMode="auto">
            <a:xfrm rot="1918848">
              <a:off x="3494" y="5176"/>
              <a:ext cx="1832" cy="2450"/>
            </a:xfrm>
            <a:custGeom>
              <a:avLst/>
              <a:gdLst>
                <a:gd name="T0" fmla="*/ 1281616 w 634"/>
                <a:gd name="T1" fmla="*/ 39819 h 633"/>
                <a:gd name="T2" fmla="*/ 1281616 w 634"/>
                <a:gd name="T3" fmla="*/ 39819 h 633"/>
                <a:gd name="T4" fmla="*/ 0 w 634"/>
                <a:gd name="T5" fmla="*/ 878867 h 633"/>
                <a:gd name="T6" fmla="*/ 405951 w 634"/>
                <a:gd name="T7" fmla="*/ 1214486 h 633"/>
                <a:gd name="T8" fmla="*/ 656748 w 634"/>
                <a:gd name="T9" fmla="*/ 1797553 h 633"/>
                <a:gd name="T10" fmla="*/ 1313497 w 634"/>
                <a:gd name="T11" fmla="*/ 82483 h 633"/>
                <a:gd name="T12" fmla="*/ 1281616 w 634"/>
                <a:gd name="T13" fmla="*/ 39819 h 633"/>
                <a:gd name="T14" fmla="*/ 157280 w 634"/>
                <a:gd name="T15" fmla="*/ 878867 h 633"/>
                <a:gd name="T16" fmla="*/ 157280 w 634"/>
                <a:gd name="T17" fmla="*/ 878867 h 633"/>
                <a:gd name="T18" fmla="*/ 1126461 w 634"/>
                <a:gd name="T19" fmla="*/ 250292 h 633"/>
                <a:gd name="T20" fmla="*/ 437832 w 634"/>
                <a:gd name="T21" fmla="*/ 1086496 h 633"/>
                <a:gd name="T22" fmla="*/ 157280 w 634"/>
                <a:gd name="T23" fmla="*/ 878867 h 633"/>
                <a:gd name="T24" fmla="*/ 656748 w 634"/>
                <a:gd name="T25" fmla="*/ 1589924 h 633"/>
                <a:gd name="T26" fmla="*/ 656748 w 634"/>
                <a:gd name="T27" fmla="*/ 1589924 h 633"/>
                <a:gd name="T28" fmla="*/ 501594 w 634"/>
                <a:gd name="T29" fmla="*/ 1129159 h 633"/>
                <a:gd name="T30" fmla="*/ 1158342 w 634"/>
                <a:gd name="T31" fmla="*/ 290111 h 633"/>
                <a:gd name="T32" fmla="*/ 656748 w 634"/>
                <a:gd name="T33" fmla="*/ 1589924 h 63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4" h="633">
                  <a:moveTo>
                    <a:pt x="603" y="14"/>
                  </a:moveTo>
                  <a:lnTo>
                    <a:pt x="603" y="14"/>
                  </a:lnTo>
                  <a:cubicBezTo>
                    <a:pt x="574" y="14"/>
                    <a:pt x="0" y="309"/>
                    <a:pt x="0" y="309"/>
                  </a:cubicBezTo>
                  <a:lnTo>
                    <a:pt x="191" y="427"/>
                  </a:lnTo>
                  <a:lnTo>
                    <a:pt x="309" y="632"/>
                  </a:lnTo>
                  <a:cubicBezTo>
                    <a:pt x="309" y="632"/>
                    <a:pt x="618" y="44"/>
                    <a:pt x="618" y="29"/>
                  </a:cubicBezTo>
                  <a:cubicBezTo>
                    <a:pt x="633" y="14"/>
                    <a:pt x="618" y="0"/>
                    <a:pt x="603" y="14"/>
                  </a:cubicBezTo>
                  <a:close/>
                  <a:moveTo>
                    <a:pt x="74" y="309"/>
                  </a:moveTo>
                  <a:lnTo>
                    <a:pt x="74" y="309"/>
                  </a:lnTo>
                  <a:cubicBezTo>
                    <a:pt x="530" y="88"/>
                    <a:pt x="530" y="88"/>
                    <a:pt x="530" y="88"/>
                  </a:cubicBezTo>
                  <a:cubicBezTo>
                    <a:pt x="206" y="382"/>
                    <a:pt x="206" y="382"/>
                    <a:pt x="206" y="382"/>
                  </a:cubicBezTo>
                  <a:lnTo>
                    <a:pt x="74" y="309"/>
                  </a:lnTo>
                  <a:close/>
                  <a:moveTo>
                    <a:pt x="309" y="559"/>
                  </a:moveTo>
                  <a:lnTo>
                    <a:pt x="309" y="559"/>
                  </a:lnTo>
                  <a:cubicBezTo>
                    <a:pt x="309" y="559"/>
                    <a:pt x="250" y="441"/>
                    <a:pt x="236" y="397"/>
                  </a:cubicBezTo>
                  <a:cubicBezTo>
                    <a:pt x="545" y="102"/>
                    <a:pt x="545" y="102"/>
                    <a:pt x="545" y="102"/>
                  </a:cubicBezTo>
                  <a:lnTo>
                    <a:pt x="309" y="559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wrap="none" lIns="121908" tIns="60955" rIns="121908" bIns="60955"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endParaRPr>
            </a:p>
          </p:txBody>
        </p:sp>
      </p:grpSp>
      <p:sp>
        <p:nvSpPr>
          <p:cNvPr id="27" name="Freeform 23"/>
          <p:cNvSpPr/>
          <p:nvPr/>
        </p:nvSpPr>
        <p:spPr bwMode="auto">
          <a:xfrm>
            <a:off x="11792170" y="130865"/>
            <a:ext cx="291718" cy="302976"/>
          </a:xfrm>
          <a:custGeom>
            <a:avLst/>
            <a:gdLst>
              <a:gd name="T0" fmla="*/ 100 w 137"/>
              <a:gd name="T1" fmla="*/ 57 h 142"/>
              <a:gd name="T2" fmla="*/ 137 w 137"/>
              <a:gd name="T3" fmla="*/ 57 h 142"/>
              <a:gd name="T4" fmla="*/ 76 w 137"/>
              <a:gd name="T5" fmla="*/ 4 h 142"/>
              <a:gd name="T6" fmla="*/ 70 w 137"/>
              <a:gd name="T7" fmla="*/ 0 h 142"/>
              <a:gd name="T8" fmla="*/ 63 w 137"/>
              <a:gd name="T9" fmla="*/ 4 h 142"/>
              <a:gd name="T10" fmla="*/ 0 w 137"/>
              <a:gd name="T11" fmla="*/ 57 h 142"/>
              <a:gd name="T12" fmla="*/ 40 w 137"/>
              <a:gd name="T13" fmla="*/ 57 h 142"/>
              <a:gd name="T14" fmla="*/ 63 w 137"/>
              <a:gd name="T15" fmla="*/ 4 h 142"/>
              <a:gd name="T16" fmla="*/ 62 w 137"/>
              <a:gd name="T17" fmla="*/ 5 h 142"/>
              <a:gd name="T18" fmla="*/ 44 w 137"/>
              <a:gd name="T19" fmla="*/ 57 h 142"/>
              <a:gd name="T20" fmla="*/ 65 w 137"/>
              <a:gd name="T21" fmla="*/ 57 h 142"/>
              <a:gd name="T22" fmla="*/ 65 w 137"/>
              <a:gd name="T23" fmla="*/ 122 h 142"/>
              <a:gd name="T24" fmla="*/ 65 w 137"/>
              <a:gd name="T25" fmla="*/ 125 h 142"/>
              <a:gd name="T26" fmla="*/ 65 w 137"/>
              <a:gd name="T27" fmla="*/ 130 h 142"/>
              <a:gd name="T28" fmla="*/ 76 w 137"/>
              <a:gd name="T29" fmla="*/ 142 h 142"/>
              <a:gd name="T30" fmla="*/ 88 w 137"/>
              <a:gd name="T31" fmla="*/ 130 h 142"/>
              <a:gd name="T32" fmla="*/ 88 w 137"/>
              <a:gd name="T33" fmla="*/ 125 h 142"/>
              <a:gd name="T34" fmla="*/ 80 w 137"/>
              <a:gd name="T35" fmla="*/ 125 h 142"/>
              <a:gd name="T36" fmla="*/ 80 w 137"/>
              <a:gd name="T37" fmla="*/ 127 h 142"/>
              <a:gd name="T38" fmla="*/ 80 w 137"/>
              <a:gd name="T39" fmla="*/ 129 h 142"/>
              <a:gd name="T40" fmla="*/ 76 w 137"/>
              <a:gd name="T41" fmla="*/ 133 h 142"/>
              <a:gd name="T42" fmla="*/ 73 w 137"/>
              <a:gd name="T43" fmla="*/ 129 h 142"/>
              <a:gd name="T44" fmla="*/ 73 w 137"/>
              <a:gd name="T45" fmla="*/ 127 h 142"/>
              <a:gd name="T46" fmla="*/ 73 w 137"/>
              <a:gd name="T47" fmla="*/ 125 h 142"/>
              <a:gd name="T48" fmla="*/ 73 w 137"/>
              <a:gd name="T49" fmla="*/ 111 h 142"/>
              <a:gd name="T50" fmla="*/ 73 w 137"/>
              <a:gd name="T51" fmla="*/ 57 h 142"/>
              <a:gd name="T52" fmla="*/ 95 w 137"/>
              <a:gd name="T53" fmla="*/ 57 h 142"/>
              <a:gd name="T54" fmla="*/ 77 w 137"/>
              <a:gd name="T55" fmla="*/ 5 h 142"/>
              <a:gd name="T56" fmla="*/ 76 w 137"/>
              <a:gd name="T57" fmla="*/ 4 h 142"/>
              <a:gd name="T58" fmla="*/ 100 w 137"/>
              <a:gd name="T59" fmla="*/ 57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7" h="142">
                <a:moveTo>
                  <a:pt x="100" y="57"/>
                </a:moveTo>
                <a:cubicBezTo>
                  <a:pt x="137" y="57"/>
                  <a:pt x="137" y="57"/>
                  <a:pt x="137" y="57"/>
                </a:cubicBezTo>
                <a:cubicBezTo>
                  <a:pt x="130" y="28"/>
                  <a:pt x="106" y="7"/>
                  <a:pt x="76" y="4"/>
                </a:cubicBezTo>
                <a:cubicBezTo>
                  <a:pt x="75" y="1"/>
                  <a:pt x="73" y="0"/>
                  <a:pt x="70" y="0"/>
                </a:cubicBezTo>
                <a:cubicBezTo>
                  <a:pt x="67" y="0"/>
                  <a:pt x="64" y="1"/>
                  <a:pt x="63" y="4"/>
                </a:cubicBezTo>
                <a:cubicBezTo>
                  <a:pt x="33" y="6"/>
                  <a:pt x="8" y="28"/>
                  <a:pt x="0" y="57"/>
                </a:cubicBezTo>
                <a:cubicBezTo>
                  <a:pt x="40" y="57"/>
                  <a:pt x="40" y="57"/>
                  <a:pt x="40" y="57"/>
                </a:cubicBezTo>
                <a:cubicBezTo>
                  <a:pt x="40" y="24"/>
                  <a:pt x="58" y="7"/>
                  <a:pt x="63" y="4"/>
                </a:cubicBezTo>
                <a:cubicBezTo>
                  <a:pt x="63" y="4"/>
                  <a:pt x="62" y="5"/>
                  <a:pt x="62" y="5"/>
                </a:cubicBezTo>
                <a:cubicBezTo>
                  <a:pt x="41" y="31"/>
                  <a:pt x="44" y="57"/>
                  <a:pt x="44" y="57"/>
                </a:cubicBezTo>
                <a:cubicBezTo>
                  <a:pt x="65" y="57"/>
                  <a:pt x="65" y="57"/>
                  <a:pt x="65" y="57"/>
                </a:cubicBezTo>
                <a:cubicBezTo>
                  <a:pt x="65" y="122"/>
                  <a:pt x="65" y="122"/>
                  <a:pt x="65" y="122"/>
                </a:cubicBezTo>
                <a:cubicBezTo>
                  <a:pt x="65" y="125"/>
                  <a:pt x="65" y="125"/>
                  <a:pt x="65" y="125"/>
                </a:cubicBezTo>
                <a:cubicBezTo>
                  <a:pt x="65" y="130"/>
                  <a:pt x="65" y="130"/>
                  <a:pt x="65" y="130"/>
                </a:cubicBezTo>
                <a:cubicBezTo>
                  <a:pt x="65" y="136"/>
                  <a:pt x="70" y="142"/>
                  <a:pt x="76" y="142"/>
                </a:cubicBezTo>
                <a:cubicBezTo>
                  <a:pt x="83" y="142"/>
                  <a:pt x="88" y="136"/>
                  <a:pt x="88" y="130"/>
                </a:cubicBezTo>
                <a:cubicBezTo>
                  <a:pt x="88" y="125"/>
                  <a:pt x="88" y="125"/>
                  <a:pt x="88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7"/>
                  <a:pt x="80" y="127"/>
                  <a:pt x="80" y="127"/>
                </a:cubicBezTo>
                <a:cubicBezTo>
                  <a:pt x="80" y="129"/>
                  <a:pt x="80" y="129"/>
                  <a:pt x="80" y="129"/>
                </a:cubicBezTo>
                <a:cubicBezTo>
                  <a:pt x="80" y="131"/>
                  <a:pt x="78" y="133"/>
                  <a:pt x="76" y="133"/>
                </a:cubicBezTo>
                <a:cubicBezTo>
                  <a:pt x="74" y="133"/>
                  <a:pt x="73" y="131"/>
                  <a:pt x="73" y="129"/>
                </a:cubicBezTo>
                <a:cubicBezTo>
                  <a:pt x="73" y="127"/>
                  <a:pt x="73" y="127"/>
                  <a:pt x="73" y="127"/>
                </a:cubicBezTo>
                <a:cubicBezTo>
                  <a:pt x="73" y="125"/>
                  <a:pt x="73" y="125"/>
                  <a:pt x="73" y="125"/>
                </a:cubicBezTo>
                <a:cubicBezTo>
                  <a:pt x="73" y="111"/>
                  <a:pt x="73" y="111"/>
                  <a:pt x="73" y="111"/>
                </a:cubicBezTo>
                <a:cubicBezTo>
                  <a:pt x="73" y="57"/>
                  <a:pt x="73" y="57"/>
                  <a:pt x="73" y="57"/>
                </a:cubicBezTo>
                <a:cubicBezTo>
                  <a:pt x="95" y="57"/>
                  <a:pt x="95" y="57"/>
                  <a:pt x="95" y="57"/>
                </a:cubicBezTo>
                <a:cubicBezTo>
                  <a:pt x="95" y="57"/>
                  <a:pt x="98" y="31"/>
                  <a:pt x="77" y="5"/>
                </a:cubicBezTo>
                <a:cubicBezTo>
                  <a:pt x="77" y="5"/>
                  <a:pt x="77" y="4"/>
                  <a:pt x="76" y="4"/>
                </a:cubicBezTo>
                <a:cubicBezTo>
                  <a:pt x="81" y="7"/>
                  <a:pt x="100" y="24"/>
                  <a:pt x="100" y="57"/>
                </a:cubicBez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IBM Plex Sans" panose="020B05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2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4585" y="551051"/>
            <a:ext cx="587756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Giới thiệu đề tài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82930" y="2090420"/>
            <a:ext cx="109861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457200" algn="just">
              <a:lnSpc>
                <a:spcPct val="150000"/>
              </a:lnSpc>
            </a:pP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Mục tiêu của 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ề tài là xây dựng một hệ thống phần mềm 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áp ứng các yêu cầu quản l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cơ bản của một 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ại l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xe hơi, bao gồm quản l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thông tin xe, khách hàng, dịch vụ và phụ tùng [3]. Phần mềm 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đư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ợc kỳ vọng sẽ giúp 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ại l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hoạt 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ộng hiệu quả hơn, nâng cao chất l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ợng dịch vụ và t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c</a:t>
            </a:r>
            <a:r>
              <a:rPr lang="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ờng sự hài lòng của khách hàng.​</a:t>
            </a:r>
            <a:endParaRPr lang="en-US" altLang="en-US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82550" y="1697990"/>
            <a:ext cx="1111250" cy="713740"/>
            <a:chOff x="1759" y="4451"/>
            <a:chExt cx="7230" cy="459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3" name="墨迹 12"/>
                <p14:cNvContentPartPr/>
                <p14:nvPr/>
              </p14:nvContentPartPr>
              <p14:xfrm>
                <a:off x="1759" y="4451"/>
                <a:ext cx="7231" cy="4598"/>
              </p14:xfrm>
            </p:contentPart>
          </mc:Choice>
          <mc:Fallback xmlns="">
            <p:pic>
              <p:nvPicPr>
                <p:cNvPr id="13" name="墨迹 12"/>
              </p:nvPicPr>
              <p:blipFill>
                <a:blip r:embed="rId4"/>
              </p:blipFill>
              <p:spPr>
                <a:xfrm>
                  <a:off x="1759" y="4451"/>
                  <a:ext cx="7231" cy="4598"/>
                </a:xfrm>
                <a:prstGeom prst="rect"/>
              </p:spPr>
            </p:pic>
          </mc:Fallback>
        </mc:AlternateContent>
        <p:sp>
          <p:nvSpPr>
            <p:cNvPr id="16" name="KSO_Shape"/>
            <p:cNvSpPr/>
            <p:nvPr/>
          </p:nvSpPr>
          <p:spPr bwMode="auto">
            <a:xfrm rot="1918848">
              <a:off x="3494" y="5176"/>
              <a:ext cx="1832" cy="2450"/>
            </a:xfrm>
            <a:custGeom>
              <a:avLst/>
              <a:gdLst>
                <a:gd name="T0" fmla="*/ 1281616 w 634"/>
                <a:gd name="T1" fmla="*/ 39819 h 633"/>
                <a:gd name="T2" fmla="*/ 1281616 w 634"/>
                <a:gd name="T3" fmla="*/ 39819 h 633"/>
                <a:gd name="T4" fmla="*/ 0 w 634"/>
                <a:gd name="T5" fmla="*/ 878867 h 633"/>
                <a:gd name="T6" fmla="*/ 405951 w 634"/>
                <a:gd name="T7" fmla="*/ 1214486 h 633"/>
                <a:gd name="T8" fmla="*/ 656748 w 634"/>
                <a:gd name="T9" fmla="*/ 1797553 h 633"/>
                <a:gd name="T10" fmla="*/ 1313497 w 634"/>
                <a:gd name="T11" fmla="*/ 82483 h 633"/>
                <a:gd name="T12" fmla="*/ 1281616 w 634"/>
                <a:gd name="T13" fmla="*/ 39819 h 633"/>
                <a:gd name="T14" fmla="*/ 157280 w 634"/>
                <a:gd name="T15" fmla="*/ 878867 h 633"/>
                <a:gd name="T16" fmla="*/ 157280 w 634"/>
                <a:gd name="T17" fmla="*/ 878867 h 633"/>
                <a:gd name="T18" fmla="*/ 1126461 w 634"/>
                <a:gd name="T19" fmla="*/ 250292 h 633"/>
                <a:gd name="T20" fmla="*/ 437832 w 634"/>
                <a:gd name="T21" fmla="*/ 1086496 h 633"/>
                <a:gd name="T22" fmla="*/ 157280 w 634"/>
                <a:gd name="T23" fmla="*/ 878867 h 633"/>
                <a:gd name="T24" fmla="*/ 656748 w 634"/>
                <a:gd name="T25" fmla="*/ 1589924 h 633"/>
                <a:gd name="T26" fmla="*/ 656748 w 634"/>
                <a:gd name="T27" fmla="*/ 1589924 h 633"/>
                <a:gd name="T28" fmla="*/ 501594 w 634"/>
                <a:gd name="T29" fmla="*/ 1129159 h 633"/>
                <a:gd name="T30" fmla="*/ 1158342 w 634"/>
                <a:gd name="T31" fmla="*/ 290111 h 633"/>
                <a:gd name="T32" fmla="*/ 656748 w 634"/>
                <a:gd name="T33" fmla="*/ 1589924 h 63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34" h="633">
                  <a:moveTo>
                    <a:pt x="603" y="14"/>
                  </a:moveTo>
                  <a:lnTo>
                    <a:pt x="603" y="14"/>
                  </a:lnTo>
                  <a:cubicBezTo>
                    <a:pt x="574" y="14"/>
                    <a:pt x="0" y="309"/>
                    <a:pt x="0" y="309"/>
                  </a:cubicBezTo>
                  <a:lnTo>
                    <a:pt x="191" y="427"/>
                  </a:lnTo>
                  <a:lnTo>
                    <a:pt x="309" y="632"/>
                  </a:lnTo>
                  <a:cubicBezTo>
                    <a:pt x="309" y="632"/>
                    <a:pt x="618" y="44"/>
                    <a:pt x="618" y="29"/>
                  </a:cubicBezTo>
                  <a:cubicBezTo>
                    <a:pt x="633" y="14"/>
                    <a:pt x="618" y="0"/>
                    <a:pt x="603" y="14"/>
                  </a:cubicBezTo>
                  <a:close/>
                  <a:moveTo>
                    <a:pt x="74" y="309"/>
                  </a:moveTo>
                  <a:lnTo>
                    <a:pt x="74" y="309"/>
                  </a:lnTo>
                  <a:cubicBezTo>
                    <a:pt x="530" y="88"/>
                    <a:pt x="530" y="88"/>
                    <a:pt x="530" y="88"/>
                  </a:cubicBezTo>
                  <a:cubicBezTo>
                    <a:pt x="206" y="382"/>
                    <a:pt x="206" y="382"/>
                    <a:pt x="206" y="382"/>
                  </a:cubicBezTo>
                  <a:lnTo>
                    <a:pt x="74" y="309"/>
                  </a:lnTo>
                  <a:close/>
                  <a:moveTo>
                    <a:pt x="309" y="559"/>
                  </a:moveTo>
                  <a:lnTo>
                    <a:pt x="309" y="559"/>
                  </a:lnTo>
                  <a:cubicBezTo>
                    <a:pt x="309" y="559"/>
                    <a:pt x="250" y="441"/>
                    <a:pt x="236" y="397"/>
                  </a:cubicBezTo>
                  <a:cubicBezTo>
                    <a:pt x="545" y="102"/>
                    <a:pt x="545" y="102"/>
                    <a:pt x="545" y="102"/>
                  </a:cubicBezTo>
                  <a:lnTo>
                    <a:pt x="309" y="559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wrap="none" lIns="121908" tIns="60955" rIns="121908" bIns="60955"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endParaRPr>
            </a:p>
          </p:txBody>
        </p:sp>
      </p:grpSp>
      <p:grpSp>
        <p:nvGrpSpPr>
          <p:cNvPr id="28" name="Group 66"/>
          <p:cNvGrpSpPr/>
          <p:nvPr/>
        </p:nvGrpSpPr>
        <p:grpSpPr>
          <a:xfrm>
            <a:off x="11719094" y="129301"/>
            <a:ext cx="360434" cy="224513"/>
            <a:chOff x="5172076" y="1938338"/>
            <a:chExt cx="471488" cy="293688"/>
          </a:xfrm>
          <a:solidFill>
            <a:srgbClr val="44546A"/>
          </a:solidFill>
        </p:grpSpPr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5172076" y="1938338"/>
              <a:ext cx="471488" cy="293688"/>
            </a:xfrm>
            <a:custGeom>
              <a:avLst/>
              <a:gdLst>
                <a:gd name="T0" fmla="*/ 113 w 125"/>
                <a:gd name="T1" fmla="*/ 18 h 78"/>
                <a:gd name="T2" fmla="*/ 113 w 125"/>
                <a:gd name="T3" fmla="*/ 0 h 78"/>
                <a:gd name="T4" fmla="*/ 0 w 125"/>
                <a:gd name="T5" fmla="*/ 0 h 78"/>
                <a:gd name="T6" fmla="*/ 0 w 125"/>
                <a:gd name="T7" fmla="*/ 78 h 78"/>
                <a:gd name="T8" fmla="*/ 113 w 125"/>
                <a:gd name="T9" fmla="*/ 78 h 78"/>
                <a:gd name="T10" fmla="*/ 113 w 125"/>
                <a:gd name="T11" fmla="*/ 60 h 78"/>
                <a:gd name="T12" fmla="*/ 125 w 125"/>
                <a:gd name="T13" fmla="*/ 54 h 78"/>
                <a:gd name="T14" fmla="*/ 125 w 125"/>
                <a:gd name="T15" fmla="*/ 26 h 78"/>
                <a:gd name="T16" fmla="*/ 113 w 125"/>
                <a:gd name="T17" fmla="*/ 18 h 78"/>
                <a:gd name="T18" fmla="*/ 104 w 125"/>
                <a:gd name="T19" fmla="*/ 69 h 78"/>
                <a:gd name="T20" fmla="*/ 10 w 125"/>
                <a:gd name="T21" fmla="*/ 69 h 78"/>
                <a:gd name="T22" fmla="*/ 10 w 125"/>
                <a:gd name="T23" fmla="*/ 10 h 78"/>
                <a:gd name="T24" fmla="*/ 104 w 125"/>
                <a:gd name="T25" fmla="*/ 10 h 78"/>
                <a:gd name="T26" fmla="*/ 104 w 125"/>
                <a:gd name="T27" fmla="*/ 6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78">
                  <a:moveTo>
                    <a:pt x="113" y="18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60"/>
                    <a:pt x="113" y="60"/>
                    <a:pt x="113" y="60"/>
                  </a:cubicBezTo>
                  <a:cubicBezTo>
                    <a:pt x="117" y="60"/>
                    <a:pt x="125" y="61"/>
                    <a:pt x="125" y="54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5" y="17"/>
                    <a:pt x="116" y="18"/>
                    <a:pt x="113" y="18"/>
                  </a:cubicBezTo>
                  <a:close/>
                  <a:moveTo>
                    <a:pt x="104" y="69"/>
                  </a:moveTo>
                  <a:cubicBezTo>
                    <a:pt x="10" y="69"/>
                    <a:pt x="10" y="69"/>
                    <a:pt x="10" y="6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4" y="10"/>
                    <a:pt x="104" y="10"/>
                    <a:pt x="104" y="10"/>
                  </a:cubicBezTo>
                  <a:lnTo>
                    <a:pt x="104" y="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5235576" y="2001838"/>
              <a:ext cx="90488" cy="166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5341938" y="2001838"/>
              <a:ext cx="85725" cy="166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3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96412" y="551051"/>
            <a:ext cx="940879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Biều đồ phân cấp chức </a:t>
            </a:r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năng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KSO_Shape"/>
          <p:cNvSpPr/>
          <p:nvPr/>
        </p:nvSpPr>
        <p:spPr bwMode="auto">
          <a:xfrm>
            <a:off x="11791750" y="101140"/>
            <a:ext cx="299150" cy="276214"/>
          </a:xfrm>
          <a:custGeom>
            <a:avLst/>
            <a:gdLst>
              <a:gd name="T0" fmla="*/ 2147483646 w 4477"/>
              <a:gd name="T1" fmla="*/ 2147483646 h 4133"/>
              <a:gd name="T2" fmla="*/ 2147483646 w 4477"/>
              <a:gd name="T3" fmla="*/ 1386867173 h 4133"/>
              <a:gd name="T4" fmla="*/ 2147483646 w 4477"/>
              <a:gd name="T5" fmla="*/ 385250906 h 4133"/>
              <a:gd name="T6" fmla="*/ 2147483646 w 4477"/>
              <a:gd name="T7" fmla="*/ 0 h 4133"/>
              <a:gd name="T8" fmla="*/ 2147483646 w 4477"/>
              <a:gd name="T9" fmla="*/ 231114454 h 4133"/>
              <a:gd name="T10" fmla="*/ 2147483646 w 4477"/>
              <a:gd name="T11" fmla="*/ 1001616267 h 4133"/>
              <a:gd name="T12" fmla="*/ 2147483646 w 4477"/>
              <a:gd name="T13" fmla="*/ 2147483646 h 4133"/>
              <a:gd name="T14" fmla="*/ 2147483646 w 4477"/>
              <a:gd name="T15" fmla="*/ 2147483646 h 4133"/>
              <a:gd name="T16" fmla="*/ 2147483646 w 4477"/>
              <a:gd name="T17" fmla="*/ 2147483646 h 4133"/>
              <a:gd name="T18" fmla="*/ 2147483646 w 4477"/>
              <a:gd name="T19" fmla="*/ 2147483646 h 4133"/>
              <a:gd name="T20" fmla="*/ 2147483646 w 4477"/>
              <a:gd name="T21" fmla="*/ 2147483646 h 4133"/>
              <a:gd name="T22" fmla="*/ 2147483646 w 4477"/>
              <a:gd name="T23" fmla="*/ 2147483646 h 4133"/>
              <a:gd name="T24" fmla="*/ 2147483646 w 4477"/>
              <a:gd name="T25" fmla="*/ 2147483646 h 4133"/>
              <a:gd name="T26" fmla="*/ 2147483646 w 4477"/>
              <a:gd name="T27" fmla="*/ 2147483646 h 4133"/>
              <a:gd name="T28" fmla="*/ 2147483646 w 4477"/>
              <a:gd name="T29" fmla="*/ 2147483646 h 4133"/>
              <a:gd name="T30" fmla="*/ 2147483646 w 4477"/>
              <a:gd name="T31" fmla="*/ 2147483646 h 4133"/>
              <a:gd name="T32" fmla="*/ 2147483646 w 4477"/>
              <a:gd name="T33" fmla="*/ 2147483646 h 4133"/>
              <a:gd name="T34" fmla="*/ 2147483646 w 4477"/>
              <a:gd name="T35" fmla="*/ 2147483646 h 4133"/>
              <a:gd name="T36" fmla="*/ 2147483646 w 4477"/>
              <a:gd name="T37" fmla="*/ 2147483646 h 4133"/>
              <a:gd name="T38" fmla="*/ 2147483646 w 4477"/>
              <a:gd name="T39" fmla="*/ 2147483646 h 4133"/>
              <a:gd name="T40" fmla="*/ 2147483646 w 4477"/>
              <a:gd name="T41" fmla="*/ 2147483646 h 4133"/>
              <a:gd name="T42" fmla="*/ 2147483646 w 4477"/>
              <a:gd name="T43" fmla="*/ 2147483646 h 4133"/>
              <a:gd name="T44" fmla="*/ 2147483646 w 4477"/>
              <a:gd name="T45" fmla="*/ 2147483646 h 4133"/>
              <a:gd name="T46" fmla="*/ 2147483646 w 4477"/>
              <a:gd name="T47" fmla="*/ 2147483646 h 4133"/>
              <a:gd name="T48" fmla="*/ 2147483646 w 4477"/>
              <a:gd name="T49" fmla="*/ 2147483646 h 4133"/>
              <a:gd name="T50" fmla="*/ 2147483646 w 4477"/>
              <a:gd name="T51" fmla="*/ 2147483646 h 4133"/>
              <a:gd name="T52" fmla="*/ 2147483646 w 4477"/>
              <a:gd name="T53" fmla="*/ 2147483646 h 4133"/>
              <a:gd name="T54" fmla="*/ 2147483646 w 4477"/>
              <a:gd name="T55" fmla="*/ 2147483646 h 4133"/>
              <a:gd name="T56" fmla="*/ 2147483646 w 4477"/>
              <a:gd name="T57" fmla="*/ 2147483646 h 4133"/>
              <a:gd name="T58" fmla="*/ 2147483646 w 4477"/>
              <a:gd name="T59" fmla="*/ 2147483646 h 4133"/>
              <a:gd name="T60" fmla="*/ 2147483646 w 4477"/>
              <a:gd name="T61" fmla="*/ 2147483646 h 4133"/>
              <a:gd name="T62" fmla="*/ 2147483646 w 4477"/>
              <a:gd name="T63" fmla="*/ 2147483646 h 4133"/>
              <a:gd name="T64" fmla="*/ 2147483646 w 4477"/>
              <a:gd name="T65" fmla="*/ 2147483646 h 4133"/>
              <a:gd name="T66" fmla="*/ 0 w 4477"/>
              <a:gd name="T67" fmla="*/ 2147483646 h 4133"/>
              <a:gd name="T68" fmla="*/ 2147483646 w 4477"/>
              <a:gd name="T69" fmla="*/ 2147483646 h 4133"/>
              <a:gd name="T70" fmla="*/ 2147483646 w 4477"/>
              <a:gd name="T71" fmla="*/ 2147483646 h 4133"/>
              <a:gd name="T72" fmla="*/ 2147483646 w 4477"/>
              <a:gd name="T73" fmla="*/ 2147483646 h 4133"/>
              <a:gd name="T74" fmla="*/ 2147483646 w 4477"/>
              <a:gd name="T75" fmla="*/ 2147483646 h 4133"/>
              <a:gd name="T76" fmla="*/ 2147483646 w 4477"/>
              <a:gd name="T77" fmla="*/ 2147483646 h 4133"/>
              <a:gd name="T78" fmla="*/ 2147483646 w 4477"/>
              <a:gd name="T79" fmla="*/ 2147483646 h 4133"/>
              <a:gd name="T80" fmla="*/ 2147483646 w 4477"/>
              <a:gd name="T81" fmla="*/ 2147483646 h 4133"/>
              <a:gd name="T82" fmla="*/ 2147483646 w 4477"/>
              <a:gd name="T83" fmla="*/ 2147483646 h 4133"/>
              <a:gd name="T84" fmla="*/ 2147483646 w 4477"/>
              <a:gd name="T85" fmla="*/ 2147483646 h 4133"/>
              <a:gd name="T86" fmla="*/ 2147483646 w 4477"/>
              <a:gd name="T87" fmla="*/ 2147483646 h 4133"/>
              <a:gd name="T88" fmla="*/ 2147483646 w 4477"/>
              <a:gd name="T89" fmla="*/ 2147483646 h 4133"/>
              <a:gd name="T90" fmla="*/ 2147483646 w 4477"/>
              <a:gd name="T91" fmla="*/ 2147483646 h 4133"/>
              <a:gd name="T92" fmla="*/ 2147483646 w 4477"/>
              <a:gd name="T93" fmla="*/ 2147483646 h 4133"/>
              <a:gd name="T94" fmla="*/ 2147483646 w 4477"/>
              <a:gd name="T95" fmla="*/ 2147483646 h 4133"/>
              <a:gd name="T96" fmla="*/ 2147483646 w 4477"/>
              <a:gd name="T97" fmla="*/ 2147483646 h 4133"/>
              <a:gd name="T98" fmla="*/ 2147483646 w 4477"/>
              <a:gd name="T99" fmla="*/ 2147483646 h 4133"/>
              <a:gd name="T100" fmla="*/ 2147483646 w 4477"/>
              <a:gd name="T101" fmla="*/ 2147483646 h 4133"/>
              <a:gd name="T102" fmla="*/ 2147483646 w 4477"/>
              <a:gd name="T103" fmla="*/ 2147483646 h 4133"/>
              <a:gd name="T104" fmla="*/ 2147483646 w 4477"/>
              <a:gd name="T105" fmla="*/ 2147483646 h 4133"/>
              <a:gd name="T106" fmla="*/ 2147483646 w 4477"/>
              <a:gd name="T107" fmla="*/ 2147483646 h 413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4477" h="4133">
                <a:moveTo>
                  <a:pt x="3646" y="48"/>
                </a:moveTo>
                <a:lnTo>
                  <a:pt x="3646" y="48"/>
                </a:lnTo>
                <a:lnTo>
                  <a:pt x="3623" y="39"/>
                </a:lnTo>
                <a:lnTo>
                  <a:pt x="3600" y="31"/>
                </a:lnTo>
                <a:lnTo>
                  <a:pt x="3578" y="24"/>
                </a:lnTo>
                <a:lnTo>
                  <a:pt x="3557" y="18"/>
                </a:lnTo>
                <a:lnTo>
                  <a:pt x="3536" y="13"/>
                </a:lnTo>
                <a:lnTo>
                  <a:pt x="3515" y="8"/>
                </a:lnTo>
                <a:lnTo>
                  <a:pt x="3494" y="5"/>
                </a:lnTo>
                <a:lnTo>
                  <a:pt x="3473" y="3"/>
                </a:lnTo>
                <a:lnTo>
                  <a:pt x="3454" y="1"/>
                </a:lnTo>
                <a:lnTo>
                  <a:pt x="3434" y="0"/>
                </a:lnTo>
                <a:lnTo>
                  <a:pt x="3415" y="0"/>
                </a:lnTo>
                <a:lnTo>
                  <a:pt x="3395" y="1"/>
                </a:lnTo>
                <a:lnTo>
                  <a:pt x="3376" y="3"/>
                </a:lnTo>
                <a:lnTo>
                  <a:pt x="3358" y="5"/>
                </a:lnTo>
                <a:lnTo>
                  <a:pt x="3339" y="9"/>
                </a:lnTo>
                <a:lnTo>
                  <a:pt x="3321" y="13"/>
                </a:lnTo>
                <a:lnTo>
                  <a:pt x="3303" y="18"/>
                </a:lnTo>
                <a:lnTo>
                  <a:pt x="3285" y="23"/>
                </a:lnTo>
                <a:lnTo>
                  <a:pt x="3268" y="30"/>
                </a:lnTo>
                <a:lnTo>
                  <a:pt x="3251" y="37"/>
                </a:lnTo>
                <a:lnTo>
                  <a:pt x="3235" y="45"/>
                </a:lnTo>
                <a:lnTo>
                  <a:pt x="3219" y="54"/>
                </a:lnTo>
                <a:lnTo>
                  <a:pt x="3201" y="63"/>
                </a:lnTo>
                <a:lnTo>
                  <a:pt x="3186" y="74"/>
                </a:lnTo>
                <a:lnTo>
                  <a:pt x="3170" y="85"/>
                </a:lnTo>
                <a:lnTo>
                  <a:pt x="3155" y="96"/>
                </a:lnTo>
                <a:lnTo>
                  <a:pt x="3139" y="108"/>
                </a:lnTo>
                <a:lnTo>
                  <a:pt x="3124" y="121"/>
                </a:lnTo>
                <a:lnTo>
                  <a:pt x="3110" y="134"/>
                </a:lnTo>
                <a:lnTo>
                  <a:pt x="3094" y="149"/>
                </a:lnTo>
                <a:lnTo>
                  <a:pt x="3066" y="179"/>
                </a:lnTo>
                <a:lnTo>
                  <a:pt x="3079" y="337"/>
                </a:lnTo>
                <a:lnTo>
                  <a:pt x="3094" y="494"/>
                </a:lnTo>
                <a:lnTo>
                  <a:pt x="3112" y="649"/>
                </a:lnTo>
                <a:lnTo>
                  <a:pt x="3131" y="802"/>
                </a:lnTo>
                <a:lnTo>
                  <a:pt x="3151" y="954"/>
                </a:lnTo>
                <a:lnTo>
                  <a:pt x="3174" y="1104"/>
                </a:lnTo>
                <a:lnTo>
                  <a:pt x="3198" y="1252"/>
                </a:lnTo>
                <a:lnTo>
                  <a:pt x="3226" y="1398"/>
                </a:lnTo>
                <a:lnTo>
                  <a:pt x="3254" y="1543"/>
                </a:lnTo>
                <a:lnTo>
                  <a:pt x="3284" y="1686"/>
                </a:lnTo>
                <a:lnTo>
                  <a:pt x="3318" y="1827"/>
                </a:lnTo>
                <a:lnTo>
                  <a:pt x="3352" y="1967"/>
                </a:lnTo>
                <a:lnTo>
                  <a:pt x="3388" y="2104"/>
                </a:lnTo>
                <a:lnTo>
                  <a:pt x="3407" y="2172"/>
                </a:lnTo>
                <a:lnTo>
                  <a:pt x="3427" y="2240"/>
                </a:lnTo>
                <a:lnTo>
                  <a:pt x="3447" y="2307"/>
                </a:lnTo>
                <a:lnTo>
                  <a:pt x="3468" y="2374"/>
                </a:lnTo>
                <a:lnTo>
                  <a:pt x="3488" y="2441"/>
                </a:lnTo>
                <a:lnTo>
                  <a:pt x="3510" y="2506"/>
                </a:lnTo>
                <a:lnTo>
                  <a:pt x="4267" y="2335"/>
                </a:lnTo>
                <a:lnTo>
                  <a:pt x="4258" y="2257"/>
                </a:lnTo>
                <a:lnTo>
                  <a:pt x="4249" y="2179"/>
                </a:lnTo>
                <a:lnTo>
                  <a:pt x="4238" y="2102"/>
                </a:lnTo>
                <a:lnTo>
                  <a:pt x="4227" y="2026"/>
                </a:lnTo>
                <a:lnTo>
                  <a:pt x="4214" y="1950"/>
                </a:lnTo>
                <a:lnTo>
                  <a:pt x="4202" y="1874"/>
                </a:lnTo>
                <a:lnTo>
                  <a:pt x="4189" y="1798"/>
                </a:lnTo>
                <a:lnTo>
                  <a:pt x="4175" y="1724"/>
                </a:lnTo>
                <a:lnTo>
                  <a:pt x="4161" y="1649"/>
                </a:lnTo>
                <a:lnTo>
                  <a:pt x="4146" y="1574"/>
                </a:lnTo>
                <a:lnTo>
                  <a:pt x="4130" y="1500"/>
                </a:lnTo>
                <a:lnTo>
                  <a:pt x="4113" y="1428"/>
                </a:lnTo>
                <a:lnTo>
                  <a:pt x="4096" y="1354"/>
                </a:lnTo>
                <a:lnTo>
                  <a:pt x="4078" y="1282"/>
                </a:lnTo>
                <a:lnTo>
                  <a:pt x="4060" y="1210"/>
                </a:lnTo>
                <a:lnTo>
                  <a:pt x="4041" y="1138"/>
                </a:lnTo>
                <a:lnTo>
                  <a:pt x="4020" y="1067"/>
                </a:lnTo>
                <a:lnTo>
                  <a:pt x="4000" y="995"/>
                </a:lnTo>
                <a:lnTo>
                  <a:pt x="3979" y="926"/>
                </a:lnTo>
                <a:lnTo>
                  <a:pt x="3957" y="855"/>
                </a:lnTo>
                <a:lnTo>
                  <a:pt x="3935" y="785"/>
                </a:lnTo>
                <a:lnTo>
                  <a:pt x="3911" y="717"/>
                </a:lnTo>
                <a:lnTo>
                  <a:pt x="3888" y="648"/>
                </a:lnTo>
                <a:lnTo>
                  <a:pt x="3863" y="579"/>
                </a:lnTo>
                <a:lnTo>
                  <a:pt x="3839" y="512"/>
                </a:lnTo>
                <a:lnTo>
                  <a:pt x="3812" y="444"/>
                </a:lnTo>
                <a:lnTo>
                  <a:pt x="3786" y="377"/>
                </a:lnTo>
                <a:lnTo>
                  <a:pt x="3759" y="310"/>
                </a:lnTo>
                <a:lnTo>
                  <a:pt x="3732" y="244"/>
                </a:lnTo>
                <a:lnTo>
                  <a:pt x="3703" y="179"/>
                </a:lnTo>
                <a:lnTo>
                  <a:pt x="3675" y="113"/>
                </a:lnTo>
                <a:lnTo>
                  <a:pt x="3646" y="48"/>
                </a:lnTo>
                <a:close/>
                <a:moveTo>
                  <a:pt x="831" y="2804"/>
                </a:moveTo>
                <a:lnTo>
                  <a:pt x="2810" y="2804"/>
                </a:lnTo>
                <a:lnTo>
                  <a:pt x="2810" y="2949"/>
                </a:lnTo>
                <a:lnTo>
                  <a:pt x="831" y="2949"/>
                </a:lnTo>
                <a:lnTo>
                  <a:pt x="831" y="2804"/>
                </a:lnTo>
                <a:close/>
                <a:moveTo>
                  <a:pt x="3516" y="3370"/>
                </a:moveTo>
                <a:lnTo>
                  <a:pt x="3637" y="3750"/>
                </a:lnTo>
                <a:lnTo>
                  <a:pt x="190" y="3750"/>
                </a:lnTo>
                <a:lnTo>
                  <a:pt x="0" y="3750"/>
                </a:lnTo>
                <a:lnTo>
                  <a:pt x="0" y="3559"/>
                </a:lnTo>
                <a:lnTo>
                  <a:pt x="0" y="1320"/>
                </a:lnTo>
                <a:lnTo>
                  <a:pt x="0" y="1240"/>
                </a:lnTo>
                <a:lnTo>
                  <a:pt x="59" y="1183"/>
                </a:lnTo>
                <a:lnTo>
                  <a:pt x="764" y="503"/>
                </a:lnTo>
                <a:lnTo>
                  <a:pt x="819" y="449"/>
                </a:lnTo>
                <a:lnTo>
                  <a:pt x="895" y="449"/>
                </a:lnTo>
                <a:lnTo>
                  <a:pt x="2831" y="449"/>
                </a:lnTo>
                <a:lnTo>
                  <a:pt x="2840" y="545"/>
                </a:lnTo>
                <a:lnTo>
                  <a:pt x="2849" y="640"/>
                </a:lnTo>
                <a:lnTo>
                  <a:pt x="2859" y="735"/>
                </a:lnTo>
                <a:lnTo>
                  <a:pt x="2870" y="829"/>
                </a:lnTo>
                <a:lnTo>
                  <a:pt x="1084" y="829"/>
                </a:lnTo>
                <a:lnTo>
                  <a:pt x="1138" y="1419"/>
                </a:lnTo>
                <a:lnTo>
                  <a:pt x="1148" y="1526"/>
                </a:lnTo>
                <a:lnTo>
                  <a:pt x="1040" y="1522"/>
                </a:lnTo>
                <a:lnTo>
                  <a:pt x="380" y="1497"/>
                </a:lnTo>
                <a:lnTo>
                  <a:pt x="380" y="3370"/>
                </a:lnTo>
                <a:lnTo>
                  <a:pt x="3516" y="3370"/>
                </a:lnTo>
                <a:close/>
                <a:moveTo>
                  <a:pt x="472" y="1312"/>
                </a:moveTo>
                <a:lnTo>
                  <a:pt x="939" y="1329"/>
                </a:lnTo>
                <a:lnTo>
                  <a:pt x="900" y="898"/>
                </a:lnTo>
                <a:lnTo>
                  <a:pt x="472" y="1312"/>
                </a:lnTo>
                <a:close/>
                <a:moveTo>
                  <a:pt x="2810" y="2206"/>
                </a:moveTo>
                <a:lnTo>
                  <a:pt x="831" y="2206"/>
                </a:lnTo>
                <a:lnTo>
                  <a:pt x="831" y="2351"/>
                </a:lnTo>
                <a:lnTo>
                  <a:pt x="2810" y="2351"/>
                </a:lnTo>
                <a:lnTo>
                  <a:pt x="2810" y="2206"/>
                </a:lnTo>
                <a:close/>
                <a:moveTo>
                  <a:pt x="2810" y="1666"/>
                </a:moveTo>
                <a:lnTo>
                  <a:pt x="1621" y="1666"/>
                </a:lnTo>
                <a:lnTo>
                  <a:pt x="1621" y="1810"/>
                </a:lnTo>
                <a:lnTo>
                  <a:pt x="2810" y="1810"/>
                </a:lnTo>
                <a:lnTo>
                  <a:pt x="2810" y="1666"/>
                </a:lnTo>
                <a:close/>
                <a:moveTo>
                  <a:pt x="2810" y="1112"/>
                </a:moveTo>
                <a:lnTo>
                  <a:pt x="1621" y="1112"/>
                </a:lnTo>
                <a:lnTo>
                  <a:pt x="1621" y="1256"/>
                </a:lnTo>
                <a:lnTo>
                  <a:pt x="2810" y="1256"/>
                </a:lnTo>
                <a:lnTo>
                  <a:pt x="2810" y="1112"/>
                </a:lnTo>
                <a:close/>
                <a:moveTo>
                  <a:pt x="4318" y="3463"/>
                </a:moveTo>
                <a:lnTo>
                  <a:pt x="4002" y="3540"/>
                </a:lnTo>
                <a:lnTo>
                  <a:pt x="4007" y="3867"/>
                </a:lnTo>
                <a:lnTo>
                  <a:pt x="4237" y="4133"/>
                </a:lnTo>
                <a:lnTo>
                  <a:pt x="4387" y="4100"/>
                </a:lnTo>
                <a:lnTo>
                  <a:pt x="4477" y="3751"/>
                </a:lnTo>
                <a:lnTo>
                  <a:pt x="4318" y="3463"/>
                </a:lnTo>
                <a:close/>
                <a:moveTo>
                  <a:pt x="4272" y="2491"/>
                </a:moveTo>
                <a:lnTo>
                  <a:pt x="4272" y="2491"/>
                </a:lnTo>
                <a:lnTo>
                  <a:pt x="4388" y="3367"/>
                </a:lnTo>
                <a:lnTo>
                  <a:pt x="3870" y="3485"/>
                </a:lnTo>
                <a:lnTo>
                  <a:pt x="3583" y="2648"/>
                </a:lnTo>
                <a:lnTo>
                  <a:pt x="4272" y="2491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p:pic>
        <p:nvPicPr>
          <p:cNvPr id="2" name="Picture 6" descr="Biều đồ phân cấp chức nă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85" y="2136140"/>
            <a:ext cx="8809990" cy="3935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40468" y="1658424"/>
            <a:ext cx="17780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2</a:t>
            </a:r>
            <a:endParaRPr lang="vi-VN" altLang="en-US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00564" y="1957767"/>
            <a:ext cx="819531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Phân tích đặc tả yêu </a:t>
            </a:r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cầu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5041440" y="3196639"/>
              <a:ext cx="5904720" cy="1310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5041440" y="3196639"/>
                <a:ext cx="5904720" cy="131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5073120" y="4751119"/>
              <a:ext cx="6123960" cy="1519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5073120" y="4751119"/>
                <a:ext cx="6123960" cy="151920"/>
              </a:xfrm>
              <a:prstGeom prst="rect"/>
            </p:spPr>
          </p:pic>
        </mc:Fallback>
      </mc:AlternateContent>
      <p:grpSp>
        <p:nvGrpSpPr>
          <p:cNvPr id="11" name="组合 10"/>
          <p:cNvGrpSpPr/>
          <p:nvPr/>
        </p:nvGrpSpPr>
        <p:grpSpPr>
          <a:xfrm>
            <a:off x="5759601" y="3560812"/>
            <a:ext cx="4309458" cy="954847"/>
            <a:chOff x="5973738" y="4953001"/>
            <a:chExt cx="4309458" cy="954847"/>
          </a:xfrm>
        </p:grpSpPr>
        <p:sp>
          <p:nvSpPr>
            <p:cNvPr id="12" name="矩形 11"/>
            <p:cNvSpPr/>
            <p:nvPr/>
          </p:nvSpPr>
          <p:spPr>
            <a:xfrm>
              <a:off x="5973738" y="4953001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Topic 1</a:t>
              </a:r>
              <a:endParaRPr lang="zh-CN" altLang="en-US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3738" y="5471603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3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567360" y="5471603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4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8567360" y="4978208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4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31045" y="551051"/>
            <a:ext cx="892302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Các chức năng người </a:t>
            </a:r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dùng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82930" y="1941830"/>
            <a:ext cx="10986135" cy="424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nhập &amp; Phân quyền: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này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ảm bảo tính bảo mật của hệ thống, chỉ cho phép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 có tài khoản hợp lệ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nhập vào phần mềm. Ngoài ra, hệ thống còn hỗ trợ phân quyền, cho phép quản trị viên kiểm soát quyền hạn của từng nhóm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dùng. Các tính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k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è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m theo bao gồm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ổi mật khẩu và chỉnh sửa thông tin cá nhân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ể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 có thể tự 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tài khoản của mình.</a:t>
            </a: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xe: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ây là một trong những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cốt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õ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i của phần mềm, giúp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ại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dễ dàng 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danh sách xe có sẵn. Hệ thống hỗ trợ thêm mới, chỉnh sửa và xóa thông tin xe. Bên cạnh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ó,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tìm kiếm xe giúp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 nhanh chóng tìm thấy thông tin của một mẫu xe cụ thể dựa trên các tiêu chí nh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tên xe, hãng sản xuất hoặc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m sản xuất.</a:t>
            </a:r>
            <a:r>
              <a:rPr lang="vi-VN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	</a:t>
            </a:r>
            <a:endParaRPr lang="vi-VN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</p:txBody>
      </p:sp>
      <p:grpSp>
        <p:nvGrpSpPr>
          <p:cNvPr id="24" name="Group 62"/>
          <p:cNvGrpSpPr/>
          <p:nvPr/>
        </p:nvGrpSpPr>
        <p:grpSpPr>
          <a:xfrm>
            <a:off x="11791666" y="127680"/>
            <a:ext cx="315441" cy="225472"/>
            <a:chOff x="1585913" y="1584325"/>
            <a:chExt cx="461963" cy="330201"/>
          </a:xfrm>
          <a:solidFill>
            <a:srgbClr val="44546A"/>
          </a:solidFill>
        </p:grpSpPr>
        <p:sp>
          <p:nvSpPr>
            <p:cNvPr id="25" name="Freeform 13"/>
            <p:cNvSpPr/>
            <p:nvPr/>
          </p:nvSpPr>
          <p:spPr bwMode="auto">
            <a:xfrm>
              <a:off x="1585913" y="1646238"/>
              <a:ext cx="461963" cy="268288"/>
            </a:xfrm>
            <a:custGeom>
              <a:avLst/>
              <a:gdLst>
                <a:gd name="T0" fmla="*/ 0 w 291"/>
                <a:gd name="T1" fmla="*/ 0 h 169"/>
                <a:gd name="T2" fmla="*/ 0 w 291"/>
                <a:gd name="T3" fmla="*/ 169 h 169"/>
                <a:gd name="T4" fmla="*/ 291 w 291"/>
                <a:gd name="T5" fmla="*/ 169 h 169"/>
                <a:gd name="T6" fmla="*/ 291 w 291"/>
                <a:gd name="T7" fmla="*/ 0 h 169"/>
                <a:gd name="T8" fmla="*/ 146 w 291"/>
                <a:gd name="T9" fmla="*/ 105 h 169"/>
                <a:gd name="T10" fmla="*/ 0 w 291"/>
                <a:gd name="T1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69">
                  <a:moveTo>
                    <a:pt x="0" y="0"/>
                  </a:moveTo>
                  <a:lnTo>
                    <a:pt x="0" y="169"/>
                  </a:lnTo>
                  <a:lnTo>
                    <a:pt x="291" y="169"/>
                  </a:lnTo>
                  <a:lnTo>
                    <a:pt x="291" y="0"/>
                  </a:lnTo>
                  <a:lnTo>
                    <a:pt x="146" y="1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6" name="Freeform 14"/>
            <p:cNvSpPr/>
            <p:nvPr/>
          </p:nvSpPr>
          <p:spPr bwMode="auto">
            <a:xfrm>
              <a:off x="1585913" y="1584325"/>
              <a:ext cx="461963" cy="192088"/>
            </a:xfrm>
            <a:custGeom>
              <a:avLst/>
              <a:gdLst>
                <a:gd name="T0" fmla="*/ 291 w 291"/>
                <a:gd name="T1" fmla="*/ 17 h 121"/>
                <a:gd name="T2" fmla="*/ 291 w 291"/>
                <a:gd name="T3" fmla="*/ 0 h 121"/>
                <a:gd name="T4" fmla="*/ 0 w 291"/>
                <a:gd name="T5" fmla="*/ 0 h 121"/>
                <a:gd name="T6" fmla="*/ 0 w 291"/>
                <a:gd name="T7" fmla="*/ 17 h 121"/>
                <a:gd name="T8" fmla="*/ 146 w 291"/>
                <a:gd name="T9" fmla="*/ 121 h 121"/>
                <a:gd name="T10" fmla="*/ 291 w 291"/>
                <a:gd name="T11" fmla="*/ 1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21">
                  <a:moveTo>
                    <a:pt x="291" y="17"/>
                  </a:moveTo>
                  <a:lnTo>
                    <a:pt x="291" y="0"/>
                  </a:lnTo>
                  <a:lnTo>
                    <a:pt x="0" y="0"/>
                  </a:lnTo>
                  <a:lnTo>
                    <a:pt x="0" y="17"/>
                  </a:lnTo>
                  <a:lnTo>
                    <a:pt x="146" y="121"/>
                  </a:lnTo>
                  <a:lnTo>
                    <a:pt x="29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4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31045" y="551051"/>
            <a:ext cx="892302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Các chức năng người </a:t>
            </a:r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dùng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82930" y="1941830"/>
            <a:ext cx="10986135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khách hàng: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này giúp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u trữ và 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thông tin khách hàng, bao gồm tên, số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iện thoại,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ịa chỉ và lịch sử giao dịch.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 có thể thêm mới, chỉnh sửa hoặc xóa khách hàng khỏi hệ thống. Ngoài ra,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tìm kiếm giúp dễ dàng tra cứu thông tin khách hàng khi cần thiết.</a:t>
            </a: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hóa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ơn: Mọi giao dịch mua bán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ều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ợc ghi nhận thông qua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hóa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ơn. Hệ thống cho phép tạo mới, chỉnh sửa, xóa và tìm kiếm hóa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ơn theo nhiều tiêu chí khác nhau.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này giúp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ảm bảo tính minh bạch và dễ dàng theo d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õ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i các giao dịch tài chính của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ại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.</a:t>
            </a: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4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31045" y="551051"/>
            <a:ext cx="892302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Các chức năng người </a:t>
            </a:r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dùng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矩形 7"/>
          <p:cNvSpPr>
            <a:spLocks noChangeArrowheads="1"/>
          </p:cNvSpPr>
          <p:nvPr/>
        </p:nvSpPr>
        <p:spPr bwMode="auto">
          <a:xfrm>
            <a:off x="582930" y="1941830"/>
            <a:ext cx="10986135" cy="4246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dùng: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này cho phép quản trị viên quản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danh sách nhân viên và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 hệ thống. Các thao tác bao gồm thêm mới, chỉnh sửa, xóa và tìm kiếm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dùng.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iều này giúp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ảm bảo rằng chỉ những ng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ời có quyền hạn mới có thể truy cập vào phần mềm và thực hiện các thao tác quan trọng.</a:t>
            </a: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Báo cáo &amp; Thống kê: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báo cáo và thống kê giúp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ại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ý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 theo d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õ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i hoạt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ộng kinh doanh một cách toàn diện. Phần mềm cung cấp các báo cáo tổng thể về doanh thu, số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ợng xe bán ra, l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ư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ợng khách hàng mới, v.v. Ngoài ra, chức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báo cáo cá nhân giúp từng nhân viên theo d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õ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i hiệu suất làm việc của mình, hỗ trợ việc 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đ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ánh giá và cải thiện n</a:t>
            </a:r>
            <a:r>
              <a:rPr lang="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ă</a:t>
            </a:r>
            <a:r>
              <a:rPr lang="en-US" altLang="en-US" sz="2000" dirty="0">
                <a:solidFill>
                  <a:srgbClr val="44546A"/>
                </a:solidFill>
                <a:latin typeface="Times New Roman" panose="02020603050405020304" charset="0"/>
                <a:ea typeface="IBM Plex Sans" panose="020B0503050203000203" charset="0"/>
                <a:cs typeface="Times New Roman" panose="02020603050405020304" charset="0"/>
              </a:rPr>
              <a:t>ng suất.</a:t>
            </a:r>
            <a:endParaRPr lang="en-US" altLang="en-US" sz="2000" dirty="0">
              <a:solidFill>
                <a:srgbClr val="44546A"/>
              </a:solidFill>
              <a:latin typeface="Times New Roman" panose="02020603050405020304" charset="0"/>
              <a:ea typeface="IBM Plex Sans" panose="020B0503050203000203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40468" y="1658424"/>
            <a:ext cx="177800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23900" b="1" spc="-300" dirty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3</a:t>
            </a:r>
            <a:endParaRPr lang="vi-VN" altLang="en-US" sz="23900" b="1" spc="-300" dirty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52672" y="1957767"/>
            <a:ext cx="7491095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Các tác nhân hệ </a:t>
            </a:r>
            <a:r>
              <a:rPr lang="vi-VN" altLang="zh-CN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thống</a:t>
            </a:r>
            <a:endParaRPr lang="vi-VN" altLang="zh-CN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5041440" y="3196639"/>
              <a:ext cx="5904720" cy="1310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5041440" y="3196639"/>
                <a:ext cx="5904720" cy="131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5073120" y="4751119"/>
              <a:ext cx="6123960" cy="1519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5073120" y="4751119"/>
                <a:ext cx="6123960" cy="151920"/>
              </a:xfrm>
              <a:prstGeom prst="rect"/>
            </p:spPr>
          </p:pic>
        </mc:Fallback>
      </mc:AlternateContent>
      <p:grpSp>
        <p:nvGrpSpPr>
          <p:cNvPr id="11" name="组合 10"/>
          <p:cNvGrpSpPr/>
          <p:nvPr/>
        </p:nvGrpSpPr>
        <p:grpSpPr>
          <a:xfrm>
            <a:off x="5759601" y="3560812"/>
            <a:ext cx="4309458" cy="954847"/>
            <a:chOff x="5973738" y="4953001"/>
            <a:chExt cx="4309458" cy="954847"/>
          </a:xfrm>
        </p:grpSpPr>
        <p:sp>
          <p:nvSpPr>
            <p:cNvPr id="12" name="矩形 11"/>
            <p:cNvSpPr/>
            <p:nvPr/>
          </p:nvSpPr>
          <p:spPr>
            <a:xfrm>
              <a:off x="5973738" y="4953001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 algn="l"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</a:rPr>
                <a:t>Topic 1</a:t>
              </a:r>
              <a:endParaRPr lang="zh-CN" altLang="en-US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567360" y="4953001"/>
              <a:ext cx="1715836" cy="438572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indent="-342900">
                <a:buFont typeface="IBM Plex Sans" panose="020B0503050203000203" charset="0"/>
                <a:buChar char="ü"/>
              </a:pPr>
              <a:endParaRPr lang="zh-CN" altLang="en-US" sz="2400" b="1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3738" y="5471603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3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567360" y="5471603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lstStyle/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4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8567360" y="4978208"/>
              <a:ext cx="1423670" cy="436245"/>
            </a:xfrm>
            <a:prstGeom prst="rect">
              <a:avLst/>
            </a:prstGeom>
          </p:spPr>
          <p:txBody>
            <a:bodyPr wrap="none" lIns="68571" tIns="34285" rIns="68571" bIns="34285">
              <a:spAutoFit/>
            </a:bodyPr>
            <a:p>
              <a:pPr marL="342900" lvl="0" indent="-342900" algn="l">
                <a:buClrTx/>
                <a:buSzTx/>
                <a:buFont typeface="Wingdings" panose="05000000000000000000" charset="0"/>
                <a:buChar char="ü"/>
              </a:pPr>
              <a:r>
                <a:rPr lang="zh-CN" altLang="en-US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Topic </a:t>
              </a:r>
              <a:r>
                <a:rPr lang="en-US" altLang="zh-CN" sz="2400" b="1" dirty="0" smtClean="0">
                  <a:solidFill>
                    <a:srgbClr val="44546A"/>
                  </a:solidFill>
                  <a:latin typeface="Times New Roman" panose="02020603050405020304" charset="0"/>
                  <a:ea typeface="IBM Plex Sans SemiBold" panose="020B0703050203000203" charset="0"/>
                  <a:cs typeface="Times New Roman" panose="02020603050405020304" charset="0"/>
                  <a:sym typeface="+mn-ea"/>
                </a:rPr>
                <a:t>2</a:t>
              </a:r>
              <a:endParaRPr lang="en-US" altLang="zh-CN" sz="2400" b="1" dirty="0" smtClean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7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49715" y="551051"/>
            <a:ext cx="8843010" cy="89789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en-US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Biểu </a:t>
            </a:r>
            <a:r>
              <a:rPr lang="" altLang="en-US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đ</a:t>
            </a:r>
            <a:r>
              <a:rPr lang="en-US" altLang="en-US" sz="5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ồ use case tổng quát</a:t>
            </a:r>
            <a:endParaRPr lang="en-US" altLang="en-US" sz="5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253080" y="123512"/>
            <a:ext cx="813707" cy="984740"/>
            <a:chOff x="427038" y="3595610"/>
            <a:chExt cx="391838" cy="474198"/>
          </a:xfrm>
          <a:solidFill>
            <a:srgbClr val="44546A"/>
          </a:solidFill>
        </p:grpSpPr>
        <p:sp>
          <p:nvSpPr>
            <p:cNvPr id="15" name="Freeform 89"/>
            <p:cNvSpPr/>
            <p:nvPr/>
          </p:nvSpPr>
          <p:spPr bwMode="auto">
            <a:xfrm>
              <a:off x="486937" y="3655509"/>
              <a:ext cx="272041" cy="257066"/>
            </a:xfrm>
            <a:custGeom>
              <a:avLst/>
              <a:gdLst>
                <a:gd name="T0" fmla="*/ 57 w 82"/>
                <a:gd name="T1" fmla="*/ 67 h 78"/>
                <a:gd name="T2" fmla="*/ 57 w 82"/>
                <a:gd name="T3" fmla="*/ 78 h 78"/>
                <a:gd name="T4" fmla="*/ 82 w 82"/>
                <a:gd name="T5" fmla="*/ 40 h 78"/>
                <a:gd name="T6" fmla="*/ 41 w 82"/>
                <a:gd name="T7" fmla="*/ 0 h 78"/>
                <a:gd name="T8" fmla="*/ 0 w 82"/>
                <a:gd name="T9" fmla="*/ 40 h 78"/>
                <a:gd name="T10" fmla="*/ 25 w 82"/>
                <a:gd name="T11" fmla="*/ 78 h 78"/>
                <a:gd name="T12" fmla="*/ 25 w 82"/>
                <a:gd name="T13" fmla="*/ 67 h 78"/>
                <a:gd name="T14" fmla="*/ 10 w 82"/>
                <a:gd name="T15" fmla="*/ 40 h 78"/>
                <a:gd name="T16" fmla="*/ 41 w 82"/>
                <a:gd name="T17" fmla="*/ 10 h 78"/>
                <a:gd name="T18" fmla="*/ 72 w 82"/>
                <a:gd name="T19" fmla="*/ 40 h 78"/>
                <a:gd name="T20" fmla="*/ 57 w 82"/>
                <a:gd name="T21" fmla="*/ 6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" h="78">
                  <a:moveTo>
                    <a:pt x="57" y="67"/>
                  </a:moveTo>
                  <a:cubicBezTo>
                    <a:pt x="57" y="78"/>
                    <a:pt x="57" y="78"/>
                    <a:pt x="57" y="78"/>
                  </a:cubicBezTo>
                  <a:cubicBezTo>
                    <a:pt x="71" y="72"/>
                    <a:pt x="82" y="57"/>
                    <a:pt x="82" y="40"/>
                  </a:cubicBezTo>
                  <a:cubicBezTo>
                    <a:pt x="82" y="18"/>
                    <a:pt x="63" y="0"/>
                    <a:pt x="41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57"/>
                    <a:pt x="10" y="72"/>
                    <a:pt x="25" y="78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16" y="61"/>
                    <a:pt x="10" y="52"/>
                    <a:pt x="10" y="40"/>
                  </a:cubicBezTo>
                  <a:cubicBezTo>
                    <a:pt x="10" y="23"/>
                    <a:pt x="24" y="10"/>
                    <a:pt x="41" y="10"/>
                  </a:cubicBezTo>
                  <a:cubicBezTo>
                    <a:pt x="58" y="10"/>
                    <a:pt x="72" y="23"/>
                    <a:pt x="72" y="40"/>
                  </a:cubicBezTo>
                  <a:cubicBezTo>
                    <a:pt x="72" y="52"/>
                    <a:pt x="66" y="62"/>
                    <a:pt x="57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16" name="Freeform 90"/>
            <p:cNvSpPr/>
            <p:nvPr/>
          </p:nvSpPr>
          <p:spPr bwMode="auto">
            <a:xfrm>
              <a:off x="427038" y="3595610"/>
              <a:ext cx="391838" cy="381855"/>
            </a:xfrm>
            <a:custGeom>
              <a:avLst/>
              <a:gdLst>
                <a:gd name="T0" fmla="*/ 59 w 118"/>
                <a:gd name="T1" fmla="*/ 0 h 115"/>
                <a:gd name="T2" fmla="*/ 0 w 118"/>
                <a:gd name="T3" fmla="*/ 58 h 115"/>
                <a:gd name="T4" fmla="*/ 43 w 118"/>
                <a:gd name="T5" fmla="*/ 115 h 115"/>
                <a:gd name="T6" fmla="*/ 43 w 118"/>
                <a:gd name="T7" fmla="*/ 107 h 115"/>
                <a:gd name="T8" fmla="*/ 8 w 118"/>
                <a:gd name="T9" fmla="*/ 58 h 115"/>
                <a:gd name="T10" fmla="*/ 59 w 118"/>
                <a:gd name="T11" fmla="*/ 8 h 115"/>
                <a:gd name="T12" fmla="*/ 110 w 118"/>
                <a:gd name="T13" fmla="*/ 58 h 115"/>
                <a:gd name="T14" fmla="*/ 75 w 118"/>
                <a:gd name="T15" fmla="*/ 107 h 115"/>
                <a:gd name="T16" fmla="*/ 75 w 118"/>
                <a:gd name="T17" fmla="*/ 115 h 115"/>
                <a:gd name="T18" fmla="*/ 118 w 118"/>
                <a:gd name="T19" fmla="*/ 58 h 115"/>
                <a:gd name="T20" fmla="*/ 59 w 118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8" h="115">
                  <a:moveTo>
                    <a:pt x="59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85"/>
                    <a:pt x="18" y="108"/>
                    <a:pt x="43" y="115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23" y="100"/>
                    <a:pt x="8" y="81"/>
                    <a:pt x="8" y="58"/>
                  </a:cubicBezTo>
                  <a:cubicBezTo>
                    <a:pt x="8" y="30"/>
                    <a:pt x="31" y="8"/>
                    <a:pt x="59" y="8"/>
                  </a:cubicBezTo>
                  <a:cubicBezTo>
                    <a:pt x="87" y="8"/>
                    <a:pt x="110" y="30"/>
                    <a:pt x="110" y="58"/>
                  </a:cubicBezTo>
                  <a:cubicBezTo>
                    <a:pt x="110" y="81"/>
                    <a:pt x="95" y="100"/>
                    <a:pt x="75" y="107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100" y="108"/>
                    <a:pt x="118" y="86"/>
                    <a:pt x="118" y="58"/>
                  </a:cubicBezTo>
                  <a:cubicBezTo>
                    <a:pt x="118" y="26"/>
                    <a:pt x="92" y="0"/>
                    <a:pt x="5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17" name="Freeform 91"/>
            <p:cNvSpPr/>
            <p:nvPr/>
          </p:nvSpPr>
          <p:spPr bwMode="auto">
            <a:xfrm>
              <a:off x="566802" y="3750348"/>
              <a:ext cx="119797" cy="319460"/>
            </a:xfrm>
            <a:custGeom>
              <a:avLst/>
              <a:gdLst>
                <a:gd name="T0" fmla="*/ 24 w 36"/>
                <a:gd name="T1" fmla="*/ 82 h 96"/>
                <a:gd name="T2" fmla="*/ 24 w 36"/>
                <a:gd name="T3" fmla="*/ 21 h 96"/>
                <a:gd name="T4" fmla="*/ 29 w 36"/>
                <a:gd name="T5" fmla="*/ 12 h 96"/>
                <a:gd name="T6" fmla="*/ 17 w 36"/>
                <a:gd name="T7" fmla="*/ 0 h 96"/>
                <a:gd name="T8" fmla="*/ 5 w 36"/>
                <a:gd name="T9" fmla="*/ 12 h 96"/>
                <a:gd name="T10" fmla="*/ 10 w 36"/>
                <a:gd name="T11" fmla="*/ 21 h 96"/>
                <a:gd name="T12" fmla="*/ 10 w 36"/>
                <a:gd name="T13" fmla="*/ 21 h 96"/>
                <a:gd name="T14" fmla="*/ 10 w 36"/>
                <a:gd name="T15" fmla="*/ 82 h 96"/>
                <a:gd name="T16" fmla="*/ 0 w 36"/>
                <a:gd name="T17" fmla="*/ 96 h 96"/>
                <a:gd name="T18" fmla="*/ 36 w 36"/>
                <a:gd name="T19" fmla="*/ 96 h 96"/>
                <a:gd name="T20" fmla="*/ 24 w 36"/>
                <a:gd name="T21" fmla="*/ 8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96">
                  <a:moveTo>
                    <a:pt x="24" y="82"/>
                  </a:moveTo>
                  <a:cubicBezTo>
                    <a:pt x="24" y="79"/>
                    <a:pt x="24" y="22"/>
                    <a:pt x="24" y="21"/>
                  </a:cubicBezTo>
                  <a:cubicBezTo>
                    <a:pt x="27" y="19"/>
                    <a:pt x="29" y="16"/>
                    <a:pt x="29" y="12"/>
                  </a:cubicBezTo>
                  <a:cubicBezTo>
                    <a:pt x="29" y="5"/>
                    <a:pt x="24" y="0"/>
                    <a:pt x="17" y="0"/>
                  </a:cubicBezTo>
                  <a:cubicBezTo>
                    <a:pt x="10" y="0"/>
                    <a:pt x="5" y="5"/>
                    <a:pt x="5" y="12"/>
                  </a:cubicBezTo>
                  <a:cubicBezTo>
                    <a:pt x="5" y="16"/>
                    <a:pt x="7" y="19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78"/>
                    <a:pt x="10" y="82"/>
                  </a:cubicBezTo>
                  <a:cubicBezTo>
                    <a:pt x="10" y="92"/>
                    <a:pt x="0" y="96"/>
                    <a:pt x="0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24" y="92"/>
                    <a:pt x="24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038" y="2091690"/>
            <a:ext cx="4510263" cy="42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8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5106" y="551051"/>
            <a:ext cx="8536940" cy="374650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Biểu </a:t>
            </a:r>
            <a:r>
              <a:rPr lang="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đ</a:t>
            </a:r>
            <a:r>
              <a:rPr lang="en-US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ồ Use Case cho chức n</a:t>
            </a:r>
            <a:r>
              <a:rPr lang="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ă</a:t>
            </a:r>
            <a:r>
              <a:rPr lang="en-US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ng </a:t>
            </a:r>
            <a:r>
              <a:rPr lang="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Đă</a:t>
            </a:r>
            <a:r>
              <a:rPr lang="en-US" altLang="en-US" sz="20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ng nhập &amp; Phân quyền</a:t>
            </a:r>
            <a:endParaRPr lang="en-US" altLang="en-US" sz="20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1089573" y="130793"/>
            <a:ext cx="900011" cy="974191"/>
            <a:chOff x="1847137" y="4256991"/>
            <a:chExt cx="454232" cy="491670"/>
          </a:xfrm>
          <a:solidFill>
            <a:srgbClr val="44546A"/>
          </a:solidFill>
        </p:grpSpPr>
        <p:sp>
          <p:nvSpPr>
            <p:cNvPr id="19" name="Freeform 101"/>
            <p:cNvSpPr>
              <a:spLocks noEditPoints="1"/>
            </p:cNvSpPr>
            <p:nvPr/>
          </p:nvSpPr>
          <p:spPr bwMode="auto">
            <a:xfrm>
              <a:off x="1847137" y="4256991"/>
              <a:ext cx="454232" cy="491670"/>
            </a:xfrm>
            <a:custGeom>
              <a:avLst/>
              <a:gdLst>
                <a:gd name="T0" fmla="*/ 134 w 137"/>
                <a:gd name="T1" fmla="*/ 71 h 148"/>
                <a:gd name="T2" fmla="*/ 126 w 137"/>
                <a:gd name="T3" fmla="*/ 38 h 148"/>
                <a:gd name="T4" fmla="*/ 133 w 137"/>
                <a:gd name="T5" fmla="*/ 36 h 148"/>
                <a:gd name="T6" fmla="*/ 126 w 137"/>
                <a:gd name="T7" fmla="*/ 12 h 148"/>
                <a:gd name="T8" fmla="*/ 102 w 137"/>
                <a:gd name="T9" fmla="*/ 5 h 148"/>
                <a:gd name="T10" fmla="*/ 99 w 137"/>
                <a:gd name="T11" fmla="*/ 12 h 148"/>
                <a:gd name="T12" fmla="*/ 67 w 137"/>
                <a:gd name="T13" fmla="*/ 4 h 148"/>
                <a:gd name="T14" fmla="*/ 38 w 137"/>
                <a:gd name="T15" fmla="*/ 11 h 148"/>
                <a:gd name="T16" fmla="*/ 36 w 137"/>
                <a:gd name="T17" fmla="*/ 5 h 148"/>
                <a:gd name="T18" fmla="*/ 12 w 137"/>
                <a:gd name="T19" fmla="*/ 12 h 148"/>
                <a:gd name="T20" fmla="*/ 5 w 137"/>
                <a:gd name="T21" fmla="*/ 36 h 148"/>
                <a:gd name="T22" fmla="*/ 9 w 137"/>
                <a:gd name="T23" fmla="*/ 38 h 148"/>
                <a:gd name="T24" fmla="*/ 0 w 137"/>
                <a:gd name="T25" fmla="*/ 71 h 148"/>
                <a:gd name="T26" fmla="*/ 27 w 137"/>
                <a:gd name="T27" fmla="*/ 125 h 148"/>
                <a:gd name="T28" fmla="*/ 13 w 137"/>
                <a:gd name="T29" fmla="*/ 140 h 148"/>
                <a:gd name="T30" fmla="*/ 21 w 137"/>
                <a:gd name="T31" fmla="*/ 148 h 148"/>
                <a:gd name="T32" fmla="*/ 37 w 137"/>
                <a:gd name="T33" fmla="*/ 132 h 148"/>
                <a:gd name="T34" fmla="*/ 67 w 137"/>
                <a:gd name="T35" fmla="*/ 139 h 148"/>
                <a:gd name="T36" fmla="*/ 97 w 137"/>
                <a:gd name="T37" fmla="*/ 132 h 148"/>
                <a:gd name="T38" fmla="*/ 113 w 137"/>
                <a:gd name="T39" fmla="*/ 148 h 148"/>
                <a:gd name="T40" fmla="*/ 121 w 137"/>
                <a:gd name="T41" fmla="*/ 140 h 148"/>
                <a:gd name="T42" fmla="*/ 107 w 137"/>
                <a:gd name="T43" fmla="*/ 125 h 148"/>
                <a:gd name="T44" fmla="*/ 134 w 137"/>
                <a:gd name="T45" fmla="*/ 71 h 148"/>
                <a:gd name="T46" fmla="*/ 11 w 137"/>
                <a:gd name="T47" fmla="*/ 74 h 148"/>
                <a:gd name="T48" fmla="*/ 20 w 137"/>
                <a:gd name="T49" fmla="*/ 74 h 148"/>
                <a:gd name="T50" fmla="*/ 23 w 137"/>
                <a:gd name="T51" fmla="*/ 71 h 148"/>
                <a:gd name="T52" fmla="*/ 20 w 137"/>
                <a:gd name="T53" fmla="*/ 69 h 148"/>
                <a:gd name="T54" fmla="*/ 11 w 137"/>
                <a:gd name="T55" fmla="*/ 69 h 148"/>
                <a:gd name="T56" fmla="*/ 64 w 137"/>
                <a:gd name="T57" fmla="*/ 15 h 148"/>
                <a:gd name="T58" fmla="*/ 64 w 137"/>
                <a:gd name="T59" fmla="*/ 15 h 148"/>
                <a:gd name="T60" fmla="*/ 64 w 137"/>
                <a:gd name="T61" fmla="*/ 26 h 148"/>
                <a:gd name="T62" fmla="*/ 67 w 137"/>
                <a:gd name="T63" fmla="*/ 29 h 148"/>
                <a:gd name="T64" fmla="*/ 70 w 137"/>
                <a:gd name="T65" fmla="*/ 26 h 148"/>
                <a:gd name="T66" fmla="*/ 70 w 137"/>
                <a:gd name="T67" fmla="*/ 15 h 148"/>
                <a:gd name="T68" fmla="*/ 70 w 137"/>
                <a:gd name="T69" fmla="*/ 15 h 148"/>
                <a:gd name="T70" fmla="*/ 123 w 137"/>
                <a:gd name="T71" fmla="*/ 69 h 148"/>
                <a:gd name="T72" fmla="*/ 114 w 137"/>
                <a:gd name="T73" fmla="*/ 69 h 148"/>
                <a:gd name="T74" fmla="*/ 111 w 137"/>
                <a:gd name="T75" fmla="*/ 71 h 148"/>
                <a:gd name="T76" fmla="*/ 114 w 137"/>
                <a:gd name="T77" fmla="*/ 74 h 148"/>
                <a:gd name="T78" fmla="*/ 123 w 137"/>
                <a:gd name="T79" fmla="*/ 74 h 148"/>
                <a:gd name="T80" fmla="*/ 70 w 137"/>
                <a:gd name="T81" fmla="*/ 128 h 148"/>
                <a:gd name="T82" fmla="*/ 70 w 137"/>
                <a:gd name="T83" fmla="*/ 118 h 148"/>
                <a:gd name="T84" fmla="*/ 67 w 137"/>
                <a:gd name="T85" fmla="*/ 115 h 148"/>
                <a:gd name="T86" fmla="*/ 64 w 137"/>
                <a:gd name="T87" fmla="*/ 118 h 148"/>
                <a:gd name="T88" fmla="*/ 64 w 137"/>
                <a:gd name="T89" fmla="*/ 128 h 148"/>
                <a:gd name="T90" fmla="*/ 11 w 137"/>
                <a:gd name="T91" fmla="*/ 7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7" h="148">
                  <a:moveTo>
                    <a:pt x="134" y="71"/>
                  </a:moveTo>
                  <a:cubicBezTo>
                    <a:pt x="134" y="59"/>
                    <a:pt x="131" y="48"/>
                    <a:pt x="126" y="38"/>
                  </a:cubicBezTo>
                  <a:cubicBezTo>
                    <a:pt x="128" y="38"/>
                    <a:pt x="131" y="38"/>
                    <a:pt x="133" y="36"/>
                  </a:cubicBezTo>
                  <a:cubicBezTo>
                    <a:pt x="137" y="31"/>
                    <a:pt x="134" y="20"/>
                    <a:pt x="126" y="12"/>
                  </a:cubicBezTo>
                  <a:cubicBezTo>
                    <a:pt x="117" y="3"/>
                    <a:pt x="107" y="0"/>
                    <a:pt x="102" y="5"/>
                  </a:cubicBezTo>
                  <a:cubicBezTo>
                    <a:pt x="100" y="7"/>
                    <a:pt x="99" y="9"/>
                    <a:pt x="99" y="12"/>
                  </a:cubicBezTo>
                  <a:cubicBezTo>
                    <a:pt x="90" y="7"/>
                    <a:pt x="79" y="4"/>
                    <a:pt x="67" y="4"/>
                  </a:cubicBezTo>
                  <a:cubicBezTo>
                    <a:pt x="57" y="4"/>
                    <a:pt x="47" y="6"/>
                    <a:pt x="38" y="11"/>
                  </a:cubicBezTo>
                  <a:cubicBezTo>
                    <a:pt x="38" y="8"/>
                    <a:pt x="37" y="7"/>
                    <a:pt x="36" y="5"/>
                  </a:cubicBezTo>
                  <a:cubicBezTo>
                    <a:pt x="31" y="0"/>
                    <a:pt x="20" y="3"/>
                    <a:pt x="12" y="12"/>
                  </a:cubicBezTo>
                  <a:cubicBezTo>
                    <a:pt x="3" y="20"/>
                    <a:pt x="0" y="31"/>
                    <a:pt x="5" y="36"/>
                  </a:cubicBezTo>
                  <a:cubicBezTo>
                    <a:pt x="6" y="37"/>
                    <a:pt x="7" y="37"/>
                    <a:pt x="9" y="38"/>
                  </a:cubicBezTo>
                  <a:cubicBezTo>
                    <a:pt x="3" y="48"/>
                    <a:pt x="0" y="59"/>
                    <a:pt x="0" y="71"/>
                  </a:cubicBezTo>
                  <a:cubicBezTo>
                    <a:pt x="0" y="94"/>
                    <a:pt x="10" y="113"/>
                    <a:pt x="27" y="125"/>
                  </a:cubicBezTo>
                  <a:cubicBezTo>
                    <a:pt x="13" y="140"/>
                    <a:pt x="13" y="140"/>
                    <a:pt x="13" y="140"/>
                  </a:cubicBezTo>
                  <a:cubicBezTo>
                    <a:pt x="21" y="148"/>
                    <a:pt x="21" y="148"/>
                    <a:pt x="21" y="148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46" y="136"/>
                    <a:pt x="56" y="139"/>
                    <a:pt x="67" y="139"/>
                  </a:cubicBezTo>
                  <a:cubicBezTo>
                    <a:pt x="78" y="139"/>
                    <a:pt x="88" y="136"/>
                    <a:pt x="97" y="132"/>
                  </a:cubicBezTo>
                  <a:cubicBezTo>
                    <a:pt x="113" y="148"/>
                    <a:pt x="113" y="148"/>
                    <a:pt x="113" y="148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07" y="125"/>
                    <a:pt x="107" y="125"/>
                    <a:pt x="107" y="125"/>
                  </a:cubicBezTo>
                  <a:cubicBezTo>
                    <a:pt x="124" y="113"/>
                    <a:pt x="134" y="94"/>
                    <a:pt x="134" y="71"/>
                  </a:cubicBezTo>
                  <a:close/>
                  <a:moveTo>
                    <a:pt x="11" y="74"/>
                  </a:moveTo>
                  <a:cubicBezTo>
                    <a:pt x="20" y="74"/>
                    <a:pt x="20" y="74"/>
                    <a:pt x="20" y="74"/>
                  </a:cubicBezTo>
                  <a:cubicBezTo>
                    <a:pt x="22" y="74"/>
                    <a:pt x="23" y="73"/>
                    <a:pt x="23" y="71"/>
                  </a:cubicBezTo>
                  <a:cubicBezTo>
                    <a:pt x="23" y="70"/>
                    <a:pt x="22" y="69"/>
                    <a:pt x="20" y="69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2" y="40"/>
                    <a:pt x="35" y="17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4" y="27"/>
                    <a:pt x="65" y="29"/>
                    <a:pt x="67" y="29"/>
                  </a:cubicBezTo>
                  <a:cubicBezTo>
                    <a:pt x="69" y="29"/>
                    <a:pt x="70" y="27"/>
                    <a:pt x="70" y="26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99" y="17"/>
                    <a:pt x="122" y="40"/>
                    <a:pt x="123" y="69"/>
                  </a:cubicBezTo>
                  <a:cubicBezTo>
                    <a:pt x="114" y="69"/>
                    <a:pt x="114" y="69"/>
                    <a:pt x="114" y="69"/>
                  </a:cubicBezTo>
                  <a:cubicBezTo>
                    <a:pt x="112" y="69"/>
                    <a:pt x="111" y="70"/>
                    <a:pt x="111" y="71"/>
                  </a:cubicBezTo>
                  <a:cubicBezTo>
                    <a:pt x="111" y="73"/>
                    <a:pt x="112" y="74"/>
                    <a:pt x="114" y="74"/>
                  </a:cubicBezTo>
                  <a:cubicBezTo>
                    <a:pt x="123" y="74"/>
                    <a:pt x="123" y="74"/>
                    <a:pt x="123" y="74"/>
                  </a:cubicBezTo>
                  <a:cubicBezTo>
                    <a:pt x="122" y="103"/>
                    <a:pt x="99" y="126"/>
                    <a:pt x="70" y="128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16"/>
                    <a:pt x="69" y="115"/>
                    <a:pt x="67" y="115"/>
                  </a:cubicBezTo>
                  <a:cubicBezTo>
                    <a:pt x="65" y="115"/>
                    <a:pt x="64" y="116"/>
                    <a:pt x="64" y="118"/>
                  </a:cubicBezTo>
                  <a:cubicBezTo>
                    <a:pt x="64" y="128"/>
                    <a:pt x="64" y="128"/>
                    <a:pt x="64" y="128"/>
                  </a:cubicBezTo>
                  <a:cubicBezTo>
                    <a:pt x="35" y="126"/>
                    <a:pt x="12" y="103"/>
                    <a:pt x="11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  <p:sp>
          <p:nvSpPr>
            <p:cNvPr id="20" name="Freeform 102"/>
            <p:cNvSpPr/>
            <p:nvPr/>
          </p:nvSpPr>
          <p:spPr bwMode="auto">
            <a:xfrm>
              <a:off x="2059279" y="4371797"/>
              <a:ext cx="142260" cy="129781"/>
            </a:xfrm>
            <a:custGeom>
              <a:avLst/>
              <a:gdLst>
                <a:gd name="T0" fmla="*/ 3 w 43"/>
                <a:gd name="T1" fmla="*/ 39 h 39"/>
                <a:gd name="T2" fmla="*/ 3 w 43"/>
                <a:gd name="T3" fmla="*/ 39 h 39"/>
                <a:gd name="T4" fmla="*/ 40 w 43"/>
                <a:gd name="T5" fmla="*/ 39 h 39"/>
                <a:gd name="T6" fmla="*/ 43 w 43"/>
                <a:gd name="T7" fmla="*/ 36 h 39"/>
                <a:gd name="T8" fmla="*/ 40 w 43"/>
                <a:gd name="T9" fmla="*/ 34 h 39"/>
                <a:gd name="T10" fmla="*/ 6 w 43"/>
                <a:gd name="T11" fmla="*/ 34 h 39"/>
                <a:gd name="T12" fmla="*/ 6 w 43"/>
                <a:gd name="T13" fmla="*/ 3 h 39"/>
                <a:gd name="T14" fmla="*/ 3 w 43"/>
                <a:gd name="T15" fmla="*/ 0 h 39"/>
                <a:gd name="T16" fmla="*/ 0 w 43"/>
                <a:gd name="T17" fmla="*/ 3 h 39"/>
                <a:gd name="T18" fmla="*/ 0 w 43"/>
                <a:gd name="T19" fmla="*/ 36 h 39"/>
                <a:gd name="T20" fmla="*/ 3 w 43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3" h="39">
                  <a:moveTo>
                    <a:pt x="3" y="39"/>
                  </a:moveTo>
                  <a:cubicBezTo>
                    <a:pt x="3" y="39"/>
                    <a:pt x="3" y="39"/>
                    <a:pt x="3" y="3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1" y="39"/>
                    <a:pt x="43" y="38"/>
                    <a:pt x="43" y="36"/>
                  </a:cubicBezTo>
                  <a:cubicBezTo>
                    <a:pt x="43" y="35"/>
                    <a:pt x="41" y="34"/>
                    <a:pt x="40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8"/>
                    <a:pt x="1" y="39"/>
                    <a:pt x="3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p>
              <a:endParaRPr lang="en-US" sz="2000">
                <a:solidFill>
                  <a:prstClr val="black"/>
                </a:solidFill>
                <a:ea typeface="IBM Plex Sans" panose="020B0503050203000203" charset="0"/>
                <a:cs typeface="IBM Plex Sans" panose="020B0503050203000203" charset="0"/>
              </a:endParaRPr>
            </a:p>
          </p:txBody>
        </p:sp>
      </p:grpSp>
      <p:pic>
        <p:nvPicPr>
          <p:cNvPr id="1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" y="2383790"/>
            <a:ext cx="11005820" cy="362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442271">
              <a:off x="878777" y="958946"/>
              <a:ext cx="2032000" cy="8096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442271">
                <a:off x="878777" y="958946"/>
                <a:ext cx="2032000" cy="809625"/>
              </a:xfrm>
              <a:prstGeom prst="rect"/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835237" y="-99082"/>
            <a:ext cx="1181822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115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8</a:t>
            </a:r>
            <a:endParaRPr lang="vi-VN" altLang="en-US" sz="115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33815" y="551051"/>
            <a:ext cx="7376160" cy="436245"/>
          </a:xfrm>
          <a:prstGeom prst="rect">
            <a:avLst/>
          </a:prstGeom>
        </p:spPr>
        <p:txBody>
          <a:bodyPr wrap="none" lIns="68571" tIns="34285" rIns="68571" bIns="34285">
            <a:spAutoFit/>
          </a:bodyPr>
          <a:lstStyle/>
          <a:p>
            <a:pPr marL="0" lvl="1" algn="ctr"/>
            <a:r>
              <a:rPr lang="en-US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Biểu </a:t>
            </a:r>
            <a:r>
              <a:rPr lang="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đ</a:t>
            </a:r>
            <a:r>
              <a:rPr lang="en-US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ồ Use Case cho chức n</a:t>
            </a:r>
            <a:r>
              <a:rPr lang="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ă</a:t>
            </a:r>
            <a:r>
              <a:rPr lang="en-US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ng Quản l</a:t>
            </a:r>
            <a:r>
              <a:rPr lang="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ý</a:t>
            </a:r>
            <a:r>
              <a:rPr lang="en-US" altLang="en-US" sz="2400" b="1" spc="300" dirty="0">
                <a:solidFill>
                  <a:srgbClr val="44546A"/>
                </a:solidFill>
                <a:latin typeface="Times New Roman" panose="02020603050405020304" charset="0"/>
                <a:ea typeface="IBM Plex Sans SemiBold" panose="020B0703050203000203" charset="0"/>
                <a:cs typeface="Times New Roman" panose="02020603050405020304" charset="0"/>
              </a:rPr>
              <a:t> xe</a:t>
            </a:r>
            <a:endParaRPr lang="en-US" altLang="en-US" sz="2400" b="1" spc="300" dirty="0">
              <a:solidFill>
                <a:srgbClr val="44546A"/>
              </a:solidFill>
              <a:latin typeface="Times New Roman" panose="02020603050405020304" charset="0"/>
              <a:ea typeface="IBM Plex Sans SemiBold" panose="020B0703050203000203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00050" y="1907234"/>
            <a:ext cx="11391900" cy="4580965"/>
          </a:xfrm>
          <a:prstGeom prst="roundRect">
            <a:avLst>
              <a:gd name="adj" fmla="val 3555"/>
            </a:avLst>
          </a:prstGeom>
          <a:pattFill prst="diagBrick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57150">
            <a:solidFill>
              <a:srgbClr val="44546A"/>
            </a:solidFill>
          </a:ln>
          <a:effectLst>
            <a:outerShdw blurRad="152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197465" y="314960"/>
            <a:ext cx="1442720" cy="1369695"/>
            <a:chOff x="4597400" y="2452689"/>
            <a:chExt cx="2979738" cy="2938462"/>
          </a:xfrm>
          <a:solidFill>
            <a:srgbClr val="44546A"/>
          </a:solidFill>
        </p:grpSpPr>
        <p:sp>
          <p:nvSpPr>
            <p:cNvPr id="9" name="MH_Other_1"/>
            <p:cNvSpPr/>
            <p:nvPr>
              <p:custDataLst>
                <p:tags r:id="rId3"/>
              </p:custDataLst>
            </p:nvPr>
          </p:nvSpPr>
          <p:spPr>
            <a:xfrm>
              <a:off x="5360988" y="2452689"/>
              <a:ext cx="704850" cy="1381125"/>
            </a:xfrm>
            <a:custGeom>
              <a:avLst/>
              <a:gdLst>
                <a:gd name="connsiteX0" fmla="*/ 377058 w 704876"/>
                <a:gd name="connsiteY0" fmla="*/ 10 h 1380163"/>
                <a:gd name="connsiteX1" fmla="*/ 118015 w 704876"/>
                <a:gd name="connsiteY1" fmla="*/ 1290158 h 1380163"/>
                <a:gd name="connsiteX2" fmla="*/ 0 w 704876"/>
                <a:gd name="connsiteY2" fmla="*/ 1380163 h 1380163"/>
                <a:gd name="connsiteX3" fmla="*/ 10 w 704876"/>
                <a:gd name="connsiteY3" fmla="*/ 1380155 h 1380163"/>
                <a:gd name="connsiteX4" fmla="*/ 281429 w 704876"/>
                <a:gd name="connsiteY4" fmla="*/ 511473 h 1380163"/>
                <a:gd name="connsiteX5" fmla="*/ 136035 w 704876"/>
                <a:gd name="connsiteY5" fmla="*/ 188315 h 1380163"/>
                <a:gd name="connsiteX6" fmla="*/ 100211 w 704876"/>
                <a:gd name="connsiteY6" fmla="*/ 143329 h 1380163"/>
                <a:gd name="connsiteX7" fmla="*/ 140885 w 704876"/>
                <a:gd name="connsiteY7" fmla="*/ 99381 h 1380163"/>
                <a:gd name="connsiteX8" fmla="*/ 230142 w 704876"/>
                <a:gd name="connsiteY8" fmla="*/ 35655 h 1380163"/>
                <a:gd name="connsiteX9" fmla="*/ 377058 w 704876"/>
                <a:gd name="connsiteY9" fmla="*/ 10 h 1380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4876" h="1380163">
                  <a:moveTo>
                    <a:pt x="377058" y="10"/>
                  </a:moveTo>
                  <a:cubicBezTo>
                    <a:pt x="718273" y="2705"/>
                    <a:pt x="996300" y="584751"/>
                    <a:pt x="118015" y="1290158"/>
                  </a:cubicBezTo>
                  <a:lnTo>
                    <a:pt x="0" y="1380163"/>
                  </a:lnTo>
                  <a:lnTo>
                    <a:pt x="10" y="1380155"/>
                  </a:lnTo>
                  <a:cubicBezTo>
                    <a:pt x="237757" y="1171127"/>
                    <a:pt x="356553" y="841869"/>
                    <a:pt x="281429" y="511473"/>
                  </a:cubicBezTo>
                  <a:cubicBezTo>
                    <a:pt x="254111" y="391329"/>
                    <a:pt x="203738" y="282408"/>
                    <a:pt x="136035" y="188315"/>
                  </a:cubicBezTo>
                  <a:lnTo>
                    <a:pt x="100211" y="143329"/>
                  </a:lnTo>
                  <a:lnTo>
                    <a:pt x="140885" y="99381"/>
                  </a:lnTo>
                  <a:cubicBezTo>
                    <a:pt x="169304" y="72519"/>
                    <a:pt x="199335" y="51393"/>
                    <a:pt x="230142" y="35655"/>
                  </a:cubicBezTo>
                  <a:cubicBezTo>
                    <a:pt x="278279" y="11063"/>
                    <a:pt x="328313" y="-375"/>
                    <a:pt x="377058" y="1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>
              <a:normAutofit/>
            </a:bodyPr>
            <a:p>
              <a:pPr algn="ct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1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1" name="MH_Other_2"/>
            <p:cNvSpPr/>
            <p:nvPr>
              <p:custDataLst>
                <p:tags r:id="rId4"/>
              </p:custDataLst>
            </p:nvPr>
          </p:nvSpPr>
          <p:spPr>
            <a:xfrm>
              <a:off x="5800725" y="2716214"/>
              <a:ext cx="1422400" cy="738187"/>
            </a:xfrm>
            <a:custGeom>
              <a:avLst/>
              <a:gdLst>
                <a:gd name="connsiteX0" fmla="*/ 1121236 w 1423020"/>
                <a:gd name="connsiteY0" fmla="*/ 0 h 737079"/>
                <a:gd name="connsiteX1" fmla="*/ 1179633 w 1423020"/>
                <a:gd name="connsiteY1" fmla="*/ 13251 h 737079"/>
                <a:gd name="connsiteX2" fmla="*/ 1279450 w 1423020"/>
                <a:gd name="connsiteY2" fmla="*/ 58686 h 737079"/>
                <a:gd name="connsiteX3" fmla="*/ 136955 w 1423020"/>
                <a:gd name="connsiteY3" fmla="*/ 588833 h 737079"/>
                <a:gd name="connsiteX4" fmla="*/ 0 w 1423020"/>
                <a:gd name="connsiteY4" fmla="*/ 531632 h 737079"/>
                <a:gd name="connsiteX5" fmla="*/ 12 w 1423020"/>
                <a:gd name="connsiteY5" fmla="*/ 531637 h 737079"/>
                <a:gd name="connsiteX6" fmla="*/ 893023 w 1423020"/>
                <a:gd name="connsiteY6" fmla="*/ 341011 h 737079"/>
                <a:gd name="connsiteX7" fmla="*/ 1100189 w 1423020"/>
                <a:gd name="connsiteY7" fmla="*/ 53517 h 737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3020" h="737079">
                  <a:moveTo>
                    <a:pt x="1121236" y="0"/>
                  </a:moveTo>
                  <a:lnTo>
                    <a:pt x="1179633" y="13251"/>
                  </a:lnTo>
                  <a:cubicBezTo>
                    <a:pt x="1217106" y="24431"/>
                    <a:pt x="1250416" y="39876"/>
                    <a:pt x="1279450" y="58686"/>
                  </a:cubicBezTo>
                  <a:cubicBezTo>
                    <a:pt x="1642371" y="293824"/>
                    <a:pt x="1337004" y="1055020"/>
                    <a:pt x="136955" y="588833"/>
                  </a:cubicBezTo>
                  <a:lnTo>
                    <a:pt x="0" y="531632"/>
                  </a:lnTo>
                  <a:lnTo>
                    <a:pt x="12" y="531637"/>
                  </a:lnTo>
                  <a:cubicBezTo>
                    <a:pt x="299910" y="633018"/>
                    <a:pt x="644453" y="571269"/>
                    <a:pt x="893023" y="341011"/>
                  </a:cubicBezTo>
                  <a:cubicBezTo>
                    <a:pt x="983412" y="257282"/>
                    <a:pt x="1052553" y="159197"/>
                    <a:pt x="1100189" y="5351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144000" bIns="216000" anchor="ctr">
              <a:normAutofit fontScale="30000"/>
            </a:bodyPr>
            <a:p>
              <a:pPr algn="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6</a:t>
              </a:r>
              <a:endParaRPr lang="en-US" altLang="zh-CN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2" name="MH_Other_3"/>
            <p:cNvSpPr/>
            <p:nvPr>
              <p:custDataLst>
                <p:tags r:id="rId5"/>
              </p:custDataLst>
            </p:nvPr>
          </p:nvSpPr>
          <p:spPr>
            <a:xfrm>
              <a:off x="6527800" y="3336925"/>
              <a:ext cx="1049338" cy="1169988"/>
            </a:xfrm>
            <a:custGeom>
              <a:avLst/>
              <a:gdLst>
                <a:gd name="connsiteX0" fmla="*/ 0 w 1049770"/>
                <a:gd name="connsiteY0" fmla="*/ 0 h 1169656"/>
                <a:gd name="connsiteX1" fmla="*/ 2 w 1049770"/>
                <a:gd name="connsiteY1" fmla="*/ 12 h 1169656"/>
                <a:gd name="connsiteX2" fmla="*/ 611593 w 1049770"/>
                <a:gd name="connsiteY2" fmla="*/ 678069 h 1169656"/>
                <a:gd name="connsiteX3" fmla="*/ 964153 w 1049770"/>
                <a:gd name="connsiteY3" fmla="*/ 713733 h 1169656"/>
                <a:gd name="connsiteX4" fmla="*/ 1021024 w 1049770"/>
                <a:gd name="connsiteY4" fmla="*/ 705202 h 1169656"/>
                <a:gd name="connsiteX5" fmla="*/ 1038747 w 1049770"/>
                <a:gd name="connsiteY5" fmla="*/ 762401 h 1169656"/>
                <a:gd name="connsiteX6" fmla="*/ 1049307 w 1049770"/>
                <a:gd name="connsiteY6" fmla="*/ 871562 h 1169656"/>
                <a:gd name="connsiteX7" fmla="*/ 18939 w 1049770"/>
                <a:gd name="connsiteY7" fmla="*/ 147206 h 116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770" h="1169656">
                  <a:moveTo>
                    <a:pt x="0" y="0"/>
                  </a:moveTo>
                  <a:lnTo>
                    <a:pt x="2" y="12"/>
                  </a:lnTo>
                  <a:cubicBezTo>
                    <a:pt x="62151" y="310422"/>
                    <a:pt x="287899" y="577930"/>
                    <a:pt x="611593" y="678069"/>
                  </a:cubicBezTo>
                  <a:cubicBezTo>
                    <a:pt x="729299" y="714484"/>
                    <a:pt x="848814" y="725320"/>
                    <a:pt x="964153" y="713733"/>
                  </a:cubicBezTo>
                  <a:lnTo>
                    <a:pt x="1021024" y="705202"/>
                  </a:lnTo>
                  <a:lnTo>
                    <a:pt x="1038747" y="762401"/>
                  </a:lnTo>
                  <a:cubicBezTo>
                    <a:pt x="1047801" y="800443"/>
                    <a:pt x="1051081" y="837014"/>
                    <a:pt x="1049307" y="871562"/>
                  </a:cubicBezTo>
                  <a:cubicBezTo>
                    <a:pt x="1027133" y="1303430"/>
                    <a:pt x="215234" y="1419573"/>
                    <a:pt x="18939" y="14720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80000" bIns="108000" anchor="b">
              <a:normAutofit/>
            </a:bodyPr>
            <a:p>
              <a:pPr algn="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5</a:t>
              </a:r>
              <a:endParaRPr lang="en-US" altLang="zh-CN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3" name="MH_Other_4"/>
            <p:cNvSpPr/>
            <p:nvPr>
              <p:custDataLst>
                <p:tags r:id="rId6"/>
              </p:custDataLst>
            </p:nvPr>
          </p:nvSpPr>
          <p:spPr>
            <a:xfrm>
              <a:off x="6108700" y="4011614"/>
              <a:ext cx="704850" cy="1379537"/>
            </a:xfrm>
            <a:custGeom>
              <a:avLst/>
              <a:gdLst>
                <a:gd name="connsiteX0" fmla="*/ 704877 w 704877"/>
                <a:gd name="connsiteY0" fmla="*/ 0 h 1380161"/>
                <a:gd name="connsiteX1" fmla="*/ 704867 w 704877"/>
                <a:gd name="connsiteY1" fmla="*/ 8 h 1380161"/>
                <a:gd name="connsiteX2" fmla="*/ 423448 w 704877"/>
                <a:gd name="connsiteY2" fmla="*/ 868690 h 1380161"/>
                <a:gd name="connsiteX3" fmla="*/ 568843 w 704877"/>
                <a:gd name="connsiteY3" fmla="*/ 1191848 h 1380161"/>
                <a:gd name="connsiteX4" fmla="*/ 604666 w 704877"/>
                <a:gd name="connsiteY4" fmla="*/ 1236834 h 1380161"/>
                <a:gd name="connsiteX5" fmla="*/ 563992 w 704877"/>
                <a:gd name="connsiteY5" fmla="*/ 1280782 h 1380161"/>
                <a:gd name="connsiteX6" fmla="*/ 474736 w 704877"/>
                <a:gd name="connsiteY6" fmla="*/ 1344508 h 1380161"/>
                <a:gd name="connsiteX7" fmla="*/ 586862 w 704877"/>
                <a:gd name="connsiteY7" fmla="*/ 90005 h 138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77" h="1380161">
                  <a:moveTo>
                    <a:pt x="704877" y="0"/>
                  </a:moveTo>
                  <a:lnTo>
                    <a:pt x="704867" y="8"/>
                  </a:lnTo>
                  <a:cubicBezTo>
                    <a:pt x="467120" y="209036"/>
                    <a:pt x="348324" y="538293"/>
                    <a:pt x="423448" y="868690"/>
                  </a:cubicBezTo>
                  <a:cubicBezTo>
                    <a:pt x="450766" y="988834"/>
                    <a:pt x="501139" y="1097755"/>
                    <a:pt x="568843" y="1191848"/>
                  </a:cubicBezTo>
                  <a:lnTo>
                    <a:pt x="604666" y="1236834"/>
                  </a:lnTo>
                  <a:lnTo>
                    <a:pt x="563992" y="1280782"/>
                  </a:lnTo>
                  <a:cubicBezTo>
                    <a:pt x="535574" y="1307644"/>
                    <a:pt x="505543" y="1328769"/>
                    <a:pt x="474736" y="1344508"/>
                  </a:cubicBezTo>
                  <a:cubicBezTo>
                    <a:pt x="89640" y="1541238"/>
                    <a:pt x="-416892" y="896184"/>
                    <a:pt x="586862" y="9000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72000" anchor="b">
              <a:normAutofit/>
            </a:bodyPr>
            <a:p>
              <a:pPr algn="ctr"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4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4" name="MH_Other_5"/>
            <p:cNvSpPr/>
            <p:nvPr>
              <p:custDataLst>
                <p:tags r:id="rId7"/>
              </p:custDataLst>
            </p:nvPr>
          </p:nvSpPr>
          <p:spPr>
            <a:xfrm>
              <a:off x="4949825" y="4391025"/>
              <a:ext cx="1423988" cy="736600"/>
            </a:xfrm>
            <a:custGeom>
              <a:avLst/>
              <a:gdLst>
                <a:gd name="connsiteX0" fmla="*/ 550244 w 1423008"/>
                <a:gd name="connsiteY0" fmla="*/ 1344 h 737080"/>
                <a:gd name="connsiteX1" fmla="*/ 1286066 w 1423008"/>
                <a:gd name="connsiteY1" fmla="*/ 148247 h 737080"/>
                <a:gd name="connsiteX2" fmla="*/ 1423008 w 1423008"/>
                <a:gd name="connsiteY2" fmla="*/ 205444 h 737080"/>
                <a:gd name="connsiteX3" fmla="*/ 1191911 w 1423008"/>
                <a:gd name="connsiteY3" fmla="*/ 160079 h 737080"/>
                <a:gd name="connsiteX4" fmla="*/ 529997 w 1423008"/>
                <a:gd name="connsiteY4" fmla="*/ 396069 h 737080"/>
                <a:gd name="connsiteX5" fmla="*/ 322831 w 1423008"/>
                <a:gd name="connsiteY5" fmla="*/ 683563 h 737080"/>
                <a:gd name="connsiteX6" fmla="*/ 301784 w 1423008"/>
                <a:gd name="connsiteY6" fmla="*/ 737080 h 737080"/>
                <a:gd name="connsiteX7" fmla="*/ 243387 w 1423008"/>
                <a:gd name="connsiteY7" fmla="*/ 723829 h 737080"/>
                <a:gd name="connsiteX8" fmla="*/ 143570 w 1423008"/>
                <a:gd name="connsiteY8" fmla="*/ 678394 h 737080"/>
                <a:gd name="connsiteX9" fmla="*/ 550244 w 1423008"/>
                <a:gd name="connsiteY9" fmla="*/ 1344 h 73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008" h="737080">
                  <a:moveTo>
                    <a:pt x="550244" y="1344"/>
                  </a:moveTo>
                  <a:cubicBezTo>
                    <a:pt x="741958" y="-8135"/>
                    <a:pt x="986053" y="31700"/>
                    <a:pt x="1286066" y="148247"/>
                  </a:cubicBezTo>
                  <a:lnTo>
                    <a:pt x="1423008" y="205444"/>
                  </a:lnTo>
                  <a:lnTo>
                    <a:pt x="1191911" y="160079"/>
                  </a:lnTo>
                  <a:cubicBezTo>
                    <a:pt x="956837" y="145469"/>
                    <a:pt x="716425" y="223376"/>
                    <a:pt x="529997" y="396069"/>
                  </a:cubicBezTo>
                  <a:cubicBezTo>
                    <a:pt x="439608" y="479799"/>
                    <a:pt x="370467" y="577884"/>
                    <a:pt x="322831" y="683563"/>
                  </a:cubicBezTo>
                  <a:lnTo>
                    <a:pt x="301784" y="737080"/>
                  </a:lnTo>
                  <a:lnTo>
                    <a:pt x="243387" y="723829"/>
                  </a:lnTo>
                  <a:cubicBezTo>
                    <a:pt x="205914" y="712649"/>
                    <a:pt x="172604" y="697205"/>
                    <a:pt x="143570" y="678394"/>
                  </a:cubicBezTo>
                  <a:cubicBezTo>
                    <a:pt x="-128621" y="502041"/>
                    <a:pt x="-24899" y="29779"/>
                    <a:pt x="550244" y="134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08000" anchor="ctr">
              <a:normAutofit fontScale="60000"/>
            </a:bodyPr>
            <a:p>
              <a:pPr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3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  <p:sp>
          <p:nvSpPr>
            <p:cNvPr id="15" name="MH_Other_6"/>
            <p:cNvSpPr/>
            <p:nvPr>
              <p:custDataLst>
                <p:tags r:id="rId8"/>
              </p:custDataLst>
            </p:nvPr>
          </p:nvSpPr>
          <p:spPr>
            <a:xfrm>
              <a:off x="4597400" y="3336925"/>
              <a:ext cx="1049338" cy="1169988"/>
            </a:xfrm>
            <a:custGeom>
              <a:avLst/>
              <a:gdLst>
                <a:gd name="connsiteX0" fmla="*/ 284465 w 1049771"/>
                <a:gd name="connsiteY0" fmla="*/ 2012 h 1169657"/>
                <a:gd name="connsiteX1" fmla="*/ 1030831 w 1049771"/>
                <a:gd name="connsiteY1" fmla="*/ 1022450 h 1169657"/>
                <a:gd name="connsiteX2" fmla="*/ 1049771 w 1049771"/>
                <a:gd name="connsiteY2" fmla="*/ 1169657 h 1169657"/>
                <a:gd name="connsiteX3" fmla="*/ 1049769 w 1049771"/>
                <a:gd name="connsiteY3" fmla="*/ 1169644 h 1169657"/>
                <a:gd name="connsiteX4" fmla="*/ 438178 w 1049771"/>
                <a:gd name="connsiteY4" fmla="*/ 491587 h 1169657"/>
                <a:gd name="connsiteX5" fmla="*/ 85617 w 1049771"/>
                <a:gd name="connsiteY5" fmla="*/ 455923 h 1169657"/>
                <a:gd name="connsiteX6" fmla="*/ 28746 w 1049771"/>
                <a:gd name="connsiteY6" fmla="*/ 464454 h 1169657"/>
                <a:gd name="connsiteX7" fmla="*/ 11023 w 1049771"/>
                <a:gd name="connsiteY7" fmla="*/ 407255 h 1169657"/>
                <a:gd name="connsiteX8" fmla="*/ 463 w 1049771"/>
                <a:gd name="connsiteY8" fmla="*/ 298094 h 1169657"/>
                <a:gd name="connsiteX9" fmla="*/ 284465 w 1049771"/>
                <a:gd name="connsiteY9" fmla="*/ 2012 h 116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9771" h="1169657">
                  <a:moveTo>
                    <a:pt x="284465" y="2012"/>
                  </a:moveTo>
                  <a:cubicBezTo>
                    <a:pt x="544993" y="-25622"/>
                    <a:pt x="908147" y="227221"/>
                    <a:pt x="1030831" y="1022450"/>
                  </a:cubicBezTo>
                  <a:lnTo>
                    <a:pt x="1049771" y="1169657"/>
                  </a:lnTo>
                  <a:lnTo>
                    <a:pt x="1049769" y="1169644"/>
                  </a:lnTo>
                  <a:cubicBezTo>
                    <a:pt x="987619" y="859235"/>
                    <a:pt x="761871" y="591726"/>
                    <a:pt x="438178" y="491587"/>
                  </a:cubicBezTo>
                  <a:cubicBezTo>
                    <a:pt x="320471" y="455173"/>
                    <a:pt x="200956" y="444337"/>
                    <a:pt x="85617" y="455923"/>
                  </a:cubicBezTo>
                  <a:lnTo>
                    <a:pt x="28746" y="464454"/>
                  </a:lnTo>
                  <a:lnTo>
                    <a:pt x="11023" y="407255"/>
                  </a:lnTo>
                  <a:cubicBezTo>
                    <a:pt x="1969" y="369213"/>
                    <a:pt x="-1310" y="332643"/>
                    <a:pt x="463" y="298094"/>
                  </a:cubicBezTo>
                  <a:cubicBezTo>
                    <a:pt x="8779" y="136143"/>
                    <a:pt x="128149" y="18592"/>
                    <a:pt x="284465" y="201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72000">
              <a:normAutofit/>
            </a:bodyPr>
            <a:p>
              <a:pPr>
                <a:defRPr/>
              </a:pPr>
              <a:r>
                <a:rPr lang="en-US" altLang="zh-CN" dirty="0">
                  <a:solidFill>
                    <a:srgbClr val="FBFBFB"/>
                  </a:solidFill>
                  <a:cs typeface="IBM Plex Sans" panose="020B0503050203000203" charset="0"/>
                </a:rPr>
                <a:t>2</a:t>
              </a:r>
              <a:endParaRPr lang="zh-CN" altLang="en-US" dirty="0">
                <a:solidFill>
                  <a:srgbClr val="FBFBFB"/>
                </a:solidFill>
                <a:cs typeface="IBM Plex Sans" panose="020B0503050203000203" charset="0"/>
              </a:endParaRPr>
            </a:p>
          </p:txBody>
        </p:sp>
      </p:grpSp>
      <p:pic>
        <p:nvPicPr>
          <p:cNvPr id="2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025" y="2329815"/>
            <a:ext cx="10749915" cy="3481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406400"/>
            <a:ext cx="12192000" cy="228600"/>
            <a:chOff x="0" y="571500"/>
            <a:chExt cx="12192000" cy="228600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 rot="10800000">
            <a:off x="0" y="6235700"/>
            <a:ext cx="12192000" cy="228600"/>
            <a:chOff x="0" y="571500"/>
            <a:chExt cx="12192000" cy="2286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5715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800100"/>
              <a:ext cx="12192000" cy="0"/>
            </a:xfrm>
            <a:prstGeom prst="line">
              <a:avLst/>
            </a:prstGeom>
            <a:ln w="762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 rot="21412603">
            <a:off x="492760" y="2871470"/>
            <a:ext cx="112890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THANK YOU</a:t>
            </a:r>
            <a:endParaRPr lang="zh-CN" altLang="en-US" sz="96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" name="墨迹 3"/>
              <p14:cNvContentPartPr/>
              <p14:nvPr/>
            </p14:nvContentPartPr>
            <p14:xfrm rot="381586">
              <a:off x="2263007" y="4248119"/>
              <a:ext cx="8318034" cy="1531594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2"/>
            </p:blipFill>
            <p:spPr>
              <a:xfrm rot="381586">
                <a:off x="2263007" y="4248119"/>
                <a:ext cx="8318034" cy="1531594"/>
              </a:xfrm>
              <a:prstGeom prst="rect"/>
            </p:spPr>
          </p:pic>
        </mc:Fallback>
      </mc:AlternateContent>
      <p:grpSp>
        <p:nvGrpSpPr>
          <p:cNvPr id="26" name="组合 25"/>
          <p:cNvGrpSpPr/>
          <p:nvPr/>
        </p:nvGrpSpPr>
        <p:grpSpPr>
          <a:xfrm rot="21282385">
            <a:off x="941339" y="999551"/>
            <a:ext cx="3643361" cy="2315957"/>
            <a:chOff x="1335039" y="920933"/>
            <a:chExt cx="3675281" cy="233624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9" name="墨迹 18"/>
                <p14:cNvContentPartPr/>
                <p14:nvPr/>
              </p14:nvContentPartPr>
              <p14:xfrm>
                <a:off x="1335039" y="920933"/>
                <a:ext cx="3675281" cy="2336247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4"/>
              </p:blipFill>
              <p:spPr>
                <a:xfrm>
                  <a:off x="1335039" y="920933"/>
                  <a:ext cx="3675281" cy="233624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20" name="墨迹 19"/>
                <p14:cNvContentPartPr/>
                <p14:nvPr/>
              </p14:nvContentPartPr>
              <p14:xfrm>
                <a:off x="2257760" y="921140"/>
                <a:ext cx="656280" cy="40716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6"/>
              </p:blipFill>
              <p:spPr>
                <a:xfrm>
                  <a:off x="2257760" y="921140"/>
                  <a:ext cx="656280" cy="407160"/>
                </a:xfrm>
                <a:prstGeom prst="rect"/>
              </p:spPr>
            </p:pic>
          </mc:Fallback>
        </mc:AlternateContent>
      </p:grpSp>
      <p:sp>
        <p:nvSpPr>
          <p:cNvPr id="113" name="KSO_Shape"/>
          <p:cNvSpPr/>
          <p:nvPr/>
        </p:nvSpPr>
        <p:spPr bwMode="auto">
          <a:xfrm rot="2633721">
            <a:off x="8470899" y="935103"/>
            <a:ext cx="1346200" cy="1800225"/>
          </a:xfrm>
          <a:custGeom>
            <a:avLst/>
            <a:gdLst>
              <a:gd name="T0" fmla="*/ 1281616 w 634"/>
              <a:gd name="T1" fmla="*/ 39819 h 633"/>
              <a:gd name="T2" fmla="*/ 1281616 w 634"/>
              <a:gd name="T3" fmla="*/ 39819 h 633"/>
              <a:gd name="T4" fmla="*/ 0 w 634"/>
              <a:gd name="T5" fmla="*/ 878867 h 633"/>
              <a:gd name="T6" fmla="*/ 405951 w 634"/>
              <a:gd name="T7" fmla="*/ 1214486 h 633"/>
              <a:gd name="T8" fmla="*/ 656748 w 634"/>
              <a:gd name="T9" fmla="*/ 1797553 h 633"/>
              <a:gd name="T10" fmla="*/ 1313497 w 634"/>
              <a:gd name="T11" fmla="*/ 82483 h 633"/>
              <a:gd name="T12" fmla="*/ 1281616 w 634"/>
              <a:gd name="T13" fmla="*/ 39819 h 633"/>
              <a:gd name="T14" fmla="*/ 157280 w 634"/>
              <a:gd name="T15" fmla="*/ 878867 h 633"/>
              <a:gd name="T16" fmla="*/ 157280 w 634"/>
              <a:gd name="T17" fmla="*/ 878867 h 633"/>
              <a:gd name="T18" fmla="*/ 1126461 w 634"/>
              <a:gd name="T19" fmla="*/ 250292 h 633"/>
              <a:gd name="T20" fmla="*/ 437832 w 634"/>
              <a:gd name="T21" fmla="*/ 1086496 h 633"/>
              <a:gd name="T22" fmla="*/ 157280 w 634"/>
              <a:gd name="T23" fmla="*/ 878867 h 633"/>
              <a:gd name="T24" fmla="*/ 656748 w 634"/>
              <a:gd name="T25" fmla="*/ 1589924 h 633"/>
              <a:gd name="T26" fmla="*/ 656748 w 634"/>
              <a:gd name="T27" fmla="*/ 1589924 h 633"/>
              <a:gd name="T28" fmla="*/ 501594 w 634"/>
              <a:gd name="T29" fmla="*/ 1129159 h 633"/>
              <a:gd name="T30" fmla="*/ 1158342 w 634"/>
              <a:gd name="T31" fmla="*/ 290111 h 633"/>
              <a:gd name="T32" fmla="*/ 656748 w 634"/>
              <a:gd name="T33" fmla="*/ 1589924 h 6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634" h="633">
                <a:moveTo>
                  <a:pt x="603" y="14"/>
                </a:moveTo>
                <a:lnTo>
                  <a:pt x="603" y="14"/>
                </a:lnTo>
                <a:cubicBezTo>
                  <a:pt x="574" y="14"/>
                  <a:pt x="0" y="309"/>
                  <a:pt x="0" y="309"/>
                </a:cubicBezTo>
                <a:lnTo>
                  <a:pt x="191" y="427"/>
                </a:lnTo>
                <a:lnTo>
                  <a:pt x="309" y="632"/>
                </a:lnTo>
                <a:cubicBezTo>
                  <a:pt x="309" y="632"/>
                  <a:pt x="618" y="44"/>
                  <a:pt x="618" y="29"/>
                </a:cubicBezTo>
                <a:cubicBezTo>
                  <a:pt x="633" y="14"/>
                  <a:pt x="618" y="0"/>
                  <a:pt x="603" y="14"/>
                </a:cubicBezTo>
                <a:close/>
                <a:moveTo>
                  <a:pt x="74" y="309"/>
                </a:moveTo>
                <a:lnTo>
                  <a:pt x="74" y="309"/>
                </a:lnTo>
                <a:cubicBezTo>
                  <a:pt x="530" y="88"/>
                  <a:pt x="530" y="88"/>
                  <a:pt x="530" y="88"/>
                </a:cubicBezTo>
                <a:cubicBezTo>
                  <a:pt x="206" y="382"/>
                  <a:pt x="206" y="382"/>
                  <a:pt x="206" y="382"/>
                </a:cubicBezTo>
                <a:lnTo>
                  <a:pt x="74" y="309"/>
                </a:lnTo>
                <a:close/>
                <a:moveTo>
                  <a:pt x="309" y="559"/>
                </a:moveTo>
                <a:lnTo>
                  <a:pt x="309" y="559"/>
                </a:lnTo>
                <a:cubicBezTo>
                  <a:pt x="309" y="559"/>
                  <a:pt x="250" y="441"/>
                  <a:pt x="236" y="397"/>
                </a:cubicBezTo>
                <a:cubicBezTo>
                  <a:pt x="545" y="102"/>
                  <a:pt x="545" y="102"/>
                  <a:pt x="545" y="102"/>
                </a:cubicBezTo>
                <a:lnTo>
                  <a:pt x="309" y="559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wrap="none" lIns="121908" tIns="60955" rIns="121908" bIns="60955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zh-CN" altLang="en-US">
              <a:latin typeface="IBM Plex Sans" panose="020B0503050203000203" charset="0"/>
              <a:ea typeface="IBM Plex Sans" panose="020B0503050203000203" charset="0"/>
              <a:cs typeface="IBM Plex Sans" panose="020B0503050203000203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5" name="墨迹 114"/>
              <p14:cNvContentPartPr/>
              <p14:nvPr/>
            </p14:nvContentPartPr>
            <p14:xfrm>
              <a:off x="7258215" y="1831673"/>
              <a:ext cx="1112400" cy="53388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8"/>
            </p:blipFill>
            <p:spPr>
              <a:xfrm>
                <a:off x="7258215" y="1831673"/>
                <a:ext cx="1112400" cy="533880"/>
              </a:xfrm>
              <a:prstGeom prst="rect"/>
            </p:spPr>
          </p:pic>
        </mc:Fallback>
      </mc:AlternateContent>
      <p:sp>
        <p:nvSpPr>
          <p:cNvPr id="7" name="文本框 13"/>
          <p:cNvSpPr txBox="1"/>
          <p:nvPr/>
        </p:nvSpPr>
        <p:spPr>
          <a:xfrm rot="21412603">
            <a:off x="-628015" y="1652270"/>
            <a:ext cx="555879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zh-CN" sz="4400" b="1" spc="-300" dirty="0" smtClean="0">
                <a:ln w="28575">
                  <a:solidFill>
                    <a:srgbClr val="44546A"/>
                  </a:solidFill>
                </a:ln>
                <a:solidFill>
                  <a:srgbClr val="44546A"/>
                </a:solidFill>
                <a:latin typeface="IBM Plex Sans SemiBold" panose="020B0703050203000203" charset="0"/>
                <a:ea typeface="IBM Plex Sans SemiBold" panose="020B0703050203000203" charset="0"/>
                <a:cs typeface="IBM Plex Sans" panose="020B0503050203000203" charset="0"/>
              </a:rPr>
              <a:t>Team Api</a:t>
            </a:r>
            <a:endParaRPr lang="vi-VN" altLang="zh-CN" sz="4400" b="1" spc="-300" dirty="0" smtClean="0">
              <a:ln w="28575">
                <a:solidFill>
                  <a:srgbClr val="44546A"/>
                </a:solidFill>
              </a:ln>
              <a:solidFill>
                <a:srgbClr val="44546A"/>
              </a:solidFill>
              <a:latin typeface="IBM Plex Sans SemiBold" panose="020B0703050203000203" charset="0"/>
              <a:ea typeface="IBM Plex Sans SemiBold" panose="020B0703050203000203" charset="0"/>
              <a:cs typeface="IBM Plex Sans" panose="020B05030502030002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513154307"/>
  <p:tag name="MH_LIBRARY" val="GRAPHIC"/>
  <p:tag name="MH_TYPE" val="Other"/>
  <p:tag name="MH_ORDER" val="1"/>
</p:tagLst>
</file>

<file path=ppt/tags/tag2.xml><?xml version="1.0" encoding="utf-8"?>
<p:tagLst xmlns:p="http://schemas.openxmlformats.org/presentationml/2006/main">
  <p:tag name="MH" val="20160513154307"/>
  <p:tag name="MH_LIBRARY" val="GRAPHIC"/>
  <p:tag name="MH_TYPE" val="Other"/>
  <p:tag name="MH_ORDER" val="2"/>
</p:tagLst>
</file>

<file path=ppt/tags/tag3.xml><?xml version="1.0" encoding="utf-8"?>
<p:tagLst xmlns:p="http://schemas.openxmlformats.org/presentationml/2006/main">
  <p:tag name="MH" val="20160513154307"/>
  <p:tag name="MH_LIBRARY" val="GRAPHIC"/>
  <p:tag name="MH_TYPE" val="Other"/>
  <p:tag name="MH_ORDER" val="3"/>
</p:tagLst>
</file>

<file path=ppt/tags/tag4.xml><?xml version="1.0" encoding="utf-8"?>
<p:tagLst xmlns:p="http://schemas.openxmlformats.org/presentationml/2006/main">
  <p:tag name="MH" val="20160513154307"/>
  <p:tag name="MH_LIBRARY" val="GRAPHIC"/>
  <p:tag name="MH_TYPE" val="Other"/>
  <p:tag name="MH_ORDER" val="4"/>
</p:tagLst>
</file>

<file path=ppt/tags/tag5.xml><?xml version="1.0" encoding="utf-8"?>
<p:tagLst xmlns:p="http://schemas.openxmlformats.org/presentationml/2006/main">
  <p:tag name="MH" val="20160513154307"/>
  <p:tag name="MH_LIBRARY" val="GRAPHIC"/>
  <p:tag name="MH_TYPE" val="Other"/>
  <p:tag name="MH_ORDER" val="5"/>
</p:tagLst>
</file>

<file path=ppt/tags/tag6.xml><?xml version="1.0" encoding="utf-8"?>
<p:tagLst xmlns:p="http://schemas.openxmlformats.org/presentationml/2006/main">
  <p:tag name="MH" val="20160513154307"/>
  <p:tag name="MH_LIBRARY" val="GRAPHIC"/>
  <p:tag name="MH_TYPE" val="Other"/>
  <p:tag name="MH_ORDER" val="6"/>
</p:tagLst>
</file>

<file path=ppt/tags/tag7.xml><?xml version="1.0" encoding="utf-8"?>
<p:tagLst xmlns:p="http://schemas.openxmlformats.org/presentationml/2006/main">
  <p:tag name="KSO_WPP_MARK_KEY" val="fccd38f4-e913-46cc-92a5-33572aaec662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IBM Plex Sans"/>
        <a:font script="Hant" typeface="新細明體"/>
        <a:font script="Arab" typeface="IBM Plex Sans"/>
        <a:font script="Hebr" typeface="IBM Plex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BM Plex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3387</Words>
  <Application>WPS Presentation</Application>
  <PresentationFormat>宽屏</PresentationFormat>
  <Paragraphs>153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IBM Plex Sans</vt:lpstr>
      <vt:lpstr>Yu Gothic UI</vt:lpstr>
      <vt:lpstr>IBM Plex Sans SemiBold</vt:lpstr>
      <vt:lpstr>Yu Gothic UI Semibold</vt:lpstr>
      <vt:lpstr>Calibri</vt:lpstr>
      <vt:lpstr>Times New Roman</vt:lpstr>
      <vt:lpstr>Wingdings</vt:lpstr>
      <vt:lpstr>Microsoft YaHei</vt:lpstr>
      <vt:lpstr>Arial Unicode MS</vt:lpstr>
      <vt:lpstr>Times New Roman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Dũng Nguyễn</cp:lastModifiedBy>
  <cp:revision>71</cp:revision>
  <dcterms:created xsi:type="dcterms:W3CDTF">2016-05-12T09:08:00Z</dcterms:created>
  <dcterms:modified xsi:type="dcterms:W3CDTF">2025-03-21T07:27:34Z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E49B62A1F026447B8EE582210C3495F3_11</vt:lpwstr>
  </property>
  <property fmtid="{D5CDD505-2E9C-101B-9397-08002B2CF9AE}" pid="3" name="KSOProductBuildVer">
    <vt:lpwstr>1033-12.2.0.20326</vt:lpwstr>
  </property>
</Properties>
</file>