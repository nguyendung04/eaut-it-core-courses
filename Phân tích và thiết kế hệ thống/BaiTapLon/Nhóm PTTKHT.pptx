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26"/>
  </p:handoutMasterIdLst>
  <p:sldIdLst>
    <p:sldId id="460" r:id="rId3"/>
    <p:sldId id="256" r:id="rId4"/>
    <p:sldId id="274" r:id="rId5"/>
    <p:sldId id="281" r:id="rId7"/>
    <p:sldId id="277" r:id="rId8"/>
    <p:sldId id="418" r:id="rId9"/>
    <p:sldId id="332" r:id="rId10"/>
    <p:sldId id="419" r:id="rId11"/>
    <p:sldId id="319" r:id="rId12"/>
    <p:sldId id="333" r:id="rId13"/>
    <p:sldId id="320" r:id="rId14"/>
    <p:sldId id="321" r:id="rId15"/>
    <p:sldId id="285" r:id="rId16"/>
    <p:sldId id="326" r:id="rId17"/>
    <p:sldId id="325" r:id="rId18"/>
    <p:sldId id="327" r:id="rId19"/>
    <p:sldId id="328" r:id="rId20"/>
    <p:sldId id="329" r:id="rId21"/>
    <p:sldId id="322" r:id="rId22"/>
    <p:sldId id="323" r:id="rId23"/>
    <p:sldId id="324" r:id="rId24"/>
    <p:sldId id="310" r:id="rId25"/>
  </p:sldIdLst>
  <p:sldSz cx="18288000" cy="10299700"/>
  <p:notesSz cx="18288000" cy="102997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69" userDrawn="1">
          <p15:clr>
            <a:srgbClr val="A4A3A4"/>
          </p15:clr>
        </p15:guide>
        <p15:guide id="2" pos="21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0022B"/>
    <a:srgbClr val="F7F7F7"/>
    <a:srgbClr val="000000"/>
    <a:srgbClr val="2B0225"/>
    <a:srgbClr val="3C3B37"/>
    <a:srgbClr val="F02424"/>
    <a:srgbClr val="F34B4B"/>
    <a:srgbClr val="F13737"/>
    <a:srgbClr val="F062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p:scale>
          <a:sx n="50" d="100"/>
          <a:sy n="50" d="100"/>
        </p:scale>
        <p:origin x="-294" y="-654"/>
      </p:cViewPr>
      <p:guideLst>
        <p:guide orient="horz" pos="2969"/>
        <p:guide pos="211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1132800" cy="582088"/>
          </a:xfrm>
          <a:prstGeom prst="rect">
            <a:avLst/>
          </a:prstGeom>
        </p:spPr>
        <p:txBody>
          <a:bodyPr vert="horz" lIns="91440" tIns="45720" rIns="91440" bIns="45720" rtlCol="0"/>
          <a:lstStyle>
            <a:lvl1pPr algn="l">
              <a:defRPr sz="1520"/>
            </a:lvl1pPr>
          </a:lstStyle>
          <a:p>
            <a:endParaRPr lang="zh-CN" altLang="en-US"/>
          </a:p>
        </p:txBody>
      </p:sp>
      <p:sp>
        <p:nvSpPr>
          <p:cNvPr id="3" name="日期占位符 2"/>
          <p:cNvSpPr>
            <a:spLocks noGrp="1"/>
          </p:cNvSpPr>
          <p:nvPr>
            <p:ph type="dt" sz="quarter" idx="1"/>
          </p:nvPr>
        </p:nvSpPr>
        <p:spPr>
          <a:xfrm>
            <a:off x="27623915" y="0"/>
            <a:ext cx="21132800" cy="582088"/>
          </a:xfrm>
          <a:prstGeom prst="rect">
            <a:avLst/>
          </a:prstGeom>
        </p:spPr>
        <p:txBody>
          <a:bodyPr vert="horz" lIns="91440" tIns="45720" rIns="91440" bIns="45720" rtlCol="0"/>
          <a:lstStyle>
            <a:lvl1pPr algn="r">
              <a:defRPr sz="152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1019381"/>
            <a:ext cx="21132800" cy="582087"/>
          </a:xfrm>
          <a:prstGeom prst="rect">
            <a:avLst/>
          </a:prstGeom>
        </p:spPr>
        <p:txBody>
          <a:bodyPr vert="horz" lIns="91440" tIns="45720" rIns="91440" bIns="45720" rtlCol="0" anchor="b"/>
          <a:lstStyle>
            <a:lvl1pPr algn="l">
              <a:defRPr sz="1520"/>
            </a:lvl1pPr>
          </a:lstStyle>
          <a:p>
            <a:endParaRPr lang="zh-CN" altLang="en-US"/>
          </a:p>
        </p:txBody>
      </p:sp>
      <p:sp>
        <p:nvSpPr>
          <p:cNvPr id="5" name="灯片编号占位符 4"/>
          <p:cNvSpPr>
            <a:spLocks noGrp="1"/>
          </p:cNvSpPr>
          <p:nvPr>
            <p:ph type="sldNum" sz="quarter" idx="3"/>
          </p:nvPr>
        </p:nvSpPr>
        <p:spPr>
          <a:xfrm>
            <a:off x="27623915" y="11019381"/>
            <a:ext cx="21132800" cy="582087"/>
          </a:xfrm>
          <a:prstGeom prst="rect">
            <a:avLst/>
          </a:prstGeom>
        </p:spPr>
        <p:txBody>
          <a:bodyPr vert="horz" lIns="91440" tIns="45720" rIns="91440" bIns="45720" rtlCol="0" anchor="b"/>
          <a:lstStyle>
            <a:lvl1pPr algn="r">
              <a:defRPr sz="152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7924800" cy="51435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10358438" y="0"/>
            <a:ext cx="7924800" cy="514350"/>
          </a:xfrm>
          <a:prstGeom prst="rect">
            <a:avLst/>
          </a:prstGeom>
        </p:spPr>
        <p:txBody>
          <a:bodyPr vert="horz" lIns="91440" tIns="45720" rIns="91440" bIns="45720" rtlCol="0"/>
          <a:lstStyle>
            <a:lvl1pPr algn="r">
              <a:defRPr sz="1200"/>
            </a:lvl1pPr>
          </a:lstStyle>
          <a:p>
            <a:fld id="{E47F674B-CDB2-469D-A54B-64604985D37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5715000" y="773113"/>
            <a:ext cx="6858000" cy="38623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828800" y="4892675"/>
            <a:ext cx="14630400" cy="4633913"/>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82175"/>
            <a:ext cx="7924800" cy="51593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10358438" y="9782175"/>
            <a:ext cx="7924800" cy="515938"/>
          </a:xfrm>
          <a:prstGeom prst="rect">
            <a:avLst/>
          </a:prstGeom>
        </p:spPr>
        <p:txBody>
          <a:bodyPr vert="horz" lIns="91440" tIns="45720" rIns="91440" bIns="45720" rtlCol="0" anchor="b"/>
          <a:lstStyle>
            <a:lvl1pPr algn="r">
              <a:defRPr sz="1200"/>
            </a:lvl1pPr>
          </a:lstStyle>
          <a:p>
            <a:fld id="{E53C924F-6D45-4846-A7E6-7CEE6B00AED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showMasterSp="0">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p>
            <a:pPr marL="12700">
              <a:lnSpc>
                <a:spcPct val="100000"/>
              </a:lnSpc>
            </a:pPr>
            <a:r>
              <a:rPr sz="1200" dirty="0" smtClean="0">
                <a:solidFill>
                  <a:srgbClr val="FFFFFF"/>
                </a:solidFill>
                <a:latin typeface="Calibri" panose="020F0502020204030204"/>
                <a:cs typeface="Calibri" panose="020F0502020204030204"/>
              </a:rPr>
              <a:t>©</a:t>
            </a:r>
            <a:r>
              <a:rPr sz="1200" spc="-5" dirty="0" smtClean="0">
                <a:solidFill>
                  <a:srgbClr val="FFFFFF"/>
                </a:solidFill>
                <a:latin typeface="Calibri" panose="020F0502020204030204"/>
                <a:cs typeface="Calibri" panose="020F0502020204030204"/>
              </a:rPr>
              <a:t> </a:t>
            </a:r>
            <a:r>
              <a:rPr sz="1200" spc="-10" dirty="0" smtClean="0">
                <a:solidFill>
                  <a:srgbClr val="FFFFFF"/>
                </a:solidFill>
                <a:latin typeface="Calibri" panose="020F0502020204030204"/>
                <a:cs typeface="Calibri" panose="020F0502020204030204"/>
              </a:rPr>
              <a:t>2</a:t>
            </a:r>
            <a:r>
              <a:rPr sz="1200" spc="-5" dirty="0" smtClean="0">
                <a:solidFill>
                  <a:srgbClr val="FFFFFF"/>
                </a:solidFill>
                <a:latin typeface="Calibri" panose="020F0502020204030204"/>
                <a:cs typeface="Calibri" panose="020F0502020204030204"/>
              </a:rPr>
              <a:t>0</a:t>
            </a:r>
            <a:r>
              <a:rPr sz="1200" spc="-10" dirty="0" smtClean="0">
                <a:solidFill>
                  <a:srgbClr val="FFFFFF"/>
                </a:solidFill>
                <a:latin typeface="Calibri" panose="020F0502020204030204"/>
                <a:cs typeface="Calibri" panose="020F0502020204030204"/>
              </a:rPr>
              <a:t>15 </a:t>
            </a:r>
            <a:r>
              <a:rPr sz="1200" spc="10"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Ci</a:t>
            </a:r>
            <a:r>
              <a:rPr sz="1200" spc="-5" dirty="0" smtClean="0">
                <a:solidFill>
                  <a:srgbClr val="FFFFFF"/>
                </a:solidFill>
                <a:latin typeface="Calibri" panose="020F0502020204030204"/>
                <a:cs typeface="Calibri" panose="020F0502020204030204"/>
              </a:rPr>
              <a:t>s</a:t>
            </a:r>
            <a:r>
              <a:rPr sz="1200" spc="-2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2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a</a:t>
            </a:r>
            <a:r>
              <a:rPr sz="1200" spc="5" dirty="0" smtClean="0">
                <a:solidFill>
                  <a:srgbClr val="FFFFFF"/>
                </a:solidFill>
                <a:latin typeface="Calibri" panose="020F0502020204030204"/>
                <a:cs typeface="Calibri" panose="020F0502020204030204"/>
              </a:rPr>
              <a:t>n</a:t>
            </a:r>
            <a:r>
              <a:rPr sz="1200" spc="0" dirty="0" smtClean="0">
                <a:solidFill>
                  <a:srgbClr val="FFFFFF"/>
                </a:solidFill>
                <a:latin typeface="Calibri" panose="020F0502020204030204"/>
                <a:cs typeface="Calibri" panose="020F0502020204030204"/>
              </a:rPr>
              <a:t>d</a:t>
            </a:r>
            <a:r>
              <a:rPr sz="1200" spc="-20" dirty="0" smtClean="0">
                <a:solidFill>
                  <a:srgbClr val="FFFFFF"/>
                </a:solidFill>
                <a:latin typeface="Calibri" panose="020F0502020204030204"/>
                <a:cs typeface="Calibri" panose="020F0502020204030204"/>
              </a:rPr>
              <a:t>/</a:t>
            </a:r>
            <a:r>
              <a:rPr sz="1200" spc="0" dirty="0" smtClean="0">
                <a:solidFill>
                  <a:srgbClr val="FFFFFF"/>
                </a:solidFill>
                <a:latin typeface="Calibri" panose="020F0502020204030204"/>
                <a:cs typeface="Calibri" panose="020F0502020204030204"/>
              </a:rPr>
              <a:t>o</a:t>
            </a:r>
            <a:r>
              <a:rPr sz="1200" spc="-5" dirty="0" smtClean="0">
                <a:solidFill>
                  <a:srgbClr val="FFFFFF"/>
                </a:solidFill>
                <a:latin typeface="Calibri" panose="020F0502020204030204"/>
                <a:cs typeface="Calibri" panose="020F0502020204030204"/>
              </a:rPr>
              <a:t>r</a:t>
            </a:r>
            <a:r>
              <a:rPr sz="1200" spc="-30"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i</a:t>
            </a:r>
            <a:r>
              <a:rPr sz="1200" spc="5" dirty="0" smtClean="0">
                <a:solidFill>
                  <a:srgbClr val="FFFFFF"/>
                </a:solidFill>
                <a:latin typeface="Calibri" panose="020F0502020204030204"/>
                <a:cs typeface="Calibri" panose="020F0502020204030204"/>
              </a:rPr>
              <a:t>t</a:t>
            </a:r>
            <a:r>
              <a:rPr sz="1200" spc="0" dirty="0" smtClean="0">
                <a:solidFill>
                  <a:srgbClr val="FFFFFF"/>
                </a:solidFill>
                <a:latin typeface="Calibri" panose="020F0502020204030204"/>
                <a:cs typeface="Calibri" panose="020F0502020204030204"/>
              </a:rPr>
              <a:t>s </a:t>
            </a:r>
            <a:r>
              <a:rPr sz="1200" spc="-15" dirty="0" smtClean="0">
                <a:solidFill>
                  <a:srgbClr val="FFFFFF"/>
                </a:solidFill>
                <a:latin typeface="Calibri" panose="020F0502020204030204"/>
                <a:cs typeface="Calibri" panose="020F0502020204030204"/>
              </a:rPr>
              <a:t>a</a:t>
            </a:r>
            <a:r>
              <a:rPr sz="1200" spc="-10" dirty="0" smtClean="0">
                <a:solidFill>
                  <a:srgbClr val="FFFFFF"/>
                </a:solidFill>
                <a:latin typeface="Calibri" panose="020F0502020204030204"/>
                <a:cs typeface="Calibri" panose="020F0502020204030204"/>
              </a:rPr>
              <a:t>f</a:t>
            </a:r>
            <a:r>
              <a:rPr sz="1200" spc="0" dirty="0" smtClean="0">
                <a:solidFill>
                  <a:srgbClr val="FFFFFF"/>
                </a:solidFill>
                <a:latin typeface="Calibri" panose="020F0502020204030204"/>
                <a:cs typeface="Calibri" panose="020F0502020204030204"/>
              </a:rPr>
              <a:t>fili</a:t>
            </a:r>
            <a:r>
              <a:rPr sz="1200" spc="-10" dirty="0" smtClean="0">
                <a:solidFill>
                  <a:srgbClr val="FFFFFF"/>
                </a:solidFill>
                <a:latin typeface="Calibri" panose="020F0502020204030204"/>
                <a:cs typeface="Calibri" panose="020F0502020204030204"/>
              </a:rPr>
              <a:t>a</a:t>
            </a:r>
            <a:r>
              <a:rPr sz="1200" spc="-15" dirty="0" smtClean="0">
                <a:solidFill>
                  <a:srgbClr val="FFFFFF"/>
                </a:solidFill>
                <a:latin typeface="Calibri" panose="020F0502020204030204"/>
                <a:cs typeface="Calibri" panose="020F0502020204030204"/>
              </a:rPr>
              <a:t>t</a:t>
            </a:r>
            <a:r>
              <a:rPr sz="1200" spc="0" dirty="0" smtClean="0">
                <a:solidFill>
                  <a:srgbClr val="FFFFFF"/>
                </a:solidFill>
                <a:latin typeface="Calibri" panose="020F0502020204030204"/>
                <a:cs typeface="Calibri" panose="020F0502020204030204"/>
              </a:rPr>
              <a:t>es.</a:t>
            </a:r>
            <a:r>
              <a:rPr sz="1200" spc="-2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All</a:t>
            </a:r>
            <a:r>
              <a:rPr sz="1200" spc="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rig</a:t>
            </a:r>
            <a:r>
              <a:rPr sz="1200" spc="-5" dirty="0" smtClean="0">
                <a:solidFill>
                  <a:srgbClr val="FFFFFF"/>
                </a:solidFill>
                <a:latin typeface="Calibri" panose="020F0502020204030204"/>
                <a:cs typeface="Calibri" panose="020F0502020204030204"/>
              </a:rPr>
              <a:t>hts</a:t>
            </a:r>
            <a:r>
              <a:rPr sz="1200" spc="-25" dirty="0" smtClean="0">
                <a:solidFill>
                  <a:srgbClr val="FFFFFF"/>
                </a:solidFill>
                <a:latin typeface="Calibri" panose="020F0502020204030204"/>
                <a:cs typeface="Calibri" panose="020F0502020204030204"/>
              </a:rPr>
              <a:t> </a:t>
            </a:r>
            <a:r>
              <a:rPr sz="1200" spc="-20" dirty="0" smtClean="0">
                <a:solidFill>
                  <a:srgbClr val="FFFFFF"/>
                </a:solidFill>
                <a:latin typeface="Calibri" panose="020F0502020204030204"/>
                <a:cs typeface="Calibri" panose="020F0502020204030204"/>
              </a:rPr>
              <a:t>r</a:t>
            </a:r>
            <a:r>
              <a:rPr sz="1200" spc="-10" dirty="0" smtClean="0">
                <a:solidFill>
                  <a:srgbClr val="FFFFFF"/>
                </a:solidFill>
                <a:latin typeface="Calibri" panose="020F0502020204030204"/>
                <a:cs typeface="Calibri" panose="020F0502020204030204"/>
              </a:rPr>
              <a:t>ese</a:t>
            </a:r>
            <a:r>
              <a:rPr sz="1200" spc="5" dirty="0" smtClean="0">
                <a:solidFill>
                  <a:srgbClr val="FFFFFF"/>
                </a:solidFill>
                <a:latin typeface="Calibri" panose="020F0502020204030204"/>
                <a:cs typeface="Calibri" panose="020F0502020204030204"/>
              </a:rPr>
              <a:t>r</a:t>
            </a:r>
            <a:r>
              <a:rPr sz="1200" spc="-25" dirty="0" smtClean="0">
                <a:solidFill>
                  <a:srgbClr val="FFFFFF"/>
                </a:solidFill>
                <a:latin typeface="Calibri" panose="020F0502020204030204"/>
                <a:cs typeface="Calibri" panose="020F0502020204030204"/>
              </a:rPr>
              <a:t>v</a:t>
            </a:r>
            <a:r>
              <a:rPr sz="1200" spc="-10" dirty="0" smtClean="0">
                <a:solidFill>
                  <a:srgbClr val="FFFFFF"/>
                </a:solidFill>
                <a:latin typeface="Calibri" panose="020F0502020204030204"/>
                <a:cs typeface="Calibri" panose="020F0502020204030204"/>
              </a:rPr>
              <a:t>e</a:t>
            </a:r>
            <a:r>
              <a:rPr sz="1200" spc="-5" dirty="0" smtClean="0">
                <a:solidFill>
                  <a:srgbClr val="FFFFFF"/>
                </a:solidFill>
                <a:latin typeface="Calibri" panose="020F0502020204030204"/>
                <a:cs typeface="Calibri" panose="020F0502020204030204"/>
              </a:rPr>
              <a:t>d</a:t>
            </a:r>
            <a:r>
              <a:rPr sz="1200" spc="0" dirty="0" smtClean="0">
                <a:solidFill>
                  <a:srgbClr val="FFFFFF"/>
                </a:solidFill>
                <a:latin typeface="Calibri" panose="020F0502020204030204"/>
                <a:cs typeface="Calibri" panose="020F0502020204030204"/>
              </a:rPr>
              <a:t>.</a:t>
            </a:r>
            <a:endParaRPr sz="1200">
              <a:latin typeface="Calibri" panose="020F0502020204030204"/>
              <a:cs typeface="Calibri" panose="020F0502020204030204"/>
            </a:endParaRPr>
          </a:p>
        </p:txBody>
      </p:sp>
      <p:sp>
        <p:nvSpPr>
          <p:cNvPr id="3" name="Holder 3"/>
          <p:cNvSpPr>
            <a:spLocks noGrp="1"/>
          </p:cNvSpPr>
          <p:nvPr>
            <p:ph type="dt" sz="half" idx="6"/>
          </p:nvPr>
        </p:nvSpPr>
        <p:spPr/>
        <p:txBody>
          <a:bodyPr lIns="0" tIns="0" rIns="0" bIns="0"/>
          <a:lstStyle/>
          <a:p>
            <a:pPr marL="12700">
              <a:lnSpc>
                <a:spcPct val="100000"/>
              </a:lnSpc>
            </a:pPr>
            <a:r>
              <a:rPr sz="1200" spc="-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is</a:t>
            </a:r>
            <a:r>
              <a:rPr sz="1200" spc="-20"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25" dirty="0" smtClean="0">
                <a:solidFill>
                  <a:srgbClr val="FFFFFF"/>
                </a:solidFill>
                <a:latin typeface="Calibri" panose="020F0502020204030204"/>
                <a:cs typeface="Calibri" panose="020F0502020204030204"/>
              </a:rPr>
              <a:t> </a:t>
            </a:r>
            <a:r>
              <a:rPr sz="1200" spc="-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10" dirty="0" smtClean="0">
                <a:solidFill>
                  <a:srgbClr val="FFFFFF"/>
                </a:solidFill>
                <a:latin typeface="Calibri" panose="020F0502020204030204"/>
                <a:cs typeface="Calibri" panose="020F0502020204030204"/>
              </a:rPr>
              <a:t>n</a:t>
            </a:r>
            <a:r>
              <a:rPr sz="1200" spc="0" dirty="0" smtClean="0">
                <a:solidFill>
                  <a:srgbClr val="FFFFFF"/>
                </a:solidFill>
                <a:latin typeface="Calibri" panose="020F0502020204030204"/>
                <a:cs typeface="Calibri" panose="020F0502020204030204"/>
              </a:rPr>
              <a:t>fide</a:t>
            </a:r>
            <a:r>
              <a:rPr sz="1200" spc="-10" dirty="0" smtClean="0">
                <a:solidFill>
                  <a:srgbClr val="FFFFFF"/>
                </a:solidFill>
                <a:latin typeface="Calibri" panose="020F0502020204030204"/>
                <a:cs typeface="Calibri" panose="020F0502020204030204"/>
              </a:rPr>
              <a:t>nt</a:t>
            </a:r>
            <a:r>
              <a:rPr sz="1200" spc="0" dirty="0" smtClean="0">
                <a:solidFill>
                  <a:srgbClr val="FFFFFF"/>
                </a:solidFill>
                <a:latin typeface="Calibri" panose="020F0502020204030204"/>
                <a:cs typeface="Calibri" panose="020F0502020204030204"/>
              </a:rPr>
              <a:t>ial</a:t>
            </a:r>
            <a:endParaRPr sz="1200">
              <a:latin typeface="Calibri" panose="020F0502020204030204"/>
              <a:cs typeface="Calibri" panose="020F0502020204030204"/>
            </a:endParaRPr>
          </a:p>
        </p:txBody>
      </p:sp>
      <p:sp>
        <p:nvSpPr>
          <p:cNvPr id="4" name="Holder 4"/>
          <p:cNvSpPr>
            <a:spLocks noGrp="1"/>
          </p:cNvSpPr>
          <p:nvPr>
            <p:ph type="sldNum" sz="quarter" idx="7"/>
          </p:nvPr>
        </p:nvSpPr>
        <p:spPr/>
        <p:txBody>
          <a:bodyPr lIns="0" tIns="0" rIns="0" bIns="0"/>
          <a:lstStyle/>
          <a:p>
            <a:pPr marL="25400">
              <a:lnSpc>
                <a:spcPct val="100000"/>
              </a:lnSpc>
            </a:pPr>
            <a:fld id="{81D60167-4931-47E6-BA6A-407CBD079E47}" type="slidenum">
              <a:rPr sz="1200" spc="-10" dirty="0" smtClean="0">
                <a:solidFill>
                  <a:srgbClr val="FFFFFF"/>
                </a:solidFill>
                <a:latin typeface="Calibri" panose="020F0502020204030204"/>
                <a:cs typeface="Calibri" panose="020F0502020204030204"/>
              </a:rPr>
            </a:fld>
            <a:endParaRPr sz="1200">
              <a:latin typeface="Calibri" panose="020F0502020204030204"/>
              <a:cs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 cstate="print"/>
          <a:srcRect/>
          <a:stretch>
            <a:fillRect/>
          </a:stretch>
        </a:blipFill>
        <a:effectLst/>
      </p:bgPr>
    </p:bg>
    <p:spTree>
      <p:nvGrpSpPr>
        <p:cNvPr id="1" name=""/>
        <p:cNvGrpSpPr/>
        <p:nvPr/>
      </p:nvGrpSpPr>
      <p:grpSpPr>
        <a:xfrm>
          <a:off x="0" y="0"/>
          <a:ext cx="0" cy="0"/>
          <a:chOff x="0" y="0"/>
          <a:chExt cx="0" cy="0"/>
        </a:xfrm>
      </p:grpSpPr>
      <p:sp>
        <p:nvSpPr>
          <p:cNvPr id="16" name="bk object 16"/>
          <p:cNvSpPr/>
          <p:nvPr/>
        </p:nvSpPr>
        <p:spPr>
          <a:xfrm>
            <a:off x="0" y="2402585"/>
            <a:ext cx="18288000" cy="7893558"/>
          </a:xfrm>
          <a:custGeom>
            <a:avLst/>
            <a:gdLst/>
            <a:ahLst/>
            <a:cxnLst/>
            <a:rect l="l" t="t" r="r" b="b"/>
            <a:pathLst>
              <a:path w="18288000" h="7893558">
                <a:moveTo>
                  <a:pt x="0" y="7893558"/>
                </a:moveTo>
                <a:lnTo>
                  <a:pt x="18288000" y="7893558"/>
                </a:lnTo>
                <a:lnTo>
                  <a:pt x="18288000" y="0"/>
                </a:lnTo>
                <a:lnTo>
                  <a:pt x="0" y="0"/>
                </a:lnTo>
                <a:lnTo>
                  <a:pt x="0" y="7893558"/>
                </a:lnTo>
                <a:close/>
              </a:path>
            </a:pathLst>
          </a:custGeom>
          <a:solidFill>
            <a:srgbClr val="4FC4D0"/>
          </a:solidFill>
        </p:spPr>
        <p:txBody>
          <a:bodyPr wrap="square" lIns="0" tIns="0" rIns="0" bIns="0" rtlCol="0">
            <a:noAutofit/>
          </a:bodyPr>
          <a:lstStyle/>
          <a:p/>
        </p:txBody>
      </p:sp>
      <p:sp>
        <p:nvSpPr>
          <p:cNvPr id="2" name="Holder 2"/>
          <p:cNvSpPr>
            <a:spLocks noGrp="1"/>
          </p:cNvSpPr>
          <p:nvPr>
            <p:ph type="title"/>
          </p:nvPr>
        </p:nvSpPr>
        <p:spPr>
          <a:xfrm>
            <a:off x="3270137" y="796035"/>
            <a:ext cx="11747724" cy="913061"/>
          </a:xfrm>
          <a:prstGeom prst="rect">
            <a:avLst/>
          </a:prstGeom>
        </p:spPr>
        <p:txBody>
          <a:bodyPr wrap="square" lIns="0" tIns="0" rIns="0" bIns="0">
            <a:noAutofit/>
          </a:bodyPr>
          <a:lstStyle/>
          <a:p>
            <a:r>
              <a:rPr lang="zh-CN" altLang="en-US" smtClean="0">
                <a:sym typeface="+mn-ea"/>
              </a:rPr>
              <a:t>Click here to edit the master title style</a:t>
            </a:r>
            <a:endParaRPr lang="zh-CN" altLang="en-US" smtClean="0">
              <a:sym typeface="+mn-ea"/>
            </a:endParaRPr>
          </a:p>
        </p:txBody>
      </p:sp>
      <p:sp>
        <p:nvSpPr>
          <p:cNvPr id="3" name="Holder 3"/>
          <p:cNvSpPr>
            <a:spLocks noGrp="1"/>
          </p:cNvSpPr>
          <p:nvPr>
            <p:ph type="body" idx="1"/>
          </p:nvPr>
        </p:nvSpPr>
        <p:spPr>
          <a:xfrm>
            <a:off x="914400" y="2368931"/>
            <a:ext cx="16459199" cy="6797802"/>
          </a:xfrm>
          <a:prstGeom prst="rect">
            <a:avLst/>
          </a:prstGeom>
        </p:spPr>
        <p:txBody>
          <a:bodyPr wrap="square" lIns="0" tIns="0" rIns="0" bIns="0">
            <a:noAutofit/>
          </a:bodyPr>
          <a:lstStyle/>
          <a:p>
            <a:pPr algn="ctr"/>
            <a:r>
              <a:rPr lang="en-US" altLang="zh-CN" dirty="0">
                <a:solidFill>
                  <a:srgbClr val="003399"/>
                </a:solidFill>
                <a:latin typeface="Microsoft YaHei" panose="020B0503020204020204" pitchFamily="34" charset="-122"/>
                <a:ea typeface="Microsoft YaHei" panose="020B0503020204020204" pitchFamily="34" charset="-122"/>
                <a:sym typeface="+mn-ea"/>
              </a:rPr>
              <a:t>Add your text</a:t>
            </a:r>
            <a:endParaRPr lang="en-US" altLang="zh-CN" dirty="0">
              <a:solidFill>
                <a:srgbClr val="003399"/>
              </a:solidFill>
              <a:latin typeface="Microsoft YaHei" panose="020B0503020204020204" pitchFamily="34" charset="-122"/>
              <a:ea typeface="Microsoft YaHei" panose="020B0503020204020204" pitchFamily="34" charset="-122"/>
              <a:sym typeface="+mn-ea"/>
            </a:endParaRPr>
          </a:p>
        </p:txBody>
      </p:sp>
      <p:sp>
        <p:nvSpPr>
          <p:cNvPr id="4" name="Holder 4"/>
          <p:cNvSpPr>
            <a:spLocks noGrp="1"/>
          </p:cNvSpPr>
          <p:nvPr>
            <p:ph type="ftr" sz="quarter" idx="5"/>
          </p:nvPr>
        </p:nvSpPr>
        <p:spPr>
          <a:xfrm>
            <a:off x="694740" y="9790480"/>
            <a:ext cx="3313345" cy="203199"/>
          </a:xfrm>
          <a:prstGeom prst="rect">
            <a:avLst/>
          </a:prstGeom>
        </p:spPr>
        <p:txBody>
          <a:bodyPr wrap="square" lIns="0" tIns="0" rIns="0" bIns="0">
            <a:noAutofit/>
          </a:bodyPr>
          <a:lstStyle/>
          <a:p>
            <a:pPr marL="12700">
              <a:lnSpc>
                <a:spcPct val="100000"/>
              </a:lnSpc>
            </a:pPr>
            <a:r>
              <a:rPr sz="1200" dirty="0" smtClean="0">
                <a:solidFill>
                  <a:srgbClr val="FFFFFF"/>
                </a:solidFill>
                <a:latin typeface="Calibri" panose="020F0502020204030204"/>
                <a:cs typeface="Calibri" panose="020F0502020204030204"/>
              </a:rPr>
              <a:t>©</a:t>
            </a:r>
            <a:r>
              <a:rPr sz="1200" spc="-5" dirty="0" smtClean="0">
                <a:solidFill>
                  <a:srgbClr val="FFFFFF"/>
                </a:solidFill>
                <a:latin typeface="Calibri" panose="020F0502020204030204"/>
                <a:cs typeface="Calibri" panose="020F0502020204030204"/>
              </a:rPr>
              <a:t> </a:t>
            </a:r>
            <a:r>
              <a:rPr sz="1200" spc="-10" dirty="0" smtClean="0">
                <a:solidFill>
                  <a:srgbClr val="FFFFFF"/>
                </a:solidFill>
                <a:latin typeface="Calibri" panose="020F0502020204030204"/>
                <a:cs typeface="Calibri" panose="020F0502020204030204"/>
              </a:rPr>
              <a:t>2</a:t>
            </a:r>
            <a:r>
              <a:rPr sz="1200" spc="-5" dirty="0" smtClean="0">
                <a:solidFill>
                  <a:srgbClr val="FFFFFF"/>
                </a:solidFill>
                <a:latin typeface="Calibri" panose="020F0502020204030204"/>
                <a:cs typeface="Calibri" panose="020F0502020204030204"/>
              </a:rPr>
              <a:t>0</a:t>
            </a:r>
            <a:r>
              <a:rPr sz="1200" spc="-10" dirty="0" smtClean="0">
                <a:solidFill>
                  <a:srgbClr val="FFFFFF"/>
                </a:solidFill>
                <a:latin typeface="Calibri" panose="020F0502020204030204"/>
                <a:cs typeface="Calibri" panose="020F0502020204030204"/>
              </a:rPr>
              <a:t>15 </a:t>
            </a:r>
            <a:r>
              <a:rPr sz="1200" spc="10"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Ci</a:t>
            </a:r>
            <a:r>
              <a:rPr sz="1200" spc="-5" dirty="0" smtClean="0">
                <a:solidFill>
                  <a:srgbClr val="FFFFFF"/>
                </a:solidFill>
                <a:latin typeface="Calibri" panose="020F0502020204030204"/>
                <a:cs typeface="Calibri" panose="020F0502020204030204"/>
              </a:rPr>
              <a:t>s</a:t>
            </a:r>
            <a:r>
              <a:rPr sz="1200" spc="-2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2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a</a:t>
            </a:r>
            <a:r>
              <a:rPr sz="1200" spc="5" dirty="0" smtClean="0">
                <a:solidFill>
                  <a:srgbClr val="FFFFFF"/>
                </a:solidFill>
                <a:latin typeface="Calibri" panose="020F0502020204030204"/>
                <a:cs typeface="Calibri" panose="020F0502020204030204"/>
              </a:rPr>
              <a:t>n</a:t>
            </a:r>
            <a:r>
              <a:rPr sz="1200" spc="0" dirty="0" smtClean="0">
                <a:solidFill>
                  <a:srgbClr val="FFFFFF"/>
                </a:solidFill>
                <a:latin typeface="Calibri" panose="020F0502020204030204"/>
                <a:cs typeface="Calibri" panose="020F0502020204030204"/>
              </a:rPr>
              <a:t>d</a:t>
            </a:r>
            <a:r>
              <a:rPr sz="1200" spc="-20" dirty="0" smtClean="0">
                <a:solidFill>
                  <a:srgbClr val="FFFFFF"/>
                </a:solidFill>
                <a:latin typeface="Calibri" panose="020F0502020204030204"/>
                <a:cs typeface="Calibri" panose="020F0502020204030204"/>
              </a:rPr>
              <a:t>/</a:t>
            </a:r>
            <a:r>
              <a:rPr sz="1200" spc="0" dirty="0" smtClean="0">
                <a:solidFill>
                  <a:srgbClr val="FFFFFF"/>
                </a:solidFill>
                <a:latin typeface="Calibri" panose="020F0502020204030204"/>
                <a:cs typeface="Calibri" panose="020F0502020204030204"/>
              </a:rPr>
              <a:t>o</a:t>
            </a:r>
            <a:r>
              <a:rPr sz="1200" spc="-5" dirty="0" smtClean="0">
                <a:solidFill>
                  <a:srgbClr val="FFFFFF"/>
                </a:solidFill>
                <a:latin typeface="Calibri" panose="020F0502020204030204"/>
                <a:cs typeface="Calibri" panose="020F0502020204030204"/>
              </a:rPr>
              <a:t>r</a:t>
            </a:r>
            <a:r>
              <a:rPr sz="1200" spc="-30"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i</a:t>
            </a:r>
            <a:r>
              <a:rPr sz="1200" spc="5" dirty="0" smtClean="0">
                <a:solidFill>
                  <a:srgbClr val="FFFFFF"/>
                </a:solidFill>
                <a:latin typeface="Calibri" panose="020F0502020204030204"/>
                <a:cs typeface="Calibri" panose="020F0502020204030204"/>
              </a:rPr>
              <a:t>t</a:t>
            </a:r>
            <a:r>
              <a:rPr sz="1200" spc="0" dirty="0" smtClean="0">
                <a:solidFill>
                  <a:srgbClr val="FFFFFF"/>
                </a:solidFill>
                <a:latin typeface="Calibri" panose="020F0502020204030204"/>
                <a:cs typeface="Calibri" panose="020F0502020204030204"/>
              </a:rPr>
              <a:t>s </a:t>
            </a:r>
            <a:r>
              <a:rPr sz="1200" spc="-15" dirty="0" smtClean="0">
                <a:solidFill>
                  <a:srgbClr val="FFFFFF"/>
                </a:solidFill>
                <a:latin typeface="Calibri" panose="020F0502020204030204"/>
                <a:cs typeface="Calibri" panose="020F0502020204030204"/>
              </a:rPr>
              <a:t>a</a:t>
            </a:r>
            <a:r>
              <a:rPr sz="1200" spc="-10" dirty="0" smtClean="0">
                <a:solidFill>
                  <a:srgbClr val="FFFFFF"/>
                </a:solidFill>
                <a:latin typeface="Calibri" panose="020F0502020204030204"/>
                <a:cs typeface="Calibri" panose="020F0502020204030204"/>
              </a:rPr>
              <a:t>f</a:t>
            </a:r>
            <a:r>
              <a:rPr sz="1200" spc="0" dirty="0" smtClean="0">
                <a:solidFill>
                  <a:srgbClr val="FFFFFF"/>
                </a:solidFill>
                <a:latin typeface="Calibri" panose="020F0502020204030204"/>
                <a:cs typeface="Calibri" panose="020F0502020204030204"/>
              </a:rPr>
              <a:t>fili</a:t>
            </a:r>
            <a:r>
              <a:rPr sz="1200" spc="-10" dirty="0" smtClean="0">
                <a:solidFill>
                  <a:srgbClr val="FFFFFF"/>
                </a:solidFill>
                <a:latin typeface="Calibri" panose="020F0502020204030204"/>
                <a:cs typeface="Calibri" panose="020F0502020204030204"/>
              </a:rPr>
              <a:t>a</a:t>
            </a:r>
            <a:r>
              <a:rPr sz="1200" spc="-15" dirty="0" smtClean="0">
                <a:solidFill>
                  <a:srgbClr val="FFFFFF"/>
                </a:solidFill>
                <a:latin typeface="Calibri" panose="020F0502020204030204"/>
                <a:cs typeface="Calibri" panose="020F0502020204030204"/>
              </a:rPr>
              <a:t>t</a:t>
            </a:r>
            <a:r>
              <a:rPr sz="1200" spc="0" dirty="0" smtClean="0">
                <a:solidFill>
                  <a:srgbClr val="FFFFFF"/>
                </a:solidFill>
                <a:latin typeface="Calibri" panose="020F0502020204030204"/>
                <a:cs typeface="Calibri" panose="020F0502020204030204"/>
              </a:rPr>
              <a:t>es.</a:t>
            </a:r>
            <a:r>
              <a:rPr sz="1200" spc="-2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All</a:t>
            </a:r>
            <a:r>
              <a:rPr sz="1200" spc="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rig</a:t>
            </a:r>
            <a:r>
              <a:rPr sz="1200" spc="-5" dirty="0" smtClean="0">
                <a:solidFill>
                  <a:srgbClr val="FFFFFF"/>
                </a:solidFill>
                <a:latin typeface="Calibri" panose="020F0502020204030204"/>
                <a:cs typeface="Calibri" panose="020F0502020204030204"/>
              </a:rPr>
              <a:t>hts</a:t>
            </a:r>
            <a:r>
              <a:rPr sz="1200" spc="-25" dirty="0" smtClean="0">
                <a:solidFill>
                  <a:srgbClr val="FFFFFF"/>
                </a:solidFill>
                <a:latin typeface="Calibri" panose="020F0502020204030204"/>
                <a:cs typeface="Calibri" panose="020F0502020204030204"/>
              </a:rPr>
              <a:t> </a:t>
            </a:r>
            <a:r>
              <a:rPr sz="1200" spc="-20" dirty="0" smtClean="0">
                <a:solidFill>
                  <a:srgbClr val="FFFFFF"/>
                </a:solidFill>
                <a:latin typeface="Calibri" panose="020F0502020204030204"/>
                <a:cs typeface="Calibri" panose="020F0502020204030204"/>
              </a:rPr>
              <a:t>r</a:t>
            </a:r>
            <a:r>
              <a:rPr sz="1200" spc="-10" dirty="0" smtClean="0">
                <a:solidFill>
                  <a:srgbClr val="FFFFFF"/>
                </a:solidFill>
                <a:latin typeface="Calibri" panose="020F0502020204030204"/>
                <a:cs typeface="Calibri" panose="020F0502020204030204"/>
              </a:rPr>
              <a:t>ese</a:t>
            </a:r>
            <a:r>
              <a:rPr sz="1200" spc="5" dirty="0" smtClean="0">
                <a:solidFill>
                  <a:srgbClr val="FFFFFF"/>
                </a:solidFill>
                <a:latin typeface="Calibri" panose="020F0502020204030204"/>
                <a:cs typeface="Calibri" panose="020F0502020204030204"/>
              </a:rPr>
              <a:t>r</a:t>
            </a:r>
            <a:r>
              <a:rPr sz="1200" spc="-25" dirty="0" smtClean="0">
                <a:solidFill>
                  <a:srgbClr val="FFFFFF"/>
                </a:solidFill>
                <a:latin typeface="Calibri" panose="020F0502020204030204"/>
                <a:cs typeface="Calibri" panose="020F0502020204030204"/>
              </a:rPr>
              <a:t>v</a:t>
            </a:r>
            <a:r>
              <a:rPr sz="1200" spc="-10" dirty="0" smtClean="0">
                <a:solidFill>
                  <a:srgbClr val="FFFFFF"/>
                </a:solidFill>
                <a:latin typeface="Calibri" panose="020F0502020204030204"/>
                <a:cs typeface="Calibri" panose="020F0502020204030204"/>
              </a:rPr>
              <a:t>e</a:t>
            </a:r>
            <a:r>
              <a:rPr sz="1200" spc="-5" dirty="0" smtClean="0">
                <a:solidFill>
                  <a:srgbClr val="FFFFFF"/>
                </a:solidFill>
                <a:latin typeface="Calibri" panose="020F0502020204030204"/>
                <a:cs typeface="Calibri" panose="020F0502020204030204"/>
              </a:rPr>
              <a:t>d</a:t>
            </a:r>
            <a:r>
              <a:rPr sz="1200" spc="0" dirty="0" smtClean="0">
                <a:solidFill>
                  <a:srgbClr val="FFFFFF"/>
                </a:solidFill>
                <a:latin typeface="Calibri" panose="020F0502020204030204"/>
                <a:cs typeface="Calibri" panose="020F0502020204030204"/>
              </a:rPr>
              <a:t>.</a:t>
            </a:r>
            <a:endParaRPr sz="1200">
              <a:latin typeface="Calibri" panose="020F0502020204030204"/>
              <a:cs typeface="Calibri" panose="020F0502020204030204"/>
            </a:endParaRPr>
          </a:p>
        </p:txBody>
      </p:sp>
      <p:sp>
        <p:nvSpPr>
          <p:cNvPr id="5" name="Holder 5"/>
          <p:cNvSpPr>
            <a:spLocks noGrp="1"/>
          </p:cNvSpPr>
          <p:nvPr>
            <p:ph type="dt" sz="half" idx="6"/>
          </p:nvPr>
        </p:nvSpPr>
        <p:spPr>
          <a:xfrm>
            <a:off x="15906750" y="9788042"/>
            <a:ext cx="1134187" cy="203276"/>
          </a:xfrm>
          <a:prstGeom prst="rect">
            <a:avLst/>
          </a:prstGeom>
        </p:spPr>
        <p:txBody>
          <a:bodyPr wrap="square" lIns="0" tIns="0" rIns="0" bIns="0">
            <a:noAutofit/>
          </a:bodyPr>
          <a:lstStyle/>
          <a:p>
            <a:pPr marL="12700">
              <a:lnSpc>
                <a:spcPct val="100000"/>
              </a:lnSpc>
            </a:pPr>
            <a:r>
              <a:rPr sz="1200" spc="-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is</a:t>
            </a:r>
            <a:r>
              <a:rPr sz="1200" spc="-20"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25" dirty="0" smtClean="0">
                <a:solidFill>
                  <a:srgbClr val="FFFFFF"/>
                </a:solidFill>
                <a:latin typeface="Calibri" panose="020F0502020204030204"/>
                <a:cs typeface="Calibri" panose="020F0502020204030204"/>
              </a:rPr>
              <a:t> </a:t>
            </a:r>
            <a:r>
              <a:rPr sz="1200" spc="-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10" dirty="0" smtClean="0">
                <a:solidFill>
                  <a:srgbClr val="FFFFFF"/>
                </a:solidFill>
                <a:latin typeface="Calibri" panose="020F0502020204030204"/>
                <a:cs typeface="Calibri" panose="020F0502020204030204"/>
              </a:rPr>
              <a:t>n</a:t>
            </a:r>
            <a:r>
              <a:rPr sz="1200" spc="0" dirty="0" smtClean="0">
                <a:solidFill>
                  <a:srgbClr val="FFFFFF"/>
                </a:solidFill>
                <a:latin typeface="Calibri" panose="020F0502020204030204"/>
                <a:cs typeface="Calibri" panose="020F0502020204030204"/>
              </a:rPr>
              <a:t>fide</a:t>
            </a:r>
            <a:r>
              <a:rPr sz="1200" spc="-10" dirty="0" smtClean="0">
                <a:solidFill>
                  <a:srgbClr val="FFFFFF"/>
                </a:solidFill>
                <a:latin typeface="Calibri" panose="020F0502020204030204"/>
                <a:cs typeface="Calibri" panose="020F0502020204030204"/>
              </a:rPr>
              <a:t>nt</a:t>
            </a:r>
            <a:r>
              <a:rPr sz="1200" spc="0" dirty="0" smtClean="0">
                <a:solidFill>
                  <a:srgbClr val="FFFFFF"/>
                </a:solidFill>
                <a:latin typeface="Calibri" panose="020F0502020204030204"/>
                <a:cs typeface="Calibri" panose="020F0502020204030204"/>
              </a:rPr>
              <a:t>ial</a:t>
            </a:r>
            <a:endParaRPr sz="1200">
              <a:latin typeface="Calibri" panose="020F0502020204030204"/>
              <a:cs typeface="Calibri" panose="020F0502020204030204"/>
            </a:endParaRPr>
          </a:p>
        </p:txBody>
      </p:sp>
      <p:sp>
        <p:nvSpPr>
          <p:cNvPr id="6" name="Holder 6"/>
          <p:cNvSpPr>
            <a:spLocks noGrp="1"/>
          </p:cNvSpPr>
          <p:nvPr>
            <p:ph type="sldNum" sz="quarter" idx="7"/>
          </p:nvPr>
        </p:nvSpPr>
        <p:spPr>
          <a:xfrm>
            <a:off x="17536540" y="9781640"/>
            <a:ext cx="128066" cy="203199"/>
          </a:xfrm>
          <a:prstGeom prst="rect">
            <a:avLst/>
          </a:prstGeom>
        </p:spPr>
        <p:txBody>
          <a:bodyPr wrap="square" lIns="0" tIns="0" rIns="0" bIns="0">
            <a:noAutofit/>
          </a:bodyPr>
          <a:lstStyle/>
          <a:p>
            <a:pPr marL="25400">
              <a:lnSpc>
                <a:spcPct val="100000"/>
              </a:lnSpc>
            </a:pPr>
            <a:fld id="{81D60167-4931-47E6-BA6A-407CBD079E47}" type="slidenum">
              <a:rPr sz="1200" spc="-10" dirty="0" smtClean="0">
                <a:solidFill>
                  <a:srgbClr val="FFFFFF"/>
                </a:solidFill>
                <a:latin typeface="Calibri" panose="020F0502020204030204"/>
                <a:cs typeface="Calibri" panose="020F0502020204030204"/>
              </a:rPr>
            </a:fld>
            <a:endParaRPr sz="1200">
              <a:latin typeface="Calibri" panose="020F0502020204030204"/>
              <a:cs typeface="Calibri" panose="020F0502020204030204"/>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tags" Target="../tags/tag5.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tags" Target="../tags/tag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grpSp>
        <p:nvGrpSpPr>
          <p:cNvPr id="35" name="组合 4"/>
          <p:cNvGrpSpPr/>
          <p:nvPr/>
        </p:nvGrpSpPr>
        <p:grpSpPr bwMode="auto">
          <a:xfrm>
            <a:off x="0" y="0"/>
            <a:ext cx="16320770" cy="10315575"/>
            <a:chOff x="-1" y="-3"/>
            <a:chExt cx="5643571" cy="6858005"/>
          </a:xfrm>
        </p:grpSpPr>
        <p:sp>
          <p:nvSpPr>
            <p:cNvPr id="36" name="Freeform 5"/>
            <p:cNvSpPr/>
            <p:nvPr/>
          </p:nvSpPr>
          <p:spPr bwMode="auto">
            <a:xfrm>
              <a:off x="3453821" y="-3"/>
              <a:ext cx="2177915" cy="2852677"/>
            </a:xfrm>
            <a:custGeom>
              <a:avLst/>
              <a:gdLst>
                <a:gd name="T0" fmla="*/ 0 w 9839"/>
                <a:gd name="T1" fmla="*/ 2147483646 h 9917"/>
                <a:gd name="T2" fmla="*/ 2147483646 w 9839"/>
                <a:gd name="T3" fmla="*/ 2147483646 h 9917"/>
                <a:gd name="T4" fmla="*/ 2147483646 w 9839"/>
                <a:gd name="T5" fmla="*/ 0 h 9917"/>
                <a:gd name="T6" fmla="*/ 2147483646 w 9839"/>
                <a:gd name="T7" fmla="*/ 0 h 9917"/>
                <a:gd name="T8" fmla="*/ 0 w 9839"/>
                <a:gd name="T9" fmla="*/ 2147483646 h 99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39" h="9917">
                  <a:moveTo>
                    <a:pt x="0" y="5669"/>
                  </a:moveTo>
                  <a:lnTo>
                    <a:pt x="9839" y="9917"/>
                  </a:lnTo>
                  <a:lnTo>
                    <a:pt x="6221" y="0"/>
                  </a:lnTo>
                  <a:lnTo>
                    <a:pt x="4961" y="0"/>
                  </a:lnTo>
                  <a:lnTo>
                    <a:pt x="0" y="5669"/>
                  </a:lnTo>
                  <a:close/>
                </a:path>
              </a:pathLst>
            </a:custGeom>
            <a:solidFill>
              <a:srgbClr val="F06262"/>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7" name="Freeform 6"/>
            <p:cNvSpPr/>
            <p:nvPr/>
          </p:nvSpPr>
          <p:spPr bwMode="auto">
            <a:xfrm>
              <a:off x="-1" y="1608945"/>
              <a:ext cx="5643571" cy="5249057"/>
            </a:xfrm>
            <a:custGeom>
              <a:avLst/>
              <a:gdLst>
                <a:gd name="T0" fmla="*/ 2147483646 w 9958"/>
                <a:gd name="T1" fmla="*/ 0 h 10000"/>
                <a:gd name="T2" fmla="*/ 2147483646 w 9958"/>
                <a:gd name="T3" fmla="*/ 2147483646 h 10000"/>
                <a:gd name="T4" fmla="*/ 0 w 9958"/>
                <a:gd name="T5" fmla="*/ 2147483646 h 10000"/>
                <a:gd name="T6" fmla="*/ 0 w 9958"/>
                <a:gd name="T7" fmla="*/ 2147483646 h 10000"/>
                <a:gd name="T8" fmla="*/ 2147483646 w 9958"/>
                <a:gd name="T9" fmla="*/ 2147483646 h 10000"/>
                <a:gd name="T10" fmla="*/ 2147483646 w 9958"/>
                <a:gd name="T11" fmla="*/ 2147483646 h 10000"/>
                <a:gd name="T12" fmla="*/ 2147483646 w 9958"/>
                <a:gd name="T13" fmla="*/ 2147483646 h 10000"/>
                <a:gd name="T14" fmla="*/ 2147483646 w 9958"/>
                <a:gd name="T15" fmla="*/ 0 h 10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958" h="10000">
                  <a:moveTo>
                    <a:pt x="6154" y="0"/>
                  </a:moveTo>
                  <a:lnTo>
                    <a:pt x="301" y="9402"/>
                  </a:lnTo>
                  <a:lnTo>
                    <a:pt x="0" y="9886"/>
                  </a:lnTo>
                  <a:lnTo>
                    <a:pt x="0" y="10000"/>
                  </a:lnTo>
                  <a:lnTo>
                    <a:pt x="7653" y="10000"/>
                  </a:lnTo>
                  <a:cubicBezTo>
                    <a:pt x="7714" y="9801"/>
                    <a:pt x="7776" y="9601"/>
                    <a:pt x="7837" y="9402"/>
                  </a:cubicBezTo>
                  <a:lnTo>
                    <a:pt x="9958" y="2345"/>
                  </a:lnTo>
                  <a:lnTo>
                    <a:pt x="6154" y="0"/>
                  </a:lnTo>
                  <a:close/>
                </a:path>
              </a:pathLst>
            </a:custGeom>
            <a:solidFill>
              <a:srgbClr val="F34B4B"/>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8" name="Freeform 7"/>
            <p:cNvSpPr/>
            <p:nvPr/>
          </p:nvSpPr>
          <p:spPr bwMode="auto">
            <a:xfrm>
              <a:off x="527670" y="0"/>
              <a:ext cx="4050101" cy="1700096"/>
            </a:xfrm>
            <a:custGeom>
              <a:avLst/>
              <a:gdLst>
                <a:gd name="T0" fmla="*/ 2147483646 w 5055"/>
                <a:gd name="T1" fmla="*/ 2147483646 h 1673"/>
                <a:gd name="T2" fmla="*/ 2147483646 w 5055"/>
                <a:gd name="T3" fmla="*/ 0 h 1673"/>
                <a:gd name="T4" fmla="*/ 0 w 5055"/>
                <a:gd name="T5" fmla="*/ 0 h 1673"/>
                <a:gd name="T6" fmla="*/ 2147483646 w 5055"/>
                <a:gd name="T7" fmla="*/ 2147483646 h 16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55" h="1673">
                  <a:moveTo>
                    <a:pt x="3665" y="1673"/>
                  </a:moveTo>
                  <a:lnTo>
                    <a:pt x="5055" y="0"/>
                  </a:lnTo>
                  <a:lnTo>
                    <a:pt x="0" y="0"/>
                  </a:lnTo>
                  <a:lnTo>
                    <a:pt x="3665" y="1673"/>
                  </a:lnTo>
                  <a:close/>
                </a:path>
              </a:pathLst>
            </a:custGeom>
            <a:solidFill>
              <a:srgbClr val="EE4C4C"/>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9" name="Freeform 8"/>
            <p:cNvSpPr/>
            <p:nvPr/>
          </p:nvSpPr>
          <p:spPr bwMode="auto">
            <a:xfrm>
              <a:off x="1588" y="0"/>
              <a:ext cx="3501575" cy="6858002"/>
            </a:xfrm>
            <a:custGeom>
              <a:avLst/>
              <a:gdLst>
                <a:gd name="T0" fmla="*/ 2147483646 w 9866"/>
                <a:gd name="T1" fmla="*/ 0 h 10000"/>
                <a:gd name="T2" fmla="*/ 0 w 9866"/>
                <a:gd name="T3" fmla="*/ 0 h 10000"/>
                <a:gd name="T4" fmla="*/ 0 w 9866"/>
                <a:gd name="T5" fmla="*/ 2147483646 h 10000"/>
                <a:gd name="T6" fmla="*/ 0 w 9866"/>
                <a:gd name="T7" fmla="*/ 2147483646 h 10000"/>
                <a:gd name="T8" fmla="*/ 2147483646 w 9866"/>
                <a:gd name="T9" fmla="*/ 2147483646 h 10000"/>
                <a:gd name="T10" fmla="*/ 2147483646 w 9866"/>
                <a:gd name="T11" fmla="*/ 2147483646 h 10000"/>
                <a:gd name="T12" fmla="*/ 2147483646 w 9866"/>
                <a:gd name="T13" fmla="*/ 0 h 10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66" h="10000">
                  <a:moveTo>
                    <a:pt x="1825" y="0"/>
                  </a:moveTo>
                  <a:lnTo>
                    <a:pt x="0" y="0"/>
                  </a:lnTo>
                  <a:lnTo>
                    <a:pt x="0" y="9626"/>
                  </a:lnTo>
                  <a:lnTo>
                    <a:pt x="0" y="10000"/>
                  </a:lnTo>
                  <a:lnTo>
                    <a:pt x="489" y="9626"/>
                  </a:lnTo>
                  <a:lnTo>
                    <a:pt x="9866" y="2386"/>
                  </a:lnTo>
                  <a:lnTo>
                    <a:pt x="1825" y="0"/>
                  </a:lnTo>
                  <a:close/>
                </a:path>
              </a:pathLst>
            </a:custGeom>
            <a:solidFill>
              <a:srgbClr val="F13737"/>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grpSp>
      <p:sp>
        <p:nvSpPr>
          <p:cNvPr id="2" name="object 3"/>
          <p:cNvSpPr txBox="1"/>
          <p:nvPr/>
        </p:nvSpPr>
        <p:spPr>
          <a:xfrm>
            <a:off x="304800" y="7512050"/>
            <a:ext cx="13954760" cy="1959610"/>
          </a:xfrm>
          <a:prstGeom prst="rect">
            <a:avLst/>
          </a:prstGeom>
        </p:spPr>
        <p:txBody>
          <a:bodyPr vert="horz" wrap="square" lIns="0" tIns="0" rIns="0" bIns="0" rtlCol="0">
            <a:noAutofit/>
          </a:bodyPr>
          <a:p>
            <a:pPr>
              <a:lnSpc>
                <a:spcPct val="110000"/>
              </a:lnSpc>
            </a:pPr>
            <a:r>
              <a:rPr lang="vi-VN" altLang="zh-CN" sz="5000" b="1" dirty="0" smtClean="0">
                <a:solidFill>
                  <a:schemeClr val="bg1"/>
                </a:solidFill>
                <a:latin typeface="Microsoft YaHei" panose="020B0503020204020204" pitchFamily="34" charset="-122"/>
                <a:ea typeface="Microsoft YaHei" panose="020B0503020204020204" pitchFamily="34" charset="-122"/>
                <a:cs typeface="Arial" panose="020B0604020202020204"/>
              </a:rPr>
              <a:t>Học phần: Phân tích và thiết kế hệ thống</a:t>
            </a:r>
            <a:endParaRPr lang="vi-VN" altLang="zh-CN" sz="5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a:p>
            <a:pPr>
              <a:lnSpc>
                <a:spcPct val="110000"/>
              </a:lnSpc>
            </a:pPr>
            <a:r>
              <a:rPr lang="vi-VN" altLang="zh-CN" sz="5000" b="1" dirty="0" smtClean="0">
                <a:solidFill>
                  <a:schemeClr val="bg1"/>
                </a:solidFill>
                <a:latin typeface="Microsoft YaHei" panose="020B0503020204020204" pitchFamily="34" charset="-122"/>
                <a:ea typeface="Microsoft YaHei" panose="020B0503020204020204" pitchFamily="34" charset="-122"/>
                <a:cs typeface="Arial" panose="020B0604020202020204"/>
                <a:sym typeface="+mn-ea"/>
              </a:rPr>
              <a:t>DCCNTT 13.10.16</a:t>
            </a:r>
            <a:endParaRPr lang="vi-VN" altLang="zh-CN" sz="5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p:txBody>
      </p:sp>
      <p:graphicFrame>
        <p:nvGraphicFramePr>
          <p:cNvPr id="7" name="Table 6"/>
          <p:cNvGraphicFramePr/>
          <p:nvPr>
            <p:custDataLst>
              <p:tags r:id="rId2"/>
            </p:custDataLst>
          </p:nvPr>
        </p:nvGraphicFramePr>
        <p:xfrm>
          <a:off x="304800" y="242570"/>
          <a:ext cx="10194290" cy="1047750"/>
        </p:xfrm>
        <a:graphic>
          <a:graphicData uri="http://schemas.openxmlformats.org/drawingml/2006/table">
            <a:tbl>
              <a:tblPr firstRow="1" bandRow="1">
                <a:tableStyleId>{5C22544A-7EE6-4342-B048-85BDC9FD1C3A}</a:tableStyleId>
              </a:tblPr>
              <a:tblGrid>
                <a:gridCol w="10194290"/>
              </a:tblGrid>
              <a:tr h="1047750">
                <a:tc>
                  <a:txBody>
                    <a:bodyPr/>
                    <a:p>
                      <a:pPr algn="ctr">
                        <a:buNone/>
                      </a:pPr>
                      <a:r>
                        <a:rPr lang="vi-VN" altLang="zh-CN" sz="5400" dirty="0" smtClean="0">
                          <a:solidFill>
                            <a:schemeClr val="bg1"/>
                          </a:solidFill>
                          <a:latin typeface="Microsoft YaHei" panose="020B0503020204020204" pitchFamily="34" charset="-122"/>
                          <a:ea typeface="Microsoft YaHei" panose="020B0503020204020204" pitchFamily="34" charset="-122"/>
                          <a:cs typeface="Arial" panose="020B0604020202020204"/>
                          <a:sym typeface="+mn-ea"/>
                        </a:rPr>
                        <a:t>Đại Học Công Nghệ Đông Á</a:t>
                      </a:r>
                      <a:endParaRPr lang="vi-VN" altLang="zh-CN" sz="5400" dirty="0" smtClean="0">
                        <a:solidFill>
                          <a:schemeClr val="bg1"/>
                        </a:solidFill>
                        <a:latin typeface="Microsoft YaHei" panose="020B0503020204020204" pitchFamily="34" charset="-122"/>
                        <a:ea typeface="Microsoft YaHei" panose="020B0503020204020204" pitchFamily="34" charset="-122"/>
                        <a:cs typeface="Arial" panose="020B0604020202020204"/>
                        <a:sym typeface="+mn-ea"/>
                      </a:endParaRPr>
                    </a:p>
                  </a:txBody>
                  <a:tcPr anchor="ctr" anchorCtr="0">
                    <a:solidFill>
                      <a:srgbClr val="000000">
                        <a:alpha val="0"/>
                      </a:srgbClr>
                    </a:solidFill>
                  </a:tcPr>
                </a:tc>
              </a:tr>
            </a:tbl>
          </a:graphicData>
        </a:graphic>
      </p:graphicFrame>
      <p:sp>
        <p:nvSpPr>
          <p:cNvPr id="4" name="object 3"/>
          <p:cNvSpPr txBox="1"/>
          <p:nvPr>
            <p:custDataLst>
              <p:tags r:id="rId3"/>
            </p:custDataLst>
          </p:nvPr>
        </p:nvSpPr>
        <p:spPr>
          <a:xfrm>
            <a:off x="304800" y="3168650"/>
            <a:ext cx="15500350" cy="3865880"/>
          </a:xfrm>
          <a:prstGeom prst="rect">
            <a:avLst/>
          </a:prstGeom>
        </p:spPr>
        <p:txBody>
          <a:bodyPr vert="horz" wrap="square" lIns="0" tIns="0" rIns="0" bIns="0" rtlCol="0">
            <a:noAutofit/>
          </a:bodyPr>
          <a:p>
            <a:pPr>
              <a:lnSpc>
                <a:spcPct val="110000"/>
              </a:lnSpc>
            </a:pPr>
            <a:r>
              <a:rPr lang="vi-VN" altLang="zh-CN" sz="7200" b="1" dirty="0" smtClean="0">
                <a:solidFill>
                  <a:schemeClr val="bg1"/>
                </a:solidFill>
                <a:latin typeface="Microsoft YaHei" panose="020B0503020204020204" pitchFamily="34" charset="-122"/>
                <a:ea typeface="Microsoft YaHei" panose="020B0503020204020204" pitchFamily="34" charset="-122"/>
                <a:cs typeface="Arial" panose="020B0604020202020204"/>
              </a:rPr>
              <a:t>PHÂN TÍCH THIẾT KẾ HỆ THỐNG  </a:t>
            </a:r>
            <a:endParaRPr lang="vi-VN" altLang="zh-CN" sz="72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a:p>
            <a:pPr>
              <a:lnSpc>
                <a:spcPct val="110000"/>
              </a:lnSpc>
            </a:pPr>
            <a:r>
              <a:rPr lang="vi-VN" altLang="zh-CN" sz="7200" b="1" dirty="0" smtClean="0">
                <a:solidFill>
                  <a:schemeClr val="bg1"/>
                </a:solidFill>
                <a:latin typeface="Microsoft YaHei" panose="020B0503020204020204" pitchFamily="34" charset="-122"/>
                <a:ea typeface="Microsoft YaHei" panose="020B0503020204020204" pitchFamily="34" charset="-122"/>
                <a:cs typeface="Arial" panose="020B0604020202020204"/>
              </a:rPr>
              <a:t>CỬA HÀNG THỜI TRANG</a:t>
            </a:r>
            <a:endParaRPr lang="vi-VN" altLang="zh-CN" sz="72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grpSp>
        <p:nvGrpSpPr>
          <p:cNvPr id="35" name="组合 4"/>
          <p:cNvGrpSpPr/>
          <p:nvPr/>
        </p:nvGrpSpPr>
        <p:grpSpPr bwMode="auto">
          <a:xfrm>
            <a:off x="0" y="0"/>
            <a:ext cx="6411595" cy="10315575"/>
            <a:chOff x="-1" y="-3"/>
            <a:chExt cx="5643571" cy="6858005"/>
          </a:xfrm>
        </p:grpSpPr>
        <p:sp>
          <p:nvSpPr>
            <p:cNvPr id="36" name="Freeform 5"/>
            <p:cNvSpPr/>
            <p:nvPr/>
          </p:nvSpPr>
          <p:spPr bwMode="auto">
            <a:xfrm>
              <a:off x="3453821" y="-3"/>
              <a:ext cx="2177915" cy="2852677"/>
            </a:xfrm>
            <a:custGeom>
              <a:avLst/>
              <a:gdLst>
                <a:gd name="T0" fmla="*/ 0 w 9839"/>
                <a:gd name="T1" fmla="*/ 2147483646 h 9917"/>
                <a:gd name="T2" fmla="*/ 2147483646 w 9839"/>
                <a:gd name="T3" fmla="*/ 2147483646 h 9917"/>
                <a:gd name="T4" fmla="*/ 2147483646 w 9839"/>
                <a:gd name="T5" fmla="*/ 0 h 9917"/>
                <a:gd name="T6" fmla="*/ 2147483646 w 9839"/>
                <a:gd name="T7" fmla="*/ 0 h 9917"/>
                <a:gd name="T8" fmla="*/ 0 w 9839"/>
                <a:gd name="T9" fmla="*/ 2147483646 h 99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39" h="9917">
                  <a:moveTo>
                    <a:pt x="0" y="5669"/>
                  </a:moveTo>
                  <a:lnTo>
                    <a:pt x="9839" y="9917"/>
                  </a:lnTo>
                  <a:lnTo>
                    <a:pt x="6221" y="0"/>
                  </a:lnTo>
                  <a:lnTo>
                    <a:pt x="4961" y="0"/>
                  </a:lnTo>
                  <a:lnTo>
                    <a:pt x="0" y="5669"/>
                  </a:lnTo>
                  <a:close/>
                </a:path>
              </a:pathLst>
            </a:custGeom>
            <a:solidFill>
              <a:srgbClr val="F06262"/>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7" name="Freeform 6"/>
            <p:cNvSpPr/>
            <p:nvPr/>
          </p:nvSpPr>
          <p:spPr bwMode="auto">
            <a:xfrm>
              <a:off x="-1" y="1608945"/>
              <a:ext cx="5643571" cy="5249057"/>
            </a:xfrm>
            <a:custGeom>
              <a:avLst/>
              <a:gdLst>
                <a:gd name="T0" fmla="*/ 2147483646 w 9958"/>
                <a:gd name="T1" fmla="*/ 0 h 10000"/>
                <a:gd name="T2" fmla="*/ 2147483646 w 9958"/>
                <a:gd name="T3" fmla="*/ 2147483646 h 10000"/>
                <a:gd name="T4" fmla="*/ 0 w 9958"/>
                <a:gd name="T5" fmla="*/ 2147483646 h 10000"/>
                <a:gd name="T6" fmla="*/ 0 w 9958"/>
                <a:gd name="T7" fmla="*/ 2147483646 h 10000"/>
                <a:gd name="T8" fmla="*/ 2147483646 w 9958"/>
                <a:gd name="T9" fmla="*/ 2147483646 h 10000"/>
                <a:gd name="T10" fmla="*/ 2147483646 w 9958"/>
                <a:gd name="T11" fmla="*/ 2147483646 h 10000"/>
                <a:gd name="T12" fmla="*/ 2147483646 w 9958"/>
                <a:gd name="T13" fmla="*/ 2147483646 h 10000"/>
                <a:gd name="T14" fmla="*/ 2147483646 w 9958"/>
                <a:gd name="T15" fmla="*/ 0 h 10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958" h="10000">
                  <a:moveTo>
                    <a:pt x="6154" y="0"/>
                  </a:moveTo>
                  <a:lnTo>
                    <a:pt x="301" y="9402"/>
                  </a:lnTo>
                  <a:lnTo>
                    <a:pt x="0" y="9886"/>
                  </a:lnTo>
                  <a:lnTo>
                    <a:pt x="0" y="10000"/>
                  </a:lnTo>
                  <a:lnTo>
                    <a:pt x="7653" y="10000"/>
                  </a:lnTo>
                  <a:cubicBezTo>
                    <a:pt x="7714" y="9801"/>
                    <a:pt x="7776" y="9601"/>
                    <a:pt x="7837" y="9402"/>
                  </a:cubicBezTo>
                  <a:lnTo>
                    <a:pt x="9958" y="2345"/>
                  </a:lnTo>
                  <a:lnTo>
                    <a:pt x="6154" y="0"/>
                  </a:lnTo>
                  <a:close/>
                </a:path>
              </a:pathLst>
            </a:custGeom>
            <a:solidFill>
              <a:srgbClr val="F34B4B"/>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8" name="Freeform 7"/>
            <p:cNvSpPr/>
            <p:nvPr/>
          </p:nvSpPr>
          <p:spPr bwMode="auto">
            <a:xfrm>
              <a:off x="527670" y="0"/>
              <a:ext cx="4050101" cy="1700096"/>
            </a:xfrm>
            <a:custGeom>
              <a:avLst/>
              <a:gdLst>
                <a:gd name="T0" fmla="*/ 2147483646 w 5055"/>
                <a:gd name="T1" fmla="*/ 2147483646 h 1673"/>
                <a:gd name="T2" fmla="*/ 2147483646 w 5055"/>
                <a:gd name="T3" fmla="*/ 0 h 1673"/>
                <a:gd name="T4" fmla="*/ 0 w 5055"/>
                <a:gd name="T5" fmla="*/ 0 h 1673"/>
                <a:gd name="T6" fmla="*/ 2147483646 w 5055"/>
                <a:gd name="T7" fmla="*/ 2147483646 h 16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55" h="1673">
                  <a:moveTo>
                    <a:pt x="3665" y="1673"/>
                  </a:moveTo>
                  <a:lnTo>
                    <a:pt x="5055" y="0"/>
                  </a:lnTo>
                  <a:lnTo>
                    <a:pt x="0" y="0"/>
                  </a:lnTo>
                  <a:lnTo>
                    <a:pt x="3665" y="1673"/>
                  </a:lnTo>
                  <a:close/>
                </a:path>
              </a:pathLst>
            </a:custGeom>
            <a:solidFill>
              <a:srgbClr val="EE4C4C"/>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9" name="Freeform 8"/>
            <p:cNvSpPr/>
            <p:nvPr/>
          </p:nvSpPr>
          <p:spPr bwMode="auto">
            <a:xfrm>
              <a:off x="1588" y="0"/>
              <a:ext cx="3501575" cy="6858002"/>
            </a:xfrm>
            <a:custGeom>
              <a:avLst/>
              <a:gdLst>
                <a:gd name="T0" fmla="*/ 2147483646 w 9866"/>
                <a:gd name="T1" fmla="*/ 0 h 10000"/>
                <a:gd name="T2" fmla="*/ 0 w 9866"/>
                <a:gd name="T3" fmla="*/ 0 h 10000"/>
                <a:gd name="T4" fmla="*/ 0 w 9866"/>
                <a:gd name="T5" fmla="*/ 2147483646 h 10000"/>
                <a:gd name="T6" fmla="*/ 0 w 9866"/>
                <a:gd name="T7" fmla="*/ 2147483646 h 10000"/>
                <a:gd name="T8" fmla="*/ 2147483646 w 9866"/>
                <a:gd name="T9" fmla="*/ 2147483646 h 10000"/>
                <a:gd name="T10" fmla="*/ 2147483646 w 9866"/>
                <a:gd name="T11" fmla="*/ 2147483646 h 10000"/>
                <a:gd name="T12" fmla="*/ 2147483646 w 9866"/>
                <a:gd name="T13" fmla="*/ 0 h 10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66" h="10000">
                  <a:moveTo>
                    <a:pt x="1825" y="0"/>
                  </a:moveTo>
                  <a:lnTo>
                    <a:pt x="0" y="0"/>
                  </a:lnTo>
                  <a:lnTo>
                    <a:pt x="0" y="9626"/>
                  </a:lnTo>
                  <a:lnTo>
                    <a:pt x="0" y="10000"/>
                  </a:lnTo>
                  <a:lnTo>
                    <a:pt x="489" y="9626"/>
                  </a:lnTo>
                  <a:lnTo>
                    <a:pt x="9866" y="2386"/>
                  </a:lnTo>
                  <a:lnTo>
                    <a:pt x="1825" y="0"/>
                  </a:lnTo>
                  <a:close/>
                </a:path>
              </a:pathLst>
            </a:custGeom>
            <a:solidFill>
              <a:srgbClr val="F13737"/>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grpSp>
      <p:sp>
        <p:nvSpPr>
          <p:cNvPr id="2" name="object 3"/>
          <p:cNvSpPr txBox="1"/>
          <p:nvPr/>
        </p:nvSpPr>
        <p:spPr>
          <a:xfrm>
            <a:off x="228600" y="3397250"/>
            <a:ext cx="6106160" cy="2134235"/>
          </a:xfrm>
          <a:prstGeom prst="rect">
            <a:avLst/>
          </a:prstGeom>
        </p:spPr>
        <p:txBody>
          <a:bodyPr vert="horz" wrap="square" lIns="0" tIns="0" rIns="0" bIns="0" rtlCol="0">
            <a:noAutofit/>
          </a:bodyPr>
          <a:p>
            <a:pPr>
              <a:lnSpc>
                <a:spcPct val="110000"/>
              </a:lnSpc>
            </a:pP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Học phần: Phân tích </a:t>
            </a:r>
            <a:endPar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a:p>
            <a:pPr>
              <a:lnSpc>
                <a:spcPct val="110000"/>
              </a:lnSpc>
            </a:pP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và thiết kế hệ </a:t>
            </a: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thống</a:t>
            </a:r>
            <a:endPar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a:p>
            <a:pPr>
              <a:lnSpc>
                <a:spcPct val="110000"/>
              </a:lnSpc>
            </a:pP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sym typeface="+mn-ea"/>
              </a:rPr>
              <a:t>Lớp: DCCNTT 13.10.16</a:t>
            </a:r>
            <a:endPar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p:txBody>
      </p:sp>
      <p:sp>
        <p:nvSpPr>
          <p:cNvPr id="12" name="object 3"/>
          <p:cNvSpPr txBox="1"/>
          <p:nvPr/>
        </p:nvSpPr>
        <p:spPr>
          <a:xfrm>
            <a:off x="8534400" y="2025650"/>
            <a:ext cx="7707630" cy="1499235"/>
          </a:xfrm>
          <a:prstGeom prst="rect">
            <a:avLst/>
          </a:prstGeom>
        </p:spPr>
        <p:txBody>
          <a:bodyPr vert="horz" wrap="square" lIns="0" tIns="0" rIns="0" bIns="0" rtlCol="0">
            <a:noAutofit/>
          </a:bodyPr>
          <a:p>
            <a:pPr algn="ctr">
              <a:lnSpc>
                <a:spcPct val="110000"/>
              </a:lnSpc>
            </a:pPr>
            <a:r>
              <a:rPr lang="vi-VN" altLang="zh-CN" sz="6600" b="1" dirty="0" smtClean="0">
                <a:solidFill>
                  <a:schemeClr val="bg1"/>
                </a:solidFill>
                <a:latin typeface="Microsoft YaHei" panose="020B0503020204020204" pitchFamily="34" charset="-122"/>
                <a:ea typeface="Microsoft YaHei" panose="020B0503020204020204" pitchFamily="34" charset="-122"/>
                <a:cs typeface="Arial" panose="020B0604020202020204"/>
              </a:rPr>
              <a:t>Các Thành Viên</a:t>
            </a:r>
            <a:endParaRPr lang="vi-VN" altLang="zh-CN" sz="66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p:txBody>
      </p:sp>
      <p:graphicFrame>
        <p:nvGraphicFramePr>
          <p:cNvPr id="3" name="Table 2"/>
          <p:cNvGraphicFramePr/>
          <p:nvPr/>
        </p:nvGraphicFramePr>
        <p:xfrm>
          <a:off x="7391400" y="3473450"/>
          <a:ext cx="9747250" cy="2251710"/>
        </p:xfrm>
        <a:graphic>
          <a:graphicData uri="http://schemas.openxmlformats.org/drawingml/2006/table">
            <a:tbl>
              <a:tblPr firstRow="1" bandRow="1">
                <a:tableStyleId>{5C22544A-7EE6-4342-B048-85BDC9FD1C3A}</a:tableStyleId>
              </a:tblPr>
              <a:tblGrid>
                <a:gridCol w="4873625"/>
                <a:gridCol w="4873625"/>
              </a:tblGrid>
              <a:tr h="375285">
                <a:tc>
                  <a:txBody>
                    <a:bodyPr/>
                    <a:p>
                      <a:pPr algn="ctr">
                        <a:lnSpc>
                          <a:spcPct val="200000"/>
                        </a:lnSpc>
                        <a:buNone/>
                      </a:pPr>
                      <a:r>
                        <a:rPr lang="vi-VN" altLang="en-US" sz="3200">
                          <a:latin typeface="Microsoft YaHei" panose="020B0503020204020204" pitchFamily="34" charset="-122"/>
                          <a:ea typeface="Microsoft YaHei" panose="020B0503020204020204" pitchFamily="34" charset="-122"/>
                        </a:rPr>
                        <a:t>Họ và Tên </a:t>
                      </a:r>
                      <a:endParaRPr lang="vi-VN" altLang="en-US" sz="3200">
                        <a:latin typeface="Microsoft YaHei" panose="020B0503020204020204" pitchFamily="34" charset="-122"/>
                        <a:ea typeface="Microsoft YaHei" panose="020B0503020204020204" pitchFamily="34" charset="-122"/>
                      </a:endParaRPr>
                    </a:p>
                  </a:txBody>
                  <a:tcPr anchor="ctr" anchorCtr="0">
                    <a:solidFill>
                      <a:srgbClr val="F13737"/>
                    </a:solidFill>
                  </a:tcPr>
                </a:tc>
                <a:tc>
                  <a:txBody>
                    <a:bodyPr/>
                    <a:p>
                      <a:pPr algn="ctr">
                        <a:lnSpc>
                          <a:spcPct val="200000"/>
                        </a:lnSpc>
                        <a:buNone/>
                      </a:pPr>
                      <a:r>
                        <a:rPr lang="vi-VN" altLang="en-US" sz="3200">
                          <a:latin typeface="Microsoft YaHei" panose="020B0503020204020204" pitchFamily="34" charset="-122"/>
                          <a:ea typeface="Microsoft YaHei" panose="020B0503020204020204" pitchFamily="34" charset="-122"/>
                        </a:rPr>
                        <a:t>Mã Sinh Viên</a:t>
                      </a:r>
                      <a:endParaRPr lang="vi-VN" altLang="en-US" sz="3200">
                        <a:latin typeface="Microsoft YaHei" panose="020B0503020204020204" pitchFamily="34" charset="-122"/>
                        <a:ea typeface="Microsoft YaHei" panose="020B0503020204020204" pitchFamily="34" charset="-122"/>
                      </a:endParaRPr>
                    </a:p>
                  </a:txBody>
                  <a:tcPr anchor="ctr" anchorCtr="0">
                    <a:solidFill>
                      <a:srgbClr val="F13737"/>
                    </a:solidFill>
                  </a:tcPr>
                </a:tc>
              </a:tr>
              <a:tr h="375285">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Nguyễn Trí Dũng</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20223155</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r>
              <a:tr h="375285">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Nguyễn Trung </a:t>
                      </a:r>
                      <a:r>
                        <a:rPr lang="vi-VN" altLang="en-US" sz="3200">
                          <a:solidFill>
                            <a:schemeClr val="bg1"/>
                          </a:solidFill>
                          <a:latin typeface="Microsoft YaHei" panose="020B0503020204020204" pitchFamily="34" charset="-122"/>
                          <a:ea typeface="Microsoft YaHei" panose="020B0503020204020204" pitchFamily="34" charset="-122"/>
                        </a:rPr>
                        <a:t>Chính</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20222999</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r>
              <a:tr h="375285">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Vũ Văn </a:t>
                      </a:r>
                      <a:r>
                        <a:rPr lang="vi-VN" altLang="en-US" sz="3200">
                          <a:solidFill>
                            <a:schemeClr val="bg1"/>
                          </a:solidFill>
                          <a:latin typeface="Microsoft YaHei" panose="020B0503020204020204" pitchFamily="34" charset="-122"/>
                          <a:ea typeface="Microsoft YaHei" panose="020B0503020204020204" pitchFamily="34" charset="-122"/>
                        </a:rPr>
                        <a:t>Phong</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2022</a:t>
                      </a:r>
                      <a:r>
                        <a:rPr lang="vi-VN" altLang="en-US" sz="3200">
                          <a:solidFill>
                            <a:schemeClr val="bg1"/>
                          </a:solidFill>
                          <a:latin typeface="Microsoft YaHei" panose="020B0503020204020204" pitchFamily="34" charset="-122"/>
                          <a:ea typeface="Microsoft YaHei" panose="020B0503020204020204" pitchFamily="34" charset="-122"/>
                        </a:rPr>
                        <a:t>2998</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r>
              <a:tr h="375285">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Trần Văn </a:t>
                      </a:r>
                      <a:r>
                        <a:rPr lang="vi-VN" altLang="en-US" sz="3200">
                          <a:solidFill>
                            <a:schemeClr val="bg1"/>
                          </a:solidFill>
                          <a:latin typeface="Microsoft YaHei" panose="020B0503020204020204" pitchFamily="34" charset="-122"/>
                          <a:ea typeface="Microsoft YaHei" panose="020B0503020204020204" pitchFamily="34" charset="-122"/>
                        </a:rPr>
                        <a:t>Nam</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20222996</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r>
              <a:tr h="375285">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Đổng Trung </a:t>
                      </a:r>
                      <a:r>
                        <a:rPr lang="vi-VN" altLang="en-US" sz="3200">
                          <a:solidFill>
                            <a:schemeClr val="bg1"/>
                          </a:solidFill>
                          <a:latin typeface="Microsoft YaHei" panose="020B0503020204020204" pitchFamily="34" charset="-122"/>
                          <a:ea typeface="Microsoft YaHei" panose="020B0503020204020204" pitchFamily="34" charset="-122"/>
                        </a:rPr>
                        <a:t>Đức</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c>
                  <a:txBody>
                    <a:bodyPr/>
                    <a:p>
                      <a:pPr algn="ctr">
                        <a:lnSpc>
                          <a:spcPct val="200000"/>
                        </a:lnSpc>
                        <a:buNone/>
                      </a:pPr>
                      <a:r>
                        <a:rPr lang="vi-VN" altLang="en-US" sz="3200">
                          <a:solidFill>
                            <a:schemeClr val="bg1"/>
                          </a:solidFill>
                          <a:latin typeface="Microsoft YaHei" panose="020B0503020204020204" pitchFamily="34" charset="-122"/>
                          <a:ea typeface="Microsoft YaHei" panose="020B0503020204020204" pitchFamily="34" charset="-122"/>
                        </a:rPr>
                        <a:t>2022</a:t>
                      </a:r>
                      <a:r>
                        <a:rPr lang="vi-VN" altLang="en-US" sz="3200">
                          <a:solidFill>
                            <a:schemeClr val="bg1"/>
                          </a:solidFill>
                          <a:latin typeface="Microsoft YaHei" panose="020B0503020204020204" pitchFamily="34" charset="-122"/>
                          <a:ea typeface="Microsoft YaHei" panose="020B0503020204020204" pitchFamily="34" charset="-122"/>
                        </a:rPr>
                        <a:t>2877</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solidFill>
                      <a:srgbClr val="F34B4B"/>
                    </a:solidFill>
                  </a:tcPr>
                </a:tc>
              </a:tr>
            </a:tbl>
          </a:graphicData>
        </a:graphic>
      </p:graphicFrame>
      <p:graphicFrame>
        <p:nvGraphicFramePr>
          <p:cNvPr id="7" name="Table 6"/>
          <p:cNvGraphicFramePr/>
          <p:nvPr>
            <p:custDataLst>
              <p:tags r:id="rId2"/>
            </p:custDataLst>
          </p:nvPr>
        </p:nvGraphicFramePr>
        <p:xfrm>
          <a:off x="11290300" y="242570"/>
          <a:ext cx="6735445" cy="744220"/>
        </p:xfrm>
        <a:graphic>
          <a:graphicData uri="http://schemas.openxmlformats.org/drawingml/2006/table">
            <a:tbl>
              <a:tblPr firstRow="1" bandRow="1">
                <a:tableStyleId>{5C22544A-7EE6-4342-B048-85BDC9FD1C3A}</a:tableStyleId>
              </a:tblPr>
              <a:tblGrid>
                <a:gridCol w="6735445"/>
              </a:tblGrid>
              <a:tr h="744220">
                <a:tc>
                  <a:txBody>
                    <a:bodyPr/>
                    <a:p>
                      <a:pPr algn="ctr">
                        <a:buNone/>
                      </a:pPr>
                      <a:r>
                        <a:rPr lang="vi-VN" altLang="zh-CN" sz="2800" dirty="0" smtClean="0">
                          <a:solidFill>
                            <a:schemeClr val="bg1"/>
                          </a:solidFill>
                          <a:latin typeface="Microsoft YaHei" panose="020B0503020204020204" pitchFamily="34" charset="-122"/>
                          <a:ea typeface="Microsoft YaHei" panose="020B0503020204020204" pitchFamily="34" charset="-122"/>
                          <a:cs typeface="Arial" panose="020B0604020202020204"/>
                          <a:sym typeface="+mn-ea"/>
                        </a:rPr>
                        <a:t>Đại Học Công Nghệ Đông </a:t>
                      </a:r>
                      <a:r>
                        <a:rPr lang="vi-VN" altLang="zh-CN" sz="2800" dirty="0" smtClean="0">
                          <a:solidFill>
                            <a:schemeClr val="bg1"/>
                          </a:solidFill>
                          <a:latin typeface="Microsoft YaHei" panose="020B0503020204020204" pitchFamily="34" charset="-122"/>
                          <a:ea typeface="Microsoft YaHei" panose="020B0503020204020204" pitchFamily="34" charset="-122"/>
                          <a:cs typeface="Arial" panose="020B0604020202020204"/>
                          <a:sym typeface="+mn-ea"/>
                        </a:rPr>
                        <a:t>Á</a:t>
                      </a:r>
                      <a:endParaRPr lang="vi-VN" altLang="zh-CN" sz="2800" dirty="0" smtClean="0">
                        <a:solidFill>
                          <a:schemeClr val="bg1"/>
                        </a:solidFill>
                        <a:latin typeface="Microsoft YaHei" panose="020B0503020204020204" pitchFamily="34" charset="-122"/>
                        <a:ea typeface="Microsoft YaHei" panose="020B0503020204020204" pitchFamily="34" charset="-122"/>
                        <a:cs typeface="Arial" panose="020B0604020202020204"/>
                        <a:sym typeface="+mn-ea"/>
                      </a:endParaRPr>
                    </a:p>
                  </a:txBody>
                  <a:tcPr anchor="ctr" anchorCtr="0">
                    <a:solidFill>
                      <a:srgbClr val="000000">
                        <a:alpha val="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矩形 49"/>
          <p:cNvSpPr/>
          <p:nvPr/>
        </p:nvSpPr>
        <p:spPr>
          <a:xfrm rot="20302543">
            <a:off x="827426" y="-349975"/>
            <a:ext cx="2203302" cy="11480200"/>
          </a:xfrm>
          <a:custGeom>
            <a:avLst/>
            <a:gdLst>
              <a:gd name="connsiteX0" fmla="*/ 332486 w 734032"/>
              <a:gd name="connsiteY0" fmla="*/ 0 h 6875212"/>
              <a:gd name="connsiteX1" fmla="*/ 734032 w 734032"/>
              <a:gd name="connsiteY1" fmla="*/ 6875212 h 6875212"/>
              <a:gd name="connsiteX2" fmla="*/ 0 w 734032"/>
              <a:gd name="connsiteY2" fmla="*/ 6584228 h 6875212"/>
              <a:gd name="connsiteX3" fmla="*/ 0 w 734032"/>
              <a:gd name="connsiteY3" fmla="*/ 1753991 h 6875212"/>
              <a:gd name="connsiteX4" fmla="*/ 332486 w 734032"/>
              <a:gd name="connsiteY4" fmla="*/ 0 h 6875212"/>
              <a:gd name="connsiteX0-1" fmla="*/ 495735 w 897281"/>
              <a:gd name="connsiteY0-2" fmla="*/ 0 h 6875212"/>
              <a:gd name="connsiteX1-3" fmla="*/ 897281 w 897281"/>
              <a:gd name="connsiteY1-4" fmla="*/ 6875212 h 6875212"/>
              <a:gd name="connsiteX2-5" fmla="*/ 163249 w 897281"/>
              <a:gd name="connsiteY2-6" fmla="*/ 6584228 h 6875212"/>
              <a:gd name="connsiteX3-7" fmla="*/ 0 w 897281"/>
              <a:gd name="connsiteY3-8" fmla="*/ 1766656 h 6875212"/>
              <a:gd name="connsiteX4-9" fmla="*/ 495735 w 897281"/>
              <a:gd name="connsiteY4-10" fmla="*/ 0 h 6875212"/>
              <a:gd name="connsiteX0-11" fmla="*/ 530734 w 932280"/>
              <a:gd name="connsiteY0-12" fmla="*/ 0 h 6875212"/>
              <a:gd name="connsiteX1-13" fmla="*/ 932280 w 932280"/>
              <a:gd name="connsiteY1-14" fmla="*/ 6875212 h 6875212"/>
              <a:gd name="connsiteX2-15" fmla="*/ 198248 w 932280"/>
              <a:gd name="connsiteY2-16" fmla="*/ 6584228 h 6875212"/>
              <a:gd name="connsiteX3-17" fmla="*/ 0 w 932280"/>
              <a:gd name="connsiteY3-18" fmla="*/ 1706770 h 6875212"/>
              <a:gd name="connsiteX4-19" fmla="*/ 530734 w 932280"/>
              <a:gd name="connsiteY4-20" fmla="*/ 0 h 6875212"/>
              <a:gd name="connsiteX0-21" fmla="*/ 530734 w 932280"/>
              <a:gd name="connsiteY0-22" fmla="*/ 0 h 6875212"/>
              <a:gd name="connsiteX1-23" fmla="*/ 932280 w 932280"/>
              <a:gd name="connsiteY1-24" fmla="*/ 6875212 h 6875212"/>
              <a:gd name="connsiteX2-25" fmla="*/ 198248 w 932280"/>
              <a:gd name="connsiteY2-26" fmla="*/ 6584228 h 6875212"/>
              <a:gd name="connsiteX3-27" fmla="*/ 0 w 932280"/>
              <a:gd name="connsiteY3-28" fmla="*/ 1706770 h 6875212"/>
              <a:gd name="connsiteX4-29" fmla="*/ 530734 w 932280"/>
              <a:gd name="connsiteY4-30" fmla="*/ 0 h 6875212"/>
              <a:gd name="connsiteX0-31" fmla="*/ 530734 w 932280"/>
              <a:gd name="connsiteY0-32" fmla="*/ 0 h 6875212"/>
              <a:gd name="connsiteX1-33" fmla="*/ 932280 w 932280"/>
              <a:gd name="connsiteY1-34" fmla="*/ 6875212 h 6875212"/>
              <a:gd name="connsiteX2-35" fmla="*/ 201889 w 932280"/>
              <a:gd name="connsiteY2-36" fmla="*/ 6572208 h 6875212"/>
              <a:gd name="connsiteX3-37" fmla="*/ 0 w 932280"/>
              <a:gd name="connsiteY3-38" fmla="*/ 1706770 h 6875212"/>
              <a:gd name="connsiteX4-39" fmla="*/ 530734 w 932280"/>
              <a:gd name="connsiteY4-40" fmla="*/ 0 h 6875212"/>
              <a:gd name="connsiteX0-41" fmla="*/ 530734 w 932280"/>
              <a:gd name="connsiteY0-42" fmla="*/ 0 h 6875212"/>
              <a:gd name="connsiteX1-43" fmla="*/ 932280 w 932280"/>
              <a:gd name="connsiteY1-44" fmla="*/ 6875212 h 6875212"/>
              <a:gd name="connsiteX2-45" fmla="*/ 207268 w 932280"/>
              <a:gd name="connsiteY2-46" fmla="*/ 6519362 h 6875212"/>
              <a:gd name="connsiteX3-47" fmla="*/ 0 w 932280"/>
              <a:gd name="connsiteY3-48" fmla="*/ 1706770 h 6875212"/>
              <a:gd name="connsiteX4-49" fmla="*/ 530734 w 932280"/>
              <a:gd name="connsiteY4-50" fmla="*/ 0 h 6875212"/>
              <a:gd name="connsiteX0-51" fmla="*/ 730885 w 932280"/>
              <a:gd name="connsiteY0-52" fmla="*/ 0 h 6799186"/>
              <a:gd name="connsiteX1-53" fmla="*/ 932280 w 932280"/>
              <a:gd name="connsiteY1-54" fmla="*/ 6799186 h 6799186"/>
              <a:gd name="connsiteX2-55" fmla="*/ 207268 w 932280"/>
              <a:gd name="connsiteY2-56" fmla="*/ 6443336 h 6799186"/>
              <a:gd name="connsiteX3-57" fmla="*/ 0 w 932280"/>
              <a:gd name="connsiteY3-58" fmla="*/ 1630744 h 6799186"/>
              <a:gd name="connsiteX4-59" fmla="*/ 730885 w 932280"/>
              <a:gd name="connsiteY4-60" fmla="*/ 0 h 6799186"/>
              <a:gd name="connsiteX0-61" fmla="*/ 749183 w 950578"/>
              <a:gd name="connsiteY0-62" fmla="*/ 0 h 6799186"/>
              <a:gd name="connsiteX1-63" fmla="*/ 950578 w 950578"/>
              <a:gd name="connsiteY1-64" fmla="*/ 6799186 h 6799186"/>
              <a:gd name="connsiteX2-65" fmla="*/ 225566 w 950578"/>
              <a:gd name="connsiteY2-66" fmla="*/ 6443336 h 6799186"/>
              <a:gd name="connsiteX3-67" fmla="*/ 0 w 950578"/>
              <a:gd name="connsiteY3-68" fmla="*/ 2427988 h 6799186"/>
              <a:gd name="connsiteX4-69" fmla="*/ 749183 w 950578"/>
              <a:gd name="connsiteY4-70" fmla="*/ 0 h 6799186"/>
              <a:gd name="connsiteX0-71" fmla="*/ 749183 w 950578"/>
              <a:gd name="connsiteY0-72" fmla="*/ 0 h 6799186"/>
              <a:gd name="connsiteX1-73" fmla="*/ 950578 w 950578"/>
              <a:gd name="connsiteY1-74" fmla="*/ 6799186 h 6799186"/>
              <a:gd name="connsiteX2-75" fmla="*/ 225566 w 950578"/>
              <a:gd name="connsiteY2-76" fmla="*/ 6443336 h 6799186"/>
              <a:gd name="connsiteX3-77" fmla="*/ 0 w 950578"/>
              <a:gd name="connsiteY3-78" fmla="*/ 2427988 h 6799186"/>
              <a:gd name="connsiteX4-79" fmla="*/ 749183 w 950578"/>
              <a:gd name="connsiteY4-80" fmla="*/ 0 h 6799186"/>
              <a:gd name="connsiteX0-81" fmla="*/ 822892 w 1024287"/>
              <a:gd name="connsiteY0-82" fmla="*/ 0 h 6799186"/>
              <a:gd name="connsiteX1-83" fmla="*/ 1024287 w 1024287"/>
              <a:gd name="connsiteY1-84" fmla="*/ 6799186 h 6799186"/>
              <a:gd name="connsiteX2-85" fmla="*/ 0 w 1024287"/>
              <a:gd name="connsiteY2-86" fmla="*/ 6343700 h 6799186"/>
              <a:gd name="connsiteX3-87" fmla="*/ 73709 w 1024287"/>
              <a:gd name="connsiteY3-88" fmla="*/ 2427988 h 6799186"/>
              <a:gd name="connsiteX4-89" fmla="*/ 822892 w 1024287"/>
              <a:gd name="connsiteY4-90" fmla="*/ 0 h 6799186"/>
              <a:gd name="connsiteX0-91" fmla="*/ 822892 w 1018908"/>
              <a:gd name="connsiteY0-92" fmla="*/ 0 h 6852033"/>
              <a:gd name="connsiteX1-93" fmla="*/ 1018908 w 1018908"/>
              <a:gd name="connsiteY1-94" fmla="*/ 6852033 h 6852033"/>
              <a:gd name="connsiteX2-95" fmla="*/ 0 w 1018908"/>
              <a:gd name="connsiteY2-96" fmla="*/ 6343700 h 6852033"/>
              <a:gd name="connsiteX3-97" fmla="*/ 73709 w 1018908"/>
              <a:gd name="connsiteY3-98" fmla="*/ 2427988 h 6852033"/>
              <a:gd name="connsiteX4-99" fmla="*/ 822892 w 1018908"/>
              <a:gd name="connsiteY4-100" fmla="*/ 0 h 6852033"/>
              <a:gd name="connsiteX0-101" fmla="*/ 749183 w 945199"/>
              <a:gd name="connsiteY0-102" fmla="*/ 0 h 6852033"/>
              <a:gd name="connsiteX1-103" fmla="*/ 945199 w 945199"/>
              <a:gd name="connsiteY1-104" fmla="*/ 6852033 h 6852033"/>
              <a:gd name="connsiteX2-105" fmla="*/ 89869 w 945199"/>
              <a:gd name="connsiteY2-106" fmla="*/ 6470297 h 6852033"/>
              <a:gd name="connsiteX3-107" fmla="*/ 0 w 945199"/>
              <a:gd name="connsiteY3-108" fmla="*/ 2427988 h 6852033"/>
              <a:gd name="connsiteX4-109" fmla="*/ 749183 w 945199"/>
              <a:gd name="connsiteY4-110" fmla="*/ 0 h 6852033"/>
              <a:gd name="connsiteX0-111" fmla="*/ 749183 w 945199"/>
              <a:gd name="connsiteY0-112" fmla="*/ 0 h 6852033"/>
              <a:gd name="connsiteX1-113" fmla="*/ 945199 w 945199"/>
              <a:gd name="connsiteY1-114" fmla="*/ 6852033 h 6852033"/>
              <a:gd name="connsiteX2-115" fmla="*/ 104432 w 945199"/>
              <a:gd name="connsiteY2-116" fmla="*/ 6422217 h 6852033"/>
              <a:gd name="connsiteX3-117" fmla="*/ 0 w 945199"/>
              <a:gd name="connsiteY3-118" fmla="*/ 2427988 h 6852033"/>
              <a:gd name="connsiteX4-119" fmla="*/ 749183 w 945199"/>
              <a:gd name="connsiteY4-120" fmla="*/ 0 h 6852033"/>
              <a:gd name="connsiteX0-121" fmla="*/ 756958 w 945199"/>
              <a:gd name="connsiteY0-122" fmla="*/ 0 h 6667179"/>
              <a:gd name="connsiteX1-123" fmla="*/ 945199 w 945199"/>
              <a:gd name="connsiteY1-124" fmla="*/ 6667179 h 6667179"/>
              <a:gd name="connsiteX2-125" fmla="*/ 104432 w 945199"/>
              <a:gd name="connsiteY2-126" fmla="*/ 6237363 h 6667179"/>
              <a:gd name="connsiteX3-127" fmla="*/ 0 w 945199"/>
              <a:gd name="connsiteY3-128" fmla="*/ 2243134 h 6667179"/>
              <a:gd name="connsiteX4-129" fmla="*/ 756958 w 945199"/>
              <a:gd name="connsiteY4-130" fmla="*/ 0 h 6667179"/>
              <a:gd name="connsiteX0-131" fmla="*/ 818594 w 1006835"/>
              <a:gd name="connsiteY0-132" fmla="*/ 0 h 6667179"/>
              <a:gd name="connsiteX1-133" fmla="*/ 1006835 w 1006835"/>
              <a:gd name="connsiteY1-134" fmla="*/ 6667179 h 6667179"/>
              <a:gd name="connsiteX2-135" fmla="*/ 166068 w 1006835"/>
              <a:gd name="connsiteY2-136" fmla="*/ 6237363 h 6667179"/>
              <a:gd name="connsiteX3-137" fmla="*/ 0 w 1006835"/>
              <a:gd name="connsiteY3-138" fmla="*/ 1779969 h 6667179"/>
              <a:gd name="connsiteX4-139" fmla="*/ 818594 w 1006835"/>
              <a:gd name="connsiteY4-140" fmla="*/ 0 h 6667179"/>
              <a:gd name="connsiteX0-141" fmla="*/ 818594 w 1019989"/>
              <a:gd name="connsiteY0-142" fmla="*/ 0 h 6799187"/>
              <a:gd name="connsiteX1-143" fmla="*/ 1019989 w 1019989"/>
              <a:gd name="connsiteY1-144" fmla="*/ 6799187 h 6799187"/>
              <a:gd name="connsiteX2-145" fmla="*/ 166068 w 1019989"/>
              <a:gd name="connsiteY2-146" fmla="*/ 6237363 h 6799187"/>
              <a:gd name="connsiteX3-147" fmla="*/ 0 w 1019989"/>
              <a:gd name="connsiteY3-148" fmla="*/ 1779969 h 6799187"/>
              <a:gd name="connsiteX4-149" fmla="*/ 818594 w 1019989"/>
              <a:gd name="connsiteY4-150" fmla="*/ 0 h 6799187"/>
              <a:gd name="connsiteX0-151" fmla="*/ 818594 w 1019989"/>
              <a:gd name="connsiteY0-152" fmla="*/ 0 h 6799187"/>
              <a:gd name="connsiteX1-153" fmla="*/ 1019989 w 1019989"/>
              <a:gd name="connsiteY1-154" fmla="*/ 6799187 h 6799187"/>
              <a:gd name="connsiteX2-155" fmla="*/ 173679 w 1019989"/>
              <a:gd name="connsiteY2-156" fmla="*/ 6352585 h 6799187"/>
              <a:gd name="connsiteX3-157" fmla="*/ 0 w 1019989"/>
              <a:gd name="connsiteY3-158" fmla="*/ 1779969 h 6799187"/>
              <a:gd name="connsiteX4-159" fmla="*/ 818594 w 1019989"/>
              <a:gd name="connsiteY4-160" fmla="*/ 0 h 6799187"/>
              <a:gd name="connsiteX0-161" fmla="*/ 818594 w 1019989"/>
              <a:gd name="connsiteY0-162" fmla="*/ 283392 h 7082579"/>
              <a:gd name="connsiteX1-163" fmla="*/ 1019989 w 1019989"/>
              <a:gd name="connsiteY1-164" fmla="*/ 7082579 h 7082579"/>
              <a:gd name="connsiteX2-165" fmla="*/ 173679 w 1019989"/>
              <a:gd name="connsiteY2-166" fmla="*/ 6635977 h 7082579"/>
              <a:gd name="connsiteX3-167" fmla="*/ 0 w 1019989"/>
              <a:gd name="connsiteY3-168" fmla="*/ 2063361 h 7082579"/>
              <a:gd name="connsiteX4-169" fmla="*/ 442807 w 1019989"/>
              <a:gd name="connsiteY4-170" fmla="*/ 1360784 h 7082579"/>
              <a:gd name="connsiteX5" fmla="*/ 818594 w 1019989"/>
              <a:gd name="connsiteY5" fmla="*/ 283392 h 7082579"/>
              <a:gd name="connsiteX0-171" fmla="*/ 818594 w 1019989"/>
              <a:gd name="connsiteY0-172" fmla="*/ 512235 h 7311422"/>
              <a:gd name="connsiteX1-173" fmla="*/ 1019989 w 1019989"/>
              <a:gd name="connsiteY1-174" fmla="*/ 7311422 h 7311422"/>
              <a:gd name="connsiteX2-175" fmla="*/ 173679 w 1019989"/>
              <a:gd name="connsiteY2-176" fmla="*/ 6864820 h 7311422"/>
              <a:gd name="connsiteX3-177" fmla="*/ 0 w 1019989"/>
              <a:gd name="connsiteY3-178" fmla="*/ 2292204 h 7311422"/>
              <a:gd name="connsiteX4-179" fmla="*/ 590599 w 1019989"/>
              <a:gd name="connsiteY4-180" fmla="*/ 470111 h 7311422"/>
              <a:gd name="connsiteX5-181" fmla="*/ 818594 w 1019989"/>
              <a:gd name="connsiteY5-182" fmla="*/ 512235 h 7311422"/>
              <a:gd name="connsiteX0-183" fmla="*/ 818594 w 1019989"/>
              <a:gd name="connsiteY0-184" fmla="*/ 533276 h 7332463"/>
              <a:gd name="connsiteX1-185" fmla="*/ 1019989 w 1019989"/>
              <a:gd name="connsiteY1-186" fmla="*/ 7332463 h 7332463"/>
              <a:gd name="connsiteX2-187" fmla="*/ 173679 w 1019989"/>
              <a:gd name="connsiteY2-188" fmla="*/ 6885861 h 7332463"/>
              <a:gd name="connsiteX3-189" fmla="*/ 0 w 1019989"/>
              <a:gd name="connsiteY3-190" fmla="*/ 2313245 h 7332463"/>
              <a:gd name="connsiteX4-191" fmla="*/ 586794 w 1019989"/>
              <a:gd name="connsiteY4-192" fmla="*/ 433541 h 7332463"/>
              <a:gd name="connsiteX5-193" fmla="*/ 818594 w 1019989"/>
              <a:gd name="connsiteY5-194" fmla="*/ 533276 h 7332463"/>
              <a:gd name="connsiteX0-195" fmla="*/ 818594 w 1019989"/>
              <a:gd name="connsiteY0-196" fmla="*/ 405725 h 7204912"/>
              <a:gd name="connsiteX1-197" fmla="*/ 1019989 w 1019989"/>
              <a:gd name="connsiteY1-198" fmla="*/ 7204912 h 7204912"/>
              <a:gd name="connsiteX2-199" fmla="*/ 173679 w 1019989"/>
              <a:gd name="connsiteY2-200" fmla="*/ 6758310 h 7204912"/>
              <a:gd name="connsiteX3-201" fmla="*/ 0 w 1019989"/>
              <a:gd name="connsiteY3-202" fmla="*/ 2185694 h 7204912"/>
              <a:gd name="connsiteX4-203" fmla="*/ 586794 w 1019989"/>
              <a:gd name="connsiteY4-204" fmla="*/ 305990 h 7204912"/>
              <a:gd name="connsiteX5-205" fmla="*/ 818594 w 1019989"/>
              <a:gd name="connsiteY5-206" fmla="*/ 405725 h 7204912"/>
              <a:gd name="connsiteX0-207" fmla="*/ 818594 w 1019989"/>
              <a:gd name="connsiteY0-208" fmla="*/ 405725 h 7204912"/>
              <a:gd name="connsiteX1-209" fmla="*/ 1019989 w 1019989"/>
              <a:gd name="connsiteY1-210" fmla="*/ 7204912 h 7204912"/>
              <a:gd name="connsiteX2-211" fmla="*/ 173679 w 1019989"/>
              <a:gd name="connsiteY2-212" fmla="*/ 6758310 h 7204912"/>
              <a:gd name="connsiteX3-213" fmla="*/ 0 w 1019989"/>
              <a:gd name="connsiteY3-214" fmla="*/ 2185694 h 7204912"/>
              <a:gd name="connsiteX4-215" fmla="*/ 586794 w 1019989"/>
              <a:gd name="connsiteY4-216" fmla="*/ 305990 h 7204912"/>
              <a:gd name="connsiteX5-217" fmla="*/ 818594 w 1019989"/>
              <a:gd name="connsiteY5-218" fmla="*/ 405725 h 7204912"/>
              <a:gd name="connsiteX0-219" fmla="*/ 818594 w 1019989"/>
              <a:gd name="connsiteY0-220" fmla="*/ 99735 h 6898922"/>
              <a:gd name="connsiteX1-221" fmla="*/ 1019989 w 1019989"/>
              <a:gd name="connsiteY1-222" fmla="*/ 6898922 h 6898922"/>
              <a:gd name="connsiteX2-223" fmla="*/ 173679 w 1019989"/>
              <a:gd name="connsiteY2-224" fmla="*/ 6452320 h 6898922"/>
              <a:gd name="connsiteX3-225" fmla="*/ 0 w 1019989"/>
              <a:gd name="connsiteY3-226" fmla="*/ 1879704 h 6898922"/>
              <a:gd name="connsiteX4-227" fmla="*/ 586794 w 1019989"/>
              <a:gd name="connsiteY4-228" fmla="*/ 0 h 6898922"/>
              <a:gd name="connsiteX5-229" fmla="*/ 818594 w 1019989"/>
              <a:gd name="connsiteY5-230" fmla="*/ 99735 h 6898922"/>
              <a:gd name="connsiteX0-231" fmla="*/ 818594 w 1019989"/>
              <a:gd name="connsiteY0-232" fmla="*/ 99735 h 6898922"/>
              <a:gd name="connsiteX1-233" fmla="*/ 1019989 w 1019989"/>
              <a:gd name="connsiteY1-234" fmla="*/ 6898922 h 6898922"/>
              <a:gd name="connsiteX2-235" fmla="*/ 173679 w 1019989"/>
              <a:gd name="connsiteY2-236" fmla="*/ 6452320 h 6898922"/>
              <a:gd name="connsiteX3-237" fmla="*/ 0 w 1019989"/>
              <a:gd name="connsiteY3-238" fmla="*/ 1879704 h 6898922"/>
              <a:gd name="connsiteX4-239" fmla="*/ 586794 w 1019989"/>
              <a:gd name="connsiteY4-240" fmla="*/ 0 h 6898922"/>
              <a:gd name="connsiteX5-241" fmla="*/ 818594 w 1019989"/>
              <a:gd name="connsiteY5-242" fmla="*/ 99735 h 6898922"/>
              <a:gd name="connsiteX0-243" fmla="*/ 818594 w 1019989"/>
              <a:gd name="connsiteY0-244" fmla="*/ 99735 h 6898922"/>
              <a:gd name="connsiteX1-245" fmla="*/ 1019989 w 1019989"/>
              <a:gd name="connsiteY1-246" fmla="*/ 6898922 h 6898922"/>
              <a:gd name="connsiteX2-247" fmla="*/ 173679 w 1019989"/>
              <a:gd name="connsiteY2-248" fmla="*/ 6452320 h 6898922"/>
              <a:gd name="connsiteX3-249" fmla="*/ 0 w 1019989"/>
              <a:gd name="connsiteY3-250" fmla="*/ 1879704 h 6898922"/>
              <a:gd name="connsiteX4-251" fmla="*/ 586794 w 1019989"/>
              <a:gd name="connsiteY4-252" fmla="*/ 0 h 6898922"/>
              <a:gd name="connsiteX5-253" fmla="*/ 818594 w 1019989"/>
              <a:gd name="connsiteY5-254" fmla="*/ 99735 h 6898922"/>
              <a:gd name="connsiteX0-255" fmla="*/ 814788 w 1016183"/>
              <a:gd name="connsiteY0-256" fmla="*/ 99735 h 6898922"/>
              <a:gd name="connsiteX1-257" fmla="*/ 1016183 w 1016183"/>
              <a:gd name="connsiteY1-258" fmla="*/ 6898922 h 6898922"/>
              <a:gd name="connsiteX2-259" fmla="*/ 169873 w 1016183"/>
              <a:gd name="connsiteY2-260" fmla="*/ 6452320 h 6898922"/>
              <a:gd name="connsiteX3-261" fmla="*/ 0 w 1016183"/>
              <a:gd name="connsiteY3-262" fmla="*/ 1937315 h 6898922"/>
              <a:gd name="connsiteX4-263" fmla="*/ 582988 w 1016183"/>
              <a:gd name="connsiteY4-264" fmla="*/ 0 h 6898922"/>
              <a:gd name="connsiteX5-265" fmla="*/ 814788 w 1016183"/>
              <a:gd name="connsiteY5-266" fmla="*/ 99735 h 6898922"/>
              <a:gd name="connsiteX0-267" fmla="*/ 814788 w 1016183"/>
              <a:gd name="connsiteY0-268" fmla="*/ 99735 h 6898922"/>
              <a:gd name="connsiteX1-269" fmla="*/ 1016183 w 1016183"/>
              <a:gd name="connsiteY1-270" fmla="*/ 6898922 h 6898922"/>
              <a:gd name="connsiteX2-271" fmla="*/ 169873 w 1016183"/>
              <a:gd name="connsiteY2-272" fmla="*/ 6452320 h 6898922"/>
              <a:gd name="connsiteX3-273" fmla="*/ 0 w 1016183"/>
              <a:gd name="connsiteY3-274" fmla="*/ 1937315 h 6898922"/>
              <a:gd name="connsiteX4-275" fmla="*/ 582988 w 1016183"/>
              <a:gd name="connsiteY4-276" fmla="*/ 0 h 6898922"/>
              <a:gd name="connsiteX5-277" fmla="*/ 814788 w 1016183"/>
              <a:gd name="connsiteY5-278" fmla="*/ 99735 h 6898922"/>
              <a:gd name="connsiteX0-279" fmla="*/ 814788 w 1016183"/>
              <a:gd name="connsiteY0-280" fmla="*/ 114246 h 6913433"/>
              <a:gd name="connsiteX1-281" fmla="*/ 1016183 w 1016183"/>
              <a:gd name="connsiteY1-282" fmla="*/ 6913433 h 6913433"/>
              <a:gd name="connsiteX2-283" fmla="*/ 169873 w 1016183"/>
              <a:gd name="connsiteY2-284" fmla="*/ 6466831 h 6913433"/>
              <a:gd name="connsiteX3-285" fmla="*/ 0 w 1016183"/>
              <a:gd name="connsiteY3-286" fmla="*/ 1951826 h 6913433"/>
              <a:gd name="connsiteX4-287" fmla="*/ 608638 w 1016183"/>
              <a:gd name="connsiteY4-288" fmla="*/ 0 h 6913433"/>
              <a:gd name="connsiteX5-289" fmla="*/ 814788 w 1016183"/>
              <a:gd name="connsiteY5-290" fmla="*/ 114246 h 6913433"/>
              <a:gd name="connsiteX0-291" fmla="*/ 800061 w 1001456"/>
              <a:gd name="connsiteY0-292" fmla="*/ 114246 h 6913433"/>
              <a:gd name="connsiteX1-293" fmla="*/ 1001456 w 1001456"/>
              <a:gd name="connsiteY1-294" fmla="*/ 6913433 h 6913433"/>
              <a:gd name="connsiteX2-295" fmla="*/ 155146 w 1001456"/>
              <a:gd name="connsiteY2-296" fmla="*/ 6466831 h 6913433"/>
              <a:gd name="connsiteX3-297" fmla="*/ 0 w 1001456"/>
              <a:gd name="connsiteY3-298" fmla="*/ 1973376 h 6913433"/>
              <a:gd name="connsiteX4-299" fmla="*/ 593911 w 1001456"/>
              <a:gd name="connsiteY4-300" fmla="*/ 0 h 6913433"/>
              <a:gd name="connsiteX5-301" fmla="*/ 800061 w 1001456"/>
              <a:gd name="connsiteY5-302" fmla="*/ 114246 h 6913433"/>
              <a:gd name="connsiteX0-303" fmla="*/ 800061 w 1001456"/>
              <a:gd name="connsiteY0-304" fmla="*/ 114246 h 6913433"/>
              <a:gd name="connsiteX1-305" fmla="*/ 1001456 w 1001456"/>
              <a:gd name="connsiteY1-306" fmla="*/ 6913433 h 6913433"/>
              <a:gd name="connsiteX2-307" fmla="*/ 155146 w 1001456"/>
              <a:gd name="connsiteY2-308" fmla="*/ 6466831 h 6913433"/>
              <a:gd name="connsiteX3-309" fmla="*/ 0 w 1001456"/>
              <a:gd name="connsiteY3-310" fmla="*/ 1973376 h 6913433"/>
              <a:gd name="connsiteX4-311" fmla="*/ 593911 w 1001456"/>
              <a:gd name="connsiteY4-312" fmla="*/ 0 h 6913433"/>
              <a:gd name="connsiteX5-313" fmla="*/ 800061 w 1001456"/>
              <a:gd name="connsiteY5-314" fmla="*/ 114246 h 6913433"/>
              <a:gd name="connsiteX0-315" fmla="*/ 800061 w 1001456"/>
              <a:gd name="connsiteY0-316" fmla="*/ 114246 h 6913433"/>
              <a:gd name="connsiteX1-317" fmla="*/ 1001456 w 1001456"/>
              <a:gd name="connsiteY1-318" fmla="*/ 6913433 h 6913433"/>
              <a:gd name="connsiteX2-319" fmla="*/ 155146 w 1001456"/>
              <a:gd name="connsiteY2-320" fmla="*/ 6466831 h 6913433"/>
              <a:gd name="connsiteX3-321" fmla="*/ 0 w 1001456"/>
              <a:gd name="connsiteY3-322" fmla="*/ 1973376 h 6913433"/>
              <a:gd name="connsiteX4-323" fmla="*/ 593911 w 1001456"/>
              <a:gd name="connsiteY4-324" fmla="*/ 0 h 6913433"/>
              <a:gd name="connsiteX5-325" fmla="*/ 800061 w 1001456"/>
              <a:gd name="connsiteY5-326" fmla="*/ 114246 h 6913433"/>
              <a:gd name="connsiteX0-327" fmla="*/ 800061 w 1023630"/>
              <a:gd name="connsiteY0-328" fmla="*/ 114246 h 6980574"/>
              <a:gd name="connsiteX1-329" fmla="*/ 1023630 w 1023630"/>
              <a:gd name="connsiteY1-330" fmla="*/ 6980574 h 6980574"/>
              <a:gd name="connsiteX2-331" fmla="*/ 155146 w 1023630"/>
              <a:gd name="connsiteY2-332" fmla="*/ 6466831 h 6980574"/>
              <a:gd name="connsiteX3-333" fmla="*/ 0 w 1023630"/>
              <a:gd name="connsiteY3-334" fmla="*/ 1973376 h 6980574"/>
              <a:gd name="connsiteX4-335" fmla="*/ 593911 w 1023630"/>
              <a:gd name="connsiteY4-336" fmla="*/ 0 h 6980574"/>
              <a:gd name="connsiteX5-337" fmla="*/ 800061 w 1023630"/>
              <a:gd name="connsiteY5-338" fmla="*/ 114246 h 6980574"/>
              <a:gd name="connsiteX0-339" fmla="*/ 800061 w 1023630"/>
              <a:gd name="connsiteY0-340" fmla="*/ 114246 h 6980574"/>
              <a:gd name="connsiteX1-341" fmla="*/ 1023630 w 1023630"/>
              <a:gd name="connsiteY1-342" fmla="*/ 6980574 h 6980574"/>
              <a:gd name="connsiteX2-343" fmla="*/ 157049 w 1023630"/>
              <a:gd name="connsiteY2-344" fmla="*/ 6495636 h 6980574"/>
              <a:gd name="connsiteX3-345" fmla="*/ 0 w 1023630"/>
              <a:gd name="connsiteY3-346" fmla="*/ 1973376 h 6980574"/>
              <a:gd name="connsiteX4-347" fmla="*/ 593911 w 1023630"/>
              <a:gd name="connsiteY4-348" fmla="*/ 0 h 6980574"/>
              <a:gd name="connsiteX5-349" fmla="*/ 800061 w 1023630"/>
              <a:gd name="connsiteY5-350" fmla="*/ 114246 h 6980574"/>
              <a:gd name="connsiteX0-351" fmla="*/ 800061 w 1023630"/>
              <a:gd name="connsiteY0-352" fmla="*/ 114246 h 6980574"/>
              <a:gd name="connsiteX1-353" fmla="*/ 1023630 w 1023630"/>
              <a:gd name="connsiteY1-354" fmla="*/ 6980574 h 6980574"/>
              <a:gd name="connsiteX2-355" fmla="*/ 158952 w 1023630"/>
              <a:gd name="connsiteY2-356" fmla="*/ 6524441 h 6980574"/>
              <a:gd name="connsiteX3-357" fmla="*/ 0 w 1023630"/>
              <a:gd name="connsiteY3-358" fmla="*/ 1973376 h 6980574"/>
              <a:gd name="connsiteX4-359" fmla="*/ 593911 w 1023630"/>
              <a:gd name="connsiteY4-360" fmla="*/ 0 h 6980574"/>
              <a:gd name="connsiteX5-361" fmla="*/ 800061 w 1023630"/>
              <a:gd name="connsiteY5-362" fmla="*/ 114246 h 698057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81" y="connsiteY5-182"/>
              </a:cxn>
            </a:cxnLst>
            <a:rect l="l" t="t" r="r" b="b"/>
            <a:pathLst>
              <a:path w="1023630" h="6980574">
                <a:moveTo>
                  <a:pt x="800061" y="114246"/>
                </a:moveTo>
                <a:lnTo>
                  <a:pt x="1023630" y="6980574"/>
                </a:lnTo>
                <a:lnTo>
                  <a:pt x="158952" y="6524441"/>
                </a:lnTo>
                <a:lnTo>
                  <a:pt x="0" y="1973376"/>
                </a:lnTo>
                <a:cubicBezTo>
                  <a:pt x="618432" y="42570"/>
                  <a:pt x="-17069" y="2109020"/>
                  <a:pt x="593911" y="0"/>
                </a:cubicBezTo>
                <a:cubicBezTo>
                  <a:pt x="909471" y="199645"/>
                  <a:pt x="456125" y="-91638"/>
                  <a:pt x="800061" y="114246"/>
                </a:cubicBezTo>
                <a:close/>
              </a:path>
            </a:pathLst>
          </a:custGeom>
          <a:solidFill>
            <a:schemeClr val="tx1">
              <a:lumMod val="75000"/>
              <a:lumOff val="25000"/>
              <a:alpha val="80000"/>
            </a:scheme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pic>
        <p:nvPicPr>
          <p:cNvPr id="190" name="图片 189"/>
          <p:cNvPicPr>
            <a:picLocks noChangeAspect="1"/>
          </p:cNvPicPr>
          <p:nvPr/>
        </p:nvPicPr>
        <p:blipFill>
          <a:blip r:embed="rId1"/>
          <a:stretch>
            <a:fillRect/>
          </a:stretch>
        </p:blipFill>
        <p:spPr>
          <a:xfrm>
            <a:off x="7680615" y="4671549"/>
            <a:ext cx="9661962" cy="5608806"/>
          </a:xfrm>
          <a:prstGeom prst="rect">
            <a:avLst/>
          </a:prstGeom>
          <a:scene3d>
            <a:camera prst="orthographicFront">
              <a:rot lat="0" lon="10800000" rev="0"/>
            </a:camera>
            <a:lightRig rig="threePt" dir="t"/>
          </a:scene3d>
        </p:spPr>
      </p:pic>
      <p:sp>
        <p:nvSpPr>
          <p:cNvPr id="156" name="平行四边形 155"/>
          <p:cNvSpPr/>
          <p:nvPr/>
        </p:nvSpPr>
        <p:spPr>
          <a:xfrm>
            <a:off x="10518781" y="2254239"/>
            <a:ext cx="7845419" cy="8029891"/>
          </a:xfrm>
          <a:custGeom>
            <a:avLst/>
            <a:gdLst>
              <a:gd name="connsiteX0" fmla="*/ 0 w 8763000"/>
              <a:gd name="connsiteY0" fmla="*/ 8029891 h 8029891"/>
              <a:gd name="connsiteX1" fmla="*/ 4625779 w 8763000"/>
              <a:gd name="connsiteY1" fmla="*/ 0 h 8029891"/>
              <a:gd name="connsiteX2" fmla="*/ 8763000 w 8763000"/>
              <a:gd name="connsiteY2" fmla="*/ 0 h 8029891"/>
              <a:gd name="connsiteX3" fmla="*/ 4137221 w 8763000"/>
              <a:gd name="connsiteY3" fmla="*/ 8029891 h 8029891"/>
              <a:gd name="connsiteX4" fmla="*/ 0 w 8763000"/>
              <a:gd name="connsiteY4" fmla="*/ 8029891 h 8029891"/>
              <a:gd name="connsiteX0-1" fmla="*/ 0 w 8763000"/>
              <a:gd name="connsiteY0-2" fmla="*/ 8029891 h 8029891"/>
              <a:gd name="connsiteX1-3" fmla="*/ 4625779 w 8763000"/>
              <a:gd name="connsiteY1-4" fmla="*/ 0 h 8029891"/>
              <a:gd name="connsiteX2-5" fmla="*/ 8763000 w 8763000"/>
              <a:gd name="connsiteY2-6" fmla="*/ 0 h 8029891"/>
              <a:gd name="connsiteX3-7" fmla="*/ 4243546 w 8763000"/>
              <a:gd name="connsiteY3-8" fmla="*/ 8008626 h 8029891"/>
              <a:gd name="connsiteX4-9" fmla="*/ 0 w 8763000"/>
              <a:gd name="connsiteY4-10" fmla="*/ 8029891 h 802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63000" h="8029891">
                <a:moveTo>
                  <a:pt x="0" y="8029891"/>
                </a:moveTo>
                <a:lnTo>
                  <a:pt x="4625779" y="0"/>
                </a:lnTo>
                <a:lnTo>
                  <a:pt x="8763000" y="0"/>
                </a:lnTo>
                <a:lnTo>
                  <a:pt x="4243546" y="8008626"/>
                </a:lnTo>
                <a:lnTo>
                  <a:pt x="0" y="8029891"/>
                </a:lnTo>
                <a:close/>
              </a:path>
            </a:pathLst>
          </a:custGeom>
          <a:solidFill>
            <a:schemeClr val="tx1">
              <a:lumMod val="75000"/>
              <a:lumOff val="25000"/>
              <a:alpha val="60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7" name="组合 156"/>
          <p:cNvGrpSpPr/>
          <p:nvPr/>
        </p:nvGrpSpPr>
        <p:grpSpPr>
          <a:xfrm>
            <a:off x="515386" y="-190602"/>
            <a:ext cx="2034484" cy="11268802"/>
            <a:chOff x="4915947" y="1638831"/>
            <a:chExt cx="2034484" cy="11268802"/>
          </a:xfrm>
        </p:grpSpPr>
        <p:sp>
          <p:nvSpPr>
            <p:cNvPr id="139" name="矩形 49"/>
            <p:cNvSpPr/>
            <p:nvPr/>
          </p:nvSpPr>
          <p:spPr>
            <a:xfrm rot="20302543">
              <a:off x="4915947" y="1638831"/>
              <a:ext cx="2034484" cy="11268802"/>
            </a:xfrm>
            <a:custGeom>
              <a:avLst/>
              <a:gdLst>
                <a:gd name="connsiteX0" fmla="*/ 332486 w 734032"/>
                <a:gd name="connsiteY0" fmla="*/ 0 h 6875212"/>
                <a:gd name="connsiteX1" fmla="*/ 734032 w 734032"/>
                <a:gd name="connsiteY1" fmla="*/ 6875212 h 6875212"/>
                <a:gd name="connsiteX2" fmla="*/ 0 w 734032"/>
                <a:gd name="connsiteY2" fmla="*/ 6584228 h 6875212"/>
                <a:gd name="connsiteX3" fmla="*/ 0 w 734032"/>
                <a:gd name="connsiteY3" fmla="*/ 1753991 h 6875212"/>
                <a:gd name="connsiteX4" fmla="*/ 332486 w 734032"/>
                <a:gd name="connsiteY4" fmla="*/ 0 h 6875212"/>
                <a:gd name="connsiteX0-1" fmla="*/ 495735 w 897281"/>
                <a:gd name="connsiteY0-2" fmla="*/ 0 h 6875212"/>
                <a:gd name="connsiteX1-3" fmla="*/ 897281 w 897281"/>
                <a:gd name="connsiteY1-4" fmla="*/ 6875212 h 6875212"/>
                <a:gd name="connsiteX2-5" fmla="*/ 163249 w 897281"/>
                <a:gd name="connsiteY2-6" fmla="*/ 6584228 h 6875212"/>
                <a:gd name="connsiteX3-7" fmla="*/ 0 w 897281"/>
                <a:gd name="connsiteY3-8" fmla="*/ 1766656 h 6875212"/>
                <a:gd name="connsiteX4-9" fmla="*/ 495735 w 897281"/>
                <a:gd name="connsiteY4-10" fmla="*/ 0 h 6875212"/>
                <a:gd name="connsiteX0-11" fmla="*/ 530734 w 932280"/>
                <a:gd name="connsiteY0-12" fmla="*/ 0 h 6875212"/>
                <a:gd name="connsiteX1-13" fmla="*/ 932280 w 932280"/>
                <a:gd name="connsiteY1-14" fmla="*/ 6875212 h 6875212"/>
                <a:gd name="connsiteX2-15" fmla="*/ 198248 w 932280"/>
                <a:gd name="connsiteY2-16" fmla="*/ 6584228 h 6875212"/>
                <a:gd name="connsiteX3-17" fmla="*/ 0 w 932280"/>
                <a:gd name="connsiteY3-18" fmla="*/ 1706770 h 6875212"/>
                <a:gd name="connsiteX4-19" fmla="*/ 530734 w 932280"/>
                <a:gd name="connsiteY4-20" fmla="*/ 0 h 6875212"/>
                <a:gd name="connsiteX0-21" fmla="*/ 530734 w 932280"/>
                <a:gd name="connsiteY0-22" fmla="*/ 0 h 6875212"/>
                <a:gd name="connsiteX1-23" fmla="*/ 932280 w 932280"/>
                <a:gd name="connsiteY1-24" fmla="*/ 6875212 h 6875212"/>
                <a:gd name="connsiteX2-25" fmla="*/ 198248 w 932280"/>
                <a:gd name="connsiteY2-26" fmla="*/ 6584228 h 6875212"/>
                <a:gd name="connsiteX3-27" fmla="*/ 0 w 932280"/>
                <a:gd name="connsiteY3-28" fmla="*/ 1706770 h 6875212"/>
                <a:gd name="connsiteX4-29" fmla="*/ 530734 w 932280"/>
                <a:gd name="connsiteY4-30" fmla="*/ 0 h 6875212"/>
                <a:gd name="connsiteX0-31" fmla="*/ 530734 w 932280"/>
                <a:gd name="connsiteY0-32" fmla="*/ 0 h 6875212"/>
                <a:gd name="connsiteX1-33" fmla="*/ 932280 w 932280"/>
                <a:gd name="connsiteY1-34" fmla="*/ 6875212 h 6875212"/>
                <a:gd name="connsiteX2-35" fmla="*/ 201889 w 932280"/>
                <a:gd name="connsiteY2-36" fmla="*/ 6572208 h 6875212"/>
                <a:gd name="connsiteX3-37" fmla="*/ 0 w 932280"/>
                <a:gd name="connsiteY3-38" fmla="*/ 1706770 h 6875212"/>
                <a:gd name="connsiteX4-39" fmla="*/ 530734 w 932280"/>
                <a:gd name="connsiteY4-40" fmla="*/ 0 h 6875212"/>
                <a:gd name="connsiteX0-41" fmla="*/ 530734 w 932280"/>
                <a:gd name="connsiteY0-42" fmla="*/ 0 h 6875212"/>
                <a:gd name="connsiteX1-43" fmla="*/ 932280 w 932280"/>
                <a:gd name="connsiteY1-44" fmla="*/ 6875212 h 6875212"/>
                <a:gd name="connsiteX2-45" fmla="*/ 207268 w 932280"/>
                <a:gd name="connsiteY2-46" fmla="*/ 6519362 h 6875212"/>
                <a:gd name="connsiteX3-47" fmla="*/ 0 w 932280"/>
                <a:gd name="connsiteY3-48" fmla="*/ 1706770 h 6875212"/>
                <a:gd name="connsiteX4-49" fmla="*/ 530734 w 932280"/>
                <a:gd name="connsiteY4-50" fmla="*/ 0 h 6875212"/>
                <a:gd name="connsiteX0-51" fmla="*/ 730885 w 932280"/>
                <a:gd name="connsiteY0-52" fmla="*/ 0 h 6799186"/>
                <a:gd name="connsiteX1-53" fmla="*/ 932280 w 932280"/>
                <a:gd name="connsiteY1-54" fmla="*/ 6799186 h 6799186"/>
                <a:gd name="connsiteX2-55" fmla="*/ 207268 w 932280"/>
                <a:gd name="connsiteY2-56" fmla="*/ 6443336 h 6799186"/>
                <a:gd name="connsiteX3-57" fmla="*/ 0 w 932280"/>
                <a:gd name="connsiteY3-58" fmla="*/ 1630744 h 6799186"/>
                <a:gd name="connsiteX4-59" fmla="*/ 730885 w 932280"/>
                <a:gd name="connsiteY4-60" fmla="*/ 0 h 6799186"/>
                <a:gd name="connsiteX0-61" fmla="*/ 749183 w 950578"/>
                <a:gd name="connsiteY0-62" fmla="*/ 0 h 6799186"/>
                <a:gd name="connsiteX1-63" fmla="*/ 950578 w 950578"/>
                <a:gd name="connsiteY1-64" fmla="*/ 6799186 h 6799186"/>
                <a:gd name="connsiteX2-65" fmla="*/ 225566 w 950578"/>
                <a:gd name="connsiteY2-66" fmla="*/ 6443336 h 6799186"/>
                <a:gd name="connsiteX3-67" fmla="*/ 0 w 950578"/>
                <a:gd name="connsiteY3-68" fmla="*/ 2427988 h 6799186"/>
                <a:gd name="connsiteX4-69" fmla="*/ 749183 w 950578"/>
                <a:gd name="connsiteY4-70" fmla="*/ 0 h 6799186"/>
                <a:gd name="connsiteX0-71" fmla="*/ 749183 w 950578"/>
                <a:gd name="connsiteY0-72" fmla="*/ 0 h 6799186"/>
                <a:gd name="connsiteX1-73" fmla="*/ 950578 w 950578"/>
                <a:gd name="connsiteY1-74" fmla="*/ 6799186 h 6799186"/>
                <a:gd name="connsiteX2-75" fmla="*/ 225566 w 950578"/>
                <a:gd name="connsiteY2-76" fmla="*/ 6443336 h 6799186"/>
                <a:gd name="connsiteX3-77" fmla="*/ 0 w 950578"/>
                <a:gd name="connsiteY3-78" fmla="*/ 2427988 h 6799186"/>
                <a:gd name="connsiteX4-79" fmla="*/ 749183 w 950578"/>
                <a:gd name="connsiteY4-80" fmla="*/ 0 h 6799186"/>
                <a:gd name="connsiteX0-81" fmla="*/ 822892 w 1024287"/>
                <a:gd name="connsiteY0-82" fmla="*/ 0 h 6799186"/>
                <a:gd name="connsiteX1-83" fmla="*/ 1024287 w 1024287"/>
                <a:gd name="connsiteY1-84" fmla="*/ 6799186 h 6799186"/>
                <a:gd name="connsiteX2-85" fmla="*/ 0 w 1024287"/>
                <a:gd name="connsiteY2-86" fmla="*/ 6343700 h 6799186"/>
                <a:gd name="connsiteX3-87" fmla="*/ 73709 w 1024287"/>
                <a:gd name="connsiteY3-88" fmla="*/ 2427988 h 6799186"/>
                <a:gd name="connsiteX4-89" fmla="*/ 822892 w 1024287"/>
                <a:gd name="connsiteY4-90" fmla="*/ 0 h 6799186"/>
                <a:gd name="connsiteX0-91" fmla="*/ 822892 w 1018908"/>
                <a:gd name="connsiteY0-92" fmla="*/ 0 h 6852033"/>
                <a:gd name="connsiteX1-93" fmla="*/ 1018908 w 1018908"/>
                <a:gd name="connsiteY1-94" fmla="*/ 6852033 h 6852033"/>
                <a:gd name="connsiteX2-95" fmla="*/ 0 w 1018908"/>
                <a:gd name="connsiteY2-96" fmla="*/ 6343700 h 6852033"/>
                <a:gd name="connsiteX3-97" fmla="*/ 73709 w 1018908"/>
                <a:gd name="connsiteY3-98" fmla="*/ 2427988 h 6852033"/>
                <a:gd name="connsiteX4-99" fmla="*/ 822892 w 1018908"/>
                <a:gd name="connsiteY4-100" fmla="*/ 0 h 6852033"/>
                <a:gd name="connsiteX0-101" fmla="*/ 749183 w 945199"/>
                <a:gd name="connsiteY0-102" fmla="*/ 0 h 6852033"/>
                <a:gd name="connsiteX1-103" fmla="*/ 945199 w 945199"/>
                <a:gd name="connsiteY1-104" fmla="*/ 6852033 h 6852033"/>
                <a:gd name="connsiteX2-105" fmla="*/ 89869 w 945199"/>
                <a:gd name="connsiteY2-106" fmla="*/ 6470297 h 6852033"/>
                <a:gd name="connsiteX3-107" fmla="*/ 0 w 945199"/>
                <a:gd name="connsiteY3-108" fmla="*/ 2427988 h 6852033"/>
                <a:gd name="connsiteX4-109" fmla="*/ 749183 w 945199"/>
                <a:gd name="connsiteY4-110" fmla="*/ 0 h 6852033"/>
                <a:gd name="connsiteX0-111" fmla="*/ 749183 w 945199"/>
                <a:gd name="connsiteY0-112" fmla="*/ 0 h 6852033"/>
                <a:gd name="connsiteX1-113" fmla="*/ 945199 w 945199"/>
                <a:gd name="connsiteY1-114" fmla="*/ 6852033 h 6852033"/>
                <a:gd name="connsiteX2-115" fmla="*/ 104432 w 945199"/>
                <a:gd name="connsiteY2-116" fmla="*/ 6422217 h 6852033"/>
                <a:gd name="connsiteX3-117" fmla="*/ 0 w 945199"/>
                <a:gd name="connsiteY3-118" fmla="*/ 2427988 h 6852033"/>
                <a:gd name="connsiteX4-119" fmla="*/ 749183 w 945199"/>
                <a:gd name="connsiteY4-120" fmla="*/ 0 h 685203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45199" h="6852033">
                  <a:moveTo>
                    <a:pt x="749183" y="0"/>
                  </a:moveTo>
                  <a:lnTo>
                    <a:pt x="945199" y="6852033"/>
                  </a:lnTo>
                  <a:lnTo>
                    <a:pt x="104432" y="6422217"/>
                  </a:lnTo>
                  <a:lnTo>
                    <a:pt x="0" y="2427988"/>
                  </a:lnTo>
                  <a:cubicBezTo>
                    <a:pt x="526428" y="705116"/>
                    <a:pt x="-4876" y="2439324"/>
                    <a:pt x="749183" y="0"/>
                  </a:cubicBezTo>
                  <a:close/>
                </a:path>
              </a:pathLst>
            </a:custGeom>
            <a:solidFill>
              <a:srgbClr val="F02424">
                <a:alpha val="80000"/>
              </a:srgb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sp>
          <p:nvSpPr>
            <p:cNvPr id="140" name="TextBox 76"/>
            <p:cNvSpPr txBox="1"/>
            <p:nvPr/>
          </p:nvSpPr>
          <p:spPr>
            <a:xfrm rot="3922695">
              <a:off x="3133543" y="6980527"/>
              <a:ext cx="5688632" cy="1050925"/>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lvl="0" algn="ctr" fontAlgn="auto">
                <a:lnSpc>
                  <a:spcPct val="130000"/>
                </a:lnSpc>
                <a:spcBef>
                  <a:spcPts val="0"/>
                </a:spcBef>
                <a:spcAft>
                  <a:spcPts val="0"/>
                </a:spcAft>
                <a:defRPr/>
              </a:pPr>
              <a:r>
                <a:rPr kumimoji="0" lang="zh-CN" altLang="en-US" sz="4800" b="1" i="0" u="none" strike="noStrike" kern="0" cap="none" spc="0" normalizeH="0" baseline="0" noProof="0" dirty="0" smtClean="0">
                  <a:ln>
                    <a:noFill/>
                  </a:ln>
                  <a:solidFill>
                    <a:sysClr val="window" lastClr="FFFFFF"/>
                  </a:solidFill>
                  <a:effectLst/>
                  <a:uLnTx/>
                  <a:uFillTx/>
                  <a:latin typeface="Microsoft YaHei" panose="020B0503020204020204" pitchFamily="34" charset="-122"/>
                  <a:ea typeface="Microsoft YaHei" panose="020B0503020204020204" pitchFamily="34" charset="-122"/>
                  <a:cs typeface="Calibri" panose="020F0502020204030204" pitchFamily="34" charset="0"/>
                </a:rPr>
                <a:t>  </a:t>
              </a:r>
              <a:r>
                <a:rPr kumimoji="0" lang="vi-VN" altLang="en-US" sz="4800" b="1" i="0" u="none" strike="noStrike" kern="0" cap="none" spc="0" normalizeH="0" baseline="0" noProof="0" dirty="0" smtClean="0">
                  <a:ln>
                    <a:noFill/>
                  </a:ln>
                  <a:solidFill>
                    <a:sysClr val="window" lastClr="FFFFFF"/>
                  </a:solidFill>
                  <a:effectLst/>
                  <a:uLnTx/>
                  <a:uFillTx/>
                  <a:latin typeface="Microsoft YaHei" panose="020B0503020204020204" pitchFamily="34" charset="-122"/>
                  <a:ea typeface="Microsoft YaHei" panose="020B0503020204020204" pitchFamily="34" charset="-122"/>
                  <a:cs typeface="Calibri" panose="020F0502020204030204" pitchFamily="34" charset="0"/>
                </a:rPr>
                <a:t>Nội </a:t>
              </a:r>
              <a:r>
                <a:rPr kumimoji="0" lang="vi-VN" altLang="en-US" sz="4800" b="1" i="0" u="none" strike="noStrike" kern="0" cap="none" spc="0" normalizeH="0" baseline="0" noProof="0" dirty="0" smtClean="0">
                  <a:ln>
                    <a:noFill/>
                  </a:ln>
                  <a:solidFill>
                    <a:sysClr val="window" lastClr="FFFFFF"/>
                  </a:solidFill>
                  <a:effectLst/>
                  <a:uLnTx/>
                  <a:uFillTx/>
                  <a:latin typeface="Microsoft YaHei" panose="020B0503020204020204" pitchFamily="34" charset="-122"/>
                  <a:ea typeface="Microsoft YaHei" panose="020B0503020204020204" pitchFamily="34" charset="-122"/>
                  <a:cs typeface="Calibri" panose="020F0502020204030204" pitchFamily="34" charset="0"/>
                </a:rPr>
                <a:t>Dung</a:t>
              </a:r>
              <a:endParaRPr kumimoji="0" lang="vi-VN" altLang="en-US" sz="4800" b="1" i="0" u="none" strike="noStrike" kern="0" cap="none" spc="0" normalizeH="0" baseline="0" noProof="0" dirty="0" smtClean="0">
                <a:ln>
                  <a:noFill/>
                </a:ln>
                <a:solidFill>
                  <a:sysClr val="window" lastClr="FFFFFF"/>
                </a:solidFill>
                <a:effectLst/>
                <a:uLnTx/>
                <a:uFillTx/>
                <a:latin typeface="Microsoft YaHei" panose="020B0503020204020204" pitchFamily="34" charset="-122"/>
                <a:ea typeface="Microsoft YaHei" panose="020B0503020204020204" pitchFamily="34" charset="-122"/>
                <a:cs typeface="Calibri" panose="020F0502020204030204" pitchFamily="34" charset="0"/>
              </a:endParaRPr>
            </a:p>
          </p:txBody>
        </p:sp>
      </p:grpSp>
      <p:grpSp>
        <p:nvGrpSpPr>
          <p:cNvPr id="3" name="组合 148"/>
          <p:cNvGrpSpPr/>
          <p:nvPr/>
        </p:nvGrpSpPr>
        <p:grpSpPr>
          <a:xfrm>
            <a:off x="2815824" y="1435224"/>
            <a:ext cx="1930979" cy="1682292"/>
            <a:chOff x="5741091" y="1656534"/>
            <a:chExt cx="1930979" cy="1682292"/>
          </a:xfrm>
        </p:grpSpPr>
        <p:grpSp>
          <p:nvGrpSpPr>
            <p:cNvPr id="4" name="组合 110"/>
            <p:cNvGrpSpPr/>
            <p:nvPr/>
          </p:nvGrpSpPr>
          <p:grpSpPr>
            <a:xfrm rot="20248206">
              <a:off x="6143375" y="1925916"/>
              <a:ext cx="961633" cy="1412910"/>
              <a:chOff x="1403648" y="1052736"/>
              <a:chExt cx="1803331" cy="2808312"/>
            </a:xfrm>
          </p:grpSpPr>
          <p:sp>
            <p:nvSpPr>
              <p:cNvPr id="5" name="圆角矩形 146"/>
              <p:cNvSpPr/>
              <p:nvPr/>
            </p:nvSpPr>
            <p:spPr>
              <a:xfrm>
                <a:off x="1403648" y="1052736"/>
                <a:ext cx="1803331" cy="2808312"/>
              </a:xfrm>
              <a:prstGeom prst="roundRect">
                <a:avLst>
                  <a:gd name="adj" fmla="val 12132"/>
                </a:avLst>
              </a:prstGeom>
              <a:solidFill>
                <a:srgbClr val="8DB529"/>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sp>
            <p:nvSpPr>
              <p:cNvPr id="6" name="圆角矩形 147"/>
              <p:cNvSpPr/>
              <p:nvPr/>
            </p:nvSpPr>
            <p:spPr>
              <a:xfrm>
                <a:off x="1480545" y="1111681"/>
                <a:ext cx="1656184" cy="2691298"/>
              </a:xfrm>
              <a:prstGeom prst="roundRect">
                <a:avLst>
                  <a:gd name="adj" fmla="val 12132"/>
                </a:avLst>
              </a:prstGeom>
              <a:solidFill>
                <a:srgbClr val="F02424"/>
              </a:solidFill>
              <a:ln w="25400" cap="flat" cmpd="sng" algn="ctr">
                <a:solidFill>
                  <a:sysClr val="window" lastClr="FFFFFF"/>
                </a:solid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grpSp>
        <p:sp>
          <p:nvSpPr>
            <p:cNvPr id="7" name="TextBox 42"/>
            <p:cNvSpPr txBox="1"/>
            <p:nvPr/>
          </p:nvSpPr>
          <p:spPr>
            <a:xfrm rot="20248206">
              <a:off x="6054542" y="1656534"/>
              <a:ext cx="829980" cy="1604414"/>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just" defTabSz="914400" eaLnBrk="1" fontAlgn="auto" latinLnBrk="0" hangingPunct="1">
                <a:lnSpc>
                  <a:spcPct val="130000"/>
                </a:lnSpc>
                <a:spcBef>
                  <a:spcPts val="0"/>
                </a:spcBef>
                <a:spcAft>
                  <a:spcPts val="0"/>
                </a:spcAft>
                <a:buClrTx/>
                <a:buSzTx/>
                <a:buFontTx/>
                <a:buNone/>
                <a:defRPr/>
              </a:pPr>
              <a:r>
                <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rPr>
                <a:t>1</a:t>
              </a:r>
              <a:endPar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endParaRPr>
            </a:p>
          </p:txBody>
        </p:sp>
        <p:sp>
          <p:nvSpPr>
            <p:cNvPr id="8" name="圆角矩形 9"/>
            <p:cNvSpPr/>
            <p:nvPr/>
          </p:nvSpPr>
          <p:spPr>
            <a:xfrm rot="20248206">
              <a:off x="6283959" y="2633656"/>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pic>
          <p:nvPicPr>
            <p:cNvPr id="9"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5741091" y="2730048"/>
              <a:ext cx="1930979" cy="12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4" name="组合 150"/>
          <p:cNvGrpSpPr/>
          <p:nvPr/>
        </p:nvGrpSpPr>
        <p:grpSpPr>
          <a:xfrm>
            <a:off x="3643683" y="3400217"/>
            <a:ext cx="1930979" cy="1661464"/>
            <a:chOff x="6338096" y="3131124"/>
            <a:chExt cx="1930979" cy="1661464"/>
          </a:xfrm>
        </p:grpSpPr>
        <p:grpSp>
          <p:nvGrpSpPr>
            <p:cNvPr id="15" name="组合 149"/>
            <p:cNvGrpSpPr/>
            <p:nvPr/>
          </p:nvGrpSpPr>
          <p:grpSpPr>
            <a:xfrm>
              <a:off x="6651547" y="3131124"/>
              <a:ext cx="1191050" cy="1661464"/>
              <a:chOff x="6651547" y="3131124"/>
              <a:chExt cx="1191050" cy="1661464"/>
            </a:xfrm>
          </p:grpSpPr>
          <p:grpSp>
            <p:nvGrpSpPr>
              <p:cNvPr id="16" name="组合 117"/>
              <p:cNvGrpSpPr/>
              <p:nvPr/>
            </p:nvGrpSpPr>
            <p:grpSpPr>
              <a:xfrm rot="20248206">
                <a:off x="6740380" y="3379678"/>
                <a:ext cx="961633" cy="1412910"/>
                <a:chOff x="1403648" y="1052736"/>
                <a:chExt cx="1803331" cy="2808312"/>
              </a:xfrm>
            </p:grpSpPr>
            <p:sp>
              <p:nvSpPr>
                <p:cNvPr id="17" name="圆角矩形 144"/>
                <p:cNvSpPr/>
                <p:nvPr/>
              </p:nvSpPr>
              <p:spPr>
                <a:xfrm>
                  <a:off x="1403648" y="1052736"/>
                  <a:ext cx="1803331" cy="2808312"/>
                </a:xfrm>
                <a:prstGeom prst="roundRect">
                  <a:avLst>
                    <a:gd name="adj" fmla="val 12132"/>
                  </a:avLst>
                </a:prstGeom>
                <a:solidFill>
                  <a:srgbClr val="8DB529"/>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sp>
              <p:nvSpPr>
                <p:cNvPr id="18" name="圆角矩形 145"/>
                <p:cNvSpPr/>
                <p:nvPr/>
              </p:nvSpPr>
              <p:spPr>
                <a:xfrm>
                  <a:off x="1480545" y="1111681"/>
                  <a:ext cx="1656184" cy="2691298"/>
                </a:xfrm>
                <a:prstGeom prst="roundRect">
                  <a:avLst>
                    <a:gd name="adj" fmla="val 12132"/>
                  </a:avLst>
                </a:prstGeom>
                <a:solidFill>
                  <a:srgbClr val="F02424"/>
                </a:solidFill>
                <a:ln w="25400" cap="flat" cmpd="sng" algn="ctr">
                  <a:solidFill>
                    <a:sysClr val="window" lastClr="FFFFFF"/>
                  </a:solid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grpSp>
          <p:sp>
            <p:nvSpPr>
              <p:cNvPr id="19" name="TextBox 51"/>
              <p:cNvSpPr txBox="1"/>
              <p:nvPr/>
            </p:nvSpPr>
            <p:spPr>
              <a:xfrm rot="20248206">
                <a:off x="6651547" y="3131124"/>
                <a:ext cx="829980" cy="1604414"/>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just" defTabSz="914400" eaLnBrk="1" fontAlgn="auto" latinLnBrk="0" hangingPunct="1">
                  <a:lnSpc>
                    <a:spcPct val="130000"/>
                  </a:lnSpc>
                  <a:spcBef>
                    <a:spcPts val="0"/>
                  </a:spcBef>
                  <a:spcAft>
                    <a:spcPts val="0"/>
                  </a:spcAft>
                  <a:buClrTx/>
                  <a:buSzTx/>
                  <a:buFontTx/>
                  <a:buNone/>
                  <a:defRPr/>
                </a:pPr>
                <a:r>
                  <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rPr>
                  <a:t>2</a:t>
                </a:r>
                <a:endPar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endParaRPr>
              </a:p>
            </p:txBody>
          </p:sp>
          <p:sp>
            <p:nvSpPr>
              <p:cNvPr id="20" name="圆角矩形 9"/>
              <p:cNvSpPr/>
              <p:nvPr/>
            </p:nvSpPr>
            <p:spPr>
              <a:xfrm rot="20248206">
                <a:off x="6880964" y="4087418"/>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grpSp>
        <p:pic>
          <p:nvPicPr>
            <p:cNvPr id="21"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6338096" y="4183810"/>
              <a:ext cx="1930979" cy="12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2" name="组合 151"/>
          <p:cNvGrpSpPr/>
          <p:nvPr/>
        </p:nvGrpSpPr>
        <p:grpSpPr>
          <a:xfrm>
            <a:off x="4514799" y="5332260"/>
            <a:ext cx="1930979" cy="1682292"/>
            <a:chOff x="6965227" y="4571284"/>
            <a:chExt cx="1930979" cy="1682292"/>
          </a:xfrm>
        </p:grpSpPr>
        <p:grpSp>
          <p:nvGrpSpPr>
            <p:cNvPr id="23" name="组合 124"/>
            <p:cNvGrpSpPr/>
            <p:nvPr/>
          </p:nvGrpSpPr>
          <p:grpSpPr>
            <a:xfrm rot="20248206">
              <a:off x="7367511" y="4840666"/>
              <a:ext cx="961633" cy="1412910"/>
              <a:chOff x="1403648" y="1052736"/>
              <a:chExt cx="1803331" cy="2808312"/>
            </a:xfrm>
          </p:grpSpPr>
          <p:sp>
            <p:nvSpPr>
              <p:cNvPr id="24" name="圆角矩形 142"/>
              <p:cNvSpPr/>
              <p:nvPr/>
            </p:nvSpPr>
            <p:spPr>
              <a:xfrm>
                <a:off x="1403648" y="1052736"/>
                <a:ext cx="1803331" cy="2808312"/>
              </a:xfrm>
              <a:prstGeom prst="roundRect">
                <a:avLst>
                  <a:gd name="adj" fmla="val 12132"/>
                </a:avLst>
              </a:prstGeom>
              <a:solidFill>
                <a:srgbClr val="F02424"/>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sp>
            <p:nvSpPr>
              <p:cNvPr id="25" name="圆角矩形 143"/>
              <p:cNvSpPr/>
              <p:nvPr/>
            </p:nvSpPr>
            <p:spPr>
              <a:xfrm>
                <a:off x="1480545" y="1111681"/>
                <a:ext cx="1656184" cy="2691298"/>
              </a:xfrm>
              <a:prstGeom prst="roundRect">
                <a:avLst>
                  <a:gd name="adj" fmla="val 12132"/>
                </a:avLst>
              </a:prstGeom>
              <a:noFill/>
              <a:ln w="25400" cap="flat" cmpd="sng" algn="ctr">
                <a:solidFill>
                  <a:schemeClr val="bg1"/>
                </a:solid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grpSp>
        <p:sp>
          <p:nvSpPr>
            <p:cNvPr id="26" name="TextBox 60"/>
            <p:cNvSpPr txBox="1"/>
            <p:nvPr/>
          </p:nvSpPr>
          <p:spPr>
            <a:xfrm rot="20248206">
              <a:off x="7278678" y="4571284"/>
              <a:ext cx="829980" cy="1604414"/>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just" defTabSz="914400" eaLnBrk="1" fontAlgn="auto" latinLnBrk="0" hangingPunct="1">
                <a:lnSpc>
                  <a:spcPct val="130000"/>
                </a:lnSpc>
                <a:spcBef>
                  <a:spcPts val="0"/>
                </a:spcBef>
                <a:spcAft>
                  <a:spcPts val="0"/>
                </a:spcAft>
                <a:buClrTx/>
                <a:buSzTx/>
                <a:buFontTx/>
                <a:buNone/>
                <a:defRPr/>
              </a:pPr>
              <a:r>
                <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rPr>
                <a:t>3</a:t>
              </a:r>
              <a:endPar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endParaRPr>
            </a:p>
          </p:txBody>
        </p:sp>
        <p:sp>
          <p:nvSpPr>
            <p:cNvPr id="27" name="圆角矩形 9"/>
            <p:cNvSpPr/>
            <p:nvPr/>
          </p:nvSpPr>
          <p:spPr>
            <a:xfrm rot="20248206">
              <a:off x="7508095" y="5548406"/>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pic>
          <p:nvPicPr>
            <p:cNvPr id="28"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6965227" y="5644798"/>
              <a:ext cx="1930979" cy="12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9" name="组合 152"/>
          <p:cNvGrpSpPr/>
          <p:nvPr/>
        </p:nvGrpSpPr>
        <p:grpSpPr>
          <a:xfrm>
            <a:off x="5384464" y="7290983"/>
            <a:ext cx="1930979" cy="1682292"/>
            <a:chOff x="7613299" y="6037998"/>
            <a:chExt cx="1930979" cy="1682292"/>
          </a:xfrm>
        </p:grpSpPr>
        <p:grpSp>
          <p:nvGrpSpPr>
            <p:cNvPr id="30" name="组合 131"/>
            <p:cNvGrpSpPr/>
            <p:nvPr/>
          </p:nvGrpSpPr>
          <p:grpSpPr>
            <a:xfrm rot="20248206">
              <a:off x="8015583" y="6307380"/>
              <a:ext cx="961633" cy="1412910"/>
              <a:chOff x="1403648" y="1052736"/>
              <a:chExt cx="1803331" cy="2808312"/>
            </a:xfrm>
          </p:grpSpPr>
          <p:sp>
            <p:nvSpPr>
              <p:cNvPr id="31" name="圆角矩形 140"/>
              <p:cNvSpPr/>
              <p:nvPr/>
            </p:nvSpPr>
            <p:spPr>
              <a:xfrm>
                <a:off x="1403648" y="1052736"/>
                <a:ext cx="1803331" cy="2808312"/>
              </a:xfrm>
              <a:prstGeom prst="roundRect">
                <a:avLst>
                  <a:gd name="adj" fmla="val 12132"/>
                </a:avLst>
              </a:prstGeom>
              <a:solidFill>
                <a:srgbClr val="8DB529"/>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sp>
            <p:nvSpPr>
              <p:cNvPr id="32" name="圆角矩形 141"/>
              <p:cNvSpPr/>
              <p:nvPr/>
            </p:nvSpPr>
            <p:spPr>
              <a:xfrm>
                <a:off x="1480546" y="1111681"/>
                <a:ext cx="1656183" cy="2691297"/>
              </a:xfrm>
              <a:prstGeom prst="roundRect">
                <a:avLst>
                  <a:gd name="adj" fmla="val 12132"/>
                </a:avLst>
              </a:prstGeom>
              <a:solidFill>
                <a:srgbClr val="F02424"/>
              </a:solidFill>
              <a:ln w="25400" cap="flat" cmpd="sng" algn="ctr">
                <a:solidFill>
                  <a:sysClr val="window" lastClr="FFFFFF"/>
                </a:solid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grpSp>
        <p:sp>
          <p:nvSpPr>
            <p:cNvPr id="33" name="TextBox 69"/>
            <p:cNvSpPr txBox="1"/>
            <p:nvPr/>
          </p:nvSpPr>
          <p:spPr>
            <a:xfrm rot="20248206">
              <a:off x="7926750" y="6037998"/>
              <a:ext cx="829980" cy="1604414"/>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just" defTabSz="914400" eaLnBrk="1" fontAlgn="auto" latinLnBrk="0" hangingPunct="1">
                <a:lnSpc>
                  <a:spcPct val="130000"/>
                </a:lnSpc>
                <a:spcBef>
                  <a:spcPts val="0"/>
                </a:spcBef>
                <a:spcAft>
                  <a:spcPts val="0"/>
                </a:spcAft>
                <a:buClrTx/>
                <a:buSzTx/>
                <a:buFontTx/>
                <a:buNone/>
                <a:defRPr/>
              </a:pPr>
              <a:r>
                <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rPr>
                <a:t>4</a:t>
              </a:r>
              <a:endPar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endParaRPr>
            </a:p>
          </p:txBody>
        </p:sp>
        <p:sp>
          <p:nvSpPr>
            <p:cNvPr id="34" name="圆角矩形 9"/>
            <p:cNvSpPr/>
            <p:nvPr/>
          </p:nvSpPr>
          <p:spPr>
            <a:xfrm rot="20248206">
              <a:off x="8156167" y="7015120"/>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pic>
          <p:nvPicPr>
            <p:cNvPr id="35"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7613299" y="7111512"/>
              <a:ext cx="1930979" cy="12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8" name="object 3"/>
          <p:cNvSpPr txBox="1">
            <a:spLocks noChangeArrowheads="1"/>
          </p:cNvSpPr>
          <p:nvPr/>
        </p:nvSpPr>
        <p:spPr bwMode="auto">
          <a:xfrm>
            <a:off x="4296410" y="2005330"/>
            <a:ext cx="1399222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l">
              <a:lnSpc>
                <a:spcPct val="100000"/>
              </a:lnSpc>
              <a:spcBef>
                <a:spcPct val="0"/>
              </a:spcBef>
              <a:buFont typeface="Arial" panose="020B0604020202020204" pitchFamily="34" charset="0"/>
              <a:buNone/>
            </a:pPr>
            <a:r>
              <a:rPr lang="vi-VN" altLang="zh-CN" sz="4000" b="1" dirty="0" smtClean="0">
                <a:solidFill>
                  <a:schemeClr val="bg1"/>
                </a:solidFill>
                <a:latin typeface="Microsoft YaHei" panose="020B0503020204020204" pitchFamily="34" charset="-122"/>
                <a:ea typeface="Microsoft YaHei" panose="020B0503020204020204" pitchFamily="34" charset="-122"/>
              </a:rPr>
              <a:t>   </a:t>
            </a:r>
            <a:r>
              <a:rPr lang="vi-VN" altLang="zh-CN" sz="4000" b="1" u="sng" dirty="0" smtClean="0">
                <a:solidFill>
                  <a:schemeClr val="bg1"/>
                </a:solidFill>
                <a:latin typeface="Microsoft YaHei" panose="020B0503020204020204" pitchFamily="34" charset="-122"/>
                <a:ea typeface="Microsoft YaHei" panose="020B0503020204020204" pitchFamily="34" charset="-122"/>
              </a:rPr>
              <a:t>Tổng quan về đề tài</a:t>
            </a:r>
            <a:endParaRPr lang="vi-VN" altLang="zh-CN" sz="4000" b="1" u="sng" dirty="0" smtClean="0">
              <a:solidFill>
                <a:schemeClr val="bg1"/>
              </a:solidFill>
              <a:latin typeface="Microsoft YaHei" panose="020B0503020204020204" pitchFamily="34" charset="-122"/>
              <a:ea typeface="Microsoft YaHei" panose="020B0503020204020204" pitchFamily="34" charset="-122"/>
            </a:endParaRPr>
          </a:p>
        </p:txBody>
      </p:sp>
      <p:sp>
        <p:nvSpPr>
          <p:cNvPr id="49" name="object 3"/>
          <p:cNvSpPr txBox="1">
            <a:spLocks noChangeArrowheads="1"/>
          </p:cNvSpPr>
          <p:nvPr/>
        </p:nvSpPr>
        <p:spPr bwMode="auto">
          <a:xfrm>
            <a:off x="5195570" y="3953510"/>
            <a:ext cx="1309179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l">
              <a:lnSpc>
                <a:spcPct val="100000"/>
              </a:lnSpc>
              <a:spcBef>
                <a:spcPct val="0"/>
              </a:spcBef>
              <a:buFont typeface="Arial" panose="020B0604020202020204" pitchFamily="34" charset="0"/>
              <a:buNone/>
            </a:pPr>
            <a:r>
              <a:rPr lang="vi-VN" altLang="zh-CN" sz="4000" b="1" dirty="0" smtClean="0">
                <a:solidFill>
                  <a:schemeClr val="bg1"/>
                </a:solidFill>
                <a:latin typeface="Microsoft YaHei" panose="020B0503020204020204" pitchFamily="34" charset="-122"/>
                <a:ea typeface="Microsoft YaHei" panose="020B0503020204020204" pitchFamily="34" charset="-122"/>
              </a:rPr>
              <a:t>   </a:t>
            </a:r>
            <a:r>
              <a:rPr lang="vi-VN" altLang="zh-CN" sz="4000" b="1" u="sng" dirty="0" smtClean="0">
                <a:solidFill>
                  <a:schemeClr val="bg1"/>
                </a:solidFill>
                <a:latin typeface="Microsoft YaHei" panose="020B0503020204020204" pitchFamily="34" charset="-122"/>
                <a:ea typeface="Microsoft YaHei" panose="020B0503020204020204" pitchFamily="34" charset="-122"/>
              </a:rPr>
              <a:t>Mô tả và khảo sát hệ thốn</a:t>
            </a:r>
            <a:r>
              <a:rPr lang="vi-VN" altLang="zh-CN" sz="4000" b="1" u="sng" dirty="0" smtClean="0">
                <a:solidFill>
                  <a:schemeClr val="bg1"/>
                </a:solidFill>
                <a:latin typeface="Microsoft YaHei" panose="020B0503020204020204" pitchFamily="34" charset="-122"/>
                <a:ea typeface="Microsoft YaHei" panose="020B0503020204020204" pitchFamily="34" charset="-122"/>
              </a:rPr>
              <a:t>g </a:t>
            </a:r>
            <a:endParaRPr lang="vi-VN" altLang="zh-CN" sz="4000" b="1" u="sng" dirty="0" smtClean="0">
              <a:solidFill>
                <a:schemeClr val="bg1"/>
              </a:solidFill>
              <a:latin typeface="Microsoft YaHei" panose="020B0503020204020204" pitchFamily="34" charset="-122"/>
              <a:ea typeface="Microsoft YaHei" panose="020B0503020204020204" pitchFamily="34" charset="-122"/>
            </a:endParaRPr>
          </a:p>
        </p:txBody>
      </p:sp>
      <p:sp>
        <p:nvSpPr>
          <p:cNvPr id="50" name="object 3"/>
          <p:cNvSpPr txBox="1">
            <a:spLocks noChangeArrowheads="1"/>
          </p:cNvSpPr>
          <p:nvPr/>
        </p:nvSpPr>
        <p:spPr bwMode="auto">
          <a:xfrm>
            <a:off x="5993765" y="5923280"/>
            <a:ext cx="1229423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l">
              <a:lnSpc>
                <a:spcPct val="100000"/>
              </a:lnSpc>
              <a:spcBef>
                <a:spcPct val="0"/>
              </a:spcBef>
              <a:buFont typeface="Arial" panose="020B0604020202020204" pitchFamily="34" charset="0"/>
              <a:buNone/>
            </a:pPr>
            <a:r>
              <a:rPr lang="vi-VN" altLang="zh-CN" sz="4000" b="1" dirty="0" smtClean="0">
                <a:solidFill>
                  <a:schemeClr val="bg1"/>
                </a:solidFill>
                <a:latin typeface="Microsoft YaHei" panose="020B0503020204020204" pitchFamily="34" charset="-122"/>
                <a:ea typeface="Microsoft YaHei" panose="020B0503020204020204" pitchFamily="34" charset="-122"/>
              </a:rPr>
              <a:t>   </a:t>
            </a:r>
            <a:r>
              <a:rPr lang="vi-VN" altLang="zh-CN" sz="4000" b="1" u="sng" dirty="0" smtClean="0">
                <a:solidFill>
                  <a:schemeClr val="bg1"/>
                </a:solidFill>
                <a:latin typeface="Microsoft YaHei" panose="020B0503020204020204" pitchFamily="34" charset="-122"/>
                <a:ea typeface="Microsoft YaHei" panose="020B0503020204020204" pitchFamily="34" charset="-122"/>
              </a:rPr>
              <a:t>Xác định các yêu cầu hệ </a:t>
            </a:r>
            <a:r>
              <a:rPr lang="vi-VN" altLang="zh-CN" sz="4000" b="1" u="sng" dirty="0" smtClean="0">
                <a:solidFill>
                  <a:schemeClr val="bg1"/>
                </a:solidFill>
                <a:latin typeface="Microsoft YaHei" panose="020B0503020204020204" pitchFamily="34" charset="-122"/>
                <a:ea typeface="Microsoft YaHei" panose="020B0503020204020204" pitchFamily="34" charset="-122"/>
              </a:rPr>
              <a:t>thống</a:t>
            </a:r>
            <a:endParaRPr lang="vi-VN" altLang="zh-CN" sz="4000" b="1" u="sng" dirty="0" smtClean="0">
              <a:solidFill>
                <a:schemeClr val="bg1"/>
              </a:solidFill>
              <a:latin typeface="Microsoft YaHei" panose="020B0503020204020204" pitchFamily="34" charset="-122"/>
              <a:ea typeface="Microsoft YaHei" panose="020B0503020204020204" pitchFamily="34" charset="-122"/>
            </a:endParaRPr>
          </a:p>
        </p:txBody>
      </p:sp>
      <p:sp>
        <p:nvSpPr>
          <p:cNvPr id="51" name="object 3"/>
          <p:cNvSpPr txBox="1">
            <a:spLocks noChangeArrowheads="1"/>
          </p:cNvSpPr>
          <p:nvPr/>
        </p:nvSpPr>
        <p:spPr bwMode="auto">
          <a:xfrm>
            <a:off x="6936105" y="7893050"/>
            <a:ext cx="11360150"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l">
              <a:lnSpc>
                <a:spcPct val="100000"/>
              </a:lnSpc>
              <a:spcBef>
                <a:spcPct val="0"/>
              </a:spcBef>
              <a:buFont typeface="Arial" panose="020B0604020202020204" pitchFamily="34" charset="0"/>
              <a:buNone/>
            </a:pPr>
            <a:r>
              <a:rPr lang="vi-VN" altLang="zh-CN" sz="4000" b="1" dirty="0" smtClean="0">
                <a:solidFill>
                  <a:schemeClr val="bg1"/>
                </a:solidFill>
                <a:latin typeface="Microsoft YaHei" panose="020B0503020204020204" pitchFamily="34" charset="-122"/>
                <a:ea typeface="Microsoft YaHei" panose="020B0503020204020204" pitchFamily="34" charset="-122"/>
              </a:rPr>
              <a:t>   </a:t>
            </a:r>
            <a:r>
              <a:rPr lang="vi-VN" altLang="zh-CN" sz="4000" b="1" u="sng" dirty="0" smtClean="0">
                <a:solidFill>
                  <a:schemeClr val="bg1"/>
                </a:solidFill>
                <a:latin typeface="Microsoft YaHei" panose="020B0503020204020204" pitchFamily="34" charset="-122"/>
                <a:ea typeface="Microsoft YaHei" panose="020B0503020204020204" pitchFamily="34" charset="-122"/>
              </a:rPr>
              <a:t>Phân tích và thiết kế hệ </a:t>
            </a:r>
            <a:r>
              <a:rPr lang="vi-VN" altLang="zh-CN" sz="4000" b="1" u="sng" dirty="0" smtClean="0">
                <a:solidFill>
                  <a:schemeClr val="bg1"/>
                </a:solidFill>
                <a:latin typeface="Microsoft YaHei" panose="020B0503020204020204" pitchFamily="34" charset="-122"/>
                <a:ea typeface="Microsoft YaHei" panose="020B0503020204020204" pitchFamily="34" charset="-122"/>
              </a:rPr>
              <a:t>thống</a:t>
            </a:r>
            <a:endParaRPr lang="vi-VN" altLang="zh-CN" sz="4000" b="1" u="sng" dirty="0" smtClean="0">
              <a:solidFill>
                <a:schemeClr val="bg1"/>
              </a:solidFill>
              <a:latin typeface="Microsoft YaHei" panose="020B0503020204020204" pitchFamily="34" charset="-122"/>
              <a:ea typeface="Microsoft YaHei"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图片 189"/>
          <p:cNvPicPr>
            <a:picLocks noChangeAspect="1"/>
          </p:cNvPicPr>
          <p:nvPr/>
        </p:nvPicPr>
        <p:blipFill>
          <a:blip r:embed="rId1"/>
          <a:stretch>
            <a:fillRect/>
          </a:stretch>
        </p:blipFill>
        <p:spPr>
          <a:xfrm>
            <a:off x="7680615" y="4671549"/>
            <a:ext cx="9661962" cy="5608806"/>
          </a:xfrm>
          <a:prstGeom prst="rect">
            <a:avLst/>
          </a:prstGeom>
          <a:scene3d>
            <a:camera prst="orthographicFront">
              <a:rot lat="0" lon="10800000" rev="0"/>
            </a:camera>
            <a:lightRig rig="threePt" dir="t"/>
          </a:scene3d>
        </p:spPr>
      </p:pic>
      <p:sp>
        <p:nvSpPr>
          <p:cNvPr id="156" name="平行四边形 155"/>
          <p:cNvSpPr/>
          <p:nvPr/>
        </p:nvSpPr>
        <p:spPr>
          <a:xfrm>
            <a:off x="10210806" y="2178039"/>
            <a:ext cx="7845419" cy="8029891"/>
          </a:xfrm>
          <a:custGeom>
            <a:avLst/>
            <a:gdLst>
              <a:gd name="connsiteX0" fmla="*/ 0 w 8763000"/>
              <a:gd name="connsiteY0" fmla="*/ 8029891 h 8029891"/>
              <a:gd name="connsiteX1" fmla="*/ 4625779 w 8763000"/>
              <a:gd name="connsiteY1" fmla="*/ 0 h 8029891"/>
              <a:gd name="connsiteX2" fmla="*/ 8763000 w 8763000"/>
              <a:gd name="connsiteY2" fmla="*/ 0 h 8029891"/>
              <a:gd name="connsiteX3" fmla="*/ 4137221 w 8763000"/>
              <a:gd name="connsiteY3" fmla="*/ 8029891 h 8029891"/>
              <a:gd name="connsiteX4" fmla="*/ 0 w 8763000"/>
              <a:gd name="connsiteY4" fmla="*/ 8029891 h 8029891"/>
              <a:gd name="connsiteX0-1" fmla="*/ 0 w 8763000"/>
              <a:gd name="connsiteY0-2" fmla="*/ 8029891 h 8029891"/>
              <a:gd name="connsiteX1-3" fmla="*/ 4625779 w 8763000"/>
              <a:gd name="connsiteY1-4" fmla="*/ 0 h 8029891"/>
              <a:gd name="connsiteX2-5" fmla="*/ 8763000 w 8763000"/>
              <a:gd name="connsiteY2-6" fmla="*/ 0 h 8029891"/>
              <a:gd name="connsiteX3-7" fmla="*/ 4243546 w 8763000"/>
              <a:gd name="connsiteY3-8" fmla="*/ 8008626 h 8029891"/>
              <a:gd name="connsiteX4-9" fmla="*/ 0 w 8763000"/>
              <a:gd name="connsiteY4-10" fmla="*/ 8029891 h 802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63000" h="8029891">
                <a:moveTo>
                  <a:pt x="0" y="8029891"/>
                </a:moveTo>
                <a:lnTo>
                  <a:pt x="4625779" y="0"/>
                </a:lnTo>
                <a:lnTo>
                  <a:pt x="8763000" y="0"/>
                </a:lnTo>
                <a:lnTo>
                  <a:pt x="4243546" y="8008626"/>
                </a:lnTo>
                <a:lnTo>
                  <a:pt x="0" y="8029891"/>
                </a:lnTo>
                <a:close/>
              </a:path>
            </a:pathLst>
          </a:custGeom>
          <a:solidFill>
            <a:schemeClr val="tx1">
              <a:lumMod val="75000"/>
              <a:lumOff val="25000"/>
              <a:alpha val="60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6351"/>
            <a:ext cx="7110226" cy="10286705"/>
          </a:xfrm>
          <a:custGeom>
            <a:avLst/>
            <a:gdLst>
              <a:gd name="connsiteX0" fmla="*/ 0 w 7110226"/>
              <a:gd name="connsiteY0" fmla="*/ 0 h 10286705"/>
              <a:gd name="connsiteX1" fmla="*/ 7110226 w 7110226"/>
              <a:gd name="connsiteY1" fmla="*/ 0 h 10286705"/>
              <a:gd name="connsiteX2" fmla="*/ 7110226 w 7110226"/>
              <a:gd name="connsiteY2" fmla="*/ 10286705 h 10286705"/>
              <a:gd name="connsiteX3" fmla="*/ 0 w 7110226"/>
              <a:gd name="connsiteY3" fmla="*/ 10286705 h 10286705"/>
              <a:gd name="connsiteX4" fmla="*/ 0 w 7110226"/>
              <a:gd name="connsiteY4" fmla="*/ 0 h 10286705"/>
              <a:gd name="connsiteX0-1" fmla="*/ 0 w 7110226"/>
              <a:gd name="connsiteY0-2" fmla="*/ 0 h 10286705"/>
              <a:gd name="connsiteX1-3" fmla="*/ 7110226 w 7110226"/>
              <a:gd name="connsiteY1-4" fmla="*/ 0 h 10286705"/>
              <a:gd name="connsiteX2-5" fmla="*/ 4001266 w 7110226"/>
              <a:gd name="connsiteY2-6" fmla="*/ 10286705 h 10286705"/>
              <a:gd name="connsiteX3-7" fmla="*/ 0 w 7110226"/>
              <a:gd name="connsiteY3-8" fmla="*/ 10286705 h 10286705"/>
              <a:gd name="connsiteX4-9" fmla="*/ 0 w 7110226"/>
              <a:gd name="connsiteY4-10" fmla="*/ 0 h 102867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110226" h="10286705">
                <a:moveTo>
                  <a:pt x="0" y="0"/>
                </a:moveTo>
                <a:lnTo>
                  <a:pt x="7110226" y="0"/>
                </a:lnTo>
                <a:lnTo>
                  <a:pt x="4001266" y="10286705"/>
                </a:lnTo>
                <a:lnTo>
                  <a:pt x="0" y="10286705"/>
                </a:lnTo>
                <a:lnTo>
                  <a:pt x="0" y="0"/>
                </a:lnTo>
                <a:close/>
              </a:path>
            </a:pathLst>
          </a:custGeom>
          <a:solidFill>
            <a:srgbClr val="F0242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TextBox 46"/>
          <p:cNvSpPr txBox="1"/>
          <p:nvPr/>
        </p:nvSpPr>
        <p:spPr>
          <a:xfrm>
            <a:off x="2666920" y="1339930"/>
            <a:ext cx="3119149" cy="7786747"/>
          </a:xfrm>
          <a:prstGeom prst="rect">
            <a:avLst/>
          </a:prstGeom>
          <a:noFill/>
          <a:effectLst>
            <a:outerShdw blurRad="1270000" dist="38100" dir="5400000" algn="t" rotWithShape="0">
              <a:prstClr val="black">
                <a:alpha val="40000"/>
              </a:prstClr>
            </a:outerShdw>
          </a:effectLst>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algn="ctr"/>
            <a:r>
              <a:rPr lang="en-US" altLang="zh-CN" sz="50000" b="1" dirty="0" smtClean="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1</a:t>
            </a:r>
            <a:endParaRPr lang="zh-CN" altLang="en-US" sz="50000" b="1"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4"/>
          <p:cNvSpPr/>
          <p:nvPr/>
        </p:nvSpPr>
        <p:spPr>
          <a:xfrm>
            <a:off x="4684033" y="5381133"/>
            <a:ext cx="1862918" cy="2679024"/>
          </a:xfrm>
          <a:custGeom>
            <a:avLst/>
            <a:gdLst>
              <a:gd name="connsiteX0" fmla="*/ 0 w 914400"/>
              <a:gd name="connsiteY0" fmla="*/ 0 h 2494462"/>
              <a:gd name="connsiteX1" fmla="*/ 914400 w 914400"/>
              <a:gd name="connsiteY1" fmla="*/ 0 h 2494462"/>
              <a:gd name="connsiteX2" fmla="*/ 914400 w 914400"/>
              <a:gd name="connsiteY2" fmla="*/ 2494462 h 2494462"/>
              <a:gd name="connsiteX3" fmla="*/ 0 w 914400"/>
              <a:gd name="connsiteY3" fmla="*/ 2494462 h 2494462"/>
              <a:gd name="connsiteX4" fmla="*/ 0 w 914400"/>
              <a:gd name="connsiteY4" fmla="*/ 0 h 2494462"/>
              <a:gd name="connsiteX0-1" fmla="*/ 744279 w 1658679"/>
              <a:gd name="connsiteY0-2" fmla="*/ 0 h 2685848"/>
              <a:gd name="connsiteX1-3" fmla="*/ 1658679 w 1658679"/>
              <a:gd name="connsiteY1-4" fmla="*/ 0 h 2685848"/>
              <a:gd name="connsiteX2-5" fmla="*/ 1658679 w 1658679"/>
              <a:gd name="connsiteY2-6" fmla="*/ 2494462 h 2685848"/>
              <a:gd name="connsiteX3-7" fmla="*/ 0 w 1658679"/>
              <a:gd name="connsiteY3-8" fmla="*/ 2685848 h 2685848"/>
              <a:gd name="connsiteX4-9" fmla="*/ 744279 w 1658679"/>
              <a:gd name="connsiteY4-10" fmla="*/ 0 h 2685848"/>
              <a:gd name="connsiteX0-11" fmla="*/ 744279 w 2509283"/>
              <a:gd name="connsiteY0-12" fmla="*/ 0 h 2685848"/>
              <a:gd name="connsiteX1-13" fmla="*/ 1658679 w 2509283"/>
              <a:gd name="connsiteY1-14" fmla="*/ 0 h 2685848"/>
              <a:gd name="connsiteX2-15" fmla="*/ 2509283 w 2509283"/>
              <a:gd name="connsiteY2-16" fmla="*/ 2622053 h 2685848"/>
              <a:gd name="connsiteX3-17" fmla="*/ 0 w 2509283"/>
              <a:gd name="connsiteY3-18" fmla="*/ 2685848 h 2685848"/>
              <a:gd name="connsiteX4-19" fmla="*/ 744279 w 2509283"/>
              <a:gd name="connsiteY4-20" fmla="*/ 0 h 2685848"/>
              <a:gd name="connsiteX0-21" fmla="*/ 744279 w 1658679"/>
              <a:gd name="connsiteY0-22" fmla="*/ 0 h 2685848"/>
              <a:gd name="connsiteX1-23" fmla="*/ 1658679 w 1658679"/>
              <a:gd name="connsiteY1-24" fmla="*/ 0 h 2685848"/>
              <a:gd name="connsiteX2-25" fmla="*/ 1531087 w 1658679"/>
              <a:gd name="connsiteY2-26" fmla="*/ 2643318 h 2685848"/>
              <a:gd name="connsiteX3-27" fmla="*/ 0 w 1658679"/>
              <a:gd name="connsiteY3-28" fmla="*/ 2685848 h 2685848"/>
              <a:gd name="connsiteX4-29" fmla="*/ 744279 w 1658679"/>
              <a:gd name="connsiteY4-30" fmla="*/ 0 h 2685848"/>
              <a:gd name="connsiteX0-31" fmla="*/ 744279 w 1658679"/>
              <a:gd name="connsiteY0-32" fmla="*/ 0 h 2685848"/>
              <a:gd name="connsiteX1-33" fmla="*/ 1658679 w 1658679"/>
              <a:gd name="connsiteY1-34" fmla="*/ 0 h 2685848"/>
              <a:gd name="connsiteX2-35" fmla="*/ 1531087 w 1658679"/>
              <a:gd name="connsiteY2-36" fmla="*/ 2643318 h 2685848"/>
              <a:gd name="connsiteX3-37" fmla="*/ 0 w 1658679"/>
              <a:gd name="connsiteY3-38" fmla="*/ 2685848 h 2685848"/>
              <a:gd name="connsiteX4-39" fmla="*/ 744279 w 1658679"/>
              <a:gd name="connsiteY4-40" fmla="*/ 0 h 2685848"/>
              <a:gd name="connsiteX0-41" fmla="*/ 744279 w 1828798"/>
              <a:gd name="connsiteY0-42" fmla="*/ 0 h 2685848"/>
              <a:gd name="connsiteX1-43" fmla="*/ 1658679 w 1828798"/>
              <a:gd name="connsiteY1-44" fmla="*/ 0 h 2685848"/>
              <a:gd name="connsiteX2-45" fmla="*/ 1828798 w 1828798"/>
              <a:gd name="connsiteY2-46" fmla="*/ 2196751 h 2685848"/>
              <a:gd name="connsiteX3-47" fmla="*/ 0 w 1828798"/>
              <a:gd name="connsiteY3-48" fmla="*/ 2685848 h 2685848"/>
              <a:gd name="connsiteX4-49" fmla="*/ 744279 w 1828798"/>
              <a:gd name="connsiteY4-50" fmla="*/ 0 h 2685848"/>
              <a:gd name="connsiteX0-51" fmla="*/ 778399 w 1862918"/>
              <a:gd name="connsiteY0-52" fmla="*/ 0 h 2665376"/>
              <a:gd name="connsiteX1-53" fmla="*/ 1692799 w 1862918"/>
              <a:gd name="connsiteY1-54" fmla="*/ 0 h 2665376"/>
              <a:gd name="connsiteX2-55" fmla="*/ 1862918 w 1862918"/>
              <a:gd name="connsiteY2-56" fmla="*/ 2196751 h 2665376"/>
              <a:gd name="connsiteX3-57" fmla="*/ 0 w 1862918"/>
              <a:gd name="connsiteY3-58" fmla="*/ 2665376 h 2665376"/>
              <a:gd name="connsiteX4-59" fmla="*/ 778399 w 1862918"/>
              <a:gd name="connsiteY4-60" fmla="*/ 0 h 2665376"/>
              <a:gd name="connsiteX0-61" fmla="*/ 798870 w 1862918"/>
              <a:gd name="connsiteY0-62" fmla="*/ 0 h 2679024"/>
              <a:gd name="connsiteX1-63" fmla="*/ 1692799 w 1862918"/>
              <a:gd name="connsiteY1-64" fmla="*/ 13648 h 2679024"/>
              <a:gd name="connsiteX2-65" fmla="*/ 1862918 w 1862918"/>
              <a:gd name="connsiteY2-66" fmla="*/ 2210399 h 2679024"/>
              <a:gd name="connsiteX3-67" fmla="*/ 0 w 1862918"/>
              <a:gd name="connsiteY3-68" fmla="*/ 2679024 h 2679024"/>
              <a:gd name="connsiteX4-69" fmla="*/ 798870 w 1862918"/>
              <a:gd name="connsiteY4-70" fmla="*/ 0 h 26790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2918" h="2679024">
                <a:moveTo>
                  <a:pt x="798870" y="0"/>
                </a:moveTo>
                <a:lnTo>
                  <a:pt x="1692799" y="13648"/>
                </a:lnTo>
                <a:lnTo>
                  <a:pt x="1862918" y="2210399"/>
                </a:lnTo>
                <a:lnTo>
                  <a:pt x="0" y="2679024"/>
                </a:lnTo>
                <a:lnTo>
                  <a:pt x="798870" y="0"/>
                </a:lnTo>
                <a:close/>
              </a:path>
            </a:pathLst>
          </a:custGeom>
          <a:solidFill>
            <a:srgbClr val="25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6324558" y="3244624"/>
            <a:ext cx="8599265" cy="3046095"/>
          </a:xfrm>
          <a:prstGeom prst="rect">
            <a:avLst/>
          </a:prstGeom>
          <a:noFill/>
        </p:spPr>
        <p:txBody>
          <a:bodyPr wrap="square" rtlCol="0">
            <a:spAutoFit/>
          </a:bodyPr>
          <a:lstStyle/>
          <a:p>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Tổng quan về đề </a:t>
            </a:r>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tài</a:t>
            </a:r>
            <a:endPar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30997"/>
          </a:xfrm>
          <a:prstGeom prst="rect">
            <a:avLst/>
          </a:prstGeom>
          <a:noFill/>
        </p:spPr>
        <p:txBody>
          <a:bodyPr wrap="square" rtlCol="0">
            <a:spAutoFit/>
          </a:bodyPr>
          <a:lstStyle/>
          <a:p>
            <a:r>
              <a:rPr lang="en-US" altLang="zh-HK" sz="4800" dirty="0" smtClean="0">
                <a:solidFill>
                  <a:schemeClr val="bg1"/>
                </a:solidFill>
                <a:latin typeface="Microsoft YaHei" panose="020B0503020204020204" pitchFamily="34" charset="-122"/>
                <a:ea typeface="Microsoft YaHei" panose="020B0503020204020204" pitchFamily="34" charset="-122"/>
              </a:rPr>
              <a:t>01</a:t>
            </a:r>
            <a:endParaRPr lang="zh-HK" altLang="en-US" sz="4800" dirty="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381000" y="730250"/>
            <a:ext cx="853884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Giới </a:t>
            </a:r>
            <a:r>
              <a:rPr lang="vi-VN" altLang="zh-CN" sz="4000" dirty="0" smtClean="0">
                <a:solidFill>
                  <a:srgbClr val="FFFFFF"/>
                </a:solidFill>
                <a:latin typeface="Microsoft YaHei" panose="020B0503020204020204" pitchFamily="34" charset="-122"/>
                <a:ea typeface="Microsoft YaHei" panose="020B0503020204020204" pitchFamily="34" charset="-122"/>
              </a:rPr>
              <a:t>thiệu</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7" name="文本框 162"/>
          <p:cNvSpPr txBox="1"/>
          <p:nvPr/>
        </p:nvSpPr>
        <p:spPr>
          <a:xfrm>
            <a:off x="297180" y="1949450"/>
            <a:ext cx="10372725" cy="4896485"/>
          </a:xfrm>
          <a:prstGeom prst="rect">
            <a:avLst/>
          </a:prstGeom>
          <a:noFill/>
        </p:spPr>
        <p:txBody>
          <a:bodyPr wrap="square" rtlCol="0">
            <a:noAutofit/>
          </a:bodyPr>
          <a:p>
            <a:pPr lvl="0" indent="457200" algn="just">
              <a:lnSpc>
                <a:spcPct val="150000"/>
              </a:lnSpc>
              <a:spcBef>
                <a:spcPts val="600"/>
              </a:spcBef>
            </a:pPr>
            <a:r>
              <a:rPr lang="vi-VN" altLang="en-US" sz="2400">
                <a:solidFill>
                  <a:schemeClr val="bg1"/>
                </a:solidFill>
                <a:latin typeface="Microsoft YaHei" panose="020B0503020204020204" pitchFamily="34" charset="-122"/>
                <a:ea typeface="Microsoft YaHei" panose="020B0503020204020204" pitchFamily="34" charset="-122"/>
                <a:sym typeface="+mn-ea"/>
              </a:rPr>
              <a:t>Bài tập lớn này tập trung xây dựng các chức năng phục vụ cho việc quản lý </a:t>
            </a:r>
            <a:r>
              <a:rPr lang="en-US" sz="2400">
                <a:solidFill>
                  <a:schemeClr val="bg1"/>
                </a:solidFill>
                <a:latin typeface="Microsoft YaHei" panose="020B0503020204020204" pitchFamily="34" charset="-122"/>
                <a:ea typeface="Microsoft YaHei" panose="020B0503020204020204" pitchFamily="34" charset="-122"/>
                <a:sym typeface="+mn-ea"/>
              </a:rPr>
              <a:t>Cửa hàng thời trang. </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457200" algn="just">
              <a:lnSpc>
                <a:spcPct val="150000"/>
              </a:lnSpc>
              <a:spcBef>
                <a:spcPts val="600"/>
              </a:spcBef>
            </a:pPr>
            <a:r>
              <a:rPr lang="en-US" sz="2400">
                <a:solidFill>
                  <a:schemeClr val="bg1"/>
                </a:solidFill>
                <a:latin typeface="Microsoft YaHei" panose="020B0503020204020204" pitchFamily="34" charset="-122"/>
                <a:ea typeface="Microsoft YaHei" panose="020B0503020204020204" pitchFamily="34" charset="-122"/>
                <a:sym typeface="+mn-ea"/>
              </a:rPr>
              <a:t>Dù không đa dạng nhưng vẫn cung cấp số lượng mẫu mã phù hợp với đại đa số người dùng như: quần vải, áo polo, quần jean. </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457200" algn="just">
              <a:lnSpc>
                <a:spcPct val="150000"/>
              </a:lnSpc>
              <a:spcBef>
                <a:spcPts val="600"/>
              </a:spcBef>
            </a:pPr>
            <a:r>
              <a:rPr lang="en-US" sz="2400">
                <a:solidFill>
                  <a:schemeClr val="bg1"/>
                </a:solidFill>
                <a:latin typeface="Microsoft YaHei" panose="020B0503020204020204" pitchFamily="34" charset="-122"/>
                <a:ea typeface="Microsoft YaHei" panose="020B0503020204020204" pitchFamily="34" charset="-122"/>
                <a:sym typeface="+mn-ea"/>
              </a:rPr>
              <a:t>Với sự thuận tiện và diện tích nhỏ gọn, khách hàng có thể dễ dàng di chuyển và mua sắm trong cửa hàng. </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457200" algn="just">
              <a:lnSpc>
                <a:spcPct val="150000"/>
              </a:lnSpc>
              <a:spcBef>
                <a:spcPts val="600"/>
              </a:spcBef>
            </a:pPr>
            <a:r>
              <a:rPr lang="en-US" sz="2400">
                <a:solidFill>
                  <a:schemeClr val="bg1"/>
                </a:solidFill>
                <a:latin typeface="Microsoft YaHei" panose="020B0503020204020204" pitchFamily="34" charset="-122"/>
                <a:ea typeface="Microsoft YaHei" panose="020B0503020204020204" pitchFamily="34" charset="-122"/>
                <a:sym typeface="+mn-ea"/>
              </a:rPr>
              <a:t>Điều này giúp duy trì sự linh hoạt và tiện ích trong cung cấp sản phẩm và dịch vụ cho khách hàng.</a:t>
            </a:r>
            <a:endParaRPr lang="en-US" sz="2400">
              <a:solidFill>
                <a:schemeClr val="bg1"/>
              </a:solidFill>
              <a:latin typeface="Microsoft YaHei" panose="020B0503020204020204" pitchFamily="34" charset="-122"/>
              <a:ea typeface="Microsoft YaHei" panose="020B0503020204020204" pitchFamily="34" charset="-122"/>
              <a:sym typeface="+mn-ea"/>
            </a:endParaRPr>
          </a:p>
        </p:txBody>
      </p:sp>
      <p:pic>
        <p:nvPicPr>
          <p:cNvPr id="3" name="Picture 2" descr="anh3"/>
          <p:cNvPicPr>
            <a:picLocks noChangeAspect="1"/>
          </p:cNvPicPr>
          <p:nvPr/>
        </p:nvPicPr>
        <p:blipFill>
          <a:blip r:embed="rId1"/>
          <a:srcRect l="6744" t="21196" r="6544" b="17142"/>
          <a:stretch>
            <a:fillRect/>
          </a:stretch>
        </p:blipFill>
        <p:spPr>
          <a:xfrm>
            <a:off x="11125200" y="1949450"/>
            <a:ext cx="6858000" cy="57226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zh-HK" sz="4800" dirty="0" smtClean="0">
                <a:solidFill>
                  <a:schemeClr val="bg1"/>
                </a:solidFill>
                <a:latin typeface="Microsoft YaHei" panose="020B0503020204020204" pitchFamily="34" charset="-122"/>
                <a:ea typeface="Microsoft YaHei" panose="020B0503020204020204" pitchFamily="34" charset="-122"/>
              </a:rPr>
              <a:t>0</a:t>
            </a:r>
            <a:r>
              <a:rPr lang="vi-VN" altLang="en-US" sz="4800" dirty="0" smtClean="0">
                <a:solidFill>
                  <a:schemeClr val="bg1"/>
                </a:solidFill>
                <a:latin typeface="Microsoft YaHei" panose="020B0503020204020204" pitchFamily="34" charset="-122"/>
                <a:ea typeface="Microsoft YaHei" panose="020B0503020204020204" pitchFamily="34" charset="-122"/>
              </a:rPr>
              <a:t>2</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381000" y="730250"/>
            <a:ext cx="853884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Bảng phân công việc </a:t>
            </a:r>
            <a:r>
              <a:rPr lang="vi-VN" altLang="zh-CN" sz="4000" dirty="0" smtClean="0">
                <a:solidFill>
                  <a:srgbClr val="FFFFFF"/>
                </a:solidFill>
                <a:latin typeface="Microsoft YaHei" panose="020B0503020204020204" pitchFamily="34" charset="-122"/>
                <a:ea typeface="Microsoft YaHei" panose="020B0503020204020204" pitchFamily="34" charset="-122"/>
              </a:rPr>
              <a:t>nhóm</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graphicFrame>
        <p:nvGraphicFramePr>
          <p:cNvPr id="2" name="Table 1"/>
          <p:cNvGraphicFramePr/>
          <p:nvPr>
            <p:custDataLst>
              <p:tags r:id="rId1"/>
            </p:custDataLst>
          </p:nvPr>
        </p:nvGraphicFramePr>
        <p:xfrm>
          <a:off x="304800" y="1720850"/>
          <a:ext cx="13469620" cy="2545080"/>
        </p:xfrm>
        <a:graphic>
          <a:graphicData uri="http://schemas.openxmlformats.org/drawingml/2006/table">
            <a:tbl>
              <a:tblPr firstRow="1" bandRow="1">
                <a:tableStyleId>{5C22544A-7EE6-4342-B048-85BDC9FD1C3A}</a:tableStyleId>
              </a:tblPr>
              <a:tblGrid>
                <a:gridCol w="965835"/>
                <a:gridCol w="1753235"/>
                <a:gridCol w="6475730"/>
                <a:gridCol w="4274820"/>
              </a:tblGrid>
              <a:tr h="640080">
                <a:tc>
                  <a:txBody>
                    <a:bodyPr/>
                    <a:p>
                      <a:pPr algn="ctr">
                        <a:buNone/>
                      </a:pPr>
                      <a:r>
                        <a:rPr lang="vi-VN" altLang="en-US" sz="3200">
                          <a:latin typeface="Microsoft YaHei" panose="020B0503020204020204" pitchFamily="34" charset="-122"/>
                          <a:ea typeface="Microsoft YaHei" panose="020B0503020204020204" pitchFamily="34" charset="-122"/>
                        </a:rPr>
                        <a:t>STT</a:t>
                      </a:r>
                      <a:endParaRPr lang="vi-VN" altLang="en-US" sz="3200">
                        <a:latin typeface="Microsoft YaHei" panose="020B0503020204020204" pitchFamily="34" charset="-122"/>
                        <a:ea typeface="Microsoft YaHei" panose="020B0503020204020204" pitchFamily="34" charset="-122"/>
                      </a:endParaRPr>
                    </a:p>
                  </a:txBody>
                  <a:tcPr anchor="ctr" anchorCtr="0">
                    <a:noFill/>
                  </a:tcPr>
                </a:tc>
                <a:tc>
                  <a:txBody>
                    <a:bodyPr/>
                    <a:p>
                      <a:pPr algn="ctr">
                        <a:buNone/>
                      </a:pPr>
                      <a:r>
                        <a:rPr lang="vi-VN" altLang="en-US" sz="3200">
                          <a:latin typeface="Microsoft YaHei" panose="020B0503020204020204" pitchFamily="34" charset="-122"/>
                          <a:ea typeface="Microsoft YaHei" panose="020B0503020204020204" pitchFamily="34" charset="-122"/>
                        </a:rPr>
                        <a:t>Tên đầu việc</a:t>
                      </a:r>
                      <a:endParaRPr lang="vi-VN" altLang="en-US" sz="3200">
                        <a:latin typeface="Microsoft YaHei" panose="020B0503020204020204" pitchFamily="34" charset="-122"/>
                        <a:ea typeface="Microsoft YaHei" panose="020B0503020204020204" pitchFamily="34" charset="-122"/>
                      </a:endParaRPr>
                    </a:p>
                  </a:txBody>
                  <a:tcPr anchor="ctr" anchorCtr="0">
                    <a:noFill/>
                  </a:tcPr>
                </a:tc>
                <a:tc>
                  <a:txBody>
                    <a:bodyPr/>
                    <a:p>
                      <a:pPr algn="ctr">
                        <a:buNone/>
                      </a:pPr>
                      <a:r>
                        <a:rPr lang="vi-VN" altLang="en-US" sz="3200">
                          <a:latin typeface="Microsoft YaHei" panose="020B0503020204020204" pitchFamily="34" charset="-122"/>
                          <a:ea typeface="Microsoft YaHei" panose="020B0503020204020204" pitchFamily="34" charset="-122"/>
                        </a:rPr>
                        <a:t>Cộng việc chia đến nhỏ nhất</a:t>
                      </a:r>
                      <a:endParaRPr lang="vi-VN" altLang="en-US" sz="3200">
                        <a:latin typeface="Microsoft YaHei" panose="020B0503020204020204" pitchFamily="34" charset="-122"/>
                        <a:ea typeface="Microsoft YaHei" panose="020B0503020204020204" pitchFamily="34" charset="-122"/>
                      </a:endParaRPr>
                    </a:p>
                  </a:txBody>
                  <a:tcPr anchor="ctr" anchorCtr="0">
                    <a:noFill/>
                  </a:tcPr>
                </a:tc>
                <a:tc>
                  <a:txBody>
                    <a:bodyPr/>
                    <a:p>
                      <a:pPr algn="ctr">
                        <a:buNone/>
                      </a:pPr>
                      <a:r>
                        <a:rPr lang="vi-VN" altLang="en-US" sz="3200">
                          <a:latin typeface="Microsoft YaHei" panose="020B0503020204020204" pitchFamily="34" charset="-122"/>
                          <a:ea typeface="Microsoft YaHei" panose="020B0503020204020204" pitchFamily="34" charset="-122"/>
                        </a:rPr>
                        <a:t>Thành viên </a:t>
                      </a:r>
                      <a:endParaRPr lang="vi-VN" altLang="en-US" sz="3200">
                        <a:latin typeface="Microsoft YaHei" panose="020B0503020204020204" pitchFamily="34" charset="-122"/>
                        <a:ea typeface="Microsoft YaHei" panose="020B0503020204020204" pitchFamily="34" charset="-122"/>
                      </a:endParaRPr>
                    </a:p>
                  </a:txBody>
                  <a:tcPr anchor="ctr" anchorCtr="0">
                    <a:noFill/>
                  </a:tcPr>
                </a:tc>
              </a:tr>
              <a:tr h="381000">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rPr>
                        <a:t>1</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noFill/>
                  </a:tcPr>
                </a:tc>
                <a:tc rowSpan="5">
                  <a:txBody>
                    <a:bodyPr/>
                    <a:p>
                      <a:pPr>
                        <a:lnSpc>
                          <a:spcPct val="110000"/>
                        </a:lnSpc>
                      </a:pPr>
                      <a:r>
                        <a:rPr lang="vi-VN" altLang="zh-CN" sz="3200" b="1" dirty="0" smtClean="0">
                          <a:solidFill>
                            <a:schemeClr val="bg1"/>
                          </a:solidFill>
                          <a:latin typeface="Microsoft YaHei" panose="020B0503020204020204" pitchFamily="34" charset="-122"/>
                          <a:ea typeface="Microsoft YaHei" panose="020B0503020204020204" pitchFamily="34" charset="-122"/>
                          <a:cs typeface="Arial" panose="020B0604020202020204"/>
                          <a:sym typeface="+mn-ea"/>
                        </a:rPr>
                        <a:t>Phân tích và thiết kế hệ thống quản lý cửa hàng thời trang</a:t>
                      </a:r>
                      <a:endParaRPr lang="vi-VN" altLang="zh-CN" sz="3200" b="1" dirty="0" smtClean="0">
                        <a:solidFill>
                          <a:schemeClr val="bg1"/>
                        </a:solidFill>
                        <a:latin typeface="Microsoft YaHei" panose="020B0503020204020204" pitchFamily="34" charset="-122"/>
                        <a:ea typeface="Microsoft YaHei" panose="020B0503020204020204" pitchFamily="34" charset="-122"/>
                        <a:cs typeface="Arial" panose="020B0604020202020204"/>
                        <a:sym typeface="+mn-ea"/>
                      </a:endParaRPr>
                    </a:p>
                  </a:txBody>
                  <a:tcPr anchor="ctr" anchorCtr="0">
                    <a:noFill/>
                  </a:tcPr>
                </a:tc>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rPr>
                        <a:t>Thu thập dữ liệu cung cấp cho hệ thống</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noFill/>
                  </a:tcPr>
                </a:tc>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rPr>
                        <a:t>Nguyễn Trí Dũng</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noFill/>
                  </a:tcPr>
                </a:tc>
              </a:tr>
              <a:tr h="381000">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rPr>
                        <a:t>2</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noFill/>
                  </a:tcPr>
                </a:tc>
                <a:tc vMerge="1">
                  <a:tcPr anchor="ctr" anchorCtr="0">
                    <a:noFill/>
                  </a:tcPr>
                </a:tc>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rPr>
                        <a:t>Xây dựng hệ thống đưa ra sơ đồ thiết kế thông quát</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noFill/>
                  </a:tcPr>
                </a:tc>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rPr>
                        <a:t>Nguyễn Trung Chính</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noFill/>
                  </a:tcPr>
                </a:tc>
              </a:tr>
              <a:tr h="381000">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rPr>
                        <a:t>3</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noFill/>
                  </a:tcPr>
                </a:tc>
                <a:tc vMerge="1">
                  <a:tcPr anchor="ctr" anchorCtr="0">
                    <a:noFill/>
                  </a:tcPr>
                </a:tc>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rPr>
                        <a:t>Xây dựng các chức năng chi tiết</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noFill/>
                  </a:tcPr>
                </a:tc>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rPr>
                        <a:t>Vũ Văn Phong</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noFill/>
                  </a:tcPr>
                </a:tc>
              </a:tr>
              <a:tr h="381000">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rPr>
                        <a:t>4</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noFill/>
                  </a:tcPr>
                </a:tc>
                <a:tc vMerge="1">
                  <a:tcPr anchor="ctr" anchorCtr="0">
                    <a:noFill/>
                  </a:tcPr>
                </a:tc>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rPr>
                        <a:t>Thiết kế dữ liệu database cho hệ thống</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noFill/>
                  </a:tcPr>
                </a:tc>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rPr>
                        <a:t>Trần Văn Nam</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noFill/>
                  </a:tcPr>
                </a:tc>
              </a:tr>
              <a:tr h="381000">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rPr>
                        <a:t>5</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noFill/>
                  </a:tcPr>
                </a:tc>
                <a:tc vMerge="1">
                  <a:tcPr anchor="ctr" anchorCtr="0">
                    <a:noFill/>
                  </a:tcPr>
                </a:tc>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sym typeface="+mn-ea"/>
                        </a:rPr>
                        <a:t>Phân tích chức năng cho hệ thống</a:t>
                      </a:r>
                      <a:endParaRPr lang="vi-VN" altLang="en-US" sz="3200">
                        <a:solidFill>
                          <a:schemeClr val="bg1"/>
                        </a:solidFill>
                        <a:latin typeface="Microsoft YaHei" panose="020B0503020204020204" pitchFamily="34" charset="-122"/>
                        <a:ea typeface="Microsoft YaHei" panose="020B0503020204020204" pitchFamily="34" charset="-122"/>
                        <a:sym typeface="+mn-ea"/>
                      </a:endParaRPr>
                    </a:p>
                  </a:txBody>
                  <a:tcPr anchor="ctr" anchorCtr="0">
                    <a:noFill/>
                  </a:tcPr>
                </a:tc>
                <a:tc>
                  <a:txBody>
                    <a:bodyPr/>
                    <a:p>
                      <a:pPr algn="ctr">
                        <a:buNone/>
                      </a:pPr>
                      <a:r>
                        <a:rPr lang="vi-VN" altLang="en-US" sz="3200">
                          <a:solidFill>
                            <a:schemeClr val="bg1"/>
                          </a:solidFill>
                          <a:latin typeface="Microsoft YaHei" panose="020B0503020204020204" pitchFamily="34" charset="-122"/>
                          <a:ea typeface="Microsoft YaHei" panose="020B0503020204020204" pitchFamily="34" charset="-122"/>
                        </a:rPr>
                        <a:t>Đổng Trung Đức</a:t>
                      </a:r>
                      <a:endParaRPr lang="vi-VN" altLang="en-US" sz="3200">
                        <a:solidFill>
                          <a:schemeClr val="bg1"/>
                        </a:solidFill>
                        <a:latin typeface="Microsoft YaHei" panose="020B0503020204020204" pitchFamily="34" charset="-122"/>
                        <a:ea typeface="Microsoft YaHei" panose="020B0503020204020204" pitchFamily="34" charset="-122"/>
                      </a:endParaRPr>
                    </a:p>
                  </a:txBody>
                  <a:tcPr anchor="ctr" anchorCtr="0">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图片 189"/>
          <p:cNvPicPr>
            <a:picLocks noChangeAspect="1"/>
          </p:cNvPicPr>
          <p:nvPr/>
        </p:nvPicPr>
        <p:blipFill>
          <a:blip r:embed="rId1"/>
          <a:stretch>
            <a:fillRect/>
          </a:stretch>
        </p:blipFill>
        <p:spPr>
          <a:xfrm>
            <a:off x="7680615" y="4671549"/>
            <a:ext cx="9661962" cy="5608806"/>
          </a:xfrm>
          <a:prstGeom prst="rect">
            <a:avLst/>
          </a:prstGeom>
          <a:scene3d>
            <a:camera prst="orthographicFront">
              <a:rot lat="0" lon="10800000" rev="0"/>
            </a:camera>
            <a:lightRig rig="threePt" dir="t"/>
          </a:scene3d>
        </p:spPr>
      </p:pic>
      <p:sp>
        <p:nvSpPr>
          <p:cNvPr id="156" name="平行四边形 155"/>
          <p:cNvSpPr/>
          <p:nvPr/>
        </p:nvSpPr>
        <p:spPr>
          <a:xfrm>
            <a:off x="10442581" y="2254239"/>
            <a:ext cx="7845419" cy="8029891"/>
          </a:xfrm>
          <a:custGeom>
            <a:avLst/>
            <a:gdLst>
              <a:gd name="connsiteX0" fmla="*/ 0 w 8763000"/>
              <a:gd name="connsiteY0" fmla="*/ 8029891 h 8029891"/>
              <a:gd name="connsiteX1" fmla="*/ 4625779 w 8763000"/>
              <a:gd name="connsiteY1" fmla="*/ 0 h 8029891"/>
              <a:gd name="connsiteX2" fmla="*/ 8763000 w 8763000"/>
              <a:gd name="connsiteY2" fmla="*/ 0 h 8029891"/>
              <a:gd name="connsiteX3" fmla="*/ 4137221 w 8763000"/>
              <a:gd name="connsiteY3" fmla="*/ 8029891 h 8029891"/>
              <a:gd name="connsiteX4" fmla="*/ 0 w 8763000"/>
              <a:gd name="connsiteY4" fmla="*/ 8029891 h 8029891"/>
              <a:gd name="connsiteX0-1" fmla="*/ 0 w 8763000"/>
              <a:gd name="connsiteY0-2" fmla="*/ 8029891 h 8029891"/>
              <a:gd name="connsiteX1-3" fmla="*/ 4625779 w 8763000"/>
              <a:gd name="connsiteY1-4" fmla="*/ 0 h 8029891"/>
              <a:gd name="connsiteX2-5" fmla="*/ 8763000 w 8763000"/>
              <a:gd name="connsiteY2-6" fmla="*/ 0 h 8029891"/>
              <a:gd name="connsiteX3-7" fmla="*/ 4243546 w 8763000"/>
              <a:gd name="connsiteY3-8" fmla="*/ 8008626 h 8029891"/>
              <a:gd name="connsiteX4-9" fmla="*/ 0 w 8763000"/>
              <a:gd name="connsiteY4-10" fmla="*/ 8029891 h 802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63000" h="8029891">
                <a:moveTo>
                  <a:pt x="0" y="8029891"/>
                </a:moveTo>
                <a:lnTo>
                  <a:pt x="4625779" y="0"/>
                </a:lnTo>
                <a:lnTo>
                  <a:pt x="8763000" y="0"/>
                </a:lnTo>
                <a:lnTo>
                  <a:pt x="4243546" y="8008626"/>
                </a:lnTo>
                <a:lnTo>
                  <a:pt x="0" y="8029891"/>
                </a:lnTo>
                <a:close/>
              </a:path>
            </a:pathLst>
          </a:custGeom>
          <a:solidFill>
            <a:schemeClr val="tx1">
              <a:lumMod val="75000"/>
              <a:lumOff val="25000"/>
              <a:alpha val="60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6351"/>
            <a:ext cx="7110226" cy="10286705"/>
          </a:xfrm>
          <a:custGeom>
            <a:avLst/>
            <a:gdLst>
              <a:gd name="connsiteX0" fmla="*/ 0 w 7110226"/>
              <a:gd name="connsiteY0" fmla="*/ 0 h 10286705"/>
              <a:gd name="connsiteX1" fmla="*/ 7110226 w 7110226"/>
              <a:gd name="connsiteY1" fmla="*/ 0 h 10286705"/>
              <a:gd name="connsiteX2" fmla="*/ 7110226 w 7110226"/>
              <a:gd name="connsiteY2" fmla="*/ 10286705 h 10286705"/>
              <a:gd name="connsiteX3" fmla="*/ 0 w 7110226"/>
              <a:gd name="connsiteY3" fmla="*/ 10286705 h 10286705"/>
              <a:gd name="connsiteX4" fmla="*/ 0 w 7110226"/>
              <a:gd name="connsiteY4" fmla="*/ 0 h 10286705"/>
              <a:gd name="connsiteX0-1" fmla="*/ 0 w 7110226"/>
              <a:gd name="connsiteY0-2" fmla="*/ 0 h 10286705"/>
              <a:gd name="connsiteX1-3" fmla="*/ 7110226 w 7110226"/>
              <a:gd name="connsiteY1-4" fmla="*/ 0 h 10286705"/>
              <a:gd name="connsiteX2-5" fmla="*/ 4001266 w 7110226"/>
              <a:gd name="connsiteY2-6" fmla="*/ 10286705 h 10286705"/>
              <a:gd name="connsiteX3-7" fmla="*/ 0 w 7110226"/>
              <a:gd name="connsiteY3-8" fmla="*/ 10286705 h 10286705"/>
              <a:gd name="connsiteX4-9" fmla="*/ 0 w 7110226"/>
              <a:gd name="connsiteY4-10" fmla="*/ 0 h 102867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110226" h="10286705">
                <a:moveTo>
                  <a:pt x="0" y="0"/>
                </a:moveTo>
                <a:lnTo>
                  <a:pt x="7110226" y="0"/>
                </a:lnTo>
                <a:lnTo>
                  <a:pt x="4001266" y="10286705"/>
                </a:lnTo>
                <a:lnTo>
                  <a:pt x="0" y="10286705"/>
                </a:lnTo>
                <a:lnTo>
                  <a:pt x="0" y="0"/>
                </a:lnTo>
                <a:close/>
              </a:path>
            </a:pathLst>
          </a:custGeom>
          <a:solidFill>
            <a:srgbClr val="F0242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TextBox 46"/>
          <p:cNvSpPr txBox="1"/>
          <p:nvPr/>
        </p:nvSpPr>
        <p:spPr>
          <a:xfrm>
            <a:off x="2713140" y="1462338"/>
            <a:ext cx="3119149" cy="7786747"/>
          </a:xfrm>
          <a:prstGeom prst="rect">
            <a:avLst/>
          </a:prstGeom>
          <a:noFill/>
          <a:effectLst>
            <a:outerShdw blurRad="1270000" dist="38100" dir="5400000" algn="t" rotWithShape="0">
              <a:prstClr val="black">
                <a:alpha val="40000"/>
              </a:prstClr>
            </a:outerShdw>
          </a:effectLst>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algn="ctr"/>
            <a:r>
              <a:rPr lang="en-US" altLang="zh-CN" sz="50000" b="1" dirty="0" smtClean="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2</a:t>
            </a:r>
            <a:endParaRPr lang="zh-CN" altLang="en-US" sz="50000" b="1"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4"/>
          <p:cNvSpPr/>
          <p:nvPr/>
        </p:nvSpPr>
        <p:spPr>
          <a:xfrm>
            <a:off x="4684033" y="5381133"/>
            <a:ext cx="1862918" cy="2679024"/>
          </a:xfrm>
          <a:custGeom>
            <a:avLst/>
            <a:gdLst>
              <a:gd name="connsiteX0" fmla="*/ 0 w 914400"/>
              <a:gd name="connsiteY0" fmla="*/ 0 h 2494462"/>
              <a:gd name="connsiteX1" fmla="*/ 914400 w 914400"/>
              <a:gd name="connsiteY1" fmla="*/ 0 h 2494462"/>
              <a:gd name="connsiteX2" fmla="*/ 914400 w 914400"/>
              <a:gd name="connsiteY2" fmla="*/ 2494462 h 2494462"/>
              <a:gd name="connsiteX3" fmla="*/ 0 w 914400"/>
              <a:gd name="connsiteY3" fmla="*/ 2494462 h 2494462"/>
              <a:gd name="connsiteX4" fmla="*/ 0 w 914400"/>
              <a:gd name="connsiteY4" fmla="*/ 0 h 2494462"/>
              <a:gd name="connsiteX0-1" fmla="*/ 744279 w 1658679"/>
              <a:gd name="connsiteY0-2" fmla="*/ 0 h 2685848"/>
              <a:gd name="connsiteX1-3" fmla="*/ 1658679 w 1658679"/>
              <a:gd name="connsiteY1-4" fmla="*/ 0 h 2685848"/>
              <a:gd name="connsiteX2-5" fmla="*/ 1658679 w 1658679"/>
              <a:gd name="connsiteY2-6" fmla="*/ 2494462 h 2685848"/>
              <a:gd name="connsiteX3-7" fmla="*/ 0 w 1658679"/>
              <a:gd name="connsiteY3-8" fmla="*/ 2685848 h 2685848"/>
              <a:gd name="connsiteX4-9" fmla="*/ 744279 w 1658679"/>
              <a:gd name="connsiteY4-10" fmla="*/ 0 h 2685848"/>
              <a:gd name="connsiteX0-11" fmla="*/ 744279 w 2509283"/>
              <a:gd name="connsiteY0-12" fmla="*/ 0 h 2685848"/>
              <a:gd name="connsiteX1-13" fmla="*/ 1658679 w 2509283"/>
              <a:gd name="connsiteY1-14" fmla="*/ 0 h 2685848"/>
              <a:gd name="connsiteX2-15" fmla="*/ 2509283 w 2509283"/>
              <a:gd name="connsiteY2-16" fmla="*/ 2622053 h 2685848"/>
              <a:gd name="connsiteX3-17" fmla="*/ 0 w 2509283"/>
              <a:gd name="connsiteY3-18" fmla="*/ 2685848 h 2685848"/>
              <a:gd name="connsiteX4-19" fmla="*/ 744279 w 2509283"/>
              <a:gd name="connsiteY4-20" fmla="*/ 0 h 2685848"/>
              <a:gd name="connsiteX0-21" fmla="*/ 744279 w 1658679"/>
              <a:gd name="connsiteY0-22" fmla="*/ 0 h 2685848"/>
              <a:gd name="connsiteX1-23" fmla="*/ 1658679 w 1658679"/>
              <a:gd name="connsiteY1-24" fmla="*/ 0 h 2685848"/>
              <a:gd name="connsiteX2-25" fmla="*/ 1531087 w 1658679"/>
              <a:gd name="connsiteY2-26" fmla="*/ 2643318 h 2685848"/>
              <a:gd name="connsiteX3-27" fmla="*/ 0 w 1658679"/>
              <a:gd name="connsiteY3-28" fmla="*/ 2685848 h 2685848"/>
              <a:gd name="connsiteX4-29" fmla="*/ 744279 w 1658679"/>
              <a:gd name="connsiteY4-30" fmla="*/ 0 h 2685848"/>
              <a:gd name="connsiteX0-31" fmla="*/ 744279 w 1658679"/>
              <a:gd name="connsiteY0-32" fmla="*/ 0 h 2685848"/>
              <a:gd name="connsiteX1-33" fmla="*/ 1658679 w 1658679"/>
              <a:gd name="connsiteY1-34" fmla="*/ 0 h 2685848"/>
              <a:gd name="connsiteX2-35" fmla="*/ 1531087 w 1658679"/>
              <a:gd name="connsiteY2-36" fmla="*/ 2643318 h 2685848"/>
              <a:gd name="connsiteX3-37" fmla="*/ 0 w 1658679"/>
              <a:gd name="connsiteY3-38" fmla="*/ 2685848 h 2685848"/>
              <a:gd name="connsiteX4-39" fmla="*/ 744279 w 1658679"/>
              <a:gd name="connsiteY4-40" fmla="*/ 0 h 2685848"/>
              <a:gd name="connsiteX0-41" fmla="*/ 744279 w 1828798"/>
              <a:gd name="connsiteY0-42" fmla="*/ 0 h 2685848"/>
              <a:gd name="connsiteX1-43" fmla="*/ 1658679 w 1828798"/>
              <a:gd name="connsiteY1-44" fmla="*/ 0 h 2685848"/>
              <a:gd name="connsiteX2-45" fmla="*/ 1828798 w 1828798"/>
              <a:gd name="connsiteY2-46" fmla="*/ 2196751 h 2685848"/>
              <a:gd name="connsiteX3-47" fmla="*/ 0 w 1828798"/>
              <a:gd name="connsiteY3-48" fmla="*/ 2685848 h 2685848"/>
              <a:gd name="connsiteX4-49" fmla="*/ 744279 w 1828798"/>
              <a:gd name="connsiteY4-50" fmla="*/ 0 h 2685848"/>
              <a:gd name="connsiteX0-51" fmla="*/ 778399 w 1862918"/>
              <a:gd name="connsiteY0-52" fmla="*/ 0 h 2665376"/>
              <a:gd name="connsiteX1-53" fmla="*/ 1692799 w 1862918"/>
              <a:gd name="connsiteY1-54" fmla="*/ 0 h 2665376"/>
              <a:gd name="connsiteX2-55" fmla="*/ 1862918 w 1862918"/>
              <a:gd name="connsiteY2-56" fmla="*/ 2196751 h 2665376"/>
              <a:gd name="connsiteX3-57" fmla="*/ 0 w 1862918"/>
              <a:gd name="connsiteY3-58" fmla="*/ 2665376 h 2665376"/>
              <a:gd name="connsiteX4-59" fmla="*/ 778399 w 1862918"/>
              <a:gd name="connsiteY4-60" fmla="*/ 0 h 2665376"/>
              <a:gd name="connsiteX0-61" fmla="*/ 798870 w 1862918"/>
              <a:gd name="connsiteY0-62" fmla="*/ 0 h 2679024"/>
              <a:gd name="connsiteX1-63" fmla="*/ 1692799 w 1862918"/>
              <a:gd name="connsiteY1-64" fmla="*/ 13648 h 2679024"/>
              <a:gd name="connsiteX2-65" fmla="*/ 1862918 w 1862918"/>
              <a:gd name="connsiteY2-66" fmla="*/ 2210399 h 2679024"/>
              <a:gd name="connsiteX3-67" fmla="*/ 0 w 1862918"/>
              <a:gd name="connsiteY3-68" fmla="*/ 2679024 h 2679024"/>
              <a:gd name="connsiteX4-69" fmla="*/ 798870 w 1862918"/>
              <a:gd name="connsiteY4-70" fmla="*/ 0 h 26790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2918" h="2679024">
                <a:moveTo>
                  <a:pt x="798870" y="0"/>
                </a:moveTo>
                <a:lnTo>
                  <a:pt x="1692799" y="13648"/>
                </a:lnTo>
                <a:lnTo>
                  <a:pt x="1862918" y="2210399"/>
                </a:lnTo>
                <a:lnTo>
                  <a:pt x="0" y="2679024"/>
                </a:lnTo>
                <a:lnTo>
                  <a:pt x="798870" y="0"/>
                </a:lnTo>
                <a:close/>
              </a:path>
            </a:pathLst>
          </a:custGeom>
          <a:solidFill>
            <a:srgbClr val="25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6271260" y="2940050"/>
            <a:ext cx="9155430" cy="3046095"/>
          </a:xfrm>
          <a:prstGeom prst="rect">
            <a:avLst/>
          </a:prstGeom>
          <a:noFill/>
        </p:spPr>
        <p:txBody>
          <a:bodyPr wrap="square" rtlCol="0">
            <a:spAutoFit/>
          </a:bodyPr>
          <a:lstStyle/>
          <a:p>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Mô tả và khảo sát hệ </a:t>
            </a:r>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thống	</a:t>
            </a:r>
            <a:endPar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zh-HK" sz="4800" dirty="0" smtClean="0">
                <a:solidFill>
                  <a:schemeClr val="bg1"/>
                </a:solidFill>
                <a:latin typeface="Microsoft YaHei" panose="020B0503020204020204" pitchFamily="34" charset="-122"/>
                <a:ea typeface="Microsoft YaHei" panose="020B0503020204020204" pitchFamily="34" charset="-122"/>
              </a:rPr>
              <a:t>0</a:t>
            </a:r>
            <a:r>
              <a:rPr lang="vi-VN" altLang="en-US" sz="4800" dirty="0" smtClean="0">
                <a:solidFill>
                  <a:schemeClr val="bg1"/>
                </a:solidFill>
                <a:latin typeface="Microsoft YaHei" panose="020B0503020204020204" pitchFamily="34" charset="-122"/>
                <a:ea typeface="Microsoft YaHei" panose="020B0503020204020204" pitchFamily="34" charset="-122"/>
              </a:rPr>
              <a:t>3</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381000" y="730250"/>
            <a:ext cx="853884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Mô tả hoạt </a:t>
            </a:r>
            <a:r>
              <a:rPr lang="vi-VN" altLang="zh-CN" sz="4000" dirty="0" smtClean="0">
                <a:solidFill>
                  <a:srgbClr val="FFFFFF"/>
                </a:solidFill>
                <a:latin typeface="Microsoft YaHei" panose="020B0503020204020204" pitchFamily="34" charset="-122"/>
                <a:ea typeface="Microsoft YaHei" panose="020B0503020204020204" pitchFamily="34" charset="-122"/>
              </a:rPr>
              <a:t>động</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7" name="文本框 162"/>
          <p:cNvSpPr txBox="1"/>
          <p:nvPr/>
        </p:nvSpPr>
        <p:spPr>
          <a:xfrm>
            <a:off x="297180" y="1949450"/>
            <a:ext cx="11669395" cy="7873365"/>
          </a:xfrm>
          <a:prstGeom prst="rect">
            <a:avLst/>
          </a:prstGeom>
          <a:noFill/>
        </p:spPr>
        <p:txBody>
          <a:bodyPr wrap="square" rtlCol="0">
            <a:noAutofit/>
          </a:bodyPr>
          <a:p>
            <a:pPr lvl="0" indent="457200" algn="just">
              <a:lnSpc>
                <a:spcPct val="150000"/>
              </a:lnSpc>
              <a:spcBef>
                <a:spcPts val="600"/>
              </a:spcBef>
            </a:pPr>
            <a:r>
              <a:rPr lang="en-US" sz="2400">
                <a:solidFill>
                  <a:schemeClr val="bg1"/>
                </a:solidFill>
                <a:latin typeface="Microsoft YaHei" panose="020B0503020204020204" pitchFamily="34" charset="-122"/>
                <a:ea typeface="Microsoft YaHei" panose="020B0503020204020204" pitchFamily="34" charset="-122"/>
                <a:sym typeface="+mn-ea"/>
              </a:rPr>
              <a:t>Một cửa hàng thời trang muốn xây dựng một hệ thống phần mềm để quản lý hoạt động mua bán hàng hóa. Hệ thống này cần ghi nhận các giao dịch bán hàng và xử lý thanh toán cho khách hàng mua. </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457200" algn="just">
              <a:lnSpc>
                <a:spcPct val="150000"/>
              </a:lnSpc>
              <a:spcBef>
                <a:spcPts val="600"/>
              </a:spcBef>
            </a:pPr>
            <a:r>
              <a:rPr lang="en-US" sz="2400">
                <a:solidFill>
                  <a:schemeClr val="bg1"/>
                </a:solidFill>
                <a:latin typeface="Microsoft YaHei" panose="020B0503020204020204" pitchFamily="34" charset="-122"/>
                <a:ea typeface="Microsoft YaHei" panose="020B0503020204020204" pitchFamily="34" charset="-122"/>
                <a:sym typeface="+mn-ea"/>
              </a:rPr>
              <a:t>Ngoài ra, hệ thống sẽ hỗ trợ quản lý trong việc doanh thu hàng tháng, hàng quý và theo yêu cầu đột xuất. Giúp thủ kho quản lý số lượng hàng hóa trong kho theo mã số, kiểm kê hàng hóa và hỗ trợ nhân viên bán hàng trong việc tính tiền và lập hóa đơn cho khách hàng. </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457200" algn="just">
              <a:lnSpc>
                <a:spcPct val="150000"/>
              </a:lnSpc>
              <a:spcBef>
                <a:spcPts val="600"/>
              </a:spcBef>
            </a:pPr>
            <a:r>
              <a:rPr lang="en-US" sz="2400">
                <a:solidFill>
                  <a:schemeClr val="bg1"/>
                </a:solidFill>
                <a:latin typeface="Microsoft YaHei" panose="020B0503020204020204" pitchFamily="34" charset="-122"/>
                <a:ea typeface="Microsoft YaHei" panose="020B0503020204020204" pitchFamily="34" charset="-122"/>
                <a:sym typeface="+mn-ea"/>
              </a:rPr>
              <a:t>Cửa hàng thời trang được trang bị các thiết bị phần cứng như: máy tính, máy đọc mã vạch, máy in hóa đơn, và phần mềm hệ thống để vận hành hệ thống quản lý này.</a:t>
            </a:r>
            <a:endParaRPr lang="en-US" sz="2400">
              <a:solidFill>
                <a:schemeClr val="bg1"/>
              </a:solidFill>
              <a:latin typeface="Microsoft YaHei" panose="020B0503020204020204" pitchFamily="34" charset="-122"/>
              <a:ea typeface="Microsoft YaHei" panose="020B0503020204020204" pitchFamily="34" charset="-122"/>
              <a:sym typeface="+mn-ea"/>
            </a:endParaRPr>
          </a:p>
        </p:txBody>
      </p:sp>
      <p:pic>
        <p:nvPicPr>
          <p:cNvPr id="2" name="Picture 1" descr="anh4"/>
          <p:cNvPicPr>
            <a:picLocks noChangeAspect="1"/>
          </p:cNvPicPr>
          <p:nvPr/>
        </p:nvPicPr>
        <p:blipFill>
          <a:blip r:embed="rId1"/>
          <a:srcRect l="17333" r="16000"/>
          <a:stretch>
            <a:fillRect/>
          </a:stretch>
        </p:blipFill>
        <p:spPr>
          <a:xfrm>
            <a:off x="12370435" y="1720850"/>
            <a:ext cx="5461000" cy="46081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04</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Mô tả hoạt </a:t>
            </a:r>
            <a:r>
              <a:rPr lang="vi-VN" altLang="zh-CN" sz="4000" dirty="0" smtClean="0">
                <a:solidFill>
                  <a:srgbClr val="FFFFFF"/>
                </a:solidFill>
                <a:latin typeface="Microsoft YaHei" panose="020B0503020204020204" pitchFamily="34" charset="-122"/>
                <a:ea typeface="Microsoft YaHei" panose="020B0503020204020204" pitchFamily="34" charset="-122"/>
              </a:rPr>
              <a:t>động </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7" name="文本框 162"/>
          <p:cNvSpPr txBox="1"/>
          <p:nvPr/>
        </p:nvSpPr>
        <p:spPr>
          <a:xfrm>
            <a:off x="297180" y="1949450"/>
            <a:ext cx="17559020" cy="7835900"/>
          </a:xfrm>
          <a:prstGeom prst="rect">
            <a:avLst/>
          </a:prstGeom>
          <a:noFill/>
        </p:spPr>
        <p:txBody>
          <a:bodyPr wrap="square" rtlCol="0">
            <a:noAutofit/>
          </a:bodyPr>
          <a:p>
            <a:pPr lvl="0" indent="457200" algn="just">
              <a:lnSpc>
                <a:spcPct val="150000"/>
              </a:lnSpc>
              <a:spcBef>
                <a:spcPts val="600"/>
              </a:spcBef>
              <a:buFont typeface="Wingdings" panose="05000000000000000000" charset="0"/>
              <a:buNone/>
            </a:pPr>
            <a:r>
              <a:rPr lang="vi-VN" altLang="en-US" sz="2400">
                <a:solidFill>
                  <a:schemeClr val="bg1"/>
                </a:solidFill>
                <a:latin typeface="Microsoft YaHei" panose="020B0503020204020204" pitchFamily="34" charset="-122"/>
                <a:ea typeface="Microsoft YaHei" panose="020B0503020204020204" pitchFamily="34" charset="-122"/>
                <a:sym typeface="+mn-ea"/>
              </a:rPr>
              <a:t>Sau thi mô tả cách thức hoạt động của hệ thống thì chúng em đã phân tích đã đưa ra các chức năng nên có trong một hệ thống quản lý của hàng thời trang nên có để đảm bảo tính chính xác và an toàn bảo mật về thông tin sản phẩm, thông tin khách hàng cũng như thông tin của nhân viên. Bao gồm các chức năng chính sau </a:t>
            </a:r>
            <a:r>
              <a:rPr lang="vi-VN" altLang="en-US" sz="2400">
                <a:solidFill>
                  <a:schemeClr val="bg1"/>
                </a:solidFill>
                <a:latin typeface="Microsoft YaHei" panose="020B0503020204020204" pitchFamily="34" charset="-122"/>
                <a:ea typeface="Microsoft YaHei" panose="020B0503020204020204" pitchFamily="34" charset="-122"/>
                <a:sym typeface="+mn-ea"/>
              </a:rPr>
              <a:t>đây:</a:t>
            </a:r>
            <a:endParaRPr lang="vi-VN" altLang="en-US" sz="2400">
              <a:solidFill>
                <a:schemeClr val="bg1"/>
              </a:solidFill>
              <a:latin typeface="Microsoft YaHei" panose="020B0503020204020204" pitchFamily="34" charset="-122"/>
              <a:ea typeface="Microsoft YaHei" panose="020B0503020204020204" pitchFamily="34" charset="-122"/>
              <a:sym typeface="+mn-ea"/>
            </a:endParaRPr>
          </a:p>
          <a:p>
            <a:pPr marL="342900" lvl="0" indent="-342900" algn="just">
              <a:lnSpc>
                <a:spcPct val="150000"/>
              </a:lnSpc>
              <a:spcBef>
                <a:spcPts val="600"/>
              </a:spcBef>
              <a:buFont typeface="Wingdings" panose="05000000000000000000" charset="0"/>
              <a:buChar char="Ø"/>
            </a:pPr>
            <a:r>
              <a:rPr lang="vi-VN" altLang="en-US" sz="2400" b="1">
                <a:solidFill>
                  <a:schemeClr val="bg1"/>
                </a:solidFill>
                <a:latin typeface="Microsoft YaHei" panose="020B0503020204020204" pitchFamily="34" charset="-122"/>
                <a:ea typeface="Microsoft YaHei" panose="020B0503020204020204" pitchFamily="34" charset="-122"/>
                <a:sym typeface="+mn-ea"/>
              </a:rPr>
              <a:t>Quản lý sản phẩm</a:t>
            </a:r>
            <a:endParaRPr lang="vi-VN" altLang="en-US" sz="2400" b="1">
              <a:solidFill>
                <a:schemeClr val="bg1"/>
              </a:solidFill>
              <a:latin typeface="Microsoft YaHei" panose="020B0503020204020204" pitchFamily="34" charset="-122"/>
              <a:ea typeface="Microsoft YaHei" panose="020B0503020204020204" pitchFamily="34" charset="-122"/>
              <a:sym typeface="+mn-ea"/>
            </a:endParaRPr>
          </a:p>
          <a:p>
            <a:pPr marL="342900" lvl="0" indent="-342900" algn="just">
              <a:lnSpc>
                <a:spcPct val="150000"/>
              </a:lnSpc>
              <a:spcBef>
                <a:spcPts val="600"/>
              </a:spcBef>
              <a:buFont typeface="Wingdings" panose="05000000000000000000" charset="0"/>
              <a:buChar char="Ø"/>
            </a:pPr>
            <a:r>
              <a:rPr lang="vi-VN" altLang="en-US" sz="2400" b="1">
                <a:solidFill>
                  <a:schemeClr val="bg1"/>
                </a:solidFill>
                <a:latin typeface="Microsoft YaHei" panose="020B0503020204020204" pitchFamily="34" charset="-122"/>
                <a:ea typeface="Microsoft YaHei" panose="020B0503020204020204" pitchFamily="34" charset="-122"/>
                <a:sym typeface="+mn-ea"/>
              </a:rPr>
              <a:t>Quản lý nhân viên</a:t>
            </a:r>
            <a:endParaRPr lang="vi-VN" altLang="en-US" sz="2400" b="1">
              <a:solidFill>
                <a:schemeClr val="bg1"/>
              </a:solidFill>
              <a:latin typeface="Microsoft YaHei" panose="020B0503020204020204" pitchFamily="34" charset="-122"/>
              <a:ea typeface="Microsoft YaHei" panose="020B0503020204020204" pitchFamily="34" charset="-122"/>
              <a:sym typeface="+mn-ea"/>
            </a:endParaRPr>
          </a:p>
          <a:p>
            <a:pPr marL="342900" lvl="0" indent="-342900" algn="just">
              <a:lnSpc>
                <a:spcPct val="150000"/>
              </a:lnSpc>
              <a:spcBef>
                <a:spcPts val="600"/>
              </a:spcBef>
              <a:buFont typeface="Wingdings" panose="05000000000000000000" charset="0"/>
              <a:buChar char="Ø"/>
            </a:pPr>
            <a:r>
              <a:rPr lang="vi-VN" altLang="en-US" sz="2400" b="1">
                <a:solidFill>
                  <a:schemeClr val="bg1"/>
                </a:solidFill>
                <a:latin typeface="Microsoft YaHei" panose="020B0503020204020204" pitchFamily="34" charset="-122"/>
                <a:ea typeface="Microsoft YaHei" panose="020B0503020204020204" pitchFamily="34" charset="-122"/>
                <a:sym typeface="+mn-ea"/>
              </a:rPr>
              <a:t>Quản lý khách hàng</a:t>
            </a:r>
            <a:endParaRPr lang="vi-VN" altLang="en-US" sz="2400" b="1">
              <a:solidFill>
                <a:schemeClr val="bg1"/>
              </a:solidFill>
              <a:latin typeface="Microsoft YaHei" panose="020B0503020204020204" pitchFamily="34" charset="-122"/>
              <a:ea typeface="Microsoft YaHei" panose="020B0503020204020204" pitchFamily="34" charset="-122"/>
              <a:sym typeface="+mn-ea"/>
            </a:endParaRPr>
          </a:p>
          <a:p>
            <a:pPr marL="342900" lvl="0" indent="-342900" algn="just">
              <a:lnSpc>
                <a:spcPct val="150000"/>
              </a:lnSpc>
              <a:spcBef>
                <a:spcPts val="600"/>
              </a:spcBef>
              <a:buFont typeface="Wingdings" panose="05000000000000000000" charset="0"/>
              <a:buChar char="Ø"/>
            </a:pPr>
            <a:r>
              <a:rPr lang="vi-VN" altLang="en-US" sz="2400" b="1">
                <a:solidFill>
                  <a:schemeClr val="bg1"/>
                </a:solidFill>
                <a:latin typeface="Microsoft YaHei" panose="020B0503020204020204" pitchFamily="34" charset="-122"/>
                <a:ea typeface="Microsoft YaHei" panose="020B0503020204020204" pitchFamily="34" charset="-122"/>
                <a:sym typeface="+mn-ea"/>
              </a:rPr>
              <a:t>Quản lý hóa đơn</a:t>
            </a:r>
            <a:endParaRPr lang="vi-VN" altLang="en-US" sz="2400" b="1">
              <a:solidFill>
                <a:schemeClr val="bg1"/>
              </a:solidFill>
              <a:latin typeface="Microsoft YaHei" panose="020B0503020204020204" pitchFamily="34" charset="-122"/>
              <a:ea typeface="Microsoft YaHei" panose="020B0503020204020204" pitchFamily="34" charset="-122"/>
              <a:sym typeface="+mn-ea"/>
            </a:endParaRPr>
          </a:p>
          <a:p>
            <a:pPr marL="342900" lvl="0" indent="-342900" algn="just">
              <a:lnSpc>
                <a:spcPct val="150000"/>
              </a:lnSpc>
              <a:spcBef>
                <a:spcPts val="600"/>
              </a:spcBef>
              <a:buFont typeface="Wingdings" panose="05000000000000000000" charset="0"/>
              <a:buChar char="Ø"/>
            </a:pPr>
            <a:r>
              <a:rPr lang="vi-VN" altLang="en-US" sz="2400" b="1">
                <a:solidFill>
                  <a:schemeClr val="bg1"/>
                </a:solidFill>
                <a:latin typeface="Microsoft YaHei" panose="020B0503020204020204" pitchFamily="34" charset="-122"/>
                <a:ea typeface="Microsoft YaHei" panose="020B0503020204020204" pitchFamily="34" charset="-122"/>
                <a:sym typeface="+mn-ea"/>
              </a:rPr>
              <a:t>Quản lý nhà cung cấp</a:t>
            </a:r>
            <a:endParaRPr lang="vi-VN" altLang="en-US" sz="2400" b="1">
              <a:solidFill>
                <a:schemeClr val="bg1"/>
              </a:solidFill>
              <a:latin typeface="Microsoft YaHei" panose="020B0503020204020204" pitchFamily="34" charset="-122"/>
              <a:ea typeface="Microsoft YaHei" panose="020B0503020204020204" pitchFamily="34" charset="-122"/>
              <a:sym typeface="+mn-ea"/>
            </a:endParaRPr>
          </a:p>
          <a:p>
            <a:pPr marL="342900" lvl="0" indent="-342900" algn="just">
              <a:lnSpc>
                <a:spcPct val="150000"/>
              </a:lnSpc>
              <a:spcBef>
                <a:spcPts val="600"/>
              </a:spcBef>
              <a:buFont typeface="Wingdings" panose="05000000000000000000" charset="0"/>
              <a:buChar char="Ø"/>
            </a:pPr>
            <a:r>
              <a:rPr lang="vi-VN" altLang="en-US" sz="2400" b="1">
                <a:solidFill>
                  <a:schemeClr val="bg1"/>
                </a:solidFill>
                <a:latin typeface="Microsoft YaHei" panose="020B0503020204020204" pitchFamily="34" charset="-122"/>
                <a:ea typeface="Microsoft YaHei" panose="020B0503020204020204" pitchFamily="34" charset="-122"/>
                <a:sym typeface="+mn-ea"/>
              </a:rPr>
              <a:t>Quản lý kho</a:t>
            </a:r>
            <a:endParaRPr lang="vi-VN" altLang="en-US" sz="2400" b="1">
              <a:solidFill>
                <a:schemeClr val="bg1"/>
              </a:solidFill>
              <a:latin typeface="Microsoft YaHei" panose="020B0503020204020204" pitchFamily="34" charset="-122"/>
              <a:ea typeface="Microsoft YaHei" panose="020B0503020204020204" pitchFamily="34" charset="-122"/>
              <a:sym typeface="+mn-ea"/>
            </a:endParaRPr>
          </a:p>
          <a:p>
            <a:pPr lvl="0" indent="457200" algn="just">
              <a:lnSpc>
                <a:spcPct val="150000"/>
              </a:lnSpc>
              <a:spcBef>
                <a:spcPts val="600"/>
              </a:spcBef>
              <a:buFont typeface="Wingdings" panose="05000000000000000000" charset="0"/>
              <a:buNone/>
            </a:pPr>
            <a:r>
              <a:rPr lang="vi-VN" altLang="en-US" sz="2400">
                <a:solidFill>
                  <a:schemeClr val="bg1"/>
                </a:solidFill>
                <a:latin typeface="Microsoft YaHei" panose="020B0503020204020204" pitchFamily="34" charset="-122"/>
                <a:ea typeface="Microsoft YaHei" panose="020B0503020204020204" pitchFamily="34" charset="-122"/>
                <a:sym typeface="+mn-ea"/>
              </a:rPr>
              <a:t>Các chức này sẽ đáp ứng đủ gần như đủ các yêu cầu của các cửa hàng thời </a:t>
            </a:r>
            <a:r>
              <a:rPr lang="vi-VN" altLang="en-US" sz="2400">
                <a:solidFill>
                  <a:schemeClr val="bg1"/>
                </a:solidFill>
                <a:latin typeface="Microsoft YaHei" panose="020B0503020204020204" pitchFamily="34" charset="-122"/>
                <a:ea typeface="Microsoft YaHei" panose="020B0503020204020204" pitchFamily="34" charset="-122"/>
                <a:sym typeface="+mn-ea"/>
              </a:rPr>
              <a:t>trang hiện </a:t>
            </a:r>
            <a:r>
              <a:rPr lang="vi-VN" altLang="en-US" sz="2400">
                <a:solidFill>
                  <a:schemeClr val="bg1"/>
                </a:solidFill>
                <a:latin typeface="Microsoft YaHei" panose="020B0503020204020204" pitchFamily="34" charset="-122"/>
                <a:ea typeface="Microsoft YaHei" panose="020B0503020204020204" pitchFamily="34" charset="-122"/>
                <a:sym typeface="+mn-ea"/>
              </a:rPr>
              <a:t>tại.</a:t>
            </a:r>
            <a:endParaRPr lang="vi-VN" altLang="en-US" sz="2400">
              <a:solidFill>
                <a:schemeClr val="bg1"/>
              </a:solidFill>
              <a:latin typeface="Microsoft YaHei" panose="020B0503020204020204" pitchFamily="34" charset="-122"/>
              <a:ea typeface="Microsoft YaHei" panose="020B0503020204020204" pitchFamily="34" charset="-122"/>
              <a:sym typeface="+mn-ea"/>
            </a:endParaRPr>
          </a:p>
        </p:txBody>
      </p:sp>
      <p:grpSp>
        <p:nvGrpSpPr>
          <p:cNvPr id="140" name="Google Shape;140;p20"/>
          <p:cNvGrpSpPr/>
          <p:nvPr/>
        </p:nvGrpSpPr>
        <p:grpSpPr>
          <a:xfrm>
            <a:off x="2362385" y="730279"/>
            <a:ext cx="434725" cy="636997"/>
            <a:chOff x="6718575" y="2318625"/>
            <a:chExt cx="256950" cy="407375"/>
          </a:xfrm>
          <a:solidFill>
            <a:srgbClr val="FFFFFF"/>
          </a:solidFill>
        </p:grpSpPr>
        <p:sp>
          <p:nvSpPr>
            <p:cNvPr id="10" name="Google Shape;141;p20"/>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19" name="Google Shape;142;p20"/>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0" name="Google Shape;143;p20"/>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1" name="Google Shape;144;p20"/>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2" name="Google Shape;145;p20"/>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3" name="Google Shape;146;p20"/>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4" name="Google Shape;147;p20"/>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148" name="Google Shape;148;p20"/>
            <p:cNvSpPr/>
            <p:nvPr/>
          </p:nvSpPr>
          <p:spPr>
            <a:xfrm>
              <a:off x="6795900" y="2628550"/>
              <a:ext cx="102300" cy="25"/>
            </a:xfrm>
            <a:custGeom>
              <a:avLst/>
              <a:gdLst/>
              <a:ahLst/>
              <a:cxnLst/>
              <a:rect l="l" t="t" r="r" b="b"/>
              <a:pathLst>
                <a:path w="4092" h="1" fill="none" extrusionOk="0">
                  <a:moveTo>
                    <a:pt x="0" y="1"/>
                  </a:moveTo>
                  <a:lnTo>
                    <a:pt x="4092" y="1"/>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图片 189"/>
          <p:cNvPicPr>
            <a:picLocks noChangeAspect="1"/>
          </p:cNvPicPr>
          <p:nvPr/>
        </p:nvPicPr>
        <p:blipFill>
          <a:blip r:embed="rId1"/>
          <a:stretch>
            <a:fillRect/>
          </a:stretch>
        </p:blipFill>
        <p:spPr>
          <a:xfrm>
            <a:off x="7680615" y="4671549"/>
            <a:ext cx="9661962" cy="5608806"/>
          </a:xfrm>
          <a:prstGeom prst="rect">
            <a:avLst/>
          </a:prstGeom>
          <a:scene3d>
            <a:camera prst="orthographicFront">
              <a:rot lat="0" lon="10800000" rev="0"/>
            </a:camera>
            <a:lightRig rig="threePt" dir="t"/>
          </a:scene3d>
        </p:spPr>
      </p:pic>
      <p:sp>
        <p:nvSpPr>
          <p:cNvPr id="156" name="平行四边形 155"/>
          <p:cNvSpPr/>
          <p:nvPr/>
        </p:nvSpPr>
        <p:spPr>
          <a:xfrm>
            <a:off x="10442581" y="2254239"/>
            <a:ext cx="7845419" cy="8029891"/>
          </a:xfrm>
          <a:custGeom>
            <a:avLst/>
            <a:gdLst>
              <a:gd name="connsiteX0" fmla="*/ 0 w 8763000"/>
              <a:gd name="connsiteY0" fmla="*/ 8029891 h 8029891"/>
              <a:gd name="connsiteX1" fmla="*/ 4625779 w 8763000"/>
              <a:gd name="connsiteY1" fmla="*/ 0 h 8029891"/>
              <a:gd name="connsiteX2" fmla="*/ 8763000 w 8763000"/>
              <a:gd name="connsiteY2" fmla="*/ 0 h 8029891"/>
              <a:gd name="connsiteX3" fmla="*/ 4137221 w 8763000"/>
              <a:gd name="connsiteY3" fmla="*/ 8029891 h 8029891"/>
              <a:gd name="connsiteX4" fmla="*/ 0 w 8763000"/>
              <a:gd name="connsiteY4" fmla="*/ 8029891 h 8029891"/>
              <a:gd name="connsiteX0-1" fmla="*/ 0 w 8763000"/>
              <a:gd name="connsiteY0-2" fmla="*/ 8029891 h 8029891"/>
              <a:gd name="connsiteX1-3" fmla="*/ 4625779 w 8763000"/>
              <a:gd name="connsiteY1-4" fmla="*/ 0 h 8029891"/>
              <a:gd name="connsiteX2-5" fmla="*/ 8763000 w 8763000"/>
              <a:gd name="connsiteY2-6" fmla="*/ 0 h 8029891"/>
              <a:gd name="connsiteX3-7" fmla="*/ 4243546 w 8763000"/>
              <a:gd name="connsiteY3-8" fmla="*/ 8008626 h 8029891"/>
              <a:gd name="connsiteX4-9" fmla="*/ 0 w 8763000"/>
              <a:gd name="connsiteY4-10" fmla="*/ 8029891 h 802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63000" h="8029891">
                <a:moveTo>
                  <a:pt x="0" y="8029891"/>
                </a:moveTo>
                <a:lnTo>
                  <a:pt x="4625779" y="0"/>
                </a:lnTo>
                <a:lnTo>
                  <a:pt x="8763000" y="0"/>
                </a:lnTo>
                <a:lnTo>
                  <a:pt x="4243546" y="8008626"/>
                </a:lnTo>
                <a:lnTo>
                  <a:pt x="0" y="8029891"/>
                </a:lnTo>
                <a:close/>
              </a:path>
            </a:pathLst>
          </a:custGeom>
          <a:solidFill>
            <a:schemeClr val="tx1">
              <a:lumMod val="75000"/>
              <a:lumOff val="25000"/>
              <a:alpha val="60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6351"/>
            <a:ext cx="7110226" cy="10286705"/>
          </a:xfrm>
          <a:custGeom>
            <a:avLst/>
            <a:gdLst>
              <a:gd name="connsiteX0" fmla="*/ 0 w 7110226"/>
              <a:gd name="connsiteY0" fmla="*/ 0 h 10286705"/>
              <a:gd name="connsiteX1" fmla="*/ 7110226 w 7110226"/>
              <a:gd name="connsiteY1" fmla="*/ 0 h 10286705"/>
              <a:gd name="connsiteX2" fmla="*/ 7110226 w 7110226"/>
              <a:gd name="connsiteY2" fmla="*/ 10286705 h 10286705"/>
              <a:gd name="connsiteX3" fmla="*/ 0 w 7110226"/>
              <a:gd name="connsiteY3" fmla="*/ 10286705 h 10286705"/>
              <a:gd name="connsiteX4" fmla="*/ 0 w 7110226"/>
              <a:gd name="connsiteY4" fmla="*/ 0 h 10286705"/>
              <a:gd name="connsiteX0-1" fmla="*/ 0 w 7110226"/>
              <a:gd name="connsiteY0-2" fmla="*/ 0 h 10286705"/>
              <a:gd name="connsiteX1-3" fmla="*/ 7110226 w 7110226"/>
              <a:gd name="connsiteY1-4" fmla="*/ 0 h 10286705"/>
              <a:gd name="connsiteX2-5" fmla="*/ 4001266 w 7110226"/>
              <a:gd name="connsiteY2-6" fmla="*/ 10286705 h 10286705"/>
              <a:gd name="connsiteX3-7" fmla="*/ 0 w 7110226"/>
              <a:gd name="connsiteY3-8" fmla="*/ 10286705 h 10286705"/>
              <a:gd name="connsiteX4-9" fmla="*/ 0 w 7110226"/>
              <a:gd name="connsiteY4-10" fmla="*/ 0 h 102867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110226" h="10286705">
                <a:moveTo>
                  <a:pt x="0" y="0"/>
                </a:moveTo>
                <a:lnTo>
                  <a:pt x="7110226" y="0"/>
                </a:lnTo>
                <a:lnTo>
                  <a:pt x="4001266" y="10286705"/>
                </a:lnTo>
                <a:lnTo>
                  <a:pt x="0" y="10286705"/>
                </a:lnTo>
                <a:lnTo>
                  <a:pt x="0" y="0"/>
                </a:lnTo>
                <a:close/>
              </a:path>
            </a:pathLst>
          </a:custGeom>
          <a:solidFill>
            <a:srgbClr val="F0242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TextBox 46"/>
          <p:cNvSpPr txBox="1"/>
          <p:nvPr/>
        </p:nvSpPr>
        <p:spPr>
          <a:xfrm>
            <a:off x="2713140" y="1427457"/>
            <a:ext cx="3119149" cy="7786747"/>
          </a:xfrm>
          <a:prstGeom prst="rect">
            <a:avLst/>
          </a:prstGeom>
          <a:noFill/>
          <a:effectLst>
            <a:outerShdw blurRad="1270000" dist="38100" dir="5400000" algn="t" rotWithShape="0">
              <a:prstClr val="black">
                <a:alpha val="40000"/>
              </a:prstClr>
            </a:outerShdw>
          </a:effectLst>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algn="ctr"/>
            <a:r>
              <a:rPr lang="en-US" altLang="zh-CN" sz="50000" b="1" dirty="0" smtClean="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3</a:t>
            </a:r>
            <a:endParaRPr lang="zh-CN" altLang="en-US" sz="50000" b="1"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4"/>
          <p:cNvSpPr/>
          <p:nvPr/>
        </p:nvSpPr>
        <p:spPr>
          <a:xfrm>
            <a:off x="4684033" y="5381133"/>
            <a:ext cx="1862918" cy="2679024"/>
          </a:xfrm>
          <a:custGeom>
            <a:avLst/>
            <a:gdLst>
              <a:gd name="connsiteX0" fmla="*/ 0 w 914400"/>
              <a:gd name="connsiteY0" fmla="*/ 0 h 2494462"/>
              <a:gd name="connsiteX1" fmla="*/ 914400 w 914400"/>
              <a:gd name="connsiteY1" fmla="*/ 0 h 2494462"/>
              <a:gd name="connsiteX2" fmla="*/ 914400 w 914400"/>
              <a:gd name="connsiteY2" fmla="*/ 2494462 h 2494462"/>
              <a:gd name="connsiteX3" fmla="*/ 0 w 914400"/>
              <a:gd name="connsiteY3" fmla="*/ 2494462 h 2494462"/>
              <a:gd name="connsiteX4" fmla="*/ 0 w 914400"/>
              <a:gd name="connsiteY4" fmla="*/ 0 h 2494462"/>
              <a:gd name="connsiteX0-1" fmla="*/ 744279 w 1658679"/>
              <a:gd name="connsiteY0-2" fmla="*/ 0 h 2685848"/>
              <a:gd name="connsiteX1-3" fmla="*/ 1658679 w 1658679"/>
              <a:gd name="connsiteY1-4" fmla="*/ 0 h 2685848"/>
              <a:gd name="connsiteX2-5" fmla="*/ 1658679 w 1658679"/>
              <a:gd name="connsiteY2-6" fmla="*/ 2494462 h 2685848"/>
              <a:gd name="connsiteX3-7" fmla="*/ 0 w 1658679"/>
              <a:gd name="connsiteY3-8" fmla="*/ 2685848 h 2685848"/>
              <a:gd name="connsiteX4-9" fmla="*/ 744279 w 1658679"/>
              <a:gd name="connsiteY4-10" fmla="*/ 0 h 2685848"/>
              <a:gd name="connsiteX0-11" fmla="*/ 744279 w 2509283"/>
              <a:gd name="connsiteY0-12" fmla="*/ 0 h 2685848"/>
              <a:gd name="connsiteX1-13" fmla="*/ 1658679 w 2509283"/>
              <a:gd name="connsiteY1-14" fmla="*/ 0 h 2685848"/>
              <a:gd name="connsiteX2-15" fmla="*/ 2509283 w 2509283"/>
              <a:gd name="connsiteY2-16" fmla="*/ 2622053 h 2685848"/>
              <a:gd name="connsiteX3-17" fmla="*/ 0 w 2509283"/>
              <a:gd name="connsiteY3-18" fmla="*/ 2685848 h 2685848"/>
              <a:gd name="connsiteX4-19" fmla="*/ 744279 w 2509283"/>
              <a:gd name="connsiteY4-20" fmla="*/ 0 h 2685848"/>
              <a:gd name="connsiteX0-21" fmla="*/ 744279 w 1658679"/>
              <a:gd name="connsiteY0-22" fmla="*/ 0 h 2685848"/>
              <a:gd name="connsiteX1-23" fmla="*/ 1658679 w 1658679"/>
              <a:gd name="connsiteY1-24" fmla="*/ 0 h 2685848"/>
              <a:gd name="connsiteX2-25" fmla="*/ 1531087 w 1658679"/>
              <a:gd name="connsiteY2-26" fmla="*/ 2643318 h 2685848"/>
              <a:gd name="connsiteX3-27" fmla="*/ 0 w 1658679"/>
              <a:gd name="connsiteY3-28" fmla="*/ 2685848 h 2685848"/>
              <a:gd name="connsiteX4-29" fmla="*/ 744279 w 1658679"/>
              <a:gd name="connsiteY4-30" fmla="*/ 0 h 2685848"/>
              <a:gd name="connsiteX0-31" fmla="*/ 744279 w 1658679"/>
              <a:gd name="connsiteY0-32" fmla="*/ 0 h 2685848"/>
              <a:gd name="connsiteX1-33" fmla="*/ 1658679 w 1658679"/>
              <a:gd name="connsiteY1-34" fmla="*/ 0 h 2685848"/>
              <a:gd name="connsiteX2-35" fmla="*/ 1531087 w 1658679"/>
              <a:gd name="connsiteY2-36" fmla="*/ 2643318 h 2685848"/>
              <a:gd name="connsiteX3-37" fmla="*/ 0 w 1658679"/>
              <a:gd name="connsiteY3-38" fmla="*/ 2685848 h 2685848"/>
              <a:gd name="connsiteX4-39" fmla="*/ 744279 w 1658679"/>
              <a:gd name="connsiteY4-40" fmla="*/ 0 h 2685848"/>
              <a:gd name="connsiteX0-41" fmla="*/ 744279 w 1828798"/>
              <a:gd name="connsiteY0-42" fmla="*/ 0 h 2685848"/>
              <a:gd name="connsiteX1-43" fmla="*/ 1658679 w 1828798"/>
              <a:gd name="connsiteY1-44" fmla="*/ 0 h 2685848"/>
              <a:gd name="connsiteX2-45" fmla="*/ 1828798 w 1828798"/>
              <a:gd name="connsiteY2-46" fmla="*/ 2196751 h 2685848"/>
              <a:gd name="connsiteX3-47" fmla="*/ 0 w 1828798"/>
              <a:gd name="connsiteY3-48" fmla="*/ 2685848 h 2685848"/>
              <a:gd name="connsiteX4-49" fmla="*/ 744279 w 1828798"/>
              <a:gd name="connsiteY4-50" fmla="*/ 0 h 2685848"/>
              <a:gd name="connsiteX0-51" fmla="*/ 778399 w 1862918"/>
              <a:gd name="connsiteY0-52" fmla="*/ 0 h 2665376"/>
              <a:gd name="connsiteX1-53" fmla="*/ 1692799 w 1862918"/>
              <a:gd name="connsiteY1-54" fmla="*/ 0 h 2665376"/>
              <a:gd name="connsiteX2-55" fmla="*/ 1862918 w 1862918"/>
              <a:gd name="connsiteY2-56" fmla="*/ 2196751 h 2665376"/>
              <a:gd name="connsiteX3-57" fmla="*/ 0 w 1862918"/>
              <a:gd name="connsiteY3-58" fmla="*/ 2665376 h 2665376"/>
              <a:gd name="connsiteX4-59" fmla="*/ 778399 w 1862918"/>
              <a:gd name="connsiteY4-60" fmla="*/ 0 h 2665376"/>
              <a:gd name="connsiteX0-61" fmla="*/ 798870 w 1862918"/>
              <a:gd name="connsiteY0-62" fmla="*/ 0 h 2679024"/>
              <a:gd name="connsiteX1-63" fmla="*/ 1692799 w 1862918"/>
              <a:gd name="connsiteY1-64" fmla="*/ 13648 h 2679024"/>
              <a:gd name="connsiteX2-65" fmla="*/ 1862918 w 1862918"/>
              <a:gd name="connsiteY2-66" fmla="*/ 2210399 h 2679024"/>
              <a:gd name="connsiteX3-67" fmla="*/ 0 w 1862918"/>
              <a:gd name="connsiteY3-68" fmla="*/ 2679024 h 2679024"/>
              <a:gd name="connsiteX4-69" fmla="*/ 798870 w 1862918"/>
              <a:gd name="connsiteY4-70" fmla="*/ 0 h 26790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2918" h="2679024">
                <a:moveTo>
                  <a:pt x="798870" y="0"/>
                </a:moveTo>
                <a:lnTo>
                  <a:pt x="1692799" y="13648"/>
                </a:lnTo>
                <a:lnTo>
                  <a:pt x="1862918" y="2210399"/>
                </a:lnTo>
                <a:lnTo>
                  <a:pt x="0" y="2679024"/>
                </a:lnTo>
                <a:lnTo>
                  <a:pt x="798870" y="0"/>
                </a:lnTo>
                <a:close/>
              </a:path>
            </a:pathLst>
          </a:custGeom>
          <a:solidFill>
            <a:srgbClr val="25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6705558" y="3168424"/>
            <a:ext cx="8599265" cy="3046095"/>
          </a:xfrm>
          <a:prstGeom prst="rect">
            <a:avLst/>
          </a:prstGeom>
          <a:noFill/>
        </p:spPr>
        <p:txBody>
          <a:bodyPr wrap="square" rtlCol="0">
            <a:spAutoFit/>
          </a:bodyPr>
          <a:lstStyle/>
          <a:p>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Xác định yêu cầu hệ </a:t>
            </a:r>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thống	</a:t>
            </a:r>
            <a:endPar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05</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Cấu trúc tổ chức của hệ </a:t>
            </a:r>
            <a:r>
              <a:rPr lang="vi-VN" altLang="zh-CN" sz="4000" dirty="0" smtClean="0">
                <a:solidFill>
                  <a:srgbClr val="FFFFFF"/>
                </a:solidFill>
                <a:latin typeface="Microsoft YaHei" panose="020B0503020204020204" pitchFamily="34" charset="-122"/>
                <a:ea typeface="Microsoft YaHei" panose="020B0503020204020204" pitchFamily="34" charset="-122"/>
              </a:rPr>
              <a:t>thống</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8065135"/>
          </a:xfrm>
          <a:prstGeom prst="rect">
            <a:avLst/>
          </a:prstGeom>
          <a:noFill/>
        </p:spPr>
        <p:txBody>
          <a:bodyPr wrap="square" rtlCol="0">
            <a:noAutofit/>
          </a:bodyPr>
          <a:p>
            <a:pPr lvl="0" indent="0" algn="just">
              <a:lnSpc>
                <a:spcPct val="150000"/>
              </a:lnSpc>
              <a:spcBef>
                <a:spcPts val="600"/>
              </a:spcBef>
              <a:buFont typeface="Wingdings" panose="05000000000000000000" charset="0"/>
              <a:buNone/>
            </a:pPr>
            <a:r>
              <a:rPr sz="2400" b="1">
                <a:solidFill>
                  <a:schemeClr val="bg1"/>
                </a:solidFill>
                <a:latin typeface="Microsoft YaHei" panose="020B0503020204020204" pitchFamily="34" charset="-122"/>
                <a:ea typeface="Microsoft YaHei" panose="020B0503020204020204" pitchFamily="34" charset="-122"/>
                <a:sym typeface="+mn-ea"/>
              </a:rPr>
              <a:t>Quản lý cửa hàng:</a:t>
            </a:r>
            <a:endParaRPr sz="2400" b="1">
              <a:solidFill>
                <a:schemeClr val="bg1"/>
              </a:solidFill>
              <a:latin typeface="Microsoft YaHei" panose="020B0503020204020204" pitchFamily="34" charset="-122"/>
              <a:ea typeface="Microsoft YaHei" panose="020B0503020204020204" pitchFamily="34" charset="-122"/>
              <a:sym typeface="+mn-ea"/>
            </a:endParaRPr>
          </a:p>
          <a:p>
            <a:pPr lvl="1" indent="0" algn="just">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 Đảm nhiệm việc giám sát tổng quát hoạt động của cửa hàng.</a:t>
            </a:r>
            <a:endParaRPr sz="2400">
              <a:solidFill>
                <a:schemeClr val="bg1"/>
              </a:solidFill>
              <a:latin typeface="Microsoft YaHei" panose="020B0503020204020204" pitchFamily="34" charset="-122"/>
              <a:ea typeface="Microsoft YaHei" panose="020B0503020204020204" pitchFamily="34" charset="-122"/>
              <a:sym typeface="+mn-ea"/>
            </a:endParaRPr>
          </a:p>
          <a:p>
            <a:pPr lvl="1" indent="0" algn="just">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 Quản lý nhân sự, doanh thu, chi phí và báo cáo.</a:t>
            </a:r>
            <a:endParaRPr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sz="2400" b="1">
                <a:solidFill>
                  <a:schemeClr val="bg1"/>
                </a:solidFill>
                <a:latin typeface="Microsoft YaHei" panose="020B0503020204020204" pitchFamily="34" charset="-122"/>
                <a:ea typeface="Microsoft YaHei" panose="020B0503020204020204" pitchFamily="34" charset="-122"/>
                <a:sym typeface="+mn-ea"/>
              </a:rPr>
              <a:t>Nhân viên bán hàng:</a:t>
            </a:r>
            <a:endParaRPr sz="2400" b="1">
              <a:solidFill>
                <a:schemeClr val="bg1"/>
              </a:solidFill>
              <a:latin typeface="Microsoft YaHei" panose="020B0503020204020204" pitchFamily="34" charset="-122"/>
              <a:ea typeface="Microsoft YaHei" panose="020B0503020204020204" pitchFamily="34" charset="-122"/>
              <a:sym typeface="+mn-ea"/>
            </a:endParaRPr>
          </a:p>
          <a:p>
            <a:pPr lvl="1" indent="0" algn="just">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 Tư vấn sản phẩm cho khách hàng.</a:t>
            </a:r>
            <a:endParaRPr sz="2400">
              <a:solidFill>
                <a:schemeClr val="bg1"/>
              </a:solidFill>
              <a:latin typeface="Microsoft YaHei" panose="020B0503020204020204" pitchFamily="34" charset="-122"/>
              <a:ea typeface="Microsoft YaHei" panose="020B0503020204020204" pitchFamily="34" charset="-122"/>
              <a:sym typeface="+mn-ea"/>
            </a:endParaRPr>
          </a:p>
          <a:p>
            <a:pPr lvl="1" indent="0" algn="just">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 Quét mã vạch và thực hiện thanh toán.</a:t>
            </a:r>
            <a:endParaRPr sz="2400">
              <a:solidFill>
                <a:schemeClr val="bg1"/>
              </a:solidFill>
              <a:latin typeface="Microsoft YaHei" panose="020B0503020204020204" pitchFamily="34" charset="-122"/>
              <a:ea typeface="Microsoft YaHei" panose="020B0503020204020204" pitchFamily="34" charset="-122"/>
              <a:sym typeface="+mn-ea"/>
            </a:endParaRPr>
          </a:p>
          <a:p>
            <a:pPr lvl="1" indent="0" algn="just">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 Xử lý và in hóa đơn cho khách hàng.</a:t>
            </a:r>
            <a:endParaRPr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sz="2400" b="1">
                <a:solidFill>
                  <a:schemeClr val="bg1"/>
                </a:solidFill>
                <a:latin typeface="Microsoft YaHei" panose="020B0503020204020204" pitchFamily="34" charset="-122"/>
                <a:ea typeface="Microsoft YaHei" panose="020B0503020204020204" pitchFamily="34" charset="-122"/>
                <a:sym typeface="+mn-ea"/>
              </a:rPr>
              <a:t>Nhân viên kho:</a:t>
            </a:r>
            <a:endParaRPr sz="2400" b="1">
              <a:solidFill>
                <a:schemeClr val="bg1"/>
              </a:solidFill>
              <a:latin typeface="Microsoft YaHei" panose="020B0503020204020204" pitchFamily="34" charset="-122"/>
              <a:ea typeface="Microsoft YaHei" panose="020B0503020204020204" pitchFamily="34" charset="-122"/>
              <a:sym typeface="+mn-ea"/>
            </a:endParaRPr>
          </a:p>
          <a:p>
            <a:pPr lvl="1" indent="0" algn="just">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 Nhận hàng từ nhà cung cấp, kiểm tra chất lượng và số lượng.</a:t>
            </a:r>
            <a:endParaRPr sz="2400">
              <a:solidFill>
                <a:schemeClr val="bg1"/>
              </a:solidFill>
              <a:latin typeface="Microsoft YaHei" panose="020B0503020204020204" pitchFamily="34" charset="-122"/>
              <a:ea typeface="Microsoft YaHei" panose="020B0503020204020204" pitchFamily="34" charset="-122"/>
              <a:sym typeface="+mn-ea"/>
            </a:endParaRPr>
          </a:p>
          <a:p>
            <a:pPr lvl="1" indent="0" algn="just">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 Lưu trữ hàng hóa và cập nhật hệ thống.</a:t>
            </a:r>
            <a:endParaRPr sz="2400">
              <a:solidFill>
                <a:schemeClr val="bg1"/>
              </a:solidFill>
              <a:latin typeface="Microsoft YaHei" panose="020B0503020204020204" pitchFamily="34" charset="-122"/>
              <a:ea typeface="Microsoft YaHei" panose="020B0503020204020204" pitchFamily="34" charset="-122"/>
              <a:sym typeface="+mn-ea"/>
            </a:endParaRPr>
          </a:p>
          <a:p>
            <a:pPr lvl="1" indent="0" algn="just">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 Xuất hàng khi có yêu cầu và kiểm kê hàng tồn kho.</a:t>
            </a:r>
            <a:endParaRPr sz="2400">
              <a:solidFill>
                <a:schemeClr val="bg1"/>
              </a:solidFill>
              <a:latin typeface="Microsoft YaHei" panose="020B0503020204020204" pitchFamily="34" charset="-122"/>
              <a:ea typeface="Microsoft YaHei" panose="020B0503020204020204" pitchFamily="34" charset="-122"/>
              <a:sym typeface="+mn-ea"/>
            </a:endParaRPr>
          </a:p>
        </p:txBody>
      </p:sp>
      <p:grpSp>
        <p:nvGrpSpPr>
          <p:cNvPr id="862" name="组合 1638"/>
          <p:cNvGrpSpPr/>
          <p:nvPr/>
        </p:nvGrpSpPr>
        <p:grpSpPr bwMode="auto">
          <a:xfrm>
            <a:off x="531495" y="76835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06</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Quá trình hoạt động hệ </a:t>
            </a:r>
            <a:r>
              <a:rPr lang="vi-VN" altLang="zh-CN" sz="4000" dirty="0" smtClean="0">
                <a:solidFill>
                  <a:srgbClr val="FFFFFF"/>
                </a:solidFill>
                <a:latin typeface="Microsoft YaHei" panose="020B0503020204020204" pitchFamily="34" charset="-122"/>
                <a:ea typeface="Microsoft YaHei" panose="020B0503020204020204" pitchFamily="34" charset="-122"/>
              </a:rPr>
              <a:t>thống</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644650"/>
            <a:ext cx="17559020" cy="8138160"/>
          </a:xfrm>
          <a:prstGeom prst="rect">
            <a:avLst/>
          </a:prstGeom>
          <a:noFill/>
        </p:spPr>
        <p:txBody>
          <a:bodyPr wrap="square" rtlCol="0">
            <a:noAutofit/>
          </a:bodyPr>
          <a:p>
            <a:pPr lvl="0" indent="0" algn="just">
              <a:lnSpc>
                <a:spcPct val="150000"/>
              </a:lnSpc>
              <a:spcBef>
                <a:spcPts val="600"/>
              </a:spcBef>
              <a:buFont typeface="Wingdings" panose="05000000000000000000" charset="0"/>
              <a:buNone/>
            </a:pPr>
            <a:r>
              <a:rPr lang="en-US" sz="2400" b="1">
                <a:solidFill>
                  <a:schemeClr val="bg1"/>
                </a:solidFill>
                <a:latin typeface="Microsoft YaHei" panose="020B0503020204020204" pitchFamily="34" charset="-122"/>
                <a:ea typeface="Microsoft YaHei" panose="020B0503020204020204" pitchFamily="34" charset="-122"/>
                <a:sym typeface="+mn-ea"/>
              </a:rPr>
              <a:t>Quản lý bán hàng:</a:t>
            </a:r>
            <a:endParaRPr lang="en-US" sz="2400" b="1">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 Khách hàng chọn hàng và mang ra quầy thanh toán.</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 Nhân viên bán hàng quét mã vạch sản phẩm và thực hiện thanh toán.</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 Hệ thống tự động tính tổng tiền, số tiền dư phải trả lại và in hóa đơn.</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en-US" sz="2400" b="1">
                <a:solidFill>
                  <a:schemeClr val="bg1"/>
                </a:solidFill>
                <a:latin typeface="Microsoft YaHei" panose="020B0503020204020204" pitchFamily="34" charset="-122"/>
                <a:ea typeface="Microsoft YaHei" panose="020B0503020204020204" pitchFamily="34" charset="-122"/>
                <a:sym typeface="+mn-ea"/>
              </a:rPr>
              <a:t>Quản lý nhập hàng:</a:t>
            </a:r>
            <a:endParaRPr lang="en-US" sz="2400" b="1">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 Khi hàng trong kho hết hoặc không đủ đáp ứng, thủ kho báo cáo lên bộ phận quản lý.</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 Bộ phận quản lý gửi đơn đặt hàng tới nhà cung cấp.</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 Nhân viên kho kiểm tra hàng hóa khi nhận được, nhập vào hệ thống nếu đạt yêu cầu.</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en-US" sz="2400" b="1">
                <a:solidFill>
                  <a:schemeClr val="bg1"/>
                </a:solidFill>
                <a:latin typeface="Microsoft YaHei" panose="020B0503020204020204" pitchFamily="34" charset="-122"/>
                <a:ea typeface="Microsoft YaHei" panose="020B0503020204020204" pitchFamily="34" charset="-122"/>
                <a:sym typeface="+mn-ea"/>
              </a:rPr>
              <a:t>Quản lý xuất hàng:</a:t>
            </a:r>
            <a:endParaRPr lang="en-US" sz="2400" b="1">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 Khi có yêu cầu mua hàng từ khách hoặc cần xuất hàng để trưng bày, quản lý yêu cầu nhân viên thủ kho kiểm tra số lượng hàng.</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 Nếu đủ nhân viên kho lập phiếu xuất và cập nhật vào hệ thống.</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just">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 Cuối tuần (cuối tháng) nhân viên kiểm kê kiểm tra hàng hóa và lập phiếu kiểm kê.</a:t>
            </a:r>
            <a:endParaRPr lang="en-US" sz="2400">
              <a:solidFill>
                <a:schemeClr val="bg1"/>
              </a:solidFill>
              <a:latin typeface="Microsoft YaHei" panose="020B0503020204020204" pitchFamily="34" charset="-122"/>
              <a:ea typeface="Microsoft YaHei" panose="020B0503020204020204" pitchFamily="34" charset="-122"/>
              <a:sym typeface="+mn-ea"/>
            </a:endParaRPr>
          </a:p>
        </p:txBody>
      </p:sp>
      <p:grpSp>
        <p:nvGrpSpPr>
          <p:cNvPr id="862" name="组合 1638"/>
          <p:cNvGrpSpPr/>
          <p:nvPr/>
        </p:nvGrpSpPr>
        <p:grpSpPr bwMode="auto">
          <a:xfrm>
            <a:off x="517525" y="803275"/>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图片 189"/>
          <p:cNvPicPr>
            <a:picLocks noChangeAspect="1"/>
          </p:cNvPicPr>
          <p:nvPr/>
        </p:nvPicPr>
        <p:blipFill>
          <a:blip r:embed="rId1"/>
          <a:stretch>
            <a:fillRect/>
          </a:stretch>
        </p:blipFill>
        <p:spPr>
          <a:xfrm>
            <a:off x="7680615" y="4671549"/>
            <a:ext cx="9661962" cy="5608806"/>
          </a:xfrm>
          <a:prstGeom prst="rect">
            <a:avLst/>
          </a:prstGeom>
          <a:scene3d>
            <a:camera prst="orthographicFront">
              <a:rot lat="0" lon="10800000" rev="0"/>
            </a:camera>
            <a:lightRig rig="threePt" dir="t"/>
          </a:scene3d>
        </p:spPr>
      </p:pic>
      <p:sp>
        <p:nvSpPr>
          <p:cNvPr id="156" name="平行四边形 155"/>
          <p:cNvSpPr/>
          <p:nvPr/>
        </p:nvSpPr>
        <p:spPr>
          <a:xfrm>
            <a:off x="10442581" y="2254239"/>
            <a:ext cx="7845419" cy="8029891"/>
          </a:xfrm>
          <a:custGeom>
            <a:avLst/>
            <a:gdLst>
              <a:gd name="connsiteX0" fmla="*/ 0 w 8763000"/>
              <a:gd name="connsiteY0" fmla="*/ 8029891 h 8029891"/>
              <a:gd name="connsiteX1" fmla="*/ 4625779 w 8763000"/>
              <a:gd name="connsiteY1" fmla="*/ 0 h 8029891"/>
              <a:gd name="connsiteX2" fmla="*/ 8763000 w 8763000"/>
              <a:gd name="connsiteY2" fmla="*/ 0 h 8029891"/>
              <a:gd name="connsiteX3" fmla="*/ 4137221 w 8763000"/>
              <a:gd name="connsiteY3" fmla="*/ 8029891 h 8029891"/>
              <a:gd name="connsiteX4" fmla="*/ 0 w 8763000"/>
              <a:gd name="connsiteY4" fmla="*/ 8029891 h 8029891"/>
              <a:gd name="connsiteX0-1" fmla="*/ 0 w 8763000"/>
              <a:gd name="connsiteY0-2" fmla="*/ 8029891 h 8029891"/>
              <a:gd name="connsiteX1-3" fmla="*/ 4625779 w 8763000"/>
              <a:gd name="connsiteY1-4" fmla="*/ 0 h 8029891"/>
              <a:gd name="connsiteX2-5" fmla="*/ 8763000 w 8763000"/>
              <a:gd name="connsiteY2-6" fmla="*/ 0 h 8029891"/>
              <a:gd name="connsiteX3-7" fmla="*/ 4243546 w 8763000"/>
              <a:gd name="connsiteY3-8" fmla="*/ 8008626 h 8029891"/>
              <a:gd name="connsiteX4-9" fmla="*/ 0 w 8763000"/>
              <a:gd name="connsiteY4-10" fmla="*/ 8029891 h 802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63000" h="8029891">
                <a:moveTo>
                  <a:pt x="0" y="8029891"/>
                </a:moveTo>
                <a:lnTo>
                  <a:pt x="4625779" y="0"/>
                </a:lnTo>
                <a:lnTo>
                  <a:pt x="8763000" y="0"/>
                </a:lnTo>
                <a:lnTo>
                  <a:pt x="4243546" y="8008626"/>
                </a:lnTo>
                <a:lnTo>
                  <a:pt x="0" y="8029891"/>
                </a:lnTo>
                <a:close/>
              </a:path>
            </a:pathLst>
          </a:custGeom>
          <a:solidFill>
            <a:schemeClr val="tx1">
              <a:lumMod val="75000"/>
              <a:lumOff val="25000"/>
              <a:alpha val="60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1" name="组合 190"/>
          <p:cNvGrpSpPr/>
          <p:nvPr/>
        </p:nvGrpSpPr>
        <p:grpSpPr>
          <a:xfrm>
            <a:off x="15243467" y="8993183"/>
            <a:ext cx="2863664" cy="986211"/>
            <a:chOff x="579608" y="160665"/>
            <a:chExt cx="2863664" cy="986211"/>
          </a:xfrm>
        </p:grpSpPr>
        <p:sp>
          <p:nvSpPr>
            <p:cNvPr id="192" name="object 4"/>
            <p:cNvSpPr txBox="1">
              <a:spLocks noChangeArrowheads="1"/>
            </p:cNvSpPr>
            <p:nvPr/>
          </p:nvSpPr>
          <p:spPr bwMode="auto">
            <a:xfrm>
              <a:off x="1666917" y="408212"/>
              <a:ext cx="177635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nSpc>
                  <a:spcPct val="100000"/>
                </a:lnSpc>
                <a:spcBef>
                  <a:spcPct val="0"/>
                </a:spcBef>
                <a:buFont typeface="Arial" panose="020B0604020202020204" pitchFamily="34" charset="0"/>
                <a:buNone/>
              </a:pPr>
              <a:r>
                <a:rPr lang="en-US" altLang="zh-CN" sz="4800" dirty="0">
                  <a:solidFill>
                    <a:srgbClr val="FFFFFF"/>
                  </a:solidFill>
                  <a:latin typeface="Trebuchet MS" panose="020B0603020202020204" pitchFamily="34" charset="0"/>
                </a:rPr>
                <a:t>Logo</a:t>
              </a:r>
              <a:endParaRPr lang="zh-CN" altLang="zh-CN" sz="4800" dirty="0">
                <a:latin typeface="Trebuchet MS" panose="020B0603020202020204" pitchFamily="34" charset="0"/>
              </a:endParaRPr>
            </a:p>
          </p:txBody>
        </p:sp>
        <p:grpSp>
          <p:nvGrpSpPr>
            <p:cNvPr id="193" name="组合 192"/>
            <p:cNvGrpSpPr/>
            <p:nvPr/>
          </p:nvGrpSpPr>
          <p:grpSpPr>
            <a:xfrm>
              <a:off x="579608" y="160665"/>
              <a:ext cx="974384" cy="986211"/>
              <a:chOff x="397216" y="59618"/>
              <a:chExt cx="608013" cy="619125"/>
            </a:xfrm>
          </p:grpSpPr>
          <p:sp>
            <p:nvSpPr>
              <p:cNvPr id="194" name="object 5"/>
              <p:cNvSpPr/>
              <p:nvPr/>
            </p:nvSpPr>
            <p:spPr bwMode="auto">
              <a:xfrm>
                <a:off x="511692" y="59618"/>
                <a:ext cx="137616" cy="277508"/>
              </a:xfrm>
              <a:custGeom>
                <a:avLst/>
                <a:gdLst>
                  <a:gd name="T0" fmla="*/ 17947 w 226695"/>
                  <a:gd name="T1" fmla="*/ 0 h 262254"/>
                  <a:gd name="T2" fmla="*/ 0 w 226695"/>
                  <a:gd name="T3" fmla="*/ 199216 h 262254"/>
                  <a:gd name="T4" fmla="*/ 30713 w 226695"/>
                  <a:gd name="T5" fmla="*/ 328526 h 262254"/>
                  <a:gd name="T6" fmla="*/ 17947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95" name="object 6"/>
              <p:cNvSpPr/>
              <p:nvPr/>
            </p:nvSpPr>
            <p:spPr bwMode="auto">
              <a:xfrm>
                <a:off x="549671" y="401235"/>
                <a:ext cx="364277" cy="277508"/>
              </a:xfrm>
              <a:custGeom>
                <a:avLst/>
                <a:gdLst>
                  <a:gd name="T0" fmla="*/ 50777 w 600075"/>
                  <a:gd name="T1" fmla="*/ 0 h 479425"/>
                  <a:gd name="T2" fmla="*/ 0 w 600075"/>
                  <a:gd name="T3" fmla="*/ 50470 h 479425"/>
                  <a:gd name="T4" fmla="*/ 60574 w 600075"/>
                  <a:gd name="T5" fmla="*/ 53792 h 479425"/>
                  <a:gd name="T6" fmla="*/ 81490 w 600075"/>
                  <a:gd name="T7" fmla="*/ 11578 h 479425"/>
                  <a:gd name="T8" fmla="*/ 50777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E2463E"/>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96" name="object 7"/>
              <p:cNvSpPr/>
              <p:nvPr/>
            </p:nvSpPr>
            <p:spPr bwMode="auto">
              <a:xfrm>
                <a:off x="620136" y="156455"/>
                <a:ext cx="385093" cy="277508"/>
              </a:xfrm>
              <a:custGeom>
                <a:avLst/>
                <a:gdLst>
                  <a:gd name="T0" fmla="*/ 0 w 634365"/>
                  <a:gd name="T1" fmla="*/ 0 h 229235"/>
                  <a:gd name="T2" fmla="*/ 68160 w 634365"/>
                  <a:gd name="T3" fmla="*/ 491621 h 229235"/>
                  <a:gd name="T4" fmla="*/ 86107 w 634365"/>
                  <a:gd name="T5" fmla="*/ 1503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00B0F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97" name="object 8"/>
              <p:cNvSpPr/>
              <p:nvPr/>
            </p:nvSpPr>
            <p:spPr bwMode="auto">
              <a:xfrm>
                <a:off x="404346" y="198371"/>
                <a:ext cx="145325" cy="193672"/>
              </a:xfrm>
              <a:custGeom>
                <a:avLst/>
                <a:gdLst>
                  <a:gd name="T0" fmla="*/ 20063 w 200025"/>
                  <a:gd name="T1" fmla="*/ 0 h 678814"/>
                  <a:gd name="T2" fmla="*/ 0 w 200025"/>
                  <a:gd name="T3" fmla="*/ 2200 h 678814"/>
                  <a:gd name="T4" fmla="*/ 55732 w 200025"/>
                  <a:gd name="T5" fmla="*/ 4496 h 678814"/>
                  <a:gd name="T6" fmla="*/ 2006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98" name="object 9"/>
              <p:cNvSpPr/>
              <p:nvPr/>
            </p:nvSpPr>
            <p:spPr bwMode="auto">
              <a:xfrm>
                <a:off x="397216" y="361773"/>
                <a:ext cx="304912" cy="277508"/>
              </a:xfrm>
              <a:custGeom>
                <a:avLst/>
                <a:gdLst>
                  <a:gd name="T0" fmla="*/ 0 w 502284"/>
                  <a:gd name="T1" fmla="*/ 0 h 678814"/>
                  <a:gd name="T2" fmla="*/ 17385 w 502284"/>
                  <a:gd name="T3" fmla="*/ 18951 h 678814"/>
                  <a:gd name="T4" fmla="*/ 68162 w 502284"/>
                  <a:gd name="T5" fmla="*/ 6394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grpSp>
      <p:sp>
        <p:nvSpPr>
          <p:cNvPr id="4" name="矩形 3"/>
          <p:cNvSpPr/>
          <p:nvPr/>
        </p:nvSpPr>
        <p:spPr>
          <a:xfrm>
            <a:off x="0" y="-6351"/>
            <a:ext cx="7110226" cy="10286705"/>
          </a:xfrm>
          <a:custGeom>
            <a:avLst/>
            <a:gdLst>
              <a:gd name="connsiteX0" fmla="*/ 0 w 7110226"/>
              <a:gd name="connsiteY0" fmla="*/ 0 h 10286705"/>
              <a:gd name="connsiteX1" fmla="*/ 7110226 w 7110226"/>
              <a:gd name="connsiteY1" fmla="*/ 0 h 10286705"/>
              <a:gd name="connsiteX2" fmla="*/ 7110226 w 7110226"/>
              <a:gd name="connsiteY2" fmla="*/ 10286705 h 10286705"/>
              <a:gd name="connsiteX3" fmla="*/ 0 w 7110226"/>
              <a:gd name="connsiteY3" fmla="*/ 10286705 h 10286705"/>
              <a:gd name="connsiteX4" fmla="*/ 0 w 7110226"/>
              <a:gd name="connsiteY4" fmla="*/ 0 h 10286705"/>
              <a:gd name="connsiteX0-1" fmla="*/ 0 w 7110226"/>
              <a:gd name="connsiteY0-2" fmla="*/ 0 h 10286705"/>
              <a:gd name="connsiteX1-3" fmla="*/ 7110226 w 7110226"/>
              <a:gd name="connsiteY1-4" fmla="*/ 0 h 10286705"/>
              <a:gd name="connsiteX2-5" fmla="*/ 4001266 w 7110226"/>
              <a:gd name="connsiteY2-6" fmla="*/ 10286705 h 10286705"/>
              <a:gd name="connsiteX3-7" fmla="*/ 0 w 7110226"/>
              <a:gd name="connsiteY3-8" fmla="*/ 10286705 h 10286705"/>
              <a:gd name="connsiteX4-9" fmla="*/ 0 w 7110226"/>
              <a:gd name="connsiteY4-10" fmla="*/ 0 h 102867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110226" h="10286705">
                <a:moveTo>
                  <a:pt x="0" y="0"/>
                </a:moveTo>
                <a:lnTo>
                  <a:pt x="7110226" y="0"/>
                </a:lnTo>
                <a:lnTo>
                  <a:pt x="4001266" y="10286705"/>
                </a:lnTo>
                <a:lnTo>
                  <a:pt x="0" y="10286705"/>
                </a:lnTo>
                <a:lnTo>
                  <a:pt x="0" y="0"/>
                </a:lnTo>
                <a:close/>
              </a:path>
            </a:pathLst>
          </a:custGeom>
          <a:solidFill>
            <a:srgbClr val="F0242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TextBox 46"/>
          <p:cNvSpPr txBox="1"/>
          <p:nvPr/>
        </p:nvSpPr>
        <p:spPr>
          <a:xfrm>
            <a:off x="2179035" y="1453983"/>
            <a:ext cx="3119149" cy="7786747"/>
          </a:xfrm>
          <a:prstGeom prst="rect">
            <a:avLst/>
          </a:prstGeom>
          <a:noFill/>
          <a:effectLst>
            <a:outerShdw blurRad="1270000" dist="38100" dir="5400000" algn="t" rotWithShape="0">
              <a:prstClr val="black">
                <a:alpha val="40000"/>
              </a:prstClr>
            </a:outerShdw>
          </a:effectLst>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algn="ctr"/>
            <a:r>
              <a:rPr lang="en-US" altLang="zh-CN" sz="50000" b="1" dirty="0" smtClean="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4</a:t>
            </a:r>
            <a:endParaRPr lang="zh-CN" altLang="en-US" sz="50000" b="1"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4"/>
          <p:cNvSpPr/>
          <p:nvPr/>
        </p:nvSpPr>
        <p:spPr>
          <a:xfrm>
            <a:off x="4684033" y="5381133"/>
            <a:ext cx="1862918" cy="2679024"/>
          </a:xfrm>
          <a:custGeom>
            <a:avLst/>
            <a:gdLst>
              <a:gd name="connsiteX0" fmla="*/ 0 w 914400"/>
              <a:gd name="connsiteY0" fmla="*/ 0 h 2494462"/>
              <a:gd name="connsiteX1" fmla="*/ 914400 w 914400"/>
              <a:gd name="connsiteY1" fmla="*/ 0 h 2494462"/>
              <a:gd name="connsiteX2" fmla="*/ 914400 w 914400"/>
              <a:gd name="connsiteY2" fmla="*/ 2494462 h 2494462"/>
              <a:gd name="connsiteX3" fmla="*/ 0 w 914400"/>
              <a:gd name="connsiteY3" fmla="*/ 2494462 h 2494462"/>
              <a:gd name="connsiteX4" fmla="*/ 0 w 914400"/>
              <a:gd name="connsiteY4" fmla="*/ 0 h 2494462"/>
              <a:gd name="connsiteX0-1" fmla="*/ 744279 w 1658679"/>
              <a:gd name="connsiteY0-2" fmla="*/ 0 h 2685848"/>
              <a:gd name="connsiteX1-3" fmla="*/ 1658679 w 1658679"/>
              <a:gd name="connsiteY1-4" fmla="*/ 0 h 2685848"/>
              <a:gd name="connsiteX2-5" fmla="*/ 1658679 w 1658679"/>
              <a:gd name="connsiteY2-6" fmla="*/ 2494462 h 2685848"/>
              <a:gd name="connsiteX3-7" fmla="*/ 0 w 1658679"/>
              <a:gd name="connsiteY3-8" fmla="*/ 2685848 h 2685848"/>
              <a:gd name="connsiteX4-9" fmla="*/ 744279 w 1658679"/>
              <a:gd name="connsiteY4-10" fmla="*/ 0 h 2685848"/>
              <a:gd name="connsiteX0-11" fmla="*/ 744279 w 2509283"/>
              <a:gd name="connsiteY0-12" fmla="*/ 0 h 2685848"/>
              <a:gd name="connsiteX1-13" fmla="*/ 1658679 w 2509283"/>
              <a:gd name="connsiteY1-14" fmla="*/ 0 h 2685848"/>
              <a:gd name="connsiteX2-15" fmla="*/ 2509283 w 2509283"/>
              <a:gd name="connsiteY2-16" fmla="*/ 2622053 h 2685848"/>
              <a:gd name="connsiteX3-17" fmla="*/ 0 w 2509283"/>
              <a:gd name="connsiteY3-18" fmla="*/ 2685848 h 2685848"/>
              <a:gd name="connsiteX4-19" fmla="*/ 744279 w 2509283"/>
              <a:gd name="connsiteY4-20" fmla="*/ 0 h 2685848"/>
              <a:gd name="connsiteX0-21" fmla="*/ 744279 w 1658679"/>
              <a:gd name="connsiteY0-22" fmla="*/ 0 h 2685848"/>
              <a:gd name="connsiteX1-23" fmla="*/ 1658679 w 1658679"/>
              <a:gd name="connsiteY1-24" fmla="*/ 0 h 2685848"/>
              <a:gd name="connsiteX2-25" fmla="*/ 1531087 w 1658679"/>
              <a:gd name="connsiteY2-26" fmla="*/ 2643318 h 2685848"/>
              <a:gd name="connsiteX3-27" fmla="*/ 0 w 1658679"/>
              <a:gd name="connsiteY3-28" fmla="*/ 2685848 h 2685848"/>
              <a:gd name="connsiteX4-29" fmla="*/ 744279 w 1658679"/>
              <a:gd name="connsiteY4-30" fmla="*/ 0 h 2685848"/>
              <a:gd name="connsiteX0-31" fmla="*/ 744279 w 1658679"/>
              <a:gd name="connsiteY0-32" fmla="*/ 0 h 2685848"/>
              <a:gd name="connsiteX1-33" fmla="*/ 1658679 w 1658679"/>
              <a:gd name="connsiteY1-34" fmla="*/ 0 h 2685848"/>
              <a:gd name="connsiteX2-35" fmla="*/ 1531087 w 1658679"/>
              <a:gd name="connsiteY2-36" fmla="*/ 2643318 h 2685848"/>
              <a:gd name="connsiteX3-37" fmla="*/ 0 w 1658679"/>
              <a:gd name="connsiteY3-38" fmla="*/ 2685848 h 2685848"/>
              <a:gd name="connsiteX4-39" fmla="*/ 744279 w 1658679"/>
              <a:gd name="connsiteY4-40" fmla="*/ 0 h 2685848"/>
              <a:gd name="connsiteX0-41" fmla="*/ 744279 w 1828798"/>
              <a:gd name="connsiteY0-42" fmla="*/ 0 h 2685848"/>
              <a:gd name="connsiteX1-43" fmla="*/ 1658679 w 1828798"/>
              <a:gd name="connsiteY1-44" fmla="*/ 0 h 2685848"/>
              <a:gd name="connsiteX2-45" fmla="*/ 1828798 w 1828798"/>
              <a:gd name="connsiteY2-46" fmla="*/ 2196751 h 2685848"/>
              <a:gd name="connsiteX3-47" fmla="*/ 0 w 1828798"/>
              <a:gd name="connsiteY3-48" fmla="*/ 2685848 h 2685848"/>
              <a:gd name="connsiteX4-49" fmla="*/ 744279 w 1828798"/>
              <a:gd name="connsiteY4-50" fmla="*/ 0 h 2685848"/>
              <a:gd name="connsiteX0-51" fmla="*/ 778399 w 1862918"/>
              <a:gd name="connsiteY0-52" fmla="*/ 0 h 2665376"/>
              <a:gd name="connsiteX1-53" fmla="*/ 1692799 w 1862918"/>
              <a:gd name="connsiteY1-54" fmla="*/ 0 h 2665376"/>
              <a:gd name="connsiteX2-55" fmla="*/ 1862918 w 1862918"/>
              <a:gd name="connsiteY2-56" fmla="*/ 2196751 h 2665376"/>
              <a:gd name="connsiteX3-57" fmla="*/ 0 w 1862918"/>
              <a:gd name="connsiteY3-58" fmla="*/ 2665376 h 2665376"/>
              <a:gd name="connsiteX4-59" fmla="*/ 778399 w 1862918"/>
              <a:gd name="connsiteY4-60" fmla="*/ 0 h 2665376"/>
              <a:gd name="connsiteX0-61" fmla="*/ 798870 w 1862918"/>
              <a:gd name="connsiteY0-62" fmla="*/ 0 h 2679024"/>
              <a:gd name="connsiteX1-63" fmla="*/ 1692799 w 1862918"/>
              <a:gd name="connsiteY1-64" fmla="*/ 13648 h 2679024"/>
              <a:gd name="connsiteX2-65" fmla="*/ 1862918 w 1862918"/>
              <a:gd name="connsiteY2-66" fmla="*/ 2210399 h 2679024"/>
              <a:gd name="connsiteX3-67" fmla="*/ 0 w 1862918"/>
              <a:gd name="connsiteY3-68" fmla="*/ 2679024 h 2679024"/>
              <a:gd name="connsiteX4-69" fmla="*/ 798870 w 1862918"/>
              <a:gd name="connsiteY4-70" fmla="*/ 0 h 26790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2918" h="2679024">
                <a:moveTo>
                  <a:pt x="798870" y="0"/>
                </a:moveTo>
                <a:lnTo>
                  <a:pt x="1692799" y="13648"/>
                </a:lnTo>
                <a:lnTo>
                  <a:pt x="1862918" y="2210399"/>
                </a:lnTo>
                <a:lnTo>
                  <a:pt x="0" y="2679024"/>
                </a:lnTo>
                <a:lnTo>
                  <a:pt x="798870" y="0"/>
                </a:lnTo>
                <a:close/>
              </a:path>
            </a:pathLst>
          </a:custGeom>
          <a:solidFill>
            <a:srgbClr val="25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6858000" y="3168650"/>
            <a:ext cx="10645140" cy="3046095"/>
          </a:xfrm>
          <a:prstGeom prst="rect">
            <a:avLst/>
          </a:prstGeom>
          <a:noFill/>
        </p:spPr>
        <p:txBody>
          <a:bodyPr wrap="square" rtlCol="0">
            <a:spAutoFit/>
          </a:bodyPr>
          <a:lstStyle/>
          <a:p>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Phân tích </a:t>
            </a:r>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và </a:t>
            </a:r>
            <a:endPar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thiết kế hệ </a:t>
            </a:r>
            <a:r>
              <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thống</a:t>
            </a:r>
            <a:endParaRPr lang="vi-VN" altLang="zh-CN" sz="9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07</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Mô tả tổng </a:t>
            </a: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quan	</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7937500"/>
          </a:xfrm>
          <a:prstGeom prst="rect">
            <a:avLst/>
          </a:prstGeom>
          <a:noFill/>
        </p:spPr>
        <p:txBody>
          <a:bodyPr wrap="square" rtlCol="0">
            <a:noAutofit/>
          </a:bodyPr>
          <a:p>
            <a:pPr lvl="0" indent="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Cửa hàng thời trang được trang bị các thiết bị phần cứng như: máy tính, máy đọc mã vạch, máy in hóa đơn, và phần mềm hệ thống để vận hành hệ thống quản lý này.</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0" indent="0" algn="l">
              <a:lnSpc>
                <a:spcPct val="150000"/>
              </a:lnSpc>
              <a:spcBef>
                <a:spcPts val="600"/>
              </a:spcBef>
              <a:buFont typeface="Wingdings" panose="05000000000000000000" charset="0"/>
              <a:buNone/>
            </a:pPr>
            <a:r>
              <a:rPr lang="en-US" altLang="zh-HK" sz="2400" b="1"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Quản lý sản phẩm:</a:t>
            </a:r>
            <a:endParaRPr lang="en-US" altLang="zh-HK" sz="2400" b="1"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1" indent="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Theo dõi thông tin về sản phẩm trong cửa hàng.</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1" indent="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Thêm, sửa đổi hoặc xóa sản phẩm.</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1" indent="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Quản lý số lượng tồn kho và giá bán.</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0" indent="0" algn="l">
              <a:lnSpc>
                <a:spcPct val="150000"/>
              </a:lnSpc>
              <a:spcBef>
                <a:spcPts val="600"/>
              </a:spcBef>
              <a:buFont typeface="Wingdings" panose="05000000000000000000" charset="0"/>
              <a:buNone/>
            </a:pPr>
            <a:r>
              <a:rPr lang="en-US" altLang="zh-HK" sz="2400" b="1"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Quản lý nhân viên:</a:t>
            </a:r>
            <a:endParaRPr lang="en-US" altLang="zh-HK" sz="2400" b="1"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1" indent="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Theo dõi thông tin về nhân viên làm việc trong cửa hàng.</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1" indent="0" algn="l">
              <a:lnSpc>
                <a:spcPct val="150000"/>
              </a:lnSpc>
              <a:spcBef>
                <a:spcPts val="600"/>
              </a:spcBef>
              <a:buFont typeface="Wingdings" panose="05000000000000000000" charset="0"/>
              <a:buNone/>
            </a:pPr>
            <a:r>
              <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Thêm, sửa đổi hoặc xóa thông tin nhân viên.</a:t>
            </a: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a:p>
            <a:pPr lvl="0" indent="0" algn="l">
              <a:lnSpc>
                <a:spcPct val="150000"/>
              </a:lnSpc>
              <a:spcBef>
                <a:spcPts val="600"/>
              </a:spcBef>
              <a:buFont typeface="Wingdings" panose="05000000000000000000" charset="0"/>
              <a:buNone/>
            </a:pPr>
            <a:r>
              <a:rPr sz="2400" b="1">
                <a:solidFill>
                  <a:schemeClr val="bg1"/>
                </a:solidFill>
                <a:latin typeface="Microsoft YaHei" panose="020B0503020204020204" pitchFamily="34" charset="-122"/>
                <a:ea typeface="Microsoft YaHei" panose="020B0503020204020204" pitchFamily="34" charset="-122"/>
                <a:sym typeface="+mn-ea"/>
              </a:rPr>
              <a:t>Thống kê báo cáo:</a:t>
            </a:r>
            <a:endParaRPr sz="2400" b="1">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Tổng hợp dữ liệu về doanh số bán hàng, lợi nhuận, tồn kho, và các chỉ số khác.</a:t>
            </a:r>
            <a:endParaRPr sz="2400">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Tạo báo cáo thống kê để đánh giá hiệu suất kinh doanh của cửa hàng.</a:t>
            </a:r>
            <a:endParaRPr sz="2400">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endParaRPr lang="en-US" altLang="zh-HK" sz="2400" dirty="0" smtClean="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p:txBody>
      </p:sp>
      <p:grpSp>
        <p:nvGrpSpPr>
          <p:cNvPr id="862" name="组合 1638"/>
          <p:cNvGrpSpPr/>
          <p:nvPr/>
        </p:nvGrpSpPr>
        <p:grpSpPr bwMode="auto">
          <a:xfrm>
            <a:off x="1050925" y="76835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08</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Mô tả tổng quan	</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7937500"/>
          </a:xfrm>
          <a:prstGeom prst="rect">
            <a:avLst/>
          </a:prstGeom>
          <a:noFill/>
        </p:spPr>
        <p:txBody>
          <a:bodyPr wrap="square" rtlCol="0">
            <a:noAutofit/>
          </a:bodyPr>
          <a:p>
            <a:pPr lvl="0" indent="0" algn="l">
              <a:lnSpc>
                <a:spcPct val="150000"/>
              </a:lnSpc>
              <a:spcBef>
                <a:spcPts val="600"/>
              </a:spcBef>
              <a:buFont typeface="Wingdings" panose="05000000000000000000" charset="0"/>
              <a:buNone/>
            </a:pPr>
            <a:r>
              <a:rPr lang="en-US" sz="2400" b="1">
                <a:solidFill>
                  <a:schemeClr val="bg1"/>
                </a:solidFill>
                <a:latin typeface="Microsoft YaHei" panose="020B0503020204020204" pitchFamily="34" charset="-122"/>
                <a:ea typeface="Microsoft YaHei" panose="020B0503020204020204" pitchFamily="34" charset="-122"/>
                <a:sym typeface="+mn-ea"/>
              </a:rPr>
              <a:t>Quản lý hóa đơn:</a:t>
            </a:r>
            <a:endParaRPr lang="en-US" sz="2400" b="1">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Ghi lại thông tin về các giao dịch mua bán sản phẩm.</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Tạo hóa đơn cho khách hàng.</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Theo dõi tình trạng thanh toán.</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lang="en-US" sz="2400" b="1">
                <a:solidFill>
                  <a:schemeClr val="bg1"/>
                </a:solidFill>
                <a:latin typeface="Microsoft YaHei" panose="020B0503020204020204" pitchFamily="34" charset="-122"/>
                <a:ea typeface="Microsoft YaHei" panose="020B0503020204020204" pitchFamily="34" charset="-122"/>
                <a:sym typeface="+mn-ea"/>
              </a:rPr>
              <a:t>Quản lý nhà cung cấp:</a:t>
            </a:r>
            <a:endParaRPr lang="en-US" sz="2400" b="1">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Theo dõi thông tin về các nhà cung cấp sản phẩm.</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Thêm, sửa đổi hoặc xóa thông tin nhà cung cấp.</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Quản lý việc đặt hàng và nhập hàng từ nhà cung cấp.</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lang="en-US" sz="2400" b="1">
                <a:solidFill>
                  <a:schemeClr val="bg1"/>
                </a:solidFill>
                <a:latin typeface="Microsoft YaHei" panose="020B0503020204020204" pitchFamily="34" charset="-122"/>
                <a:ea typeface="Microsoft YaHei" panose="020B0503020204020204" pitchFamily="34" charset="-122"/>
                <a:sym typeface="+mn-ea"/>
              </a:rPr>
              <a:t>Quản lý </a:t>
            </a:r>
            <a:r>
              <a:rPr lang="en-US" sz="2400" b="1">
                <a:solidFill>
                  <a:schemeClr val="bg1"/>
                </a:solidFill>
                <a:latin typeface="Microsoft YaHei" panose="020B0503020204020204" pitchFamily="34" charset="-122"/>
                <a:ea typeface="Microsoft YaHei" panose="020B0503020204020204" pitchFamily="34" charset="-122"/>
                <a:sym typeface="+mn-ea"/>
              </a:rPr>
              <a:t>bán hàng: </a:t>
            </a:r>
            <a:endParaRPr lang="en-US" sz="2400" b="1">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Theo dõi hoạt động bán hàng trong cửa hàng.</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Quản lý việc tư vấn và hỗ trợ khách hàng.</a:t>
            </a:r>
            <a:endParaRPr lang="en-US" sz="2400">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lang="en-US" sz="2400">
                <a:solidFill>
                  <a:schemeClr val="bg1"/>
                </a:solidFill>
                <a:latin typeface="Microsoft YaHei" panose="020B0503020204020204" pitchFamily="34" charset="-122"/>
                <a:ea typeface="Microsoft YaHei" panose="020B0503020204020204" pitchFamily="34" charset="-122"/>
                <a:sym typeface="+mn-ea"/>
              </a:rPr>
              <a:t>Xử lý đơn đặt hàng và giao hàng.</a:t>
            </a:r>
            <a:endParaRPr lang="en-US" sz="2400">
              <a:solidFill>
                <a:schemeClr val="bg1"/>
              </a:solidFill>
              <a:latin typeface="Microsoft YaHei" panose="020B0503020204020204" pitchFamily="34" charset="-122"/>
              <a:ea typeface="Microsoft YaHei" panose="020B0503020204020204" pitchFamily="34" charset="-122"/>
              <a:sym typeface="+mn-ea"/>
            </a:endParaRPr>
          </a:p>
        </p:txBody>
      </p:sp>
      <p:grpSp>
        <p:nvGrpSpPr>
          <p:cNvPr id="862" name="组合 1638"/>
          <p:cNvGrpSpPr/>
          <p:nvPr/>
        </p:nvGrpSpPr>
        <p:grpSpPr bwMode="auto">
          <a:xfrm>
            <a:off x="1161415" y="803275"/>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09</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Mô tả tổng quan	</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7937500"/>
          </a:xfrm>
          <a:prstGeom prst="rect">
            <a:avLst/>
          </a:prstGeom>
          <a:noFill/>
        </p:spPr>
        <p:txBody>
          <a:bodyPr wrap="square" rtlCol="0">
            <a:noAutofit/>
          </a:bodyPr>
          <a:p>
            <a:pPr lvl="0" indent="0" algn="l">
              <a:lnSpc>
                <a:spcPct val="150000"/>
              </a:lnSpc>
              <a:spcBef>
                <a:spcPts val="600"/>
              </a:spcBef>
              <a:buFont typeface="Wingdings" panose="05000000000000000000" charset="0"/>
              <a:buNone/>
            </a:pPr>
            <a:r>
              <a:rPr sz="2400" b="1">
                <a:solidFill>
                  <a:schemeClr val="bg1"/>
                </a:solidFill>
                <a:latin typeface="Microsoft YaHei" panose="020B0503020204020204" pitchFamily="34" charset="-122"/>
                <a:ea typeface="Microsoft YaHei" panose="020B0503020204020204" pitchFamily="34" charset="-122"/>
                <a:sym typeface="+mn-ea"/>
              </a:rPr>
              <a:t>Quản lý nhập hàng:</a:t>
            </a:r>
            <a:endParaRPr sz="2400" b="1">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Theo dõi việc nhập hàng từ nhà cung cấp.</a:t>
            </a:r>
            <a:endParaRPr sz="2400">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Kiểm tra số lượng và chất lượng sản phẩm.</a:t>
            </a:r>
            <a:endParaRPr sz="2400">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Cập nhật thông tin vào kho hàng.</a:t>
            </a:r>
            <a:endParaRPr sz="2400">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sz="2400" b="1">
                <a:solidFill>
                  <a:schemeClr val="bg1"/>
                </a:solidFill>
                <a:latin typeface="Microsoft YaHei" panose="020B0503020204020204" pitchFamily="34" charset="-122"/>
                <a:ea typeface="Microsoft YaHei" panose="020B0503020204020204" pitchFamily="34" charset="-122"/>
                <a:sym typeface="+mn-ea"/>
              </a:rPr>
              <a:t>Quản lý xuất hàng:</a:t>
            </a:r>
            <a:endParaRPr sz="2400" b="1">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Theo dõi việc xuất hàng cho khách hàng.</a:t>
            </a:r>
            <a:endParaRPr sz="2400">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Đảm bảo đúng sản phẩm và số lượng được giao cho khách hàng.</a:t>
            </a:r>
            <a:endParaRPr sz="2400">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Cập nhật thông tin về kho hàng sau khi xuất hàng.</a:t>
            </a:r>
            <a:endParaRPr sz="2400">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r>
              <a:rPr sz="2400" b="1">
                <a:solidFill>
                  <a:schemeClr val="bg1"/>
                </a:solidFill>
                <a:latin typeface="Microsoft YaHei" panose="020B0503020204020204" pitchFamily="34" charset="-122"/>
                <a:ea typeface="Microsoft YaHei" panose="020B0503020204020204" pitchFamily="34" charset="-122"/>
                <a:sym typeface="+mn-ea"/>
              </a:rPr>
              <a:t>Quản lý khách hàng:</a:t>
            </a:r>
            <a:endParaRPr sz="2400" b="1">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Theo dõi thông tin về khách hàng.</a:t>
            </a:r>
            <a:endParaRPr sz="2400">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Thêm, sửa đổi hoặc xóa thông tin khách hàng.</a:t>
            </a:r>
            <a:endParaRPr sz="2400">
              <a:solidFill>
                <a:schemeClr val="bg1"/>
              </a:solidFill>
              <a:latin typeface="Microsoft YaHei" panose="020B0503020204020204" pitchFamily="34" charset="-122"/>
              <a:ea typeface="Microsoft YaHei" panose="020B0503020204020204" pitchFamily="34" charset="-122"/>
              <a:sym typeface="+mn-ea"/>
            </a:endParaRPr>
          </a:p>
          <a:p>
            <a:pPr lvl="1" indent="0" algn="l">
              <a:lnSpc>
                <a:spcPct val="150000"/>
              </a:lnSpc>
              <a:spcBef>
                <a:spcPts val="600"/>
              </a:spcBef>
              <a:buFont typeface="Wingdings" panose="05000000000000000000" charset="0"/>
              <a:buNone/>
            </a:pPr>
            <a:r>
              <a:rPr sz="2400">
                <a:solidFill>
                  <a:schemeClr val="bg1"/>
                </a:solidFill>
                <a:latin typeface="Microsoft YaHei" panose="020B0503020204020204" pitchFamily="34" charset="-122"/>
                <a:ea typeface="Microsoft YaHei" panose="020B0503020204020204" pitchFamily="34" charset="-122"/>
                <a:sym typeface="+mn-ea"/>
              </a:rPr>
              <a:t>Quản lý việc tư vấn và chăm sóc khách hàng.</a:t>
            </a:r>
            <a:endParaRPr sz="2400">
              <a:solidFill>
                <a:schemeClr val="bg1"/>
              </a:solidFill>
              <a:latin typeface="Microsoft YaHei" panose="020B0503020204020204" pitchFamily="34" charset="-122"/>
              <a:ea typeface="Microsoft YaHei" panose="020B0503020204020204" pitchFamily="34" charset="-122"/>
              <a:sym typeface="+mn-ea"/>
            </a:endParaRPr>
          </a:p>
          <a:p>
            <a:pPr lvl="0" indent="0" algn="l">
              <a:lnSpc>
                <a:spcPct val="150000"/>
              </a:lnSpc>
              <a:spcBef>
                <a:spcPts val="600"/>
              </a:spcBef>
              <a:buFont typeface="Wingdings" panose="05000000000000000000" charset="0"/>
              <a:buNone/>
            </a:pPr>
            <a:endParaRPr sz="2400">
              <a:solidFill>
                <a:schemeClr val="bg1"/>
              </a:solidFill>
              <a:latin typeface="Microsoft YaHei" panose="020B0503020204020204" pitchFamily="34" charset="-122"/>
              <a:ea typeface="Microsoft YaHei" panose="020B0503020204020204" pitchFamily="34" charset="-122"/>
              <a:sym typeface="+mn-ea"/>
            </a:endParaRPr>
          </a:p>
        </p:txBody>
      </p:sp>
      <p:grpSp>
        <p:nvGrpSpPr>
          <p:cNvPr id="862" name="组合 1638"/>
          <p:cNvGrpSpPr/>
          <p:nvPr/>
        </p:nvGrpSpPr>
        <p:grpSpPr bwMode="auto">
          <a:xfrm>
            <a:off x="1279525" y="782955"/>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10</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Biểu đồ phân cấp chức năng</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grpSp>
        <p:nvGrpSpPr>
          <p:cNvPr id="862" name="组合 1638"/>
          <p:cNvGrpSpPr/>
          <p:nvPr/>
        </p:nvGrpSpPr>
        <p:grpSpPr bwMode="auto">
          <a:xfrm>
            <a:off x="607695" y="76835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pic>
        <p:nvPicPr>
          <p:cNvPr id="3" name="Picture 2"/>
          <p:cNvPicPr>
            <a:picLocks noChangeAspect="1"/>
          </p:cNvPicPr>
          <p:nvPr>
            <p:custDataLst>
              <p:tags r:id="rId1"/>
            </p:custDataLst>
          </p:nvPr>
        </p:nvPicPr>
        <p:blipFill>
          <a:blip r:embed="rId2"/>
          <a:stretch>
            <a:fillRect/>
          </a:stretch>
        </p:blipFill>
        <p:spPr>
          <a:xfrm>
            <a:off x="304800" y="1644650"/>
            <a:ext cx="10744200" cy="79343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11</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Biểu đồ use case</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grpSp>
        <p:nvGrpSpPr>
          <p:cNvPr id="862" name="组合 1638"/>
          <p:cNvGrpSpPr/>
          <p:nvPr/>
        </p:nvGrpSpPr>
        <p:grpSpPr bwMode="auto">
          <a:xfrm>
            <a:off x="704215" y="72644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pic>
        <p:nvPicPr>
          <p:cNvPr id="3" name="Picture 2"/>
          <p:cNvPicPr>
            <a:picLocks noChangeAspect="1"/>
          </p:cNvPicPr>
          <p:nvPr>
            <p:custDataLst>
              <p:tags r:id="rId1"/>
            </p:custDataLst>
          </p:nvPr>
        </p:nvPicPr>
        <p:blipFill>
          <a:blip r:embed="rId2"/>
          <a:stretch>
            <a:fillRect/>
          </a:stretch>
        </p:blipFill>
        <p:spPr>
          <a:xfrm>
            <a:off x="304800" y="1644650"/>
            <a:ext cx="10591800" cy="80105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12</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Thiết kế cơ sở dữ liệu</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grpSp>
        <p:nvGrpSpPr>
          <p:cNvPr id="471" name="组合 1109"/>
          <p:cNvGrpSpPr/>
          <p:nvPr/>
        </p:nvGrpSpPr>
        <p:grpSpPr bwMode="auto">
          <a:xfrm>
            <a:off x="12109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graphicFrame>
        <p:nvGraphicFramePr>
          <p:cNvPr id="7" name="Table 6"/>
          <p:cNvGraphicFramePr/>
          <p:nvPr>
            <p:custDataLst>
              <p:tags r:id="rId1"/>
            </p:custDataLst>
          </p:nvPr>
        </p:nvGraphicFramePr>
        <p:xfrm>
          <a:off x="304800" y="1873250"/>
          <a:ext cx="8674735" cy="2844800"/>
        </p:xfrm>
        <a:graphic>
          <a:graphicData uri="http://schemas.openxmlformats.org/drawingml/2006/table">
            <a:tbl>
              <a:tblPr/>
              <a:tblGrid>
                <a:gridCol w="3559810"/>
                <a:gridCol w="1746250"/>
                <a:gridCol w="1200150"/>
                <a:gridCol w="2168525"/>
              </a:tblGrid>
              <a:tr h="406400">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Tên Trường</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Kiểu Dữ Liệu</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Độ Dài</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Mô Tả</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0640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masanpham (</a:t>
                      </a:r>
                      <a:r>
                        <a:rPr lang="en-US" altLang="zh-CN" sz="1200" i="0">
                          <a:latin typeface="Microsoft YaHei" panose="020B0503020204020204" pitchFamily="34" charset="-122"/>
                          <a:ea typeface="Microsoft YaHei" panose="020B0503020204020204" pitchFamily="34" charset="-122"/>
                        </a:rPr>
                        <a:t>PRIMARY KEY</a:t>
                      </a:r>
                      <a:r>
                        <a:rPr lang="en-US" altLang="zh-CN" sz="1200">
                          <a:latin typeface="Microsoft YaHei" panose="020B0503020204020204" pitchFamily="34" charset="-122"/>
                          <a:ea typeface="Microsoft YaHei" panose="020B0503020204020204" pitchFamily="34" charset="-122"/>
                        </a:rPr>
                        <a:t>)</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Mã sản phẩm</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0640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tensanpham</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Tên sản phẩm</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0640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anh</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Ảnh</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0640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gia</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Giá</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0640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manhaphang (</a:t>
                      </a:r>
                      <a:r>
                        <a:rPr lang="en-US" altLang="zh-CN" sz="1200" i="0">
                          <a:latin typeface="Microsoft YaHei" panose="020B0503020204020204" pitchFamily="34" charset="-122"/>
                          <a:ea typeface="Microsoft YaHei" panose="020B0503020204020204" pitchFamily="34" charset="-122"/>
                        </a:rPr>
                        <a:t>FOREIGN KEY</a:t>
                      </a:r>
                      <a:r>
                        <a:rPr lang="en-US" altLang="zh-CN" sz="1200">
                          <a:latin typeface="Microsoft YaHei" panose="020B0503020204020204" pitchFamily="34" charset="-122"/>
                          <a:ea typeface="Microsoft YaHei" panose="020B0503020204020204" pitchFamily="34" charset="-122"/>
                        </a:rPr>
                        <a:t>)</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Mã nhập hàng</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0640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manhacungcap (</a:t>
                      </a:r>
                      <a:r>
                        <a:rPr lang="en-US" altLang="zh-CN" sz="1200" i="0">
                          <a:latin typeface="Microsoft YaHei" panose="020B0503020204020204" pitchFamily="34" charset="-122"/>
                          <a:ea typeface="Microsoft YaHei" panose="020B0503020204020204" pitchFamily="34" charset="-122"/>
                        </a:rPr>
                        <a:t>FOREIGN KEY</a:t>
                      </a:r>
                      <a:r>
                        <a:rPr lang="en-US" altLang="zh-CN" sz="1200">
                          <a:latin typeface="Microsoft YaHei" panose="020B0503020204020204" pitchFamily="34" charset="-122"/>
                          <a:ea typeface="Microsoft YaHei" panose="020B0503020204020204" pitchFamily="34" charset="-122"/>
                        </a:rPr>
                        <a:t>)</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Mã nhà cung cấp</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bl>
          </a:graphicData>
        </a:graphic>
      </p:graphicFrame>
      <p:graphicFrame>
        <p:nvGraphicFramePr>
          <p:cNvPr id="8" name="Table 7"/>
          <p:cNvGraphicFramePr/>
          <p:nvPr>
            <p:custDataLst>
              <p:tags r:id="rId2"/>
            </p:custDataLst>
          </p:nvPr>
        </p:nvGraphicFramePr>
        <p:xfrm>
          <a:off x="304800" y="5073650"/>
          <a:ext cx="8667750" cy="3515360"/>
        </p:xfrm>
        <a:graphic>
          <a:graphicData uri="http://schemas.openxmlformats.org/drawingml/2006/table">
            <a:tbl>
              <a:tblPr/>
              <a:tblGrid>
                <a:gridCol w="3461385"/>
                <a:gridCol w="1594485"/>
                <a:gridCol w="1445260"/>
                <a:gridCol w="2166620"/>
              </a:tblGrid>
              <a:tr h="439420">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Tên Trường</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Kiểu Dữ Liệu</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Độ Dài</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Mô Tả</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3942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mahoadon (</a:t>
                      </a:r>
                      <a:r>
                        <a:rPr lang="en-US" altLang="zh-CN" sz="1200" i="0">
                          <a:latin typeface="Microsoft YaHei" panose="020B0503020204020204" pitchFamily="34" charset="-122"/>
                          <a:ea typeface="Microsoft YaHei" panose="020B0503020204020204" pitchFamily="34" charset="-122"/>
                        </a:rPr>
                        <a:t>PRIMARY KEY</a:t>
                      </a:r>
                      <a:r>
                        <a:rPr lang="en-US" altLang="zh-CN" sz="1200">
                          <a:latin typeface="Microsoft YaHei" panose="020B0503020204020204" pitchFamily="34" charset="-122"/>
                          <a:ea typeface="Microsoft YaHei" panose="020B0503020204020204" pitchFamily="34" charset="-122"/>
                        </a:rPr>
                        <a:t>)</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Mã hóa đơn</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3942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tenhoadon</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Tên hóa đơn</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3942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ngaynhap</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Ngày nhập</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3942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tongtien</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Tổng tiền</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3942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makhachhang (</a:t>
                      </a:r>
                      <a:r>
                        <a:rPr lang="en-US" altLang="zh-CN" sz="1200" i="0">
                          <a:latin typeface="Microsoft YaHei" panose="020B0503020204020204" pitchFamily="34" charset="-122"/>
                          <a:ea typeface="Microsoft YaHei" panose="020B0503020204020204" pitchFamily="34" charset="-122"/>
                        </a:rPr>
                        <a:t>FOREIGN KEY</a:t>
                      </a:r>
                      <a:r>
                        <a:rPr lang="en-US" altLang="zh-CN" sz="1200">
                          <a:latin typeface="Microsoft YaHei" panose="020B0503020204020204" pitchFamily="34" charset="-122"/>
                          <a:ea typeface="Microsoft YaHei" panose="020B0503020204020204" pitchFamily="34" charset="-122"/>
                        </a:rPr>
                        <a:t>)</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Mã khách hàng</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3942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manhanvien (</a:t>
                      </a:r>
                      <a:r>
                        <a:rPr lang="en-US" altLang="zh-CN" sz="1200" i="0">
                          <a:latin typeface="Microsoft YaHei" panose="020B0503020204020204" pitchFamily="34" charset="-122"/>
                          <a:ea typeface="Microsoft YaHei" panose="020B0503020204020204" pitchFamily="34" charset="-122"/>
                        </a:rPr>
                        <a:t>FOREIGN KEY</a:t>
                      </a:r>
                      <a:r>
                        <a:rPr lang="en-US" altLang="zh-CN" sz="1200">
                          <a:latin typeface="Microsoft YaHei" panose="020B0503020204020204" pitchFamily="34" charset="-122"/>
                          <a:ea typeface="Microsoft YaHei" panose="020B0503020204020204" pitchFamily="34" charset="-122"/>
                        </a:rPr>
                        <a:t>)</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Mã nhân viên</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3942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masanpham (</a:t>
                      </a:r>
                      <a:r>
                        <a:rPr lang="en-US" altLang="zh-CN" sz="1200" i="0">
                          <a:latin typeface="Microsoft YaHei" panose="020B0503020204020204" pitchFamily="34" charset="-122"/>
                          <a:ea typeface="Microsoft YaHei" panose="020B0503020204020204" pitchFamily="34" charset="-122"/>
                        </a:rPr>
                        <a:t>FOREIGN KEY</a:t>
                      </a:r>
                      <a:r>
                        <a:rPr lang="en-US" altLang="zh-CN" sz="1200">
                          <a:latin typeface="Microsoft YaHei" panose="020B0503020204020204" pitchFamily="34" charset="-122"/>
                          <a:ea typeface="Microsoft YaHei" panose="020B0503020204020204" pitchFamily="34" charset="-122"/>
                        </a:rPr>
                        <a:t>)</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Mã sản phẩm</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bl>
          </a:graphicData>
        </a:graphic>
      </p:graphicFrame>
      <p:graphicFrame>
        <p:nvGraphicFramePr>
          <p:cNvPr id="9" name="Table 8"/>
          <p:cNvGraphicFramePr/>
          <p:nvPr>
            <p:custDataLst>
              <p:tags r:id="rId3"/>
            </p:custDataLst>
          </p:nvPr>
        </p:nvGraphicFramePr>
        <p:xfrm>
          <a:off x="9144000" y="1873250"/>
          <a:ext cx="8212455" cy="2840355"/>
        </p:xfrm>
        <a:graphic>
          <a:graphicData uri="http://schemas.openxmlformats.org/drawingml/2006/table">
            <a:tbl>
              <a:tblPr/>
              <a:tblGrid>
                <a:gridCol w="3313430"/>
                <a:gridCol w="1675765"/>
                <a:gridCol w="1212215"/>
                <a:gridCol w="2011045"/>
              </a:tblGrid>
              <a:tr h="405765">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Tên Trường</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Kiểu Dữ Liệu</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Độ Dài</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Mô Tả</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05765">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makhachhang  (</a:t>
                      </a:r>
                      <a:r>
                        <a:rPr lang="en-US" altLang="zh-CN" sz="1200" i="0">
                          <a:latin typeface="Microsoft YaHei" panose="020B0503020204020204" pitchFamily="34" charset="-122"/>
                          <a:ea typeface="Microsoft YaHei" panose="020B0503020204020204" pitchFamily="34" charset="-122"/>
                        </a:rPr>
                        <a:t>PRIMARY KEY</a:t>
                      </a:r>
                      <a:r>
                        <a:rPr lang="en-US" altLang="zh-CN" sz="1200">
                          <a:latin typeface="Microsoft YaHei" panose="020B0503020204020204" pitchFamily="34" charset="-122"/>
                          <a:ea typeface="Microsoft YaHei" panose="020B0503020204020204" pitchFamily="34" charset="-122"/>
                        </a:rPr>
                        <a:t>)</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Mã khách hàng</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05765">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tenkhachhang</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Tên khách hàng</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05765">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ngaysinh</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Ngày sinh</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05765">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sodienthoai</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Số điện thoại</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05765">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diachi</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Địa chỉ</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05765">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email</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Email</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13</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Thiết kế cơ sở dữ liệu</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grpSp>
        <p:nvGrpSpPr>
          <p:cNvPr id="471" name="组合 1109"/>
          <p:cNvGrpSpPr/>
          <p:nvPr/>
        </p:nvGrpSpPr>
        <p:grpSpPr bwMode="auto">
          <a:xfrm>
            <a:off x="1163320" y="774700"/>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graphicFrame>
        <p:nvGraphicFramePr>
          <p:cNvPr id="3" name="Table 2"/>
          <p:cNvGraphicFramePr/>
          <p:nvPr>
            <p:custDataLst>
              <p:tags r:id="rId1"/>
            </p:custDataLst>
          </p:nvPr>
        </p:nvGraphicFramePr>
        <p:xfrm>
          <a:off x="381000" y="1949450"/>
          <a:ext cx="7972425" cy="5778500"/>
        </p:xfrm>
        <a:graphic>
          <a:graphicData uri="http://schemas.openxmlformats.org/drawingml/2006/table">
            <a:tbl>
              <a:tblPr/>
              <a:tblGrid>
                <a:gridCol w="2958465"/>
                <a:gridCol w="1591945"/>
                <a:gridCol w="1428750"/>
                <a:gridCol w="1993265"/>
              </a:tblGrid>
              <a:tr h="577850">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Tên Trường</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Kiểu Dữ Liệu</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Độ Dài</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Mô Tả</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7785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manhanvien (</a:t>
                      </a:r>
                      <a:r>
                        <a:rPr lang="en-US" altLang="zh-CN" sz="1200" i="0">
                          <a:latin typeface="Microsoft YaHei" panose="020B0503020204020204" pitchFamily="34" charset="-122"/>
                          <a:ea typeface="Microsoft YaHei" panose="020B0503020204020204" pitchFamily="34" charset="-122"/>
                        </a:rPr>
                        <a:t>PRIMARY KEY</a:t>
                      </a:r>
                      <a:r>
                        <a:rPr lang="en-US" altLang="zh-CN" sz="1200">
                          <a:latin typeface="Microsoft YaHei" panose="020B0503020204020204" pitchFamily="34" charset="-122"/>
                          <a:ea typeface="Microsoft YaHei" panose="020B0503020204020204" pitchFamily="34" charset="-122"/>
                        </a:rPr>
                        <a:t>)</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Mã nhân viên</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7785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tennhanvien</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Tên nhân viên</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7785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ngaysinh</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Ngày sinh</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7785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anh</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Ảnh</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7785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sodienthoai</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Số điện thoại</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7785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diachi</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Địa chỉ</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7785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email</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Email</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7785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luong</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Lương</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77850">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chucvu</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Chức vụ</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bl>
          </a:graphicData>
        </a:graphic>
      </p:graphicFrame>
      <p:graphicFrame>
        <p:nvGraphicFramePr>
          <p:cNvPr id="7" name="Table 6"/>
          <p:cNvGraphicFramePr/>
          <p:nvPr>
            <p:custDataLst>
              <p:tags r:id="rId2"/>
            </p:custDataLst>
          </p:nvPr>
        </p:nvGraphicFramePr>
        <p:xfrm>
          <a:off x="9157335" y="1949450"/>
          <a:ext cx="8154670" cy="2428875"/>
        </p:xfrm>
        <a:graphic>
          <a:graphicData uri="http://schemas.openxmlformats.org/drawingml/2006/table">
            <a:tbl>
              <a:tblPr/>
              <a:tblGrid>
                <a:gridCol w="3277235"/>
                <a:gridCol w="1741170"/>
                <a:gridCol w="1101090"/>
                <a:gridCol w="2035175"/>
              </a:tblGrid>
              <a:tr h="485775">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Tên Trường</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Kiểu Dữ Liệu</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Độ Dài</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Mô Tả</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85775">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manhacungcap (</a:t>
                      </a:r>
                      <a:r>
                        <a:rPr lang="en-US" altLang="zh-CN" sz="1200" i="0">
                          <a:latin typeface="Microsoft YaHei" panose="020B0503020204020204" pitchFamily="34" charset="-122"/>
                          <a:ea typeface="Microsoft YaHei" panose="020B0503020204020204" pitchFamily="34" charset="-122"/>
                        </a:rPr>
                        <a:t>PRIMARY KEY</a:t>
                      </a:r>
                      <a:r>
                        <a:rPr lang="en-US" altLang="zh-CN" sz="1200">
                          <a:latin typeface="Microsoft YaHei" panose="020B0503020204020204" pitchFamily="34" charset="-122"/>
                          <a:ea typeface="Microsoft YaHei" panose="020B0503020204020204" pitchFamily="34" charset="-122"/>
                        </a:rPr>
                        <a:t>)</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Mã nhà cung cấp</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85775">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tennhacungcap</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Tên nhà cung cấp</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85775">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sodienthoai</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Số điện thoại</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85775">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diachi</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Địa chỉ</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bl>
          </a:graphicData>
        </a:graphic>
      </p:graphicFrame>
      <p:graphicFrame>
        <p:nvGraphicFramePr>
          <p:cNvPr id="10" name="Table 9"/>
          <p:cNvGraphicFramePr/>
          <p:nvPr>
            <p:custDataLst>
              <p:tags r:id="rId3"/>
            </p:custDataLst>
          </p:nvPr>
        </p:nvGraphicFramePr>
        <p:xfrm>
          <a:off x="9157335" y="5073650"/>
          <a:ext cx="8170545" cy="2651125"/>
        </p:xfrm>
        <a:graphic>
          <a:graphicData uri="http://schemas.openxmlformats.org/drawingml/2006/table">
            <a:tbl>
              <a:tblPr/>
              <a:tblGrid>
                <a:gridCol w="3077845"/>
                <a:gridCol w="1539240"/>
                <a:gridCol w="1514475"/>
                <a:gridCol w="2038985"/>
              </a:tblGrid>
              <a:tr h="530225">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Tên Trường</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Kiểu Dữ Liệu</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Độ Dài</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b="1">
                          <a:latin typeface="Microsoft YaHei" panose="020B0503020204020204" pitchFamily="34" charset="-122"/>
                          <a:ea typeface="Microsoft YaHei" panose="020B0503020204020204" pitchFamily="34" charset="-122"/>
                        </a:rPr>
                        <a:t>Mô Tả</a:t>
                      </a:r>
                      <a:endParaRPr lang="en-US" altLang="zh-CN" sz="1200" b="1">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30225">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manhaphang (</a:t>
                      </a:r>
                      <a:r>
                        <a:rPr lang="en-US" altLang="zh-CN" sz="1200" i="0">
                          <a:latin typeface="Microsoft YaHei" panose="020B0503020204020204" pitchFamily="34" charset="-122"/>
                          <a:ea typeface="Microsoft YaHei" panose="020B0503020204020204" pitchFamily="34" charset="-122"/>
                        </a:rPr>
                        <a:t>PRIMARY KEY</a:t>
                      </a:r>
                      <a:r>
                        <a:rPr lang="en-US" altLang="zh-CN" sz="1200">
                          <a:latin typeface="Microsoft YaHei" panose="020B0503020204020204" pitchFamily="34" charset="-122"/>
                          <a:ea typeface="Microsoft YaHei" panose="020B0503020204020204" pitchFamily="34" charset="-122"/>
                        </a:rPr>
                        <a:t>)</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Mã nhập hàng</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30225">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ngaynhap</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Ngày nhập</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30225">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soluong</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Số lượng</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30225">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gia</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varchar</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50</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a:lnSpc>
                          <a:spcPct val="130000"/>
                        </a:lnSpc>
                        <a:spcBef>
                          <a:spcPct val="0"/>
                        </a:spcBef>
                        <a:spcAft>
                          <a:spcPct val="0"/>
                        </a:spcAft>
                      </a:pPr>
                      <a:r>
                        <a:rPr lang="en-US" altLang="zh-CN" sz="1200">
                          <a:latin typeface="Microsoft YaHei" panose="020B0503020204020204" pitchFamily="34" charset="-122"/>
                          <a:ea typeface="Microsoft YaHei" panose="020B0503020204020204" pitchFamily="34" charset="-122"/>
                        </a:rPr>
                        <a:t>Giá</a:t>
                      </a:r>
                      <a:endParaRPr lang="en-US" altLang="zh-CN" sz="1200">
                        <a:latin typeface="Microsoft YaHei" panose="020B0503020204020204" pitchFamily="34" charset="-122"/>
                        <a:ea typeface="Microsoft YaHei" panose="020B0503020204020204" pitchFamily="34" charset="-122"/>
                      </a:endParaRPr>
                    </a:p>
                  </a:txBody>
                  <a:tcPr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vi-VN" altLang="en-US" sz="4800" dirty="0" smtClean="0">
                <a:solidFill>
                  <a:schemeClr val="bg1"/>
                </a:solidFill>
                <a:latin typeface="Microsoft YaHei" panose="020B0503020204020204" pitchFamily="34" charset="-122"/>
                <a:ea typeface="Microsoft YaHei" panose="020B0503020204020204" pitchFamily="34" charset="-122"/>
              </a:rPr>
              <a:t>14</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Biểu đồ lớp DataSQL</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grpSp>
        <p:nvGrpSpPr>
          <p:cNvPr id="471" name="组合 1109"/>
          <p:cNvGrpSpPr/>
          <p:nvPr/>
        </p:nvGrpSpPr>
        <p:grpSpPr bwMode="auto">
          <a:xfrm>
            <a:off x="11347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pic>
        <p:nvPicPr>
          <p:cNvPr id="3" name="Picture 2"/>
          <p:cNvPicPr>
            <a:picLocks noChangeAspect="1"/>
          </p:cNvPicPr>
          <p:nvPr>
            <p:custDataLst>
              <p:tags r:id="rId1"/>
            </p:custDataLst>
          </p:nvPr>
        </p:nvPicPr>
        <p:blipFill>
          <a:blip r:embed="rId2"/>
          <a:stretch>
            <a:fillRect/>
          </a:stretch>
        </p:blipFill>
        <p:spPr>
          <a:xfrm>
            <a:off x="381000" y="1856740"/>
            <a:ext cx="11610975" cy="78009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4"/>
          <p:cNvGrpSpPr/>
          <p:nvPr/>
        </p:nvGrpSpPr>
        <p:grpSpPr bwMode="auto">
          <a:xfrm>
            <a:off x="0" y="-1624"/>
            <a:ext cx="6324600" cy="10315414"/>
            <a:chOff x="-1" y="-3"/>
            <a:chExt cx="5643571" cy="6858005"/>
          </a:xfrm>
        </p:grpSpPr>
        <p:sp>
          <p:nvSpPr>
            <p:cNvPr id="36" name="Freeform 5"/>
            <p:cNvSpPr/>
            <p:nvPr/>
          </p:nvSpPr>
          <p:spPr bwMode="auto">
            <a:xfrm>
              <a:off x="3453821" y="-3"/>
              <a:ext cx="2177915" cy="2852677"/>
            </a:xfrm>
            <a:custGeom>
              <a:avLst/>
              <a:gdLst>
                <a:gd name="T0" fmla="*/ 0 w 9839"/>
                <a:gd name="T1" fmla="*/ 2147483646 h 9917"/>
                <a:gd name="T2" fmla="*/ 2147483646 w 9839"/>
                <a:gd name="T3" fmla="*/ 2147483646 h 9917"/>
                <a:gd name="T4" fmla="*/ 2147483646 w 9839"/>
                <a:gd name="T5" fmla="*/ 0 h 9917"/>
                <a:gd name="T6" fmla="*/ 2147483646 w 9839"/>
                <a:gd name="T7" fmla="*/ 0 h 9917"/>
                <a:gd name="T8" fmla="*/ 0 w 9839"/>
                <a:gd name="T9" fmla="*/ 2147483646 h 99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39" h="9917">
                  <a:moveTo>
                    <a:pt x="0" y="5669"/>
                  </a:moveTo>
                  <a:lnTo>
                    <a:pt x="9839" y="9917"/>
                  </a:lnTo>
                  <a:lnTo>
                    <a:pt x="6221" y="0"/>
                  </a:lnTo>
                  <a:lnTo>
                    <a:pt x="4961" y="0"/>
                  </a:lnTo>
                  <a:lnTo>
                    <a:pt x="0" y="5669"/>
                  </a:lnTo>
                  <a:close/>
                </a:path>
              </a:pathLst>
            </a:custGeom>
            <a:solidFill>
              <a:srgbClr val="F06262"/>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7" name="Freeform 6"/>
            <p:cNvSpPr/>
            <p:nvPr/>
          </p:nvSpPr>
          <p:spPr bwMode="auto">
            <a:xfrm>
              <a:off x="-1" y="1608945"/>
              <a:ext cx="5643571" cy="5249057"/>
            </a:xfrm>
            <a:custGeom>
              <a:avLst/>
              <a:gdLst>
                <a:gd name="T0" fmla="*/ 2147483646 w 9958"/>
                <a:gd name="T1" fmla="*/ 0 h 10000"/>
                <a:gd name="T2" fmla="*/ 2147483646 w 9958"/>
                <a:gd name="T3" fmla="*/ 2147483646 h 10000"/>
                <a:gd name="T4" fmla="*/ 0 w 9958"/>
                <a:gd name="T5" fmla="*/ 2147483646 h 10000"/>
                <a:gd name="T6" fmla="*/ 0 w 9958"/>
                <a:gd name="T7" fmla="*/ 2147483646 h 10000"/>
                <a:gd name="T8" fmla="*/ 2147483646 w 9958"/>
                <a:gd name="T9" fmla="*/ 2147483646 h 10000"/>
                <a:gd name="T10" fmla="*/ 2147483646 w 9958"/>
                <a:gd name="T11" fmla="*/ 2147483646 h 10000"/>
                <a:gd name="T12" fmla="*/ 2147483646 w 9958"/>
                <a:gd name="T13" fmla="*/ 2147483646 h 10000"/>
                <a:gd name="T14" fmla="*/ 2147483646 w 9958"/>
                <a:gd name="T15" fmla="*/ 0 h 10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958" h="10000">
                  <a:moveTo>
                    <a:pt x="6154" y="0"/>
                  </a:moveTo>
                  <a:lnTo>
                    <a:pt x="301" y="9402"/>
                  </a:lnTo>
                  <a:lnTo>
                    <a:pt x="0" y="9886"/>
                  </a:lnTo>
                  <a:lnTo>
                    <a:pt x="0" y="10000"/>
                  </a:lnTo>
                  <a:lnTo>
                    <a:pt x="7653" y="10000"/>
                  </a:lnTo>
                  <a:cubicBezTo>
                    <a:pt x="7714" y="9801"/>
                    <a:pt x="7776" y="9601"/>
                    <a:pt x="7837" y="9402"/>
                  </a:cubicBezTo>
                  <a:lnTo>
                    <a:pt x="9958" y="2345"/>
                  </a:lnTo>
                  <a:lnTo>
                    <a:pt x="6154" y="0"/>
                  </a:lnTo>
                  <a:close/>
                </a:path>
              </a:pathLst>
            </a:custGeom>
            <a:solidFill>
              <a:srgbClr val="F34B4B"/>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8" name="Freeform 7"/>
            <p:cNvSpPr/>
            <p:nvPr/>
          </p:nvSpPr>
          <p:spPr bwMode="auto">
            <a:xfrm>
              <a:off x="527670" y="0"/>
              <a:ext cx="4050101" cy="1700096"/>
            </a:xfrm>
            <a:custGeom>
              <a:avLst/>
              <a:gdLst>
                <a:gd name="T0" fmla="*/ 2147483646 w 5055"/>
                <a:gd name="T1" fmla="*/ 2147483646 h 1673"/>
                <a:gd name="T2" fmla="*/ 2147483646 w 5055"/>
                <a:gd name="T3" fmla="*/ 0 h 1673"/>
                <a:gd name="T4" fmla="*/ 0 w 5055"/>
                <a:gd name="T5" fmla="*/ 0 h 1673"/>
                <a:gd name="T6" fmla="*/ 2147483646 w 5055"/>
                <a:gd name="T7" fmla="*/ 2147483646 h 16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55" h="1673">
                  <a:moveTo>
                    <a:pt x="3665" y="1673"/>
                  </a:moveTo>
                  <a:lnTo>
                    <a:pt x="5055" y="0"/>
                  </a:lnTo>
                  <a:lnTo>
                    <a:pt x="0" y="0"/>
                  </a:lnTo>
                  <a:lnTo>
                    <a:pt x="3665" y="1673"/>
                  </a:lnTo>
                  <a:close/>
                </a:path>
              </a:pathLst>
            </a:custGeom>
            <a:solidFill>
              <a:srgbClr val="EE4C4C"/>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9" name="Freeform 8"/>
            <p:cNvSpPr/>
            <p:nvPr/>
          </p:nvSpPr>
          <p:spPr bwMode="auto">
            <a:xfrm>
              <a:off x="1588" y="0"/>
              <a:ext cx="3501575" cy="6858002"/>
            </a:xfrm>
            <a:custGeom>
              <a:avLst/>
              <a:gdLst>
                <a:gd name="T0" fmla="*/ 2147483646 w 9866"/>
                <a:gd name="T1" fmla="*/ 0 h 10000"/>
                <a:gd name="T2" fmla="*/ 0 w 9866"/>
                <a:gd name="T3" fmla="*/ 0 h 10000"/>
                <a:gd name="T4" fmla="*/ 0 w 9866"/>
                <a:gd name="T5" fmla="*/ 2147483646 h 10000"/>
                <a:gd name="T6" fmla="*/ 0 w 9866"/>
                <a:gd name="T7" fmla="*/ 2147483646 h 10000"/>
                <a:gd name="T8" fmla="*/ 2147483646 w 9866"/>
                <a:gd name="T9" fmla="*/ 2147483646 h 10000"/>
                <a:gd name="T10" fmla="*/ 2147483646 w 9866"/>
                <a:gd name="T11" fmla="*/ 2147483646 h 10000"/>
                <a:gd name="T12" fmla="*/ 2147483646 w 9866"/>
                <a:gd name="T13" fmla="*/ 0 h 10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66" h="10000">
                  <a:moveTo>
                    <a:pt x="1825" y="0"/>
                  </a:moveTo>
                  <a:lnTo>
                    <a:pt x="0" y="0"/>
                  </a:lnTo>
                  <a:lnTo>
                    <a:pt x="0" y="9626"/>
                  </a:lnTo>
                  <a:lnTo>
                    <a:pt x="0" y="10000"/>
                  </a:lnTo>
                  <a:lnTo>
                    <a:pt x="489" y="9626"/>
                  </a:lnTo>
                  <a:lnTo>
                    <a:pt x="9866" y="2386"/>
                  </a:lnTo>
                  <a:lnTo>
                    <a:pt x="1825" y="0"/>
                  </a:lnTo>
                  <a:close/>
                </a:path>
              </a:pathLst>
            </a:custGeom>
            <a:solidFill>
              <a:srgbClr val="F13737"/>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grpSp>
      <p:sp>
        <p:nvSpPr>
          <p:cNvPr id="51" name="object 3"/>
          <p:cNvSpPr>
            <a:spLocks noChangeArrowheads="1"/>
          </p:cNvSpPr>
          <p:nvPr/>
        </p:nvSpPr>
        <p:spPr bwMode="auto">
          <a:xfrm>
            <a:off x="6934360" y="4161105"/>
            <a:ext cx="9658350" cy="13849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marL="9525" algn="ctr">
              <a:defRPr/>
            </a:pPr>
            <a:r>
              <a:rPr lang="en-US" altLang="zh-CN" sz="9000" b="1" dirty="0">
                <a:solidFill>
                  <a:srgbClr val="FFFFFF"/>
                </a:solidFill>
                <a:latin typeface="Trebuchet MS" panose="020B0603020202020204" pitchFamily="34" charset="0"/>
                <a:ea typeface="SimSun" panose="02010600030101010101" pitchFamily="2" charset="-122"/>
                <a:sym typeface="Trebuchet MS" panose="020B0603020202020204" pitchFamily="34" charset="0"/>
              </a:rPr>
              <a:t>THANKS</a:t>
            </a:r>
            <a:r>
              <a:rPr lang="zh-CN" altLang="en-US" sz="9000" b="1" dirty="0">
                <a:solidFill>
                  <a:schemeClr val="bg1"/>
                </a:solidFill>
                <a:latin typeface="Microsoft YaHei" panose="020B0503020204020204" pitchFamily="34" charset="-122"/>
                <a:ea typeface="Microsoft YaHei" panose="020B0503020204020204" pitchFamily="34" charset="-122"/>
                <a:sym typeface="Trebuchet MS" panose="020B0603020202020204" pitchFamily="34" charset="0"/>
              </a:rPr>
              <a:t>！</a:t>
            </a:r>
            <a:endParaRPr lang="en-US" altLang="zh-CN" sz="9000" b="1" dirty="0">
              <a:solidFill>
                <a:schemeClr val="bg1"/>
              </a:solidFill>
              <a:latin typeface="Microsoft YaHei" panose="020B0503020204020204" pitchFamily="34" charset="-122"/>
              <a:ea typeface="Microsoft YaHei" panose="020B0503020204020204" pitchFamily="34" charset="-122"/>
              <a:sym typeface="Trebuchet MS" panose="020B0603020202020204" pitchFamily="34" charset="0"/>
            </a:endParaRPr>
          </a:p>
        </p:txBody>
      </p:sp>
      <p:sp>
        <p:nvSpPr>
          <p:cNvPr id="2" name="object 3"/>
          <p:cNvSpPr txBox="1"/>
          <p:nvPr/>
        </p:nvSpPr>
        <p:spPr>
          <a:xfrm>
            <a:off x="381000" y="3321050"/>
            <a:ext cx="5736590" cy="969645"/>
          </a:xfrm>
          <a:prstGeom prst="rect">
            <a:avLst/>
          </a:prstGeom>
        </p:spPr>
        <p:txBody>
          <a:bodyPr vert="horz" wrap="square" lIns="0" tIns="0" rIns="0" bIns="0" rtlCol="0">
            <a:noAutofit/>
          </a:bodyPr>
          <a:p>
            <a:pPr>
              <a:lnSpc>
                <a:spcPct val="110000"/>
              </a:lnSpc>
            </a:pP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Học phần: </a:t>
            </a: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sym typeface="+mn-ea"/>
              </a:rPr>
              <a:t>Phân tích và thiết kế hệ thống</a:t>
            </a:r>
            <a:endPar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1000">
        <p:randomBar/>
      </p:transition>
    </mc:Choice>
    <mc:Fallback>
      <p:transition spd="slow">
        <p:randomBar/>
      </p:transition>
    </mc:Fallback>
  </mc:AlternateContent>
  <p:timing>
    <p:tnLst>
      <p:par>
        <p:cTn id="1" dur="indefinite" restart="never" nodeType="tmRoot"/>
      </p:par>
    </p:tnLst>
  </p:timing>
</p:sld>
</file>

<file path=ppt/tags/tag1.xml><?xml version="1.0" encoding="utf-8"?>
<p:tagLst xmlns:p="http://schemas.openxmlformats.org/presentationml/2006/main">
  <p:tag name="TABLE_ENDDRAG_ORIGIN_RECT" val="802*82"/>
  <p:tag name="TABLE_ENDDRAG_RECT" val="616*19*802*82"/>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TABLE_ENDDRAG_ORIGIN_RECT" val="530*58"/>
  <p:tag name="TABLE_ENDDRAG_RECT" val="889*19*530*58"/>
</p:tagLst>
</file>

<file path=ppt/tags/tag4.xml><?xml version="1.0" encoding="utf-8"?>
<p:tagLst xmlns:p="http://schemas.openxmlformats.org/presentationml/2006/main">
  <p:tag name="TABLE_ENDDRAG_ORIGIN_RECT" val="1060*200"/>
  <p:tag name="TABLE_ENDDRAG_RECT" val="24*135*1060*200"/>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TABLE_ENDDRAG_ORIGIN_RECT" val="683*221"/>
  <p:tag name="TABLE_ENDDRAG_RECT" val="24*147*683*221"/>
</p:tagLst>
</file>

<file path=ppt/tags/tag8.xml><?xml version="1.0" encoding="utf-8"?>
<p:tagLst xmlns:p="http://schemas.openxmlformats.org/presentationml/2006/main">
  <p:tag name="TABLE_ENDDRAG_ORIGIN_RECT" val="682*276"/>
  <p:tag name="TABLE_ENDDRAG_RECT" val="24*399*682*276"/>
</p:tagLst>
</file>

<file path=ppt/tags/tag9.xml><?xml version="1.0" encoding="utf-8"?>
<p:tagLst xmlns:p="http://schemas.openxmlformats.org/presentationml/2006/main">
  <p:tag name="TABLE_ENDDRAG_ORIGIN_RECT" val="646*223"/>
  <p:tag name="TABLE_ENDDRAG_RECT" val="720*147*646*223"/>
</p:tagLst>
</file>

<file path=ppt/tags/tag10.xml><?xml version="1.0" encoding="utf-8"?>
<p:tagLst xmlns:p="http://schemas.openxmlformats.org/presentationml/2006/main">
  <p:tag name="TABLE_ENDDRAG_ORIGIN_RECT" val="627*458"/>
  <p:tag name="TABLE_ENDDRAG_RECT" val="30*153*627*458"/>
</p:tagLst>
</file>

<file path=ppt/tags/tag11.xml><?xml version="1.0" encoding="utf-8"?>
<p:tagLst xmlns:p="http://schemas.openxmlformats.org/presentationml/2006/main">
  <p:tag name="TABLE_ENDDRAG_ORIGIN_RECT" val="642*191"/>
  <p:tag name="TABLE_ENDDRAG_RECT" val="721*153*642*191"/>
</p:tagLst>
</file>

<file path=ppt/tags/tag12.xml><?xml version="1.0" encoding="utf-8"?>
<p:tagLst xmlns:p="http://schemas.openxmlformats.org/presentationml/2006/main">
  <p:tag name="TABLE_ENDDRAG_ORIGIN_RECT" val="643*208"/>
  <p:tag name="TABLE_ENDDRAG_RECT" val="721*399*643*208"/>
  <p:tag name="KSO_WM_BEAUTIFY_FLAG" val=""/>
</p:tagLst>
</file>

<file path=ppt/tags/tag13.xml><?xml version="1.0" encoding="utf-8"?>
<p:tagLst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7074</Words>
  <Application>WPS Presentation</Application>
  <PresentationFormat>自定义</PresentationFormat>
  <Paragraphs>632</Paragraphs>
  <Slides>22</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22</vt:i4>
      </vt:variant>
    </vt:vector>
  </HeadingPairs>
  <TitlesOfParts>
    <vt:vector size="39" baseType="lpstr">
      <vt:lpstr>Arial</vt:lpstr>
      <vt:lpstr>SimSun</vt:lpstr>
      <vt:lpstr>Wingdings</vt:lpstr>
      <vt:lpstr>Microsoft YaHei</vt:lpstr>
      <vt:lpstr>Calibri</vt:lpstr>
      <vt:lpstr>Arial</vt:lpstr>
      <vt:lpstr>Calibri</vt:lpstr>
      <vt:lpstr>Gungsuh</vt:lpstr>
      <vt:lpstr>Malgun Gothic</vt:lpstr>
      <vt:lpstr>Impact</vt:lpstr>
      <vt:lpstr>Wingdings</vt:lpstr>
      <vt:lpstr>Arial Unicode MS</vt:lpstr>
      <vt:lpstr>Trebuchet MS</vt:lpstr>
      <vt:lpstr>Times New Roman</vt:lpstr>
      <vt:lpstr>PMingLiU</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Jonathan Marginson</dc:creator>
  <cp:lastModifiedBy>dungd</cp:lastModifiedBy>
  <cp:revision>116</cp:revision>
  <dcterms:created xsi:type="dcterms:W3CDTF">2015-06-16T20:27:00Z</dcterms:created>
  <dcterms:modified xsi:type="dcterms:W3CDTF">2024-07-11T03:32:28Z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2015-05-11T05:00:00Z</vt:filetime>
  </property>
  <property fmtid="{D5CDD505-2E9C-101B-9397-08002B2CF9AE}" pid="3" name="LastSaved">
    <vt:filetime>2015-06-19T05:00:00Z</vt:filetime>
  </property>
  <property fmtid="{D5CDD505-2E9C-101B-9397-08002B2CF9AE}" pid="4" name="KSOProductBuildVer">
    <vt:lpwstr>1033-12.2.0.17119</vt:lpwstr>
  </property>
  <property fmtid="{D5CDD505-2E9C-101B-9397-08002B2CF9AE}" pid="5" name="ICV">
    <vt:lpwstr>72BB5B3651AD429EAF2C782B072D497B_13</vt:lpwstr>
  </property>
</Properties>
</file>