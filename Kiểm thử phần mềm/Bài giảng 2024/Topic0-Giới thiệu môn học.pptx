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Oswald" panose="020B0604020202020204" charset="0"/>
      <p:regular r:id="rId7"/>
      <p:bold r:id="rId8"/>
    </p:embeddedFont>
    <p:embeddedFont>
      <p:font typeface="Montserrat" panose="020B0604020202020204" charset="0"/>
      <p:regular r:id="rId9"/>
      <p:bold r:id="rId10"/>
      <p:italic r:id="rId11"/>
      <p:boldItalic r:id="rId12"/>
    </p:embeddedFont>
    <p:embeddedFont>
      <p:font typeface="Source Code Pro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B90263-BD32-416F-A076-957E791838ED}">
  <a:tblStyle styleId="{5AB90263-BD32-416F-A076-957E791838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6321FB1-01FA-414A-B6DE-93ADF2C7AAF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852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e4f225066d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e4f225066d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aa699e5dd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aa699e5dda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aa699e5dd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aa699e5dd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dern-writer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14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Giới thiệu môn học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154375" y="3353645"/>
            <a:ext cx="3224123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 smtClean="0"/>
              <a:t>Giáo</a:t>
            </a:r>
            <a:r>
              <a:rPr lang="en-US" sz="2000" dirty="0" smtClean="0"/>
              <a:t> </a:t>
            </a:r>
            <a:r>
              <a:rPr lang="en-US" sz="2000" dirty="0" err="1" smtClean="0"/>
              <a:t>viên</a:t>
            </a:r>
            <a:r>
              <a:rPr lang="en-US" sz="2000" dirty="0" smtClean="0"/>
              <a:t>: </a:t>
            </a:r>
            <a:r>
              <a:rPr lang="en-US" sz="2000" dirty="0" err="1" smtClean="0"/>
              <a:t>Nguyễn</a:t>
            </a:r>
            <a:r>
              <a:rPr lang="en-US" sz="2000" dirty="0" smtClean="0"/>
              <a:t> </a:t>
            </a:r>
            <a:r>
              <a:rPr lang="en-US" sz="2000" dirty="0" err="1" smtClean="0"/>
              <a:t>Thị</a:t>
            </a:r>
            <a:r>
              <a:rPr lang="en-US" sz="2000" dirty="0" smtClean="0"/>
              <a:t> </a:t>
            </a:r>
            <a:r>
              <a:rPr lang="en-US" sz="2000" dirty="0" err="1" smtClean="0"/>
              <a:t>Nga</a:t>
            </a:r>
            <a:endParaRPr lang="en-US" sz="2000" dirty="0"/>
          </a:p>
          <a:p>
            <a:pPr marL="0" lvl="0" indent="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 smtClean="0"/>
              <a:t>Bộ</a:t>
            </a:r>
            <a:r>
              <a:rPr lang="en-US" sz="2000" dirty="0" smtClean="0"/>
              <a:t> </a:t>
            </a:r>
            <a:r>
              <a:rPr lang="en-US" sz="2000" dirty="0" err="1" smtClean="0"/>
              <a:t>môn</a:t>
            </a:r>
            <a:r>
              <a:rPr lang="en-US" sz="2000" dirty="0" smtClean="0"/>
              <a:t>: CNPM-EAUT</a:t>
            </a:r>
          </a:p>
          <a:p>
            <a:pPr marL="0" lvl="0" indent="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/>
              <a:t>Email: ngant2.eaut.edu.vn</a:t>
            </a:r>
          </a:p>
          <a:p>
            <a:pPr marL="0" lvl="0" indent="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/>
              <a:t>Mobile: 0946.046.662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Nội dung chương trình học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aphicFrame>
        <p:nvGraphicFramePr>
          <p:cNvPr id="69" name="Google Shape;69;p14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{5AB90263-BD32-416F-A076-957E791838ED}</a:tableStyleId>
              </a:tblPr>
              <a:tblGrid>
                <a:gridCol w="532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1. Cơ bản về kiểm thử phần mềm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2.  Kiểm thử trong vòng đời phát triển phần mềm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3. Kỹ thuật kiểm thử tĩnh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4. Phân tích và thiết kế tests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5. Quản lý các hoạt động kiểm thử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6. Công cụ kiểm thử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Tài liệu tham khảo</a:t>
            </a:r>
            <a:endParaRPr/>
          </a:p>
        </p:txBody>
      </p:sp>
      <p:graphicFrame>
        <p:nvGraphicFramePr>
          <p:cNvPr id="75" name="Google Shape;75;p15"/>
          <p:cNvGraphicFramePr/>
          <p:nvPr/>
        </p:nvGraphicFramePr>
        <p:xfrm>
          <a:off x="152400" y="139970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{66321FB1-01FA-414A-B6DE-93ADF2C7AAF6}</a:tableStyleId>
              </a:tblPr>
              <a:tblGrid>
                <a:gridCol w="67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4125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TT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Tên tài liệu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Tên tác giả/Đơn vị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Năm XB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NXB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Mục đích sử dụng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Tài liệu chính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Tài liệu tham khảo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325">
                <a:tc>
                  <a:txBody>
                    <a:bodyPr/>
                    <a:lstStyle/>
                    <a:p>
                      <a:pPr marL="22860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50" b="1">
                          <a:solidFill>
                            <a:srgbClr val="343434"/>
                          </a:solidFill>
                          <a:highlight>
                            <a:srgbClr val="FAFAFA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ISTQB CTFL Syllabus v4.0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solidFill>
                            <a:srgbClr val="343434"/>
                          </a:solidFill>
                          <a:highlight>
                            <a:srgbClr val="FAFAFA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ISTQB®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21.04.2023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https://www.istqb.org/certifications/certified-tester-foundation-level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2375">
                <a:tc>
                  <a:txBody>
                    <a:bodyPr/>
                    <a:lstStyle/>
                    <a:p>
                      <a:pPr marL="22860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Foundations of Software Testing ISTQB Certification, 4th edition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Erik van Veenendaal, 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Rex Black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09.08.2019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 b="1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Cengage Learning EMEA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3025" marR="7302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ROAD MAP trong lĩnh vực kiểm thử phần mềm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025" y="1165850"/>
            <a:ext cx="5565252" cy="374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On-screen Show (16:9)</PresentationFormat>
  <Paragraphs>35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Oswald</vt:lpstr>
      <vt:lpstr>Arial</vt:lpstr>
      <vt:lpstr>Montserrat</vt:lpstr>
      <vt:lpstr>Source Code Pro</vt:lpstr>
      <vt:lpstr>Times New Roman</vt:lpstr>
      <vt:lpstr>Modern Writer</vt:lpstr>
      <vt:lpstr>Giới thiệu môn học</vt:lpstr>
      <vt:lpstr>Nội dung chương trình học</vt:lpstr>
      <vt:lpstr>Tài liệu tham khảo</vt:lpstr>
      <vt:lpstr>ROAD MAP trong lĩnh vực kiểm thử phần mềm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môn học</dc:title>
  <cp:lastModifiedBy>BON BEN</cp:lastModifiedBy>
  <cp:revision>1</cp:revision>
  <dcterms:modified xsi:type="dcterms:W3CDTF">2024-02-27T00:26:22Z</dcterms:modified>
</cp:coreProperties>
</file>