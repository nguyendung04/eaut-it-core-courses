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38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7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6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32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31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25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4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5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1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7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3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52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4194175" y="4077327"/>
            <a:ext cx="3994785" cy="10356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40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Bài</a:t>
            </a:r>
            <a:r>
              <a:rPr sz="2200" b="1" cap="small" spc="10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3:</a:t>
            </a:r>
            <a:r>
              <a:rPr sz="2200" b="1" cap="small" spc="-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Kiem</a:t>
            </a:r>
            <a:r>
              <a:rPr sz="2200" b="1" cap="small" spc="8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thu</a:t>
            </a:r>
            <a:r>
              <a:rPr sz="2200" b="1" cap="small" spc="10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don</a:t>
            </a:r>
            <a:r>
              <a:rPr sz="2200" b="1" cap="small" spc="9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vi</a:t>
            </a:r>
            <a:r>
              <a:rPr sz="2200" b="1" cap="small" spc="9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20" dirty="0">
                <a:solidFill>
                  <a:srgbClr val="FF5A33"/>
                </a:solidFill>
                <a:latin typeface="Arial"/>
                <a:cs typeface="Arial"/>
              </a:rPr>
              <a:t>(P3)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5917" y="6427114"/>
            <a:ext cx="13100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1200" spc="-15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z="1200" spc="-10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sz="1200" spc="-30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5900" y="520700"/>
            <a:ext cx="8470900" cy="5346700"/>
            <a:chOff x="215900" y="520700"/>
            <a:chExt cx="8470900" cy="5346700"/>
          </a:xfrm>
        </p:grpSpPr>
        <p:sp>
          <p:nvSpPr>
            <p:cNvPr id="4" name="object 4"/>
            <p:cNvSpPr/>
            <p:nvPr/>
          </p:nvSpPr>
          <p:spPr>
            <a:xfrm>
              <a:off x="228600" y="1023619"/>
              <a:ext cx="8458200" cy="4843780"/>
            </a:xfrm>
            <a:custGeom>
              <a:avLst/>
              <a:gdLst/>
              <a:ahLst/>
              <a:cxnLst/>
              <a:rect l="l" t="t" r="r" b="b"/>
              <a:pathLst>
                <a:path w="8458200" h="4843780">
                  <a:moveTo>
                    <a:pt x="8458200" y="0"/>
                  </a:moveTo>
                  <a:lnTo>
                    <a:pt x="0" y="0"/>
                  </a:lnTo>
                  <a:lnTo>
                    <a:pt x="0" y="4843780"/>
                  </a:lnTo>
                  <a:lnTo>
                    <a:pt x="8458200" y="484378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4833620" y="0"/>
                  </a:moveTo>
                  <a:lnTo>
                    <a:pt x="0" y="0"/>
                  </a:lnTo>
                  <a:lnTo>
                    <a:pt x="0" y="1000760"/>
                  </a:lnTo>
                  <a:lnTo>
                    <a:pt x="4833620" y="1000760"/>
                  </a:lnTo>
                  <a:lnTo>
                    <a:pt x="5334000" y="500379"/>
                  </a:lnTo>
                  <a:lnTo>
                    <a:pt x="4833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0" y="0"/>
                  </a:moveTo>
                  <a:lnTo>
                    <a:pt x="4833620" y="0"/>
                  </a:lnTo>
                  <a:lnTo>
                    <a:pt x="5334000" y="500379"/>
                  </a:lnTo>
                  <a:lnTo>
                    <a:pt x="483362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5940" y="829132"/>
            <a:ext cx="4168775" cy="2177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95"/>
              </a:spcBef>
            </a:pPr>
            <a:r>
              <a:rPr sz="2800" b="1" spc="5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sz="2800" b="1" spc="-2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 bài</a:t>
            </a:r>
            <a:r>
              <a:rPr sz="2800" b="1" spc="-1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2790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3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sz="30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3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ErrorCollector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3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</a:t>
            </a:r>
            <a:r>
              <a:rPr sz="3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842759" y="190500"/>
            <a:ext cx="1957070" cy="789940"/>
            <a:chOff x="6842759" y="190500"/>
            <a:chExt cx="1957070" cy="789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759" y="190500"/>
              <a:ext cx="749807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5847" y="280415"/>
              <a:ext cx="690372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1231" y="280415"/>
              <a:ext cx="1228344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1002777"/>
            <a:ext cx="6042025" cy="425116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 JUnit Exception 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smtClean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Khái niệm ngoại lê trong Junit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mtClean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Kỹ thuật bắt ngoại lệ với junit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II: JUnit ErrorCollector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Khái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niệm JUnit ErrorCollector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Kỹ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thuật xử lý, quản lý error trong junit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III:JUnit Parameterized 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Khái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niệm Parameters trong Junit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Kỹ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thuật dùng Parameters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457201" y="1143000"/>
            <a:ext cx="8342374" cy="31745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84525">
              <a:lnSpc>
                <a:spcPct val="100000"/>
              </a:lnSpc>
              <a:spcBef>
                <a:spcPts val="95"/>
              </a:spcBef>
            </a:pPr>
            <a:r>
              <a:rPr sz="2800" b="1" cap="small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b="1" cap="small" spc="-25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cap="small" spc="-170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  <a:r>
              <a:rPr sz="2800" b="1" cap="small" spc="10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cap="small" spc="-90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sz="2800" b="1" cap="small" spc="-15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cap="small" spc="-229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5240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huống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rơi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hoặc phương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về.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794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trợ theo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quá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trình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9024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“expected”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thức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"fail()"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535940" y="4164025"/>
            <a:ext cx="4419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@Rule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ExpectedException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547177"/>
            <a:ext cx="7390130" cy="59531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0" y="2622930"/>
            <a:ext cx="5467350" cy="156806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931" y="5100320"/>
            <a:ext cx="7714488" cy="976312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9104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6303" y="280415"/>
              <a:ext cx="867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5800" y="190500"/>
              <a:ext cx="66598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35067" y="280415"/>
              <a:ext cx="1604772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6084" y="190500"/>
              <a:ext cx="66598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5352" y="280415"/>
              <a:ext cx="1772411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84007" y="190500"/>
              <a:ext cx="678179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35468" y="280415"/>
              <a:ext cx="864107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940" y="1002777"/>
            <a:ext cx="771842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8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@Test,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„expected‟</a:t>
            </a:r>
            <a:r>
              <a:rPr sz="28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divzero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24984" y="2652522"/>
            <a:ext cx="7116439" cy="2962655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9104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6303" y="280415"/>
              <a:ext cx="867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5800" y="190500"/>
              <a:ext cx="66598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35067" y="280415"/>
              <a:ext cx="1604772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6084" y="190500"/>
              <a:ext cx="66598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5352" y="280415"/>
              <a:ext cx="1772411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84007" y="190500"/>
              <a:ext cx="678179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35468" y="280415"/>
              <a:ext cx="864107" cy="640079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xfrm>
            <a:off x="3028950" y="6449145"/>
            <a:ext cx="30861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940" y="1002777"/>
            <a:ext cx="8047355" cy="178625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8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@Test,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„expected‟</a:t>
            </a:r>
            <a:r>
              <a:rPr sz="28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input2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chứ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không 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3139" y="5031485"/>
            <a:ext cx="67513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9085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MathUtils.divide(100,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0);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xảy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	ArithmeticException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72230" y="3132968"/>
            <a:ext cx="7215853" cy="1824377"/>
          </a:xfrm>
          <a:prstGeom prst="rect">
            <a:avLst/>
          </a:prstGeom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9104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6303" y="280415"/>
              <a:ext cx="867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5800" y="190500"/>
              <a:ext cx="66598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35067" y="280415"/>
              <a:ext cx="1604772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6084" y="190500"/>
              <a:ext cx="66598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5352" y="280415"/>
              <a:ext cx="1772411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84007" y="190500"/>
              <a:ext cx="678179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35468" y="280415"/>
              <a:ext cx="864107" cy="640079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xfrm>
            <a:off x="3028950" y="6458058"/>
            <a:ext cx="3086100" cy="161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940" y="1003161"/>
            <a:ext cx="6383655" cy="90170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5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Try-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fail()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30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rõ nghĩa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3139" y="5537403"/>
            <a:ext cx="594233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2735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9085" algn="l"/>
              </a:tabLst>
            </a:pP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thất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bại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“fail("Not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>
              <a:lnSpc>
                <a:spcPts val="2735"/>
              </a:lnSpc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exception");”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3482" y="2100622"/>
            <a:ext cx="7849891" cy="3342554"/>
          </a:xfrm>
          <a:prstGeom prst="rect">
            <a:avLst/>
          </a:prstGeom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9104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6303" y="280415"/>
              <a:ext cx="867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5800" y="190500"/>
              <a:ext cx="66598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35067" y="280415"/>
              <a:ext cx="1604772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6084" y="190500"/>
              <a:ext cx="66598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5352" y="280415"/>
              <a:ext cx="1772411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84007" y="190500"/>
              <a:ext cx="678179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35468" y="280415"/>
              <a:ext cx="864107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940" y="1002777"/>
            <a:ext cx="7918450" cy="13474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Try-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fail()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thì lệnh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fail()không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62214" y="2801873"/>
            <a:ext cx="6234112" cy="2816352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9104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6303" y="280415"/>
              <a:ext cx="867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5800" y="190500"/>
              <a:ext cx="66598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35067" y="280415"/>
              <a:ext cx="1604772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6084" y="190500"/>
              <a:ext cx="66598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5352" y="280415"/>
              <a:ext cx="1772411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84007" y="190500"/>
              <a:ext cx="678179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35468" y="280415"/>
              <a:ext cx="864107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940" y="1002777"/>
            <a:ext cx="7829550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dụ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ExpectedException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6978" y="2437627"/>
            <a:ext cx="8465665" cy="3317483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227182" y="671582"/>
            <a:ext cx="8608060" cy="3084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89450">
              <a:lnSpc>
                <a:spcPct val="100000"/>
              </a:lnSpc>
              <a:spcBef>
                <a:spcPts val="95"/>
              </a:spcBef>
            </a:pPr>
            <a:r>
              <a:rPr sz="2800" b="1" cap="small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b="1" cap="small" spc="-35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cap="small" spc="-225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ErrorCollector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95960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sẽ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dừng,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chạy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0861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trình test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tục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error,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3448050"/>
            <a:ext cx="5086350" cy="318135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3647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0847" y="280415"/>
              <a:ext cx="867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0344" y="190500"/>
              <a:ext cx="65836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1991" y="280415"/>
              <a:ext cx="1152143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7415" y="190500"/>
              <a:ext cx="68580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6495" y="280415"/>
              <a:ext cx="1783079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1002777"/>
            <a:ext cx="7556500" cy="222504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ErrorCollector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015" marR="518159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@Rule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đối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tượng 	ErrorCollector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Throwable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00200" y="3200463"/>
            <a:ext cx="6124067" cy="33828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3647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0847" y="280415"/>
              <a:ext cx="867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0344" y="190500"/>
              <a:ext cx="65836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1991" y="280415"/>
              <a:ext cx="1152143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7415" y="190500"/>
              <a:ext cx="68580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6495" y="280415"/>
              <a:ext cx="1783079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xfrm>
            <a:off x="3028950" y="6449145"/>
            <a:ext cx="30861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788670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@rule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hành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3478389"/>
            <a:ext cx="7305040" cy="13474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ErrorCollector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ErrorCollectorExample.java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gom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@rule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addError(throwable)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09556" y="2133536"/>
            <a:ext cx="6285678" cy="1019305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16990">
              <a:lnSpc>
                <a:spcPct val="100000"/>
              </a:lnSpc>
              <a:spcBef>
                <a:spcPts val="95"/>
              </a:spcBef>
            </a:pPr>
            <a:r>
              <a:rPr cap="small" dirty="0"/>
              <a:t>JUnit</a:t>
            </a:r>
            <a:r>
              <a:rPr cap="small" spc="-35" dirty="0"/>
              <a:t> </a:t>
            </a:r>
            <a:r>
              <a:rPr cap="small" spc="-225" dirty="0"/>
              <a:t>ErrorCollector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1371600"/>
            <a:ext cx="5876925" cy="52970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3647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0847" y="280415"/>
              <a:ext cx="867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0344" y="190500"/>
              <a:ext cx="65836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1991" y="280415"/>
              <a:ext cx="1152143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7415" y="190500"/>
              <a:ext cx="68580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6495" y="280415"/>
              <a:ext cx="1783079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55092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TestRunner.java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4361" y="1609724"/>
            <a:ext cx="6615303" cy="5248273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3647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0847" y="280415"/>
              <a:ext cx="867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0344" y="190500"/>
              <a:ext cx="65836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1991" y="280415"/>
              <a:ext cx="1152143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7415" y="190500"/>
              <a:ext cx="68580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6495" y="280415"/>
              <a:ext cx="1783079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78403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“A”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“B”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nên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88610" y="2049542"/>
            <a:ext cx="5466703" cy="14688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28800" y="3695737"/>
            <a:ext cx="5598286" cy="1594954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535940" y="283210"/>
            <a:ext cx="7148067" cy="31745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635">
              <a:lnSpc>
                <a:spcPct val="100000"/>
              </a:lnSpc>
              <a:spcBef>
                <a:spcPts val="95"/>
              </a:spcBef>
            </a:pPr>
            <a:r>
              <a:rPr sz="2800" b="1" cap="small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b="1" cap="small" spc="-40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cap="small" spc="-95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</a:t>
            </a:r>
            <a:r>
              <a:rPr sz="2800" b="1" cap="small" spc="-50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cap="small" spc="-250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8575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khác nhau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@Parameter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3346932"/>
            <a:ext cx="5450078" cy="289432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xfrm>
            <a:off x="3028950" y="6458058"/>
            <a:ext cx="3086100" cy="161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1002777"/>
            <a:ext cx="566737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139" y="4226509"/>
            <a:ext cx="58947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9085" algn="l"/>
              </a:tabLst>
            </a:pP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“Parameterized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Test”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1981200"/>
            <a:ext cx="5047234" cy="20574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6682" y="4573651"/>
            <a:ext cx="4992751" cy="17826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1002777"/>
            <a:ext cx="7198359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@RunWith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9750" y="2734055"/>
            <a:ext cx="5876048" cy="2210848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1002777"/>
            <a:ext cx="566737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758" y="2817459"/>
            <a:ext cx="7572334" cy="21620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1002777"/>
            <a:ext cx="7721600" cy="178625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gán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giá 	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@Parameters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324" y="3275710"/>
            <a:ext cx="7468433" cy="1949452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1959" y="190500"/>
              <a:ext cx="88391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9159" y="280415"/>
              <a:ext cx="86715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8655" y="190500"/>
              <a:ext cx="66598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7923" y="280415"/>
              <a:ext cx="2528316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84007" y="190500"/>
              <a:ext cx="678179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35468" y="280415"/>
              <a:ext cx="864107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1002777"/>
            <a:ext cx="798639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runner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2263" y="2366720"/>
            <a:ext cx="7830096" cy="3530626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1959" y="190500"/>
              <a:ext cx="88391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9159" y="280415"/>
              <a:ext cx="86715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8655" y="190500"/>
              <a:ext cx="66598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7923" y="280415"/>
              <a:ext cx="2528316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84007" y="190500"/>
              <a:ext cx="678179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35468" y="280415"/>
              <a:ext cx="864107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1002777"/>
            <a:ext cx="566737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62200" y="2057400"/>
            <a:ext cx="4648200" cy="4664075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1959" y="190500"/>
              <a:ext cx="88391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9159" y="280415"/>
              <a:ext cx="867156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8655" y="190500"/>
              <a:ext cx="66598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7923" y="280415"/>
              <a:ext cx="2528316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84007" y="190500"/>
              <a:ext cx="678179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35468" y="280415"/>
              <a:ext cx="864107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1002777"/>
            <a:ext cx="566737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ouput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4263" y="2595562"/>
            <a:ext cx="7313478" cy="3125787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533400"/>
            <a:ext cx="5334000" cy="1000760"/>
          </a:xfrm>
          <a:custGeom>
            <a:avLst/>
            <a:gdLst/>
            <a:ahLst/>
            <a:cxnLst/>
            <a:rect l="l" t="t" r="r" b="b"/>
            <a:pathLst>
              <a:path w="5334000" h="1000760">
                <a:moveTo>
                  <a:pt x="0" y="0"/>
                </a:moveTo>
                <a:lnTo>
                  <a:pt x="4833620" y="0"/>
                </a:lnTo>
                <a:lnTo>
                  <a:pt x="5334000" y="500379"/>
                </a:lnTo>
                <a:lnTo>
                  <a:pt x="4833620" y="1000760"/>
                </a:lnTo>
                <a:lnTo>
                  <a:pt x="0" y="100076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22503" y="829132"/>
            <a:ext cx="2822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79546"/>
                </a:solidFill>
                <a:latin typeface="Arial"/>
                <a:cs typeface="Arial"/>
              </a:rPr>
              <a:t>Tổng</a:t>
            </a:r>
            <a:r>
              <a:rPr sz="2800" b="1" spc="-5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79546"/>
                </a:solidFill>
                <a:latin typeface="Arial"/>
                <a:cs typeface="Arial"/>
              </a:rPr>
              <a:t>kết</a:t>
            </a:r>
            <a:r>
              <a:rPr sz="2800" b="1" spc="-5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79546"/>
                </a:solidFill>
                <a:latin typeface="Arial"/>
                <a:cs typeface="Arial"/>
              </a:rPr>
              <a:t>bài</a:t>
            </a:r>
            <a:r>
              <a:rPr sz="2800" b="1" spc="-5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79546"/>
                </a:solidFill>
                <a:latin typeface="Arial"/>
                <a:cs typeface="Arial"/>
              </a:rPr>
              <a:t>học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739" y="1611863"/>
            <a:ext cx="503174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Phần I: JUnit Exception Test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xfrm>
            <a:off x="3028950" y="6458058"/>
            <a:ext cx="3086100" cy="161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thử nâng cao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739" y="2098065"/>
            <a:ext cx="6480175" cy="4322978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 Khái niệm ngoại lê trong Junit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 Kỹ thuật bắt ngoại lệ với junit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Phần II: JUnit ErrorCollector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Khái niệm JUnit ErrorCollector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Kỹ thuật xử lý, quản lý error trong junit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Phần III:JUnit Parameterized Test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Khái niệm Parameters trong Junit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Kỹ thuật dùng Parameters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659</Words>
  <Application>Microsoft Office PowerPoint</Application>
  <PresentationFormat>On-screen Show (4:3)</PresentationFormat>
  <Paragraphs>103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JUnit ErrorCollector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Phần I: JUnit Exception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7</cp:revision>
  <dcterms:created xsi:type="dcterms:W3CDTF">2024-03-08T02:49:30Z</dcterms:created>
  <dcterms:modified xsi:type="dcterms:W3CDTF">2024-11-03T02:40:08Z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2018-08-10T00:00:00Z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2024-03-08T00:00:00Z</vt:filetime>
  </property>
  <property fmtid="{D5CDD505-2E9C-101B-9397-08002B2CF9AE}" pid="5" name="Producer">
    <vt:lpwstr>3-Heights(TM) PDF Security Shell 4.8.25.2 (http://www.pdf-tools.com)</vt:lpwstr>
  </property>
</Properties>
</file>