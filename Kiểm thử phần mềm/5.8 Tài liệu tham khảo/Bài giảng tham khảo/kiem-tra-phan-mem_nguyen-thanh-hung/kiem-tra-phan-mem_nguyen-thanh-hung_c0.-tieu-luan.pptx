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8" r:id="rId2"/>
    <p:sldId id="257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-114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6F58E-0DC2-0F45-BE22-0E2233E20929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8660D-FE3E-5C4B-A84B-373E85EB9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08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081164" indent="-216233" defTabSz="914485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513629" indent="-216233" defTabSz="914485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946095" indent="-216233" defTabSz="914485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2D66B996-A831-3140-8F62-B047BD2D2F95}" type="slidenum">
              <a:rPr lang="en-US" sz="1200"/>
              <a:pPr/>
              <a:t>1</a:t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/>
        </p:nvSpPr>
        <p:spPr bwMode="gray">
          <a:xfrm>
            <a:off x="8004175" y="0"/>
            <a:ext cx="1139825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5" name="Rectangle 18"/>
          <p:cNvSpPr>
            <a:spLocks noChangeArrowheads="1"/>
          </p:cNvSpPr>
          <p:nvPr/>
        </p:nvSpPr>
        <p:spPr bwMode="white">
          <a:xfrm>
            <a:off x="0" y="4699000"/>
            <a:ext cx="9144000" cy="2219325"/>
          </a:xfrm>
          <a:prstGeom prst="rect">
            <a:avLst/>
          </a:prstGeom>
          <a:solidFill>
            <a:schemeClr val="folHlink">
              <a:alpha val="3098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gray">
          <a:xfrm>
            <a:off x="0" y="2149475"/>
            <a:ext cx="9144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7" name="Freeform 20"/>
          <p:cNvSpPr>
            <a:spLocks/>
          </p:cNvSpPr>
          <p:nvPr/>
        </p:nvSpPr>
        <p:spPr bwMode="gray">
          <a:xfrm>
            <a:off x="-9525" y="2138363"/>
            <a:ext cx="8015288" cy="2271712"/>
          </a:xfrm>
          <a:custGeom>
            <a:avLst/>
            <a:gdLst>
              <a:gd name="T0" fmla="*/ 0 w 5049"/>
              <a:gd name="T1" fmla="*/ 0 h 1471"/>
              <a:gd name="T2" fmla="*/ 2147483647 w 5049"/>
              <a:gd name="T3" fmla="*/ 2147483647 h 1471"/>
              <a:gd name="T4" fmla="*/ 2147483647 w 5049"/>
              <a:gd name="T5" fmla="*/ 2147483647 h 1471"/>
              <a:gd name="T6" fmla="*/ 0 w 5049"/>
              <a:gd name="T7" fmla="*/ 2147483647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AutoShape 21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9" name="AutoShape 22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10" name="AutoShape 23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grpSp>
        <p:nvGrpSpPr>
          <p:cNvPr id="11" name="Group 116"/>
          <p:cNvGrpSpPr>
            <a:grpSpLocks/>
          </p:cNvGrpSpPr>
          <p:nvPr/>
        </p:nvGrpSpPr>
        <p:grpSpPr bwMode="auto">
          <a:xfrm>
            <a:off x="0" y="1806575"/>
            <a:ext cx="3276600" cy="3314700"/>
            <a:chOff x="120" y="1464"/>
            <a:chExt cx="2064" cy="2088"/>
          </a:xfrm>
        </p:grpSpPr>
        <p:sp>
          <p:nvSpPr>
            <p:cNvPr id="12" name="AutoShape 113" descr="gdd01"/>
            <p:cNvSpPr>
              <a:spLocks noChangeArrowheads="1"/>
            </p:cNvSpPr>
            <p:nvPr userDrawn="1"/>
          </p:nvSpPr>
          <p:spPr bwMode="gray">
            <a:xfrm>
              <a:off x="120" y="1992"/>
              <a:ext cx="1104" cy="1008"/>
            </a:xfrm>
            <a:prstGeom prst="hexagon">
              <a:avLst>
                <a:gd name="adj" fmla="val 27381"/>
                <a:gd name="vf" fmla="val 115470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blurRad="63500"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defRPr/>
              </a:pPr>
              <a:endParaRPr lang="ko-KR" altLang="en-US" smtClean="0"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13" name="AutoShape 114" descr="gdd04"/>
            <p:cNvSpPr>
              <a:spLocks noChangeArrowheads="1"/>
            </p:cNvSpPr>
            <p:nvPr userDrawn="1"/>
          </p:nvSpPr>
          <p:spPr bwMode="gray">
            <a:xfrm>
              <a:off x="1032" y="1464"/>
              <a:ext cx="1152" cy="1008"/>
            </a:xfrm>
            <a:prstGeom prst="hexagon">
              <a:avLst>
                <a:gd name="adj" fmla="val 28571"/>
                <a:gd name="vf" fmla="val 115470"/>
              </a:avLst>
            </a:prstGeom>
            <a:blipFill dpi="0" rotWithShape="1">
              <a:blip r:embed="rId3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blurRad="63500"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defRPr/>
              </a:pPr>
              <a:endParaRPr lang="ko-KR" altLang="en-US" smtClean="0"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14" name="AutoShape 115" descr="gdd03"/>
            <p:cNvSpPr>
              <a:spLocks noChangeArrowheads="1"/>
            </p:cNvSpPr>
            <p:nvPr userDrawn="1"/>
          </p:nvSpPr>
          <p:spPr bwMode="gray">
            <a:xfrm>
              <a:off x="1008" y="2544"/>
              <a:ext cx="1152" cy="1008"/>
            </a:xfrm>
            <a:prstGeom prst="hexagon">
              <a:avLst>
                <a:gd name="adj" fmla="val 28571"/>
                <a:gd name="vf" fmla="val 115470"/>
              </a:avLst>
            </a:prstGeom>
            <a:blipFill dpi="0" rotWithShape="1">
              <a:blip r:embed="rId4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blurRad="63500"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defRPr/>
              </a:pPr>
              <a:endParaRPr lang="ko-KR" altLang="en-US" smtClean="0">
                <a:ea typeface="Gulim" panose="020B0600000101010101" pitchFamily="34" charset="-127"/>
                <a:cs typeface="+mn-cs"/>
              </a:endParaRPr>
            </a:p>
          </p:txBody>
        </p:sp>
      </p:grpSp>
      <p:pic>
        <p:nvPicPr>
          <p:cNvPr id="15" name="Picture 24" descr="soic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525" y="0"/>
            <a:ext cx="752475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2638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143000" y="990600"/>
            <a:ext cx="6705600" cy="1012825"/>
          </a:xfrm>
        </p:spPr>
        <p:txBody>
          <a:bodyPr/>
          <a:lstStyle>
            <a:lvl1pPr algn="ctr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3505200" y="2971800"/>
            <a:ext cx="4343400" cy="6858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352800" y="6553200"/>
            <a:ext cx="2133600" cy="1524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tx2"/>
                </a:solidFill>
                <a:latin typeface="Verdana" charset="0"/>
                <a:cs typeface="+mn-cs"/>
              </a:defRPr>
            </a:lvl1pPr>
          </a:lstStyle>
          <a:p>
            <a:fld id="{E19B799E-7D27-6D4C-B27E-867CC39AE24F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" y="6548438"/>
            <a:ext cx="2590800" cy="228600"/>
          </a:xfrm>
          <a:prstGeom prst="rect">
            <a:avLst/>
          </a:prstGeom>
        </p:spPr>
        <p:txBody>
          <a:bodyPr/>
          <a:lstStyle>
            <a:lvl1pPr algn="ctr" eaLnBrk="1" hangingPunct="1">
              <a:defRPr sz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0550" y="6467475"/>
            <a:ext cx="533400" cy="244475"/>
          </a:xfrm>
        </p:spPr>
        <p:txBody>
          <a:bodyPr/>
          <a:lstStyle>
            <a:lvl1pPr>
              <a:defRPr sz="1200">
                <a:latin typeface="Arial" charset="0"/>
              </a:defRPr>
            </a:lvl1pPr>
          </a:lstStyle>
          <a:p>
            <a:fld id="{CF77D7F6-CA91-A34C-A707-E700FE2A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67946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77D7F6-CA91-A34C-A707-E700FE2A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02332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E19B799E-7D27-6D4C-B27E-867CC39AE24F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77D7F6-CA91-A34C-A707-E700FE2A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46688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E19B799E-7D27-6D4C-B27E-867CC39AE24F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77D7F6-CA91-A34C-A707-E700FE2A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65960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E19B799E-7D27-6D4C-B27E-867CC39AE24F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77D7F6-CA91-A34C-A707-E700FE2A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78570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E19B799E-7D27-6D4C-B27E-867CC39AE24F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77D7F6-CA91-A34C-A707-E700FE2A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42232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E19B799E-7D27-6D4C-B27E-867CC39AE24F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77D7F6-CA91-A34C-A707-E700FE2A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12076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E19B799E-7D27-6D4C-B27E-867CC39AE24F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77D7F6-CA91-A34C-A707-E700FE2A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94753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E19B799E-7D27-6D4C-B27E-867CC39AE24F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77D7F6-CA91-A34C-A707-E700FE2A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7136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E19B799E-7D27-6D4C-B27E-867CC39AE24F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77D7F6-CA91-A34C-A707-E700FE2A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31159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E19B799E-7D27-6D4C-B27E-867CC39AE24F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77D7F6-CA91-A34C-A707-E700FE2A6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03251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7"/>
          <p:cNvSpPr>
            <a:spLocks noChangeArrowheads="1"/>
          </p:cNvSpPr>
          <p:nvPr/>
        </p:nvSpPr>
        <p:spPr bwMode="gray">
          <a:xfrm>
            <a:off x="8156575" y="0"/>
            <a:ext cx="987425" cy="6858000"/>
          </a:xfrm>
          <a:prstGeom prst="rect">
            <a:avLst/>
          </a:prstGeom>
          <a:solidFill>
            <a:schemeClr val="folHlink">
              <a:alpha val="3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1026" name="Freeform 15"/>
          <p:cNvSpPr>
            <a:spLocks/>
          </p:cNvSpPr>
          <p:nvPr/>
        </p:nvSpPr>
        <p:spPr bwMode="gray">
          <a:xfrm>
            <a:off x="-9525" y="120650"/>
            <a:ext cx="9153525" cy="633413"/>
          </a:xfrm>
          <a:custGeom>
            <a:avLst/>
            <a:gdLst>
              <a:gd name="T0" fmla="*/ 0 w 5049"/>
              <a:gd name="T1" fmla="*/ 0 h 1471"/>
              <a:gd name="T2" fmla="*/ 2147483647 w 5049"/>
              <a:gd name="T3" fmla="*/ 2147483647 h 1471"/>
              <a:gd name="T4" fmla="*/ 2147483647 w 5049"/>
              <a:gd name="T5" fmla="*/ 2147483647 h 1471"/>
              <a:gd name="T6" fmla="*/ 0 w 5049"/>
              <a:gd name="T7" fmla="*/ 2147483647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8" name="AutoShape 19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1029" name="AutoShape 20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1030" name="AutoShape 21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86750" y="6386513"/>
            <a:ext cx="457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bg1"/>
                </a:solidFill>
                <a:latin typeface="Verdana" charset="0"/>
                <a:cs typeface="+mn-cs"/>
              </a:defRPr>
            </a:lvl1pPr>
          </a:lstStyle>
          <a:p>
            <a:fld id="{CF77D7F6-CA91-A34C-A707-E700FE2A6819}" type="slidenum">
              <a:rPr lang="en-US" smtClean="0"/>
              <a:t>‹#›</a:t>
            </a:fld>
            <a:endParaRPr lang="en-US"/>
          </a:p>
        </p:txBody>
      </p:sp>
      <p:grpSp>
        <p:nvGrpSpPr>
          <p:cNvPr id="1033" name="Group 22"/>
          <p:cNvGrpSpPr>
            <a:grpSpLocks/>
          </p:cNvGrpSpPr>
          <p:nvPr/>
        </p:nvGrpSpPr>
        <p:grpSpPr bwMode="auto">
          <a:xfrm>
            <a:off x="80963" y="25400"/>
            <a:ext cx="838200" cy="838200"/>
            <a:chOff x="18" y="144"/>
            <a:chExt cx="510" cy="480"/>
          </a:xfrm>
        </p:grpSpPr>
        <p:sp>
          <p:nvSpPr>
            <p:cNvPr id="2" name="AutoShape 23"/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0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smtClean="0">
                <a:ea typeface="+mn-ea"/>
                <a:cs typeface="+mn-cs"/>
              </a:endParaRPr>
            </a:p>
          </p:txBody>
        </p:sp>
        <p:sp>
          <p:nvSpPr>
            <p:cNvPr id="1036" name="AutoShape 24"/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0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smtClean="0">
                <a:ea typeface="+mn-ea"/>
                <a:cs typeface="+mn-cs"/>
              </a:endParaRPr>
            </a:p>
          </p:txBody>
        </p:sp>
        <p:sp>
          <p:nvSpPr>
            <p:cNvPr id="1037" name="AutoShape 25"/>
            <p:cNvSpPr>
              <a:spLocks noChangeArrowheads="1"/>
            </p:cNvSpPr>
            <p:nvPr userDrawn="1"/>
          </p:nvSpPr>
          <p:spPr bwMode="gray">
            <a:xfrm>
              <a:off x="240" y="384"/>
              <a:ext cx="288" cy="240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smtClean="0">
                <a:ea typeface="+mn-ea"/>
                <a:cs typeface="+mn-cs"/>
              </a:endParaRPr>
            </a:p>
          </p:txBody>
        </p:sp>
      </p:grpSp>
      <p:sp>
        <p:nvSpPr>
          <p:cNvPr id="103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143000" y="168275"/>
            <a:ext cx="6705600" cy="563563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xmlns:p14="http://schemas.microsoft.com/office/powerpoint/2010/main" spd="slow">
    <p:random/>
  </p:transition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/>
          <a:ea typeface="ＭＳ Ｐゴシック" charset="0"/>
          <a:cs typeface="Arial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charset="0"/>
        <a:buChar char="v"/>
        <a:defRPr sz="2800" b="1">
          <a:solidFill>
            <a:srgbClr val="303030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0"/>
        <a:buChar char="§"/>
        <a:defRPr sz="2800">
          <a:solidFill>
            <a:srgbClr val="303030"/>
          </a:solidFill>
          <a:latin typeface="Arial" charset="0"/>
          <a:ea typeface="ＭＳ Ｐゴシック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rgbClr val="303030"/>
          </a:solidFill>
          <a:latin typeface="Arial" charset="0"/>
          <a:ea typeface="ＭＳ Ｐゴシック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303030"/>
          </a:solidFill>
          <a:latin typeface="Arial" charset="0"/>
          <a:ea typeface="ＭＳ Ｐゴシック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303030"/>
          </a:solidFill>
          <a:latin typeface="Arial" charset="0"/>
          <a:ea typeface="ＭＳ Ｐゴシック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gray">
          <a:xfrm>
            <a:off x="1873250" y="1163638"/>
            <a:ext cx="7772400" cy="1143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en-US" sz="4000" dirty="0" err="1" smtClean="0">
                <a:solidFill>
                  <a:srgbClr val="0000FF"/>
                </a:solidFill>
              </a:rPr>
              <a:t>Kiểm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thử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phần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mềm</a:t>
            </a:r>
            <a:endParaRPr lang="en-US" sz="4000" dirty="0" smtClean="0">
              <a:solidFill>
                <a:srgbClr val="0000FF"/>
              </a:solidFill>
            </a:endParaRPr>
          </a:p>
        </p:txBody>
      </p:sp>
      <p:sp>
        <p:nvSpPr>
          <p:cNvPr id="15362" name="Subtitle 2"/>
          <p:cNvSpPr txBox="1">
            <a:spLocks/>
          </p:cNvSpPr>
          <p:nvPr/>
        </p:nvSpPr>
        <p:spPr bwMode="white">
          <a:xfrm>
            <a:off x="360363" y="4713288"/>
            <a:ext cx="7459662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r>
              <a:rPr lang="en-US" sz="1600" b="1">
                <a:solidFill>
                  <a:srgbClr val="0000FF"/>
                </a:solidFill>
                <a:latin typeface="Verdana" charset="0"/>
              </a:rPr>
              <a:t>TS. Nguyễn Thanh Hùng</a:t>
            </a:r>
          </a:p>
          <a:p>
            <a:pPr algn="r"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r>
              <a:rPr lang="en-US" sz="1600" b="1">
                <a:solidFill>
                  <a:srgbClr val="0000FF"/>
                </a:solidFill>
                <a:latin typeface="Verdana" charset="0"/>
              </a:rPr>
              <a:t>Bộ Môn Công Nghệ Phần Mềm</a:t>
            </a:r>
          </a:p>
          <a:p>
            <a:pPr algn="r"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r>
              <a:rPr lang="en-US" sz="1600" b="1">
                <a:solidFill>
                  <a:srgbClr val="0000FF"/>
                </a:solidFill>
                <a:latin typeface="Verdana" charset="0"/>
              </a:rPr>
              <a:t>Email: hungnt@soict.hust.edu.vn</a:t>
            </a:r>
          </a:p>
          <a:p>
            <a:pPr algn="r"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r>
              <a:rPr lang="en-US" sz="1600" b="1">
                <a:solidFill>
                  <a:srgbClr val="0000FF"/>
                </a:solidFill>
                <a:latin typeface="Verdana" charset="0"/>
              </a:rPr>
              <a:t>Website: http://soict.hust.edu.vn/~thnguyen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33675" y="2840038"/>
            <a:ext cx="5486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 smtClean="0">
                <a:solidFill>
                  <a:srgbClr val="0000FF"/>
                </a:solidFill>
                <a:cs typeface="+mj-cs"/>
              </a:rPr>
              <a:t>Tiểu</a:t>
            </a:r>
            <a:r>
              <a:rPr lang="en-US" dirty="0" smtClean="0">
                <a:solidFill>
                  <a:srgbClr val="0000FF"/>
                </a:solidFill>
                <a:cs typeface="+mj-cs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cs typeface="+mj-cs"/>
              </a:rPr>
              <a:t>luận</a:t>
            </a:r>
            <a:endParaRPr lang="en-US" dirty="0" smtClean="0">
              <a:solidFill>
                <a:srgbClr val="0000FF"/>
              </a:solidFill>
              <a:cs typeface="+mj-cs"/>
            </a:endParaRPr>
          </a:p>
        </p:txBody>
      </p:sp>
      <p:sp>
        <p:nvSpPr>
          <p:cNvPr id="15364" name="TextBox 1"/>
          <p:cNvSpPr txBox="1">
            <a:spLocks noChangeArrowheads="1"/>
          </p:cNvSpPr>
          <p:nvPr/>
        </p:nvSpPr>
        <p:spPr bwMode="auto">
          <a:xfrm>
            <a:off x="720725" y="60325"/>
            <a:ext cx="7762875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b="1">
                <a:solidFill>
                  <a:srgbClr val="0000FF"/>
                </a:solidFill>
              </a:rPr>
              <a:t>Trường Đại Học Bách Khoa Hà Nội</a:t>
            </a:r>
          </a:p>
          <a:p>
            <a:pPr algn="ctr"/>
            <a:r>
              <a:rPr lang="en-US" sz="2800" b="1">
                <a:solidFill>
                  <a:srgbClr val="0000FF"/>
                </a:solidFill>
              </a:rPr>
              <a:t>Viện Công Nghệ Thông Tin &amp;Truyền Thông</a:t>
            </a:r>
          </a:p>
        </p:txBody>
      </p:sp>
    </p:spTree>
    <p:extLst>
      <p:ext uri="{BB962C8B-B14F-4D97-AF65-F5344CB8AC3E}">
        <p14:creationId xmlns:p14="http://schemas.microsoft.com/office/powerpoint/2010/main" val="555165139"/>
      </p:ext>
    </p:extLst>
  </p:cSld>
  <p:clrMapOvr>
    <a:masterClrMapping/>
  </p:clrMapOvr>
  <p:transition xmlns:p14="http://schemas.microsoft.com/office/powerpoint/2010/main" spd="slow">
    <p:randomBar dir="vert"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tiểu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b="0" dirty="0" err="1" smtClean="0"/>
              <a:t>Tìm</a:t>
            </a:r>
            <a:r>
              <a:rPr lang="en-US" b="0" dirty="0" smtClean="0"/>
              <a:t> </a:t>
            </a:r>
            <a:r>
              <a:rPr lang="en-US" b="0" dirty="0" err="1" smtClean="0"/>
              <a:t>hiểu</a:t>
            </a:r>
            <a:r>
              <a:rPr lang="en-US" b="0" dirty="0" smtClean="0"/>
              <a:t> </a:t>
            </a:r>
            <a:r>
              <a:rPr lang="en-US" b="0" dirty="0" err="1" smtClean="0"/>
              <a:t>và</a:t>
            </a:r>
            <a:r>
              <a:rPr lang="en-US" b="0" dirty="0" smtClean="0"/>
              <a:t> </a:t>
            </a:r>
            <a:r>
              <a:rPr lang="en-US" b="0" dirty="0" err="1" smtClean="0"/>
              <a:t>trình</a:t>
            </a:r>
            <a:r>
              <a:rPr lang="en-US" b="0" dirty="0" smtClean="0"/>
              <a:t> </a:t>
            </a:r>
            <a:r>
              <a:rPr lang="en-US" b="0" dirty="0" err="1" smtClean="0"/>
              <a:t>bày</a:t>
            </a:r>
            <a:r>
              <a:rPr lang="en-US" b="0" dirty="0" smtClean="0"/>
              <a:t> </a:t>
            </a:r>
            <a:r>
              <a:rPr lang="en-US" b="0" dirty="0" err="1" smtClean="0"/>
              <a:t>một</a:t>
            </a:r>
            <a:r>
              <a:rPr lang="en-US" b="0" dirty="0" smtClean="0"/>
              <a:t> </a:t>
            </a:r>
            <a:r>
              <a:rPr lang="en-US" b="0" dirty="0" err="1" smtClean="0"/>
              <a:t>công</a:t>
            </a:r>
            <a:r>
              <a:rPr lang="en-US" b="0" dirty="0" smtClean="0"/>
              <a:t> </a:t>
            </a:r>
            <a:r>
              <a:rPr lang="en-US" b="0" dirty="0" err="1" smtClean="0"/>
              <a:t>cụ</a:t>
            </a:r>
            <a:r>
              <a:rPr lang="en-US" b="0" dirty="0" smtClean="0"/>
              <a:t>/</a:t>
            </a:r>
            <a:r>
              <a:rPr lang="en-US" b="0" dirty="0" err="1" smtClean="0"/>
              <a:t>nền</a:t>
            </a:r>
            <a:r>
              <a:rPr lang="en-US" b="0" dirty="0" smtClean="0"/>
              <a:t> </a:t>
            </a:r>
            <a:r>
              <a:rPr lang="en-US" b="0" dirty="0" err="1" smtClean="0"/>
              <a:t>tảng</a:t>
            </a:r>
            <a:r>
              <a:rPr lang="en-US" b="0" dirty="0" smtClean="0"/>
              <a:t> </a:t>
            </a:r>
            <a:r>
              <a:rPr lang="en-US" b="0" dirty="0" err="1" smtClean="0"/>
              <a:t>hỗ</a:t>
            </a:r>
            <a:r>
              <a:rPr lang="en-US" b="0" dirty="0" smtClean="0"/>
              <a:t> </a:t>
            </a:r>
            <a:r>
              <a:rPr lang="en-US" b="0" dirty="0" err="1" smtClean="0"/>
              <a:t>trợ</a:t>
            </a:r>
            <a:r>
              <a:rPr lang="en-US" b="0" dirty="0" smtClean="0"/>
              <a:t>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thử</a:t>
            </a:r>
            <a:r>
              <a:rPr lang="en-US" b="0" dirty="0" smtClean="0"/>
              <a:t> </a:t>
            </a:r>
            <a:r>
              <a:rPr lang="en-US" b="0" dirty="0" err="1" smtClean="0"/>
              <a:t>phần</a:t>
            </a:r>
            <a:r>
              <a:rPr lang="en-US" b="0" dirty="0" smtClean="0"/>
              <a:t> </a:t>
            </a:r>
            <a:r>
              <a:rPr lang="en-US" b="0" dirty="0" err="1" smtClean="0"/>
              <a:t>mềm</a:t>
            </a:r>
            <a:endParaRPr lang="en-US" b="0" dirty="0" smtClean="0"/>
          </a:p>
          <a:p>
            <a:pPr algn="just"/>
            <a:r>
              <a:rPr lang="en-US" b="0" dirty="0" err="1" smtClean="0"/>
              <a:t>Lựa</a:t>
            </a:r>
            <a:r>
              <a:rPr lang="en-US" b="0" dirty="0" smtClean="0"/>
              <a:t> </a:t>
            </a:r>
            <a:r>
              <a:rPr lang="en-US" b="0" dirty="0" err="1" smtClean="0"/>
              <a:t>chọn</a:t>
            </a:r>
            <a:r>
              <a:rPr lang="en-US" b="0" dirty="0" smtClean="0"/>
              <a:t> </a:t>
            </a:r>
            <a:r>
              <a:rPr lang="en-US" b="0" dirty="0" err="1" smtClean="0"/>
              <a:t>một</a:t>
            </a:r>
            <a:r>
              <a:rPr lang="en-US" b="0" dirty="0" smtClean="0"/>
              <a:t> </a:t>
            </a:r>
            <a:r>
              <a:rPr lang="en-US" b="0" dirty="0" err="1" smtClean="0"/>
              <a:t>sản</a:t>
            </a:r>
            <a:r>
              <a:rPr lang="en-US" b="0" dirty="0" smtClean="0"/>
              <a:t> </a:t>
            </a:r>
            <a:r>
              <a:rPr lang="en-US" b="0" dirty="0" err="1" smtClean="0"/>
              <a:t>phẩm</a:t>
            </a:r>
            <a:r>
              <a:rPr lang="en-US" b="0" dirty="0" smtClean="0"/>
              <a:t> </a:t>
            </a:r>
            <a:r>
              <a:rPr lang="en-US" b="0" dirty="0" err="1" smtClean="0"/>
              <a:t>phần</a:t>
            </a:r>
            <a:r>
              <a:rPr lang="en-US" b="0" dirty="0" smtClean="0"/>
              <a:t> </a:t>
            </a:r>
            <a:r>
              <a:rPr lang="en-US" b="0" dirty="0" err="1" smtClean="0"/>
              <a:t>mềm</a:t>
            </a:r>
            <a:r>
              <a:rPr lang="en-US" b="0" dirty="0" smtClean="0"/>
              <a:t> </a:t>
            </a:r>
            <a:r>
              <a:rPr lang="en-US" b="0" dirty="0" err="1" smtClean="0"/>
              <a:t>liên</a:t>
            </a:r>
            <a:r>
              <a:rPr lang="en-US" b="0" dirty="0" smtClean="0"/>
              <a:t> </a:t>
            </a:r>
            <a:r>
              <a:rPr lang="en-US" b="0" dirty="0" err="1" smtClean="0"/>
              <a:t>quan</a:t>
            </a:r>
            <a:r>
              <a:rPr lang="en-US" b="0" dirty="0" smtClean="0"/>
              <a:t> </a:t>
            </a:r>
            <a:r>
              <a:rPr lang="en-US" b="0" dirty="0" err="1" smtClean="0"/>
              <a:t>đến</a:t>
            </a:r>
            <a:r>
              <a:rPr lang="en-US" b="0" dirty="0" smtClean="0"/>
              <a:t> </a:t>
            </a:r>
            <a:r>
              <a:rPr lang="en-US" b="0" dirty="0" err="1" smtClean="0"/>
              <a:t>công</a:t>
            </a:r>
            <a:r>
              <a:rPr lang="en-US" b="0" dirty="0" smtClean="0"/>
              <a:t> </a:t>
            </a:r>
            <a:r>
              <a:rPr lang="en-US" b="0" dirty="0" err="1" smtClean="0"/>
              <a:t>việc</a:t>
            </a:r>
            <a:r>
              <a:rPr lang="en-US" b="0" dirty="0" smtClean="0"/>
              <a:t> </a:t>
            </a:r>
            <a:r>
              <a:rPr lang="en-US" b="0" dirty="0" err="1" smtClean="0"/>
              <a:t>của</a:t>
            </a:r>
            <a:r>
              <a:rPr lang="en-US" b="0" dirty="0" smtClean="0"/>
              <a:t> </a:t>
            </a:r>
            <a:r>
              <a:rPr lang="en-US" b="0" dirty="0" err="1" smtClean="0"/>
              <a:t>em</a:t>
            </a:r>
            <a:r>
              <a:rPr lang="en-US" b="0" dirty="0" smtClean="0"/>
              <a:t> </a:t>
            </a:r>
            <a:r>
              <a:rPr lang="en-US" b="0" dirty="0" err="1" smtClean="0"/>
              <a:t>và</a:t>
            </a:r>
            <a:r>
              <a:rPr lang="en-US" b="0" dirty="0" smtClean="0"/>
              <a:t> </a:t>
            </a:r>
            <a:r>
              <a:rPr lang="en-US" b="0" dirty="0" err="1" smtClean="0"/>
              <a:t>tiến</a:t>
            </a:r>
            <a:r>
              <a:rPr lang="en-US" b="0" dirty="0" smtClean="0"/>
              <a:t> </a:t>
            </a:r>
            <a:r>
              <a:rPr lang="en-US" b="0" dirty="0" err="1" smtClean="0"/>
              <a:t>hành</a:t>
            </a:r>
            <a:r>
              <a:rPr lang="en-US" b="0" dirty="0" smtClean="0"/>
              <a:t>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thử</a:t>
            </a:r>
            <a:r>
              <a:rPr lang="en-US" b="0" dirty="0" smtClean="0"/>
              <a:t> </a:t>
            </a:r>
            <a:r>
              <a:rPr lang="en-US" b="0" dirty="0" err="1" smtClean="0"/>
              <a:t>hộp</a:t>
            </a:r>
            <a:r>
              <a:rPr lang="en-US" b="0" dirty="0" smtClean="0"/>
              <a:t> </a:t>
            </a:r>
            <a:r>
              <a:rPr lang="en-US" b="0" dirty="0" err="1" smtClean="0"/>
              <a:t>đen</a:t>
            </a:r>
            <a:r>
              <a:rPr lang="en-US" b="0" dirty="0" smtClean="0"/>
              <a:t> </a:t>
            </a:r>
            <a:r>
              <a:rPr lang="en-US" b="0" dirty="0" err="1" smtClean="0"/>
              <a:t>theo</a:t>
            </a:r>
            <a:r>
              <a:rPr lang="en-US" b="0" dirty="0" smtClean="0"/>
              <a:t> </a:t>
            </a:r>
            <a:r>
              <a:rPr lang="en-US" b="0" dirty="0" err="1" smtClean="0"/>
              <a:t>các</a:t>
            </a:r>
            <a:r>
              <a:rPr lang="en-US" b="0" dirty="0" smtClean="0"/>
              <a:t> </a:t>
            </a:r>
            <a:r>
              <a:rPr lang="en-US" b="0" dirty="0" err="1" smtClean="0"/>
              <a:t>bước</a:t>
            </a:r>
            <a:r>
              <a:rPr lang="en-US" b="0" dirty="0" smtClean="0"/>
              <a:t> </a:t>
            </a:r>
            <a:r>
              <a:rPr lang="en-US" b="0" dirty="0" err="1" smtClean="0"/>
              <a:t>sau</a:t>
            </a:r>
            <a:r>
              <a:rPr lang="en-US" b="0" dirty="0" smtClean="0"/>
              <a:t> (</a:t>
            </a:r>
            <a:r>
              <a:rPr lang="en-US" b="0" dirty="0" err="1" smtClean="0"/>
              <a:t>các</a:t>
            </a:r>
            <a:r>
              <a:rPr lang="en-US" b="0" dirty="0" smtClean="0"/>
              <a:t> </a:t>
            </a:r>
            <a:r>
              <a:rPr lang="en-US" b="0" dirty="0" err="1" smtClean="0"/>
              <a:t>mẫu</a:t>
            </a:r>
            <a:r>
              <a:rPr lang="en-US" b="0" dirty="0" smtClean="0"/>
              <a:t>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thử</a:t>
            </a:r>
            <a:r>
              <a:rPr lang="en-US" b="0" dirty="0" smtClean="0"/>
              <a:t> </a:t>
            </a:r>
            <a:r>
              <a:rPr lang="en-US" b="0" dirty="0" err="1" smtClean="0"/>
              <a:t>trong</a:t>
            </a:r>
            <a:r>
              <a:rPr lang="en-US" b="0" dirty="0" smtClean="0"/>
              <a:t> file </a:t>
            </a:r>
            <a:r>
              <a:rPr lang="en-US" b="0" dirty="0" err="1" smtClean="0"/>
              <a:t>đính</a:t>
            </a:r>
            <a:r>
              <a:rPr lang="en-US" b="0" dirty="0" smtClean="0"/>
              <a:t> </a:t>
            </a:r>
            <a:r>
              <a:rPr lang="en-US" b="0" dirty="0" err="1" smtClean="0"/>
              <a:t>kèm</a:t>
            </a:r>
            <a:r>
              <a:rPr lang="en-US" b="0" dirty="0" smtClean="0"/>
              <a:t>):</a:t>
            </a:r>
          </a:p>
          <a:p>
            <a:pPr lvl="1" algn="just"/>
            <a:r>
              <a:rPr lang="en-US" b="0" dirty="0" err="1" smtClean="0"/>
              <a:t>Lên</a:t>
            </a:r>
            <a:r>
              <a:rPr lang="en-US" b="0" dirty="0" smtClean="0"/>
              <a:t> </a:t>
            </a:r>
            <a:r>
              <a:rPr lang="en-US" b="0" dirty="0" err="1" smtClean="0"/>
              <a:t>kế</a:t>
            </a:r>
            <a:r>
              <a:rPr lang="en-US" b="0" dirty="0" smtClean="0"/>
              <a:t> </a:t>
            </a:r>
            <a:r>
              <a:rPr lang="en-US" b="0" dirty="0" err="1" smtClean="0"/>
              <a:t>hoạch</a:t>
            </a:r>
            <a:r>
              <a:rPr lang="en-US" b="0" dirty="0" smtClean="0"/>
              <a:t>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thử</a:t>
            </a:r>
            <a:endParaRPr lang="en-US" b="0" dirty="0" smtClean="0"/>
          </a:p>
          <a:p>
            <a:pPr lvl="1" algn="just"/>
            <a:r>
              <a:rPr lang="en-US" b="0" dirty="0" err="1" smtClean="0"/>
              <a:t>Đưa</a:t>
            </a:r>
            <a:r>
              <a:rPr lang="en-US" b="0" dirty="0" smtClean="0"/>
              <a:t> </a:t>
            </a:r>
            <a:r>
              <a:rPr lang="en-US" b="0" dirty="0" err="1" smtClean="0"/>
              <a:t>ra</a:t>
            </a:r>
            <a:r>
              <a:rPr lang="en-US" b="0" dirty="0" smtClean="0"/>
              <a:t> </a:t>
            </a:r>
            <a:r>
              <a:rPr lang="en-US" b="0" dirty="0" err="1" smtClean="0"/>
              <a:t>các</a:t>
            </a:r>
            <a:r>
              <a:rPr lang="en-US" b="0" dirty="0" smtClean="0"/>
              <a:t> test cases</a:t>
            </a:r>
          </a:p>
          <a:p>
            <a:pPr lvl="1" algn="just"/>
            <a:r>
              <a:rPr lang="en-US" b="0" dirty="0" err="1" smtClean="0"/>
              <a:t>Thực</a:t>
            </a:r>
            <a:r>
              <a:rPr lang="en-US" b="0" dirty="0" smtClean="0"/>
              <a:t> </a:t>
            </a:r>
            <a:r>
              <a:rPr lang="en-US" b="0" dirty="0" err="1" smtClean="0"/>
              <a:t>hiện</a:t>
            </a:r>
            <a:r>
              <a:rPr lang="en-US" b="0" dirty="0" smtClean="0"/>
              <a:t>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thử</a:t>
            </a:r>
            <a:endParaRPr lang="en-US" b="0" dirty="0" smtClean="0"/>
          </a:p>
          <a:p>
            <a:pPr lvl="1" algn="just"/>
            <a:r>
              <a:rPr lang="en-US" b="0" dirty="0" err="1" smtClean="0"/>
              <a:t>Báo</a:t>
            </a:r>
            <a:r>
              <a:rPr lang="en-US" b="0" dirty="0" smtClean="0"/>
              <a:t> </a:t>
            </a:r>
            <a:r>
              <a:rPr lang="en-US" b="0" dirty="0" err="1" smtClean="0"/>
              <a:t>cáo</a:t>
            </a:r>
            <a:r>
              <a:rPr lang="en-US" b="0" dirty="0" smtClean="0"/>
              <a:t> </a:t>
            </a:r>
            <a:r>
              <a:rPr lang="en-US" b="0" dirty="0" err="1" smtClean="0"/>
              <a:t>kết</a:t>
            </a:r>
            <a:r>
              <a:rPr lang="en-US" b="0" dirty="0" smtClean="0"/>
              <a:t> </a:t>
            </a:r>
            <a:r>
              <a:rPr lang="en-US" b="0" dirty="0" err="1" smtClean="0"/>
              <a:t>quả</a:t>
            </a:r>
            <a:endParaRPr lang="en-US" b="0" dirty="0" smtClean="0"/>
          </a:p>
          <a:p>
            <a:pPr algn="just"/>
            <a:r>
              <a:rPr lang="en-US" b="0" dirty="0" err="1" smtClean="0"/>
              <a:t>Lựa</a:t>
            </a:r>
            <a:r>
              <a:rPr lang="en-US" b="0" dirty="0" smtClean="0"/>
              <a:t> </a:t>
            </a:r>
            <a:r>
              <a:rPr lang="en-US" b="0" dirty="0" err="1" smtClean="0"/>
              <a:t>chọn</a:t>
            </a:r>
            <a:r>
              <a:rPr lang="en-US" b="0" dirty="0" smtClean="0"/>
              <a:t> </a:t>
            </a:r>
            <a:r>
              <a:rPr lang="en-US" b="0" dirty="0" err="1" smtClean="0"/>
              <a:t>một</a:t>
            </a:r>
            <a:r>
              <a:rPr lang="en-US" b="0" dirty="0" smtClean="0"/>
              <a:t> </a:t>
            </a:r>
            <a:r>
              <a:rPr lang="en-US" b="0" dirty="0" err="1" smtClean="0"/>
              <a:t>chương</a:t>
            </a:r>
            <a:r>
              <a:rPr lang="en-US" b="0" dirty="0" smtClean="0"/>
              <a:t> </a:t>
            </a:r>
            <a:r>
              <a:rPr lang="en-US" b="0" dirty="0" err="1" smtClean="0"/>
              <a:t>trình</a:t>
            </a:r>
            <a:r>
              <a:rPr lang="en-US" b="0" dirty="0" smtClean="0"/>
              <a:t>/module </a:t>
            </a:r>
            <a:r>
              <a:rPr lang="en-US" b="0" dirty="0" err="1" smtClean="0"/>
              <a:t>nhỏ</a:t>
            </a:r>
            <a:r>
              <a:rPr lang="en-US" b="0" dirty="0" smtClean="0"/>
              <a:t> </a:t>
            </a:r>
            <a:r>
              <a:rPr lang="en-US" b="0" dirty="0" err="1" smtClean="0"/>
              <a:t>mà</a:t>
            </a:r>
            <a:r>
              <a:rPr lang="en-US" b="0" dirty="0" smtClean="0"/>
              <a:t> </a:t>
            </a:r>
            <a:r>
              <a:rPr lang="en-US" b="0" dirty="0" err="1" smtClean="0"/>
              <a:t>em</a:t>
            </a:r>
            <a:r>
              <a:rPr lang="en-US" b="0" dirty="0" smtClean="0"/>
              <a:t> </a:t>
            </a:r>
            <a:r>
              <a:rPr lang="en-US" b="0" dirty="0" err="1" smtClean="0"/>
              <a:t>có</a:t>
            </a:r>
            <a:r>
              <a:rPr lang="en-US" b="0" dirty="0" smtClean="0"/>
              <a:t> </a:t>
            </a:r>
            <a:r>
              <a:rPr lang="en-US" b="0" dirty="0" err="1" smtClean="0"/>
              <a:t>thể</a:t>
            </a:r>
            <a:r>
              <a:rPr lang="en-US" b="0" dirty="0" smtClean="0"/>
              <a:t> </a:t>
            </a:r>
            <a:r>
              <a:rPr lang="en-US" b="0" dirty="0" err="1" smtClean="0"/>
              <a:t>tìm</a:t>
            </a:r>
            <a:r>
              <a:rPr lang="en-US" b="0" dirty="0" smtClean="0"/>
              <a:t> </a:t>
            </a:r>
            <a:r>
              <a:rPr lang="en-US" b="0" dirty="0" err="1" smtClean="0"/>
              <a:t>hiểu</a:t>
            </a:r>
            <a:r>
              <a:rPr lang="en-US" b="0" dirty="0" smtClean="0"/>
              <a:t> </a:t>
            </a:r>
            <a:r>
              <a:rPr lang="en-US" b="0" dirty="0" err="1" smtClean="0"/>
              <a:t>mã</a:t>
            </a:r>
            <a:r>
              <a:rPr lang="en-US" b="0" dirty="0" smtClean="0"/>
              <a:t> </a:t>
            </a:r>
            <a:r>
              <a:rPr lang="en-US" b="0" dirty="0" err="1" smtClean="0"/>
              <a:t>nguồn</a:t>
            </a:r>
            <a:r>
              <a:rPr lang="en-US" b="0" dirty="0" smtClean="0"/>
              <a:t> </a:t>
            </a:r>
            <a:r>
              <a:rPr lang="en-US" b="0" dirty="0" err="1" smtClean="0"/>
              <a:t>để</a:t>
            </a:r>
            <a:r>
              <a:rPr lang="en-US" b="0" dirty="0" smtClean="0"/>
              <a:t> </a:t>
            </a:r>
            <a:r>
              <a:rPr lang="en-US" b="0" dirty="0" err="1" smtClean="0"/>
              <a:t>thực</a:t>
            </a:r>
            <a:r>
              <a:rPr lang="en-US" b="0" dirty="0" smtClean="0"/>
              <a:t> </a:t>
            </a:r>
            <a:r>
              <a:rPr lang="en-US" b="0" dirty="0" err="1" smtClean="0"/>
              <a:t>hiện</a:t>
            </a:r>
            <a:r>
              <a:rPr lang="en-US" b="0" dirty="0" smtClean="0"/>
              <a:t> </a:t>
            </a:r>
            <a:r>
              <a:rPr lang="en-US" b="0" dirty="0" err="1" smtClean="0"/>
              <a:t>việc</a:t>
            </a:r>
            <a:r>
              <a:rPr lang="en-US" b="0" dirty="0" smtClean="0"/>
              <a:t>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thử</a:t>
            </a:r>
            <a:r>
              <a:rPr lang="en-US" b="0" dirty="0" smtClean="0"/>
              <a:t> </a:t>
            </a:r>
            <a:r>
              <a:rPr lang="en-US" b="0" dirty="0" err="1" smtClean="0"/>
              <a:t>hộp</a:t>
            </a:r>
            <a:r>
              <a:rPr lang="en-US" b="0" dirty="0" smtClean="0"/>
              <a:t> </a:t>
            </a:r>
            <a:r>
              <a:rPr lang="en-US" b="0" dirty="0" err="1" smtClean="0"/>
              <a:t>trắng</a:t>
            </a:r>
            <a:r>
              <a:rPr lang="en-US" b="0" dirty="0" smtClean="0"/>
              <a:t>. </a:t>
            </a:r>
            <a:r>
              <a:rPr lang="en-US" b="0" dirty="0" err="1" smtClean="0"/>
              <a:t>Trình</a:t>
            </a:r>
            <a:r>
              <a:rPr lang="en-US" b="0" dirty="0" smtClean="0"/>
              <a:t> </a:t>
            </a:r>
            <a:r>
              <a:rPr lang="en-US" b="0" dirty="0" err="1" smtClean="0"/>
              <a:t>bày</a:t>
            </a:r>
            <a:r>
              <a:rPr lang="en-US" b="0" dirty="0" smtClean="0"/>
              <a:t> </a:t>
            </a:r>
            <a:r>
              <a:rPr lang="en-US" b="0" dirty="0" err="1" smtClean="0"/>
              <a:t>các</a:t>
            </a:r>
            <a:r>
              <a:rPr lang="en-US" b="0" dirty="0" smtClean="0"/>
              <a:t> </a:t>
            </a:r>
            <a:r>
              <a:rPr lang="en-US" b="0" dirty="0" err="1" smtClean="0"/>
              <a:t>trường</a:t>
            </a:r>
            <a:r>
              <a:rPr lang="en-US" b="0" dirty="0" smtClean="0"/>
              <a:t> </a:t>
            </a:r>
            <a:r>
              <a:rPr lang="en-US" b="0" dirty="0" err="1" smtClean="0"/>
              <a:t>hợp</a:t>
            </a:r>
            <a:r>
              <a:rPr lang="en-US" b="0" dirty="0" smtClean="0"/>
              <a:t>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thử</a:t>
            </a:r>
            <a:r>
              <a:rPr lang="en-US" b="0" dirty="0" smtClean="0"/>
              <a:t> </a:t>
            </a:r>
            <a:r>
              <a:rPr lang="en-US" b="0" dirty="0" err="1" smtClean="0"/>
              <a:t>và</a:t>
            </a:r>
            <a:r>
              <a:rPr lang="en-US" b="0" dirty="0" smtClean="0"/>
              <a:t> </a:t>
            </a:r>
            <a:r>
              <a:rPr lang="en-US" b="0" dirty="0" err="1" smtClean="0"/>
              <a:t>kết</a:t>
            </a:r>
            <a:r>
              <a:rPr lang="en-US" b="0" dirty="0" smtClean="0"/>
              <a:t> </a:t>
            </a:r>
            <a:r>
              <a:rPr lang="en-US" b="0" dirty="0" err="1" smtClean="0"/>
              <a:t>quả</a:t>
            </a:r>
            <a:r>
              <a:rPr lang="en-US" b="0" dirty="0" smtClean="0"/>
              <a:t>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thử</a:t>
            </a:r>
            <a:r>
              <a:rPr lang="en-US" b="0" dirty="0" smtClean="0"/>
              <a:t> </a:t>
            </a:r>
            <a:r>
              <a:rPr lang="en-US" b="0" dirty="0" err="1" smtClean="0"/>
              <a:t>theo</a:t>
            </a:r>
            <a:r>
              <a:rPr lang="en-US" b="0" dirty="0" smtClean="0"/>
              <a:t> form </a:t>
            </a:r>
            <a:r>
              <a:rPr lang="en-US" b="0" dirty="0" err="1" smtClean="0"/>
              <a:t>đính</a:t>
            </a:r>
            <a:r>
              <a:rPr lang="en-US" b="0" dirty="0" smtClean="0"/>
              <a:t> </a:t>
            </a:r>
            <a:r>
              <a:rPr lang="en-US" b="0" dirty="0" err="1" smtClean="0"/>
              <a:t>kèm</a:t>
            </a:r>
            <a:r>
              <a:rPr lang="en-US" b="0" dirty="0" smtClean="0"/>
              <a:t>.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077350006"/>
      </p:ext>
    </p:extLst>
  </p:cSld>
  <p:clrMapOvr>
    <a:masterClrMapping/>
  </p:clrMapOvr>
  <p:transition xmlns:p14="http://schemas.microsoft.com/office/powerpoint/2010/main" spd="slow">
    <p:rand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tiểu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 err="1" smtClean="0"/>
              <a:t>Mỗi</a:t>
            </a:r>
            <a:r>
              <a:rPr lang="en-US" b="0" dirty="0" smtClean="0"/>
              <a:t> </a:t>
            </a:r>
            <a:r>
              <a:rPr lang="en-US" b="0" dirty="0" err="1" smtClean="0"/>
              <a:t>nhóm</a:t>
            </a:r>
            <a:r>
              <a:rPr lang="en-US" b="0" dirty="0" smtClean="0"/>
              <a:t> </a:t>
            </a:r>
            <a:r>
              <a:rPr lang="en-US" b="0" dirty="0" err="1" smtClean="0"/>
              <a:t>từ</a:t>
            </a:r>
            <a:r>
              <a:rPr lang="en-US" b="0" dirty="0" smtClean="0"/>
              <a:t> 4-6 </a:t>
            </a:r>
            <a:r>
              <a:rPr lang="en-US" b="0" dirty="0" err="1" smtClean="0"/>
              <a:t>sinh</a:t>
            </a:r>
            <a:r>
              <a:rPr lang="en-US" b="0" dirty="0" smtClean="0"/>
              <a:t> </a:t>
            </a:r>
            <a:r>
              <a:rPr lang="en-US" b="0" dirty="0" err="1" smtClean="0"/>
              <a:t>viên</a:t>
            </a:r>
            <a:endParaRPr lang="en-US" b="0" dirty="0" smtClean="0"/>
          </a:p>
          <a:p>
            <a:r>
              <a:rPr lang="en-US" b="0" dirty="0" err="1" smtClean="0"/>
              <a:t>Thời</a:t>
            </a:r>
            <a:r>
              <a:rPr lang="en-US" b="0" dirty="0" smtClean="0"/>
              <a:t> </a:t>
            </a:r>
            <a:r>
              <a:rPr lang="en-US" b="0" dirty="0" err="1" smtClean="0"/>
              <a:t>gian</a:t>
            </a:r>
            <a:r>
              <a:rPr lang="en-US" b="0" dirty="0" smtClean="0"/>
              <a:t>: 3-4 </a:t>
            </a:r>
            <a:r>
              <a:rPr lang="en-US" b="0" dirty="0" err="1" smtClean="0"/>
              <a:t>tuần</a:t>
            </a:r>
            <a:endParaRPr lang="en-US" b="0" dirty="0" smtClean="0"/>
          </a:p>
          <a:p>
            <a:r>
              <a:rPr lang="en-US" b="0" dirty="0" err="1" smtClean="0"/>
              <a:t>Phân</a:t>
            </a:r>
            <a:r>
              <a:rPr lang="en-US" b="0" dirty="0" smtClean="0"/>
              <a:t> chia </a:t>
            </a:r>
            <a:r>
              <a:rPr lang="en-US" b="0" dirty="0" err="1" smtClean="0"/>
              <a:t>nhóm</a:t>
            </a:r>
            <a:r>
              <a:rPr lang="en-US" b="0" dirty="0" smtClean="0"/>
              <a:t> </a:t>
            </a:r>
            <a:r>
              <a:rPr lang="en-US" b="0" dirty="0" err="1" smtClean="0"/>
              <a:t>và</a:t>
            </a:r>
            <a:r>
              <a:rPr lang="en-US" b="0" dirty="0" smtClean="0"/>
              <a:t> </a:t>
            </a:r>
            <a:r>
              <a:rPr lang="en-US" b="0" dirty="0" err="1" smtClean="0"/>
              <a:t>phân</a:t>
            </a:r>
            <a:r>
              <a:rPr lang="en-US" b="0" dirty="0" smtClean="0"/>
              <a:t> chia </a:t>
            </a:r>
            <a:r>
              <a:rPr lang="en-US" b="0" dirty="0" err="1" smtClean="0"/>
              <a:t>công</a:t>
            </a:r>
            <a:r>
              <a:rPr lang="en-US" b="0" dirty="0" smtClean="0"/>
              <a:t> </a:t>
            </a:r>
            <a:r>
              <a:rPr lang="en-US" b="0" dirty="0" err="1" smtClean="0"/>
              <a:t>việc</a:t>
            </a:r>
            <a:r>
              <a:rPr lang="en-US" b="0" dirty="0" smtClean="0"/>
              <a:t>:</a:t>
            </a:r>
          </a:p>
          <a:p>
            <a:pPr lvl="1"/>
            <a:r>
              <a:rPr lang="en-US" dirty="0" err="1" smtClean="0"/>
              <a:t>Gửi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chia </a:t>
            </a:r>
            <a:r>
              <a:rPr lang="en-US" dirty="0" err="1" smtClean="0"/>
              <a:t>nhóm</a:t>
            </a:r>
            <a:r>
              <a:rPr lang="en-US" dirty="0" smtClean="0"/>
              <a:t>: 3/1/2015</a:t>
            </a:r>
            <a:endParaRPr lang="en-US" dirty="0" smtClean="0"/>
          </a:p>
          <a:p>
            <a:pPr lvl="1"/>
            <a:r>
              <a:rPr lang="en-US" b="0" dirty="0" err="1" smtClean="0"/>
              <a:t>Gửi</a:t>
            </a:r>
            <a:r>
              <a:rPr lang="en-US" b="0" dirty="0" smtClean="0"/>
              <a:t> </a:t>
            </a:r>
            <a:r>
              <a:rPr lang="en-US" b="0" dirty="0" err="1" smtClean="0"/>
              <a:t>lại</a:t>
            </a:r>
            <a:r>
              <a:rPr lang="en-US" b="0" dirty="0" smtClean="0"/>
              <a:t> </a:t>
            </a:r>
            <a:r>
              <a:rPr lang="en-US" b="0" dirty="0" err="1" smtClean="0"/>
              <a:t>phân</a:t>
            </a:r>
            <a:r>
              <a:rPr lang="en-US" b="0" dirty="0" smtClean="0"/>
              <a:t> chia </a:t>
            </a:r>
            <a:r>
              <a:rPr lang="en-US" b="0" dirty="0" err="1" smtClean="0"/>
              <a:t>công</a:t>
            </a:r>
            <a:r>
              <a:rPr lang="en-US" b="0" dirty="0" smtClean="0"/>
              <a:t> </a:t>
            </a:r>
            <a:r>
              <a:rPr lang="en-US" b="0" dirty="0" err="1" smtClean="0"/>
              <a:t>việc</a:t>
            </a:r>
            <a:r>
              <a:rPr lang="en-US" b="0" dirty="0" smtClean="0"/>
              <a:t> </a:t>
            </a:r>
            <a:r>
              <a:rPr lang="en-US" b="0" dirty="0" err="1" smtClean="0"/>
              <a:t>cho</a:t>
            </a:r>
            <a:r>
              <a:rPr lang="en-US" b="0" dirty="0" smtClean="0"/>
              <a:t> </a:t>
            </a:r>
            <a:r>
              <a:rPr lang="en-US" b="0" dirty="0" err="1" smtClean="0"/>
              <a:t>từng</a:t>
            </a:r>
            <a:r>
              <a:rPr lang="en-US" b="0" dirty="0" smtClean="0"/>
              <a:t> </a:t>
            </a:r>
            <a:r>
              <a:rPr lang="en-US" b="0" dirty="0" err="1" smtClean="0"/>
              <a:t>người</a:t>
            </a:r>
            <a:r>
              <a:rPr lang="en-US" b="0" dirty="0" smtClean="0"/>
              <a:t>: </a:t>
            </a:r>
            <a:r>
              <a:rPr lang="en-US" dirty="0"/>
              <a:t>3/1/2015</a:t>
            </a:r>
            <a:endParaRPr lang="en-US" b="0" dirty="0" smtClean="0"/>
          </a:p>
          <a:p>
            <a:pPr lvl="1"/>
            <a:r>
              <a:rPr lang="en-US" b="0" dirty="0" err="1" smtClean="0"/>
              <a:t>Kế</a:t>
            </a:r>
            <a:r>
              <a:rPr lang="en-US" dirty="0" err="1" smtClean="0"/>
              <a:t>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khối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205177612"/>
      </p:ext>
    </p:extLst>
  </p:cSld>
  <p:clrMapOvr>
    <a:masterClrMapping/>
  </p:clrMapOvr>
  <p:transition xmlns:p14="http://schemas.microsoft.com/office/powerpoint/2010/main" spd="slow">
    <p:rand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sqa-theme">
  <a:themeElements>
    <a:clrScheme name="cdb2004146l 2">
      <a:dk1>
        <a:srgbClr val="5F5F5F"/>
      </a:dk1>
      <a:lt1>
        <a:srgbClr val="FFFFFF"/>
      </a:lt1>
      <a:dk2>
        <a:srgbClr val="8D8D8D"/>
      </a:dk2>
      <a:lt2>
        <a:srgbClr val="C0C0C0"/>
      </a:lt2>
      <a:accent1>
        <a:srgbClr val="8EC072"/>
      </a:accent1>
      <a:accent2>
        <a:srgbClr val="5DB8CD"/>
      </a:accent2>
      <a:accent3>
        <a:srgbClr val="FFFFFF"/>
      </a:accent3>
      <a:accent4>
        <a:srgbClr val="505050"/>
      </a:accent4>
      <a:accent5>
        <a:srgbClr val="C6DCBC"/>
      </a:accent5>
      <a:accent6>
        <a:srgbClr val="53A6BA"/>
      </a:accent6>
      <a:hlink>
        <a:srgbClr val="D68B40"/>
      </a:hlink>
      <a:folHlink>
        <a:srgbClr val="D5D179"/>
      </a:folHlink>
    </a:clrScheme>
    <a:fontScheme name="cdb2004146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db2004146l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46l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46l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sqa-theme.thmx</Template>
  <TotalTime>10</TotalTime>
  <Words>241</Words>
  <Application>Microsoft Macintosh PowerPoint</Application>
  <PresentationFormat>On-screen Show (4:3)</PresentationFormat>
  <Paragraphs>24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sqa-theme</vt:lpstr>
      <vt:lpstr>Tiểu luận</vt:lpstr>
      <vt:lpstr>Đề tài tiểu luận</vt:lpstr>
      <vt:lpstr>Đề tài tiểu luận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Tiểu luận</dc:title>
  <dc:creator>Hung Nguyen</dc:creator>
  <cp:lastModifiedBy>Hung Nguyen</cp:lastModifiedBy>
  <cp:revision>8</cp:revision>
  <dcterms:created xsi:type="dcterms:W3CDTF">2014-12-27T05:57:15Z</dcterms:created>
  <dcterms:modified xsi:type="dcterms:W3CDTF">2014-12-27T06:56:26Z</dcterms:modified>
</cp:coreProperties>
</file>