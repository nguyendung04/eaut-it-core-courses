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81" r:id="rId5"/>
    <p:sldId id="258" r:id="rId6"/>
    <p:sldId id="296" r:id="rId7"/>
    <p:sldId id="297" r:id="rId8"/>
    <p:sldId id="298" r:id="rId9"/>
    <p:sldId id="299" r:id="rId10"/>
    <p:sldId id="300" r:id="rId11"/>
    <p:sldId id="301" r:id="rId12"/>
    <p:sldId id="302" r:id="rId13"/>
    <p:sldId id="30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3661"/>
    <a:srgbClr val="002060"/>
    <a:srgbClr val="FFFFFF"/>
    <a:srgbClr val="C00000"/>
    <a:srgbClr val="FF1D1D"/>
    <a:srgbClr val="FF0000"/>
    <a:srgbClr val="FF5757"/>
    <a:srgbClr val="C8384A"/>
    <a:srgbClr val="183163"/>
    <a:srgbClr val="0036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53" autoAdjust="0"/>
    <p:restoredTop sz="95033" autoAdjust="0"/>
  </p:normalViewPr>
  <p:slideViewPr>
    <p:cSldViewPr snapToGrid="0">
      <p:cViewPr varScale="1">
        <p:scale>
          <a:sx n="93" d="100"/>
          <a:sy n="93" d="100"/>
        </p:scale>
        <p:origin x="42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ở đầ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9575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ội du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97DD7987-E04A-B078-66F7-28B97932C143}"/>
              </a:ext>
            </a:extLst>
          </p:cNvPr>
          <p:cNvSpPr/>
          <p:nvPr userDrawn="1"/>
        </p:nvSpPr>
        <p:spPr>
          <a:xfrm flipV="1">
            <a:off x="7167355" y="6747425"/>
            <a:ext cx="5029200" cy="1188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1"/>
              </a:solidFill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20F6E187-38B3-578E-BC21-A3ED2DE042D0}"/>
              </a:ext>
            </a:extLst>
          </p:cNvPr>
          <p:cNvSpPr/>
          <p:nvPr userDrawn="1"/>
        </p:nvSpPr>
        <p:spPr>
          <a:xfrm>
            <a:off x="11681190" y="6260893"/>
            <a:ext cx="406834" cy="430376"/>
          </a:xfrm>
          <a:prstGeom prst="roundRect">
            <a:avLst>
              <a:gd name="adj" fmla="val 7534"/>
            </a:avLst>
          </a:prstGeom>
          <a:solidFill>
            <a:schemeClr val="accent4">
              <a:lumMod val="75000"/>
            </a:scheme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fld id="{BE7477B4-A552-4686-93D2-5126A2EE782E}" type="slidenum">
              <a:rPr lang="en-US" sz="1300" smtClean="0">
                <a:latin typeface="Cambria" panose="02040503050406030204" pitchFamily="18" charset="0"/>
                <a:ea typeface="Cambria" panose="02040503050406030204" pitchFamily="18" charset="0"/>
              </a:rPr>
              <a:pPr algn="ctr"/>
              <a:t>‹#›</a:t>
            </a:fld>
            <a:endParaRPr lang="en-GB" sz="130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5832A7-1333-2503-DD42-0D175E7E5981}"/>
              </a:ext>
            </a:extLst>
          </p:cNvPr>
          <p:cNvSpPr txBox="1">
            <a:spLocks/>
          </p:cNvSpPr>
          <p:nvPr userDrawn="1"/>
        </p:nvSpPr>
        <p:spPr>
          <a:xfrm>
            <a:off x="11596877" y="6499551"/>
            <a:ext cx="341211" cy="267285"/>
          </a:xfrm>
          <a:prstGeom prst="rect">
            <a:avLst/>
          </a:prstGeom>
        </p:spPr>
        <p:txBody>
          <a:bodyPr lIns="0" rIns="0"/>
          <a:lstStyle>
            <a:defPPr>
              <a:defRPr lang="en-US"/>
            </a:defPPr>
            <a:lvl1pPr marL="0" algn="ctr" defTabSz="914400" rtl="0" eaLnBrk="1" latinLnBrk="0" hangingPunct="1">
              <a:defRPr sz="1200" b="1" kern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cxnSp>
        <p:nvCxnSpPr>
          <p:cNvPr id="11" name="Đường nối Thẳng 9">
            <a:extLst>
              <a:ext uri="{FF2B5EF4-FFF2-40B4-BE49-F238E27FC236}">
                <a16:creationId xmlns:a16="http://schemas.microsoft.com/office/drawing/2014/main" id="{1858D0BF-AFD7-1216-CAEA-CC96A1E2CDEA}"/>
              </a:ext>
            </a:extLst>
          </p:cNvPr>
          <p:cNvCxnSpPr>
            <a:cxnSpLocks/>
          </p:cNvCxnSpPr>
          <p:nvPr userDrawn="1"/>
        </p:nvCxnSpPr>
        <p:spPr>
          <a:xfrm flipH="1">
            <a:off x="418289" y="765131"/>
            <a:ext cx="11519799" cy="0"/>
          </a:xfrm>
          <a:prstGeom prst="line">
            <a:avLst/>
          </a:prstGeom>
          <a:ln w="25400">
            <a:solidFill>
              <a:srgbClr val="18316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6CFA0F25-A0FF-D7EC-C4C7-BB94D3AD62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8623" y="67734"/>
            <a:ext cx="737750" cy="737750"/>
          </a:xfrm>
          <a:prstGeom prst="rect">
            <a:avLst/>
          </a:prstGeom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FC40C980-2BD7-A0C8-0705-4573C093AB58}"/>
              </a:ext>
            </a:extLst>
          </p:cNvPr>
          <p:cNvSpPr/>
          <p:nvPr userDrawn="1"/>
        </p:nvSpPr>
        <p:spPr>
          <a:xfrm rot="16200000">
            <a:off x="-779495" y="5963507"/>
            <a:ext cx="1670963" cy="1188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1"/>
              </a:solidFill>
            </a:endParaRPr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C0B340EE-A054-FB4F-6693-90B3B4E12489}"/>
              </a:ext>
            </a:extLst>
          </p:cNvPr>
          <p:cNvSpPr/>
          <p:nvPr userDrawn="1"/>
        </p:nvSpPr>
        <p:spPr>
          <a:xfrm rot="3243627">
            <a:off x="25195" y="5145898"/>
            <a:ext cx="258190" cy="193964"/>
          </a:xfrm>
          <a:prstGeom prst="triangl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AC5B47E1-85B0-FD34-5F1D-7F2B97C90F3E}"/>
              </a:ext>
            </a:extLst>
          </p:cNvPr>
          <p:cNvSpPr/>
          <p:nvPr userDrawn="1"/>
        </p:nvSpPr>
        <p:spPr>
          <a:xfrm rot="4933871">
            <a:off x="7104884" y="6619102"/>
            <a:ext cx="258190" cy="193964"/>
          </a:xfrm>
          <a:prstGeom prst="triangl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12652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ết thú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488166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731E5B-2F34-4673-8B02-203D2FCCBFDF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7C3C5A-80B7-41C8-98D5-F343DD380E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569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A83B9-1BE7-4CDA-95FB-A3A2F308AC96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70340-BD1B-4E6A-85EB-05DCB7A1DE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572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1E3E8D-B87F-4E06-BD3C-C6AF8C172461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89D089-C654-4CA3-9CC4-C03B541F2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361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>
            <a:extLst>
              <a:ext uri="{FF2B5EF4-FFF2-40B4-BE49-F238E27FC236}">
                <a16:creationId xmlns:a16="http://schemas.microsoft.com/office/drawing/2014/main" id="{2677E9A0-16BA-4B67-952F-3C00BBF2D8E1}"/>
              </a:ext>
            </a:extLst>
          </p:cNvPr>
          <p:cNvSpPr/>
          <p:nvPr userDrawn="1"/>
        </p:nvSpPr>
        <p:spPr>
          <a:xfrm flipV="1">
            <a:off x="7167355" y="6747425"/>
            <a:ext cx="5029200" cy="1188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1"/>
              </a:solidFill>
            </a:endParaRP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3FE6FEEF-2C90-4580-969A-A9C9AD278668}"/>
              </a:ext>
            </a:extLst>
          </p:cNvPr>
          <p:cNvSpPr/>
          <p:nvPr userDrawn="1"/>
        </p:nvSpPr>
        <p:spPr>
          <a:xfrm>
            <a:off x="11681190" y="6260893"/>
            <a:ext cx="406834" cy="430376"/>
          </a:xfrm>
          <a:prstGeom prst="roundRect">
            <a:avLst>
              <a:gd name="adj" fmla="val 7534"/>
            </a:avLst>
          </a:prstGeom>
          <a:solidFill>
            <a:schemeClr val="accent4">
              <a:lumMod val="75000"/>
            </a:scheme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fld id="{BE7477B4-A552-4686-93D2-5126A2EE782E}" type="slidenum">
              <a:rPr lang="en-US" sz="1300" smtClean="0">
                <a:latin typeface="Cambria" panose="02040503050406030204" pitchFamily="18" charset="0"/>
                <a:ea typeface="Cambria" panose="02040503050406030204" pitchFamily="18" charset="0"/>
              </a:rPr>
              <a:pPr algn="ctr"/>
              <a:t>‹#›</a:t>
            </a:fld>
            <a:endParaRPr lang="en-GB" sz="130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53B70E6-C7F6-4D4D-97B3-E51D4F722EFB}"/>
              </a:ext>
            </a:extLst>
          </p:cNvPr>
          <p:cNvSpPr txBox="1">
            <a:spLocks/>
          </p:cNvSpPr>
          <p:nvPr userDrawn="1"/>
        </p:nvSpPr>
        <p:spPr>
          <a:xfrm>
            <a:off x="11596877" y="6499551"/>
            <a:ext cx="341211" cy="267285"/>
          </a:xfrm>
          <a:prstGeom prst="rect">
            <a:avLst/>
          </a:prstGeom>
        </p:spPr>
        <p:txBody>
          <a:bodyPr lIns="0" rIns="0"/>
          <a:lstStyle>
            <a:defPPr>
              <a:defRPr lang="en-US"/>
            </a:defPPr>
            <a:lvl1pPr marL="0" algn="ctr" defTabSz="914400" rtl="0" eaLnBrk="1" latinLnBrk="0" hangingPunct="1">
              <a:defRPr sz="1200" b="1" kern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cxnSp>
        <p:nvCxnSpPr>
          <p:cNvPr id="6" name="Đường nối Thẳng 9">
            <a:extLst>
              <a:ext uri="{FF2B5EF4-FFF2-40B4-BE49-F238E27FC236}">
                <a16:creationId xmlns:a16="http://schemas.microsoft.com/office/drawing/2014/main" id="{D82D058E-753A-4A3C-97F2-F170AD806B05}"/>
              </a:ext>
            </a:extLst>
          </p:cNvPr>
          <p:cNvCxnSpPr>
            <a:cxnSpLocks/>
          </p:cNvCxnSpPr>
          <p:nvPr userDrawn="1"/>
        </p:nvCxnSpPr>
        <p:spPr>
          <a:xfrm flipH="1">
            <a:off x="418289" y="765131"/>
            <a:ext cx="11519799" cy="0"/>
          </a:xfrm>
          <a:prstGeom prst="line">
            <a:avLst/>
          </a:prstGeom>
          <a:ln w="25400">
            <a:solidFill>
              <a:srgbClr val="18316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A39CE3B6-CDED-41D0-93A7-BA4D00946A9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8623" y="67734"/>
            <a:ext cx="737750" cy="737750"/>
          </a:xfrm>
          <a:prstGeom prst="rect">
            <a:avLst/>
          </a:prstGeom>
        </p:spPr>
      </p:pic>
      <p:sp>
        <p:nvSpPr>
          <p:cNvPr id="9" name="Rectangle 5">
            <a:extLst>
              <a:ext uri="{FF2B5EF4-FFF2-40B4-BE49-F238E27FC236}">
                <a16:creationId xmlns:a16="http://schemas.microsoft.com/office/drawing/2014/main" id="{6DDD204F-D3E1-422A-A536-88B737DAE37D}"/>
              </a:ext>
            </a:extLst>
          </p:cNvPr>
          <p:cNvSpPr/>
          <p:nvPr userDrawn="1"/>
        </p:nvSpPr>
        <p:spPr>
          <a:xfrm rot="16200000">
            <a:off x="-779495" y="5963507"/>
            <a:ext cx="1670963" cy="1188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1"/>
              </a:solidFill>
            </a:endParaRP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F2375DB5-AFD9-47B3-ABB3-C2E596D59538}"/>
              </a:ext>
            </a:extLst>
          </p:cNvPr>
          <p:cNvSpPr/>
          <p:nvPr userDrawn="1"/>
        </p:nvSpPr>
        <p:spPr>
          <a:xfrm rot="3243627">
            <a:off x="25195" y="5145898"/>
            <a:ext cx="258190" cy="193964"/>
          </a:xfrm>
          <a:prstGeom prst="triangl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4C218F9-D5DD-4A6D-AB3C-8A6D2E0502DF}"/>
              </a:ext>
            </a:extLst>
          </p:cNvPr>
          <p:cNvSpPr/>
          <p:nvPr userDrawn="1"/>
        </p:nvSpPr>
        <p:spPr>
          <a:xfrm rot="4933871">
            <a:off x="7104884" y="6619102"/>
            <a:ext cx="258190" cy="193964"/>
          </a:xfrm>
          <a:prstGeom prst="triangl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543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3" r:id="rId2"/>
    <p:sldLayoutId id="2147483656" r:id="rId3"/>
    <p:sldLayoutId id="2147483658" r:id="rId4"/>
    <p:sldLayoutId id="2147483659" r:id="rId5"/>
    <p:sldLayoutId id="2147483660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B4B5451B-82BA-85FA-730E-8FEA360D5F4F}"/>
              </a:ext>
            </a:extLst>
          </p:cNvPr>
          <p:cNvSpPr txBox="1">
            <a:spLocks/>
          </p:cNvSpPr>
          <p:nvPr/>
        </p:nvSpPr>
        <p:spPr>
          <a:xfrm>
            <a:off x="798146" y="2462564"/>
            <a:ext cx="10781584" cy="106821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algn="just">
              <a:lnSpc>
                <a:spcPct val="100000"/>
              </a:lnSpc>
              <a:defRPr/>
            </a:pP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Môn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: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Kiểm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thử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phần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mềm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33BA612D-2EED-6358-0407-9AE3A703BE6E}"/>
              </a:ext>
            </a:extLst>
          </p:cNvPr>
          <p:cNvSpPr txBox="1">
            <a:spLocks/>
          </p:cNvSpPr>
          <p:nvPr/>
        </p:nvSpPr>
        <p:spPr>
          <a:xfrm>
            <a:off x="386254" y="230400"/>
            <a:ext cx="5347416" cy="4425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600" i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Giới</a:t>
            </a:r>
            <a:r>
              <a:rPr lang="en-US" sz="2600" i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600" i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thiệu</a:t>
            </a:r>
            <a:r>
              <a:rPr lang="en-US" sz="2600" i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600" i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công</a:t>
            </a:r>
            <a:r>
              <a:rPr lang="en-US" sz="2600" i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600" i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cụ</a:t>
            </a:r>
            <a:r>
              <a:rPr lang="en-US" sz="2600" i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SVN</a:t>
            </a: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5A83A30E-DFA5-D992-062B-1C5BDC7B9D02}"/>
              </a:ext>
            </a:extLst>
          </p:cNvPr>
          <p:cNvSpPr txBox="1">
            <a:spLocks/>
          </p:cNvSpPr>
          <p:nvPr/>
        </p:nvSpPr>
        <p:spPr>
          <a:xfrm>
            <a:off x="798146" y="3595225"/>
            <a:ext cx="8374376" cy="523220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algn="just">
              <a:lnSpc>
                <a:spcPct val="100000"/>
              </a:lnSpc>
              <a:defRPr/>
            </a:pPr>
            <a:r>
              <a:rPr lang="en-US" sz="28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Giới</a:t>
            </a:r>
            <a:r>
              <a:rPr lang="en-US" sz="2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thiệu</a:t>
            </a:r>
            <a:r>
              <a:rPr lang="en-US" sz="2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công</a:t>
            </a:r>
            <a:r>
              <a:rPr lang="en-US" sz="2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cụ</a:t>
            </a:r>
            <a:r>
              <a:rPr lang="en-US" sz="2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SVN</a:t>
            </a:r>
          </a:p>
        </p:txBody>
      </p:sp>
    </p:spTree>
    <p:extLst>
      <p:ext uri="{BB962C8B-B14F-4D97-AF65-F5344CB8AC3E}">
        <p14:creationId xmlns:p14="http://schemas.microsoft.com/office/powerpoint/2010/main" val="760142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6862330" y="1556881"/>
            <a:ext cx="145143" cy="145143"/>
          </a:xfrm>
          <a:prstGeom prst="ellipse">
            <a:avLst/>
          </a:prstGeom>
          <a:solidFill>
            <a:srgbClr val="3D68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98032" y="59955"/>
            <a:ext cx="3568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err="1">
                <a:solidFill>
                  <a:srgbClr val="3D68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sz="4000" b="1" dirty="0">
                <a:solidFill>
                  <a:srgbClr val="3D68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516164" y="2367691"/>
            <a:ext cx="6066971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6583135" y="2295119"/>
            <a:ext cx="145143" cy="145143"/>
          </a:xfrm>
          <a:prstGeom prst="ellipse">
            <a:avLst/>
          </a:prstGeom>
          <a:solidFill>
            <a:srgbClr val="3D68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516164" y="3121843"/>
            <a:ext cx="6536871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934901" y="3049271"/>
            <a:ext cx="145143" cy="145143"/>
          </a:xfrm>
          <a:prstGeom prst="ellipse">
            <a:avLst/>
          </a:prstGeom>
          <a:solidFill>
            <a:srgbClr val="3D68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" name="Straight Connector 1"/>
          <p:cNvCxnSpPr/>
          <p:nvPr/>
        </p:nvCxnSpPr>
        <p:spPr>
          <a:xfrm>
            <a:off x="473323" y="1645142"/>
            <a:ext cx="6386285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98032" y="1107864"/>
            <a:ext cx="6536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rgbClr val="3D68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Hướng</a:t>
            </a:r>
            <a:r>
              <a:rPr lang="en-US" sz="2800" b="1" dirty="0">
                <a:solidFill>
                  <a:srgbClr val="3D68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3D68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dẫn</a:t>
            </a:r>
            <a:r>
              <a:rPr lang="en-US" sz="2800" b="1" dirty="0">
                <a:solidFill>
                  <a:srgbClr val="3D68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3D68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2800" b="1" dirty="0">
                <a:solidFill>
                  <a:srgbClr val="3D68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3D68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2800" b="1" dirty="0">
                <a:solidFill>
                  <a:srgbClr val="3D68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SVN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8031" y="1774594"/>
            <a:ext cx="6536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3D68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8031" y="2431981"/>
            <a:ext cx="6536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3D68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2160090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02106" y="2268064"/>
            <a:ext cx="50419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baseline="0" dirty="0">
              <a:solidFill>
                <a:srgbClr val="D6713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 err="1">
                <a:solidFill>
                  <a:srgbClr val="D6713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Hướng</a:t>
            </a:r>
            <a:r>
              <a:rPr lang="en-US" sz="2800" dirty="0">
                <a:solidFill>
                  <a:srgbClr val="D6713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D6713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dẫn</a:t>
            </a:r>
            <a:r>
              <a:rPr lang="en-US" sz="2800" dirty="0">
                <a:solidFill>
                  <a:srgbClr val="D6713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D6713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2800" dirty="0">
                <a:solidFill>
                  <a:srgbClr val="D6713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D6713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2800" dirty="0">
                <a:solidFill>
                  <a:srgbClr val="D6713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SVN</a:t>
            </a:r>
            <a:endParaRPr lang="en-US" sz="2800" b="0" dirty="0">
              <a:solidFill>
                <a:srgbClr val="D6713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3897086" y="3294743"/>
            <a:ext cx="6386285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232571" y="3222171"/>
            <a:ext cx="145143" cy="145143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2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8010" y="309880"/>
            <a:ext cx="672192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3D68AB"/>
                </a:solidFill>
              </a:rPr>
              <a:t>HƯỚNG DẪN SỬ DỤNG SVN</a:t>
            </a:r>
            <a:endParaRPr lang="en-US" sz="3200" b="1" kern="0" dirty="0">
              <a:solidFill>
                <a:srgbClr val="333399"/>
              </a:solidFill>
              <a:latin typeface="Arial" charset="0"/>
            </a:endParaRPr>
          </a:p>
          <a:p>
            <a:endParaRPr lang="en-US" sz="3200" b="1" dirty="0">
              <a:solidFill>
                <a:srgbClr val="3D68AB"/>
              </a:solidFill>
            </a:endParaRPr>
          </a:p>
          <a:p>
            <a:endParaRPr lang="en-US" sz="3200" b="1" dirty="0">
              <a:solidFill>
                <a:srgbClr val="3D68AB"/>
              </a:solidFill>
            </a:endParaRPr>
          </a:p>
        </p:txBody>
      </p:sp>
      <p:sp>
        <p:nvSpPr>
          <p:cNvPr id="6" name="Rectangle 5"/>
          <p:cNvSpPr txBox="1">
            <a:spLocks noChangeArrowheads="1"/>
          </p:cNvSpPr>
          <p:nvPr/>
        </p:nvSpPr>
        <p:spPr bwMode="auto">
          <a:xfrm>
            <a:off x="395288" y="2438400"/>
            <a:ext cx="3990975" cy="370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indent="0" algn="just" eaLnBrk="1" hangingPunct="1">
              <a:spcBef>
                <a:spcPct val="20000"/>
              </a:spcBef>
              <a:defRPr/>
            </a:pPr>
            <a:r>
              <a:rPr lang="en-US" sz="2500" dirty="0">
                <a:solidFill>
                  <a:srgbClr val="FF0000"/>
                </a:solidFill>
              </a:rPr>
              <a:t>- SVN </a:t>
            </a:r>
            <a:r>
              <a:rPr lang="en-US" sz="2500" dirty="0" err="1">
                <a:solidFill>
                  <a:srgbClr val="FF0000"/>
                </a:solidFill>
              </a:rPr>
              <a:t>là</a:t>
            </a:r>
            <a:r>
              <a:rPr lang="en-US" sz="2500" dirty="0">
                <a:solidFill>
                  <a:srgbClr val="FF0000"/>
                </a:solidFill>
              </a:rPr>
              <a:t> server </a:t>
            </a:r>
            <a:r>
              <a:rPr lang="en-US" sz="2500" dirty="0" err="1">
                <a:solidFill>
                  <a:srgbClr val="FF0000"/>
                </a:solidFill>
              </a:rPr>
              <a:t>lưu</a:t>
            </a:r>
            <a:r>
              <a:rPr lang="en-US" sz="2500" dirty="0">
                <a:solidFill>
                  <a:srgbClr val="FF0000"/>
                </a:solidFill>
              </a:rPr>
              <a:t> </a:t>
            </a:r>
            <a:r>
              <a:rPr lang="en-US" sz="2500" dirty="0" err="1">
                <a:solidFill>
                  <a:srgbClr val="FF0000"/>
                </a:solidFill>
              </a:rPr>
              <a:t>trữ</a:t>
            </a:r>
            <a:r>
              <a:rPr lang="en-US" sz="2500" dirty="0">
                <a:solidFill>
                  <a:srgbClr val="FF0000"/>
                </a:solidFill>
              </a:rPr>
              <a:t> </a:t>
            </a:r>
            <a:r>
              <a:rPr lang="en-US" sz="2500" dirty="0" err="1">
                <a:solidFill>
                  <a:srgbClr val="FF0000"/>
                </a:solidFill>
              </a:rPr>
              <a:t>tài</a:t>
            </a:r>
            <a:r>
              <a:rPr lang="en-US" sz="2500" dirty="0">
                <a:solidFill>
                  <a:srgbClr val="FF0000"/>
                </a:solidFill>
              </a:rPr>
              <a:t> </a:t>
            </a:r>
            <a:r>
              <a:rPr lang="en-US" sz="2500" dirty="0" err="1">
                <a:solidFill>
                  <a:srgbClr val="FF0000"/>
                </a:solidFill>
              </a:rPr>
              <a:t>liệu</a:t>
            </a:r>
            <a:r>
              <a:rPr lang="en-US" sz="2500" dirty="0">
                <a:solidFill>
                  <a:srgbClr val="FF0000"/>
                </a:solidFill>
              </a:rPr>
              <a:t> </a:t>
            </a:r>
            <a:r>
              <a:rPr lang="en-US" sz="2500" dirty="0" err="1">
                <a:solidFill>
                  <a:srgbClr val="FF0000"/>
                </a:solidFill>
              </a:rPr>
              <a:t>của</a:t>
            </a:r>
            <a:r>
              <a:rPr lang="en-US" sz="2500" dirty="0">
                <a:solidFill>
                  <a:srgbClr val="FF0000"/>
                </a:solidFill>
              </a:rPr>
              <a:t> </a:t>
            </a:r>
            <a:r>
              <a:rPr lang="en-US" sz="2500" dirty="0" err="1">
                <a:solidFill>
                  <a:srgbClr val="FF0000"/>
                </a:solidFill>
              </a:rPr>
              <a:t>tất</a:t>
            </a:r>
            <a:r>
              <a:rPr lang="en-US" sz="2500" dirty="0">
                <a:solidFill>
                  <a:srgbClr val="FF0000"/>
                </a:solidFill>
              </a:rPr>
              <a:t> </a:t>
            </a:r>
            <a:r>
              <a:rPr lang="en-US" sz="2500" dirty="0" err="1">
                <a:solidFill>
                  <a:srgbClr val="FF0000"/>
                </a:solidFill>
              </a:rPr>
              <a:t>cả</a:t>
            </a:r>
            <a:r>
              <a:rPr lang="en-US" sz="2500" dirty="0">
                <a:solidFill>
                  <a:srgbClr val="FF0000"/>
                </a:solidFill>
              </a:rPr>
              <a:t> </a:t>
            </a:r>
            <a:r>
              <a:rPr lang="en-US" sz="2500" dirty="0" err="1">
                <a:solidFill>
                  <a:srgbClr val="FF0000"/>
                </a:solidFill>
              </a:rPr>
              <a:t>các</a:t>
            </a:r>
            <a:r>
              <a:rPr lang="en-US" sz="2500" dirty="0">
                <a:solidFill>
                  <a:srgbClr val="FF0000"/>
                </a:solidFill>
              </a:rPr>
              <a:t> </a:t>
            </a:r>
            <a:r>
              <a:rPr lang="en-US" sz="2500" dirty="0" err="1">
                <a:solidFill>
                  <a:srgbClr val="FF0000"/>
                </a:solidFill>
              </a:rPr>
              <a:t>dự</a:t>
            </a:r>
            <a:r>
              <a:rPr lang="en-US" sz="2500" dirty="0">
                <a:solidFill>
                  <a:srgbClr val="FF0000"/>
                </a:solidFill>
              </a:rPr>
              <a:t> </a:t>
            </a:r>
            <a:r>
              <a:rPr lang="en-US" sz="2500" dirty="0" err="1">
                <a:solidFill>
                  <a:srgbClr val="FF0000"/>
                </a:solidFill>
              </a:rPr>
              <a:t>án</a:t>
            </a:r>
            <a:r>
              <a:rPr lang="en-US" sz="2500" dirty="0">
                <a:solidFill>
                  <a:srgbClr val="FF0000"/>
                </a:solidFill>
              </a:rPr>
              <a:t> </a:t>
            </a:r>
            <a:r>
              <a:rPr lang="en-US" sz="2500" dirty="0" err="1">
                <a:solidFill>
                  <a:srgbClr val="FF0000"/>
                </a:solidFill>
              </a:rPr>
              <a:t>của</a:t>
            </a:r>
            <a:r>
              <a:rPr lang="en-US" sz="2500" dirty="0">
                <a:solidFill>
                  <a:srgbClr val="FF0000"/>
                </a:solidFill>
              </a:rPr>
              <a:t> FIS do IT FIS </a:t>
            </a:r>
            <a:r>
              <a:rPr lang="en-US" sz="2500" dirty="0" err="1">
                <a:solidFill>
                  <a:srgbClr val="FF0000"/>
                </a:solidFill>
              </a:rPr>
              <a:t>quản</a:t>
            </a:r>
            <a:r>
              <a:rPr lang="en-US" sz="2500" dirty="0">
                <a:solidFill>
                  <a:srgbClr val="FF0000"/>
                </a:solidFill>
              </a:rPr>
              <a:t> </a:t>
            </a:r>
            <a:r>
              <a:rPr lang="en-US" sz="2500" dirty="0" err="1">
                <a:solidFill>
                  <a:srgbClr val="FF0000"/>
                </a:solidFill>
              </a:rPr>
              <a:t>lý</a:t>
            </a:r>
            <a:endParaRPr lang="en-US" sz="2500" dirty="0">
              <a:solidFill>
                <a:srgbClr val="FF0000"/>
              </a:solidFill>
            </a:endParaRPr>
          </a:p>
          <a:p>
            <a:pPr marL="0" indent="0" algn="just" eaLnBrk="1" hangingPunct="1">
              <a:spcBef>
                <a:spcPct val="20000"/>
              </a:spcBef>
              <a:defRPr/>
            </a:pPr>
            <a:r>
              <a:rPr lang="en-US" sz="2500" dirty="0"/>
              <a:t>- IT </a:t>
            </a:r>
            <a:r>
              <a:rPr lang="en-US" sz="2500" dirty="0" err="1"/>
              <a:t>sẽ</a:t>
            </a:r>
            <a:r>
              <a:rPr lang="en-US" sz="2500" dirty="0"/>
              <a:t> </a:t>
            </a:r>
            <a:r>
              <a:rPr lang="en-US" sz="2500" dirty="0" err="1"/>
              <a:t>tạo</a:t>
            </a:r>
            <a:r>
              <a:rPr lang="en-US" sz="2500" dirty="0"/>
              <a:t> </a:t>
            </a:r>
            <a:r>
              <a:rPr lang="en-US" sz="2500" dirty="0" err="1"/>
              <a:t>dự</a:t>
            </a:r>
            <a:r>
              <a:rPr lang="en-US" sz="2500" dirty="0"/>
              <a:t> </a:t>
            </a:r>
            <a:r>
              <a:rPr lang="en-US" sz="2500" dirty="0" err="1"/>
              <a:t>án</a:t>
            </a:r>
            <a:r>
              <a:rPr lang="en-US" sz="2500" dirty="0"/>
              <a:t> </a:t>
            </a:r>
            <a:r>
              <a:rPr lang="en-US" sz="2500" dirty="0" err="1"/>
              <a:t>trên</a:t>
            </a:r>
            <a:r>
              <a:rPr lang="en-US" sz="2500" dirty="0"/>
              <a:t> </a:t>
            </a:r>
            <a:r>
              <a:rPr lang="en-US" sz="2500" dirty="0" err="1"/>
              <a:t>svn</a:t>
            </a:r>
            <a:r>
              <a:rPr lang="en-US" sz="2500" dirty="0"/>
              <a:t> </a:t>
            </a:r>
            <a:r>
              <a:rPr lang="en-US" sz="2500" dirty="0" err="1"/>
              <a:t>và</a:t>
            </a:r>
            <a:r>
              <a:rPr lang="en-US" sz="2500" dirty="0"/>
              <a:t> </a:t>
            </a:r>
            <a:r>
              <a:rPr lang="en-US" sz="2500" dirty="0" err="1"/>
              <a:t>gửi</a:t>
            </a:r>
            <a:r>
              <a:rPr lang="en-US" sz="2500" dirty="0"/>
              <a:t> link </a:t>
            </a:r>
            <a:r>
              <a:rPr lang="en-US" sz="2500" dirty="0" err="1"/>
              <a:t>dự</a:t>
            </a:r>
            <a:r>
              <a:rPr lang="en-US" sz="2500" dirty="0"/>
              <a:t> </a:t>
            </a:r>
            <a:r>
              <a:rPr lang="en-US" sz="2500" dirty="0" err="1"/>
              <a:t>án</a:t>
            </a:r>
            <a:r>
              <a:rPr lang="en-US" sz="2500" dirty="0"/>
              <a:t> </a:t>
            </a:r>
            <a:r>
              <a:rPr lang="en-US" sz="2500" dirty="0" err="1"/>
              <a:t>cho</a:t>
            </a:r>
            <a:r>
              <a:rPr lang="en-US" sz="2500" dirty="0"/>
              <a:t> CB QLCH. </a:t>
            </a:r>
          </a:p>
          <a:p>
            <a:pPr eaLnBrk="1" hangingPunct="1">
              <a:spcBef>
                <a:spcPct val="20000"/>
              </a:spcBef>
              <a:buFontTx/>
              <a:buChar char="•"/>
              <a:defRPr/>
            </a:pPr>
            <a:endParaRPr lang="en-US" sz="2500" dirty="0">
              <a:solidFill>
                <a:srgbClr val="FF0000"/>
              </a:solidFill>
            </a:endParaRPr>
          </a:p>
          <a:p>
            <a:pPr marL="0" indent="0" eaLnBrk="1" hangingPunct="1">
              <a:spcBef>
                <a:spcPct val="20000"/>
              </a:spcBef>
              <a:defRPr/>
            </a:pPr>
            <a:endParaRPr lang="en-US" sz="2500" dirty="0">
              <a:solidFill>
                <a:srgbClr val="FF0000"/>
              </a:solidFill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0575" y="1785938"/>
            <a:ext cx="4543425" cy="400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94534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8010" y="309880"/>
            <a:ext cx="672192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3D68AB"/>
                </a:solidFill>
              </a:rPr>
              <a:t>HƯỚNG DẪN SỬ DỤNG SVN</a:t>
            </a:r>
            <a:endParaRPr lang="en-US" sz="3200" b="1" kern="0" dirty="0">
              <a:solidFill>
                <a:srgbClr val="333399"/>
              </a:solidFill>
              <a:latin typeface="Arial" charset="0"/>
            </a:endParaRPr>
          </a:p>
          <a:p>
            <a:endParaRPr lang="en-US" sz="3200" b="1" dirty="0">
              <a:solidFill>
                <a:srgbClr val="3D68AB"/>
              </a:solidFill>
            </a:endParaRPr>
          </a:p>
          <a:p>
            <a:endParaRPr lang="en-US" sz="3200" b="1" dirty="0">
              <a:solidFill>
                <a:srgbClr val="3D68AB"/>
              </a:solidFill>
            </a:endParaRPr>
          </a:p>
        </p:txBody>
      </p:sp>
      <p:sp>
        <p:nvSpPr>
          <p:cNvPr id="5" name="Rectangle 5"/>
          <p:cNvSpPr txBox="1">
            <a:spLocks noChangeArrowheads="1"/>
          </p:cNvSpPr>
          <p:nvPr/>
        </p:nvSpPr>
        <p:spPr bwMode="auto">
          <a:xfrm>
            <a:off x="493713" y="1752600"/>
            <a:ext cx="33528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sz="2500" dirty="0"/>
              <a:t>- QLCH </a:t>
            </a:r>
            <a:r>
              <a:rPr lang="en-US" sz="2500" dirty="0" err="1"/>
              <a:t>thực</a:t>
            </a:r>
            <a:r>
              <a:rPr lang="en-US" sz="2500" dirty="0"/>
              <a:t> </a:t>
            </a:r>
            <a:r>
              <a:rPr lang="en-US" sz="2500" dirty="0" err="1"/>
              <a:t>hiện</a:t>
            </a:r>
            <a:r>
              <a:rPr lang="en-US" sz="2500" dirty="0"/>
              <a:t> checkout -&gt; </a:t>
            </a:r>
            <a:r>
              <a:rPr lang="en-US" sz="2500" dirty="0" err="1"/>
              <a:t>tạo</a:t>
            </a:r>
            <a:r>
              <a:rPr lang="en-US" sz="2500" dirty="0"/>
              <a:t> folder </a:t>
            </a:r>
            <a:r>
              <a:rPr lang="en-US" sz="2500" dirty="0" err="1"/>
              <a:t>theo</a:t>
            </a:r>
            <a:r>
              <a:rPr lang="en-US" sz="2500" dirty="0"/>
              <a:t> </a:t>
            </a:r>
            <a:r>
              <a:rPr lang="en-US" sz="2500" dirty="0" err="1"/>
              <a:t>cây</a:t>
            </a:r>
            <a:r>
              <a:rPr lang="en-US" sz="2500" dirty="0"/>
              <a:t> </a:t>
            </a:r>
            <a:r>
              <a:rPr lang="en-US" sz="2500" dirty="0" err="1"/>
              <a:t>thư</a:t>
            </a:r>
            <a:r>
              <a:rPr lang="en-US" sz="2500" dirty="0"/>
              <a:t> </a:t>
            </a:r>
            <a:r>
              <a:rPr lang="en-US" sz="2500" dirty="0" err="1"/>
              <a:t>mục</a:t>
            </a:r>
            <a:r>
              <a:rPr lang="en-US" sz="2500" dirty="0"/>
              <a:t> </a:t>
            </a:r>
            <a:r>
              <a:rPr lang="en-US" sz="2500" dirty="0" err="1"/>
              <a:t>dự</a:t>
            </a:r>
            <a:r>
              <a:rPr lang="en-US" sz="2500" dirty="0"/>
              <a:t> </a:t>
            </a:r>
            <a:r>
              <a:rPr lang="en-US" sz="2500" dirty="0" err="1"/>
              <a:t>án</a:t>
            </a:r>
            <a:r>
              <a:rPr lang="en-US" sz="2500" dirty="0"/>
              <a:t> -&gt; commit </a:t>
            </a:r>
            <a:r>
              <a:rPr lang="en-US" sz="2500" dirty="0" err="1"/>
              <a:t>lên</a:t>
            </a:r>
            <a:r>
              <a:rPr lang="en-US" sz="2500" dirty="0"/>
              <a:t> SVN</a:t>
            </a:r>
          </a:p>
          <a:p>
            <a:pPr eaLnBrk="1" hangingPunct="1">
              <a:spcBef>
                <a:spcPct val="20000"/>
              </a:spcBef>
            </a:pPr>
            <a:endParaRPr lang="en-US" sz="2500" dirty="0"/>
          </a:p>
          <a:p>
            <a:pPr eaLnBrk="1" hangingPunct="1">
              <a:spcBef>
                <a:spcPct val="20000"/>
              </a:spcBef>
            </a:pPr>
            <a:r>
              <a:rPr lang="en-US" sz="2500" dirty="0"/>
              <a:t>- QLCH </a:t>
            </a:r>
            <a:r>
              <a:rPr lang="en-US" sz="2500" dirty="0" err="1"/>
              <a:t>thực</a:t>
            </a:r>
            <a:r>
              <a:rPr lang="en-US" sz="2500" dirty="0"/>
              <a:t> </a:t>
            </a:r>
            <a:r>
              <a:rPr lang="en-US" sz="2500" dirty="0" err="1"/>
              <a:t>hiện</a:t>
            </a:r>
            <a:r>
              <a:rPr lang="en-US" sz="2500" dirty="0"/>
              <a:t> </a:t>
            </a:r>
            <a:r>
              <a:rPr lang="en-US" sz="2500" dirty="0" err="1"/>
              <a:t>phân</a:t>
            </a:r>
            <a:r>
              <a:rPr lang="en-US" sz="2500" dirty="0"/>
              <a:t> </a:t>
            </a:r>
            <a:r>
              <a:rPr lang="en-US" sz="2500" dirty="0" err="1"/>
              <a:t>quyền</a:t>
            </a:r>
            <a:r>
              <a:rPr lang="en-US" sz="2500" dirty="0"/>
              <a:t> </a:t>
            </a:r>
            <a:r>
              <a:rPr lang="en-US" sz="2500" dirty="0" err="1"/>
              <a:t>cho</a:t>
            </a:r>
            <a:r>
              <a:rPr lang="en-US" sz="2500" dirty="0"/>
              <a:t> </a:t>
            </a:r>
            <a:r>
              <a:rPr lang="en-US" sz="2500" dirty="0" err="1"/>
              <a:t>các</a:t>
            </a:r>
            <a:r>
              <a:rPr lang="en-US" sz="2500" dirty="0"/>
              <a:t> </a:t>
            </a:r>
            <a:r>
              <a:rPr lang="en-US" sz="2500" dirty="0" err="1"/>
              <a:t>thành</a:t>
            </a:r>
            <a:r>
              <a:rPr lang="en-US" sz="2500" dirty="0"/>
              <a:t> </a:t>
            </a:r>
            <a:r>
              <a:rPr lang="en-US" sz="2500" dirty="0" err="1"/>
              <a:t>viên</a:t>
            </a:r>
            <a:r>
              <a:rPr lang="en-US" sz="2500" dirty="0"/>
              <a:t> </a:t>
            </a:r>
            <a:r>
              <a:rPr lang="en-US" sz="2500" dirty="0" err="1"/>
              <a:t>dự</a:t>
            </a:r>
            <a:r>
              <a:rPr lang="en-US" sz="2500" dirty="0"/>
              <a:t> </a:t>
            </a:r>
            <a:r>
              <a:rPr lang="en-US" sz="2500" dirty="0" err="1"/>
              <a:t>án</a:t>
            </a:r>
            <a:r>
              <a:rPr lang="en-US" sz="2500" dirty="0"/>
              <a:t> </a:t>
            </a:r>
            <a:r>
              <a:rPr lang="en-US" sz="2500" dirty="0" err="1"/>
              <a:t>theo</a:t>
            </a:r>
            <a:r>
              <a:rPr lang="en-US" sz="2500" dirty="0"/>
              <a:t> role.</a:t>
            </a:r>
          </a:p>
          <a:p>
            <a:pPr eaLnBrk="1" hangingPunct="1">
              <a:spcBef>
                <a:spcPct val="20000"/>
              </a:spcBef>
            </a:pPr>
            <a:endParaRPr lang="en-US" sz="2500" dirty="0">
              <a:solidFill>
                <a:srgbClr val="FF0000"/>
              </a:solidFill>
            </a:endParaRPr>
          </a:p>
        </p:txBody>
      </p:sp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1447800"/>
            <a:ext cx="4567238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7803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8010" y="309880"/>
            <a:ext cx="672192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3D68AB"/>
                </a:solidFill>
              </a:rPr>
              <a:t>HƯỚNG DẪN SỬ DỤNG SVN</a:t>
            </a:r>
            <a:endParaRPr lang="en-US" sz="3200" b="1" kern="0" dirty="0">
              <a:solidFill>
                <a:srgbClr val="333399"/>
              </a:solidFill>
              <a:latin typeface="Arial" charset="0"/>
            </a:endParaRPr>
          </a:p>
          <a:p>
            <a:endParaRPr lang="en-US" sz="3200" b="1" dirty="0">
              <a:solidFill>
                <a:srgbClr val="3D68AB"/>
              </a:solidFill>
            </a:endParaRPr>
          </a:p>
          <a:p>
            <a:endParaRPr lang="en-US" sz="3200" b="1" dirty="0">
              <a:solidFill>
                <a:srgbClr val="3D68AB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31371" y="2126120"/>
            <a:ext cx="3796938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checkout folder </a:t>
            </a:r>
            <a:r>
              <a:rPr 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quyền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chỉnh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sửa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dự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án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PC/Laptop: </a:t>
            </a:r>
            <a:r>
              <a:rPr 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chuột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phải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-&gt; check out </a:t>
            </a:r>
          </a:p>
        </p:txBody>
      </p:sp>
      <p:pic>
        <p:nvPicPr>
          <p:cNvPr id="9" name="Picture 2" descr="D:\Project\EGCB\Untitl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3475" y="1447800"/>
            <a:ext cx="4200525" cy="436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23640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8010" y="309880"/>
            <a:ext cx="672192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3D68AB"/>
                </a:solidFill>
              </a:rPr>
              <a:t>HƯỚNG DẪN SỬ DỤNG SVN</a:t>
            </a:r>
            <a:endParaRPr lang="en-US" sz="3200" b="1" kern="0" dirty="0">
              <a:solidFill>
                <a:srgbClr val="333399"/>
              </a:solidFill>
              <a:latin typeface="Arial" charset="0"/>
            </a:endParaRPr>
          </a:p>
          <a:p>
            <a:endParaRPr lang="en-US" sz="3200" b="1" dirty="0">
              <a:solidFill>
                <a:srgbClr val="3D68AB"/>
              </a:solidFill>
            </a:endParaRPr>
          </a:p>
          <a:p>
            <a:endParaRPr lang="en-US" sz="3200" b="1" dirty="0">
              <a:solidFill>
                <a:srgbClr val="3D68AB"/>
              </a:solidFill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81000" y="2895600"/>
            <a:ext cx="4191000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500" dirty="0" err="1"/>
              <a:t>Luôn</a:t>
            </a:r>
            <a:r>
              <a:rPr lang="en-US" sz="2500" dirty="0"/>
              <a:t> </a:t>
            </a:r>
            <a:r>
              <a:rPr lang="en-US" sz="2500" dirty="0" err="1"/>
              <a:t>luôn</a:t>
            </a:r>
            <a:r>
              <a:rPr lang="en-US" sz="2500" dirty="0"/>
              <a:t> update file </a:t>
            </a:r>
            <a:r>
              <a:rPr lang="en-US" sz="2500" dirty="0" err="1"/>
              <a:t>trước</a:t>
            </a:r>
            <a:r>
              <a:rPr lang="en-US" sz="2500" dirty="0"/>
              <a:t> </a:t>
            </a:r>
            <a:r>
              <a:rPr lang="en-US" sz="2500" dirty="0" err="1"/>
              <a:t>khi</a:t>
            </a:r>
            <a:r>
              <a:rPr lang="en-US" sz="2500" dirty="0"/>
              <a:t> </a:t>
            </a:r>
            <a:r>
              <a:rPr lang="en-US" sz="2500" dirty="0" err="1"/>
              <a:t>thao</a:t>
            </a:r>
            <a:r>
              <a:rPr lang="en-US" sz="2500" dirty="0"/>
              <a:t> </a:t>
            </a:r>
            <a:r>
              <a:rPr lang="en-US" sz="2500" dirty="0" err="1"/>
              <a:t>tác</a:t>
            </a:r>
            <a:r>
              <a:rPr lang="en-US" sz="2500" dirty="0"/>
              <a:t> </a:t>
            </a:r>
            <a:r>
              <a:rPr lang="en-US" sz="2500" dirty="0" err="1"/>
              <a:t>tiếp</a:t>
            </a:r>
            <a:r>
              <a:rPr lang="en-US" sz="2500" dirty="0"/>
              <a:t> </a:t>
            </a:r>
            <a:r>
              <a:rPr lang="en-US" sz="2500" dirty="0" err="1"/>
              <a:t>trên</a:t>
            </a:r>
            <a:r>
              <a:rPr lang="en-US" sz="2500" dirty="0"/>
              <a:t> </a:t>
            </a:r>
            <a:r>
              <a:rPr lang="en-US" sz="2500" dirty="0" err="1"/>
              <a:t>tài</a:t>
            </a:r>
            <a:r>
              <a:rPr lang="en-US" sz="2500" dirty="0"/>
              <a:t> </a:t>
            </a:r>
            <a:r>
              <a:rPr lang="en-US" sz="2500" dirty="0" err="1"/>
              <a:t>liệu</a:t>
            </a:r>
            <a:r>
              <a:rPr lang="en-US" sz="2500" dirty="0"/>
              <a:t> </a:t>
            </a:r>
            <a:r>
              <a:rPr lang="en-US" sz="2500" dirty="0" err="1"/>
              <a:t>đã</a:t>
            </a:r>
            <a:r>
              <a:rPr lang="en-US" sz="2500" dirty="0"/>
              <a:t> checkout </a:t>
            </a:r>
            <a:r>
              <a:rPr lang="en-US" sz="2500" dirty="0" err="1"/>
              <a:t>về</a:t>
            </a:r>
            <a:r>
              <a:rPr lang="en-US" sz="2500" dirty="0"/>
              <a:t>: </a:t>
            </a:r>
            <a:r>
              <a:rPr lang="en-US" sz="2500" dirty="0" err="1"/>
              <a:t>Chuột</a:t>
            </a:r>
            <a:r>
              <a:rPr lang="en-US" sz="2500" dirty="0"/>
              <a:t> </a:t>
            </a:r>
            <a:r>
              <a:rPr lang="en-US" sz="2500" dirty="0" err="1"/>
              <a:t>phải</a:t>
            </a:r>
            <a:r>
              <a:rPr lang="en-US" sz="2500" dirty="0"/>
              <a:t> -&gt; SVN update. </a:t>
            </a:r>
          </a:p>
        </p:txBody>
      </p:sp>
      <p:pic>
        <p:nvPicPr>
          <p:cNvPr id="6" name="Picture 2" descr="D:\Project\EGCB\Untitl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5208" y="1687285"/>
            <a:ext cx="4589462" cy="389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00747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8010" y="309880"/>
            <a:ext cx="672192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3D68AB"/>
                </a:solidFill>
              </a:rPr>
              <a:t>HƯỚNG DẪN SỬ DỤNG SVN</a:t>
            </a:r>
            <a:endParaRPr lang="en-US" sz="3200" b="1" kern="0" dirty="0">
              <a:solidFill>
                <a:srgbClr val="333399"/>
              </a:solidFill>
              <a:latin typeface="Arial" charset="0"/>
            </a:endParaRPr>
          </a:p>
          <a:p>
            <a:endParaRPr lang="en-US" sz="3200" b="1" dirty="0">
              <a:solidFill>
                <a:srgbClr val="3D68AB"/>
              </a:solidFill>
            </a:endParaRPr>
          </a:p>
          <a:p>
            <a:endParaRPr lang="en-US" sz="3200" b="1" dirty="0">
              <a:solidFill>
                <a:srgbClr val="3D68AB"/>
              </a:solidFill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81000" y="2895600"/>
            <a:ext cx="4876800" cy="124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500" dirty="0" err="1"/>
              <a:t>Thực</a:t>
            </a:r>
            <a:r>
              <a:rPr lang="en-US" sz="2500" dirty="0"/>
              <a:t> </a:t>
            </a:r>
            <a:r>
              <a:rPr lang="en-US" sz="2500" dirty="0" err="1"/>
              <a:t>hiện</a:t>
            </a:r>
            <a:r>
              <a:rPr lang="en-US" sz="2500" dirty="0"/>
              <a:t> </a:t>
            </a:r>
            <a:r>
              <a:rPr lang="en-US" sz="2500" dirty="0" err="1"/>
              <a:t>chỉnh</a:t>
            </a:r>
            <a:r>
              <a:rPr lang="en-US" sz="2500" dirty="0"/>
              <a:t> </a:t>
            </a:r>
            <a:r>
              <a:rPr lang="en-US" sz="2500" dirty="0" err="1"/>
              <a:t>sửa</a:t>
            </a:r>
            <a:r>
              <a:rPr lang="en-US" sz="2500" dirty="0"/>
              <a:t> </a:t>
            </a:r>
            <a:r>
              <a:rPr lang="en-US" sz="2500" dirty="0" err="1"/>
              <a:t>và</a:t>
            </a:r>
            <a:r>
              <a:rPr lang="en-US" sz="2500" dirty="0"/>
              <a:t> commit </a:t>
            </a:r>
            <a:r>
              <a:rPr lang="en-US" sz="2500" dirty="0" err="1"/>
              <a:t>lên</a:t>
            </a:r>
            <a:r>
              <a:rPr lang="en-US" sz="2500" dirty="0"/>
              <a:t> SVN: </a:t>
            </a:r>
            <a:r>
              <a:rPr lang="en-US" sz="2500" dirty="0" err="1"/>
              <a:t>Chuột</a:t>
            </a:r>
            <a:r>
              <a:rPr lang="en-US" sz="2500" dirty="0"/>
              <a:t> </a:t>
            </a:r>
            <a:r>
              <a:rPr lang="en-US" sz="2500" dirty="0" err="1"/>
              <a:t>phải</a:t>
            </a:r>
            <a:r>
              <a:rPr lang="en-US" sz="2500" dirty="0"/>
              <a:t> -&gt; SVN commit. </a:t>
            </a:r>
          </a:p>
        </p:txBody>
      </p:sp>
      <p:pic>
        <p:nvPicPr>
          <p:cNvPr id="8" name="Picture 2" descr="D:\Project\EGCB\Untitl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3743" y="1508760"/>
            <a:ext cx="3705225" cy="421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31046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8010" y="309880"/>
            <a:ext cx="672192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3D68AB"/>
                </a:solidFill>
              </a:rPr>
              <a:t>HƯỚNG DẪN SỬ DỤNG SVN</a:t>
            </a:r>
            <a:endParaRPr lang="en-US" sz="3200" b="1" kern="0" dirty="0">
              <a:solidFill>
                <a:srgbClr val="333399"/>
              </a:solidFill>
              <a:latin typeface="Arial" charset="0"/>
            </a:endParaRPr>
          </a:p>
          <a:p>
            <a:endParaRPr lang="en-US" sz="3200" b="1" dirty="0">
              <a:solidFill>
                <a:srgbClr val="3D68AB"/>
              </a:solidFill>
            </a:endParaRPr>
          </a:p>
          <a:p>
            <a:endParaRPr lang="en-US" sz="3200" b="1" dirty="0">
              <a:solidFill>
                <a:srgbClr val="3D68AB"/>
              </a:solidFill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81000" y="2895600"/>
            <a:ext cx="4876800" cy="124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500" dirty="0" err="1"/>
              <a:t>Thực</a:t>
            </a:r>
            <a:r>
              <a:rPr lang="en-US" sz="2500" dirty="0"/>
              <a:t> </a:t>
            </a:r>
            <a:r>
              <a:rPr lang="en-US" sz="2500" dirty="0" err="1"/>
              <a:t>hiện</a:t>
            </a:r>
            <a:r>
              <a:rPr lang="en-US" sz="2500" dirty="0"/>
              <a:t> </a:t>
            </a:r>
            <a:r>
              <a:rPr lang="en-US" sz="2500" dirty="0" err="1"/>
              <a:t>chỉnh</a:t>
            </a:r>
            <a:r>
              <a:rPr lang="en-US" sz="2500" dirty="0"/>
              <a:t> </a:t>
            </a:r>
            <a:r>
              <a:rPr lang="en-US" sz="2500" dirty="0" err="1"/>
              <a:t>sửa</a:t>
            </a:r>
            <a:r>
              <a:rPr lang="en-US" sz="2500" dirty="0"/>
              <a:t> </a:t>
            </a:r>
            <a:r>
              <a:rPr lang="en-US" sz="2500" dirty="0" err="1"/>
              <a:t>và</a:t>
            </a:r>
            <a:r>
              <a:rPr lang="en-US" sz="2500" dirty="0"/>
              <a:t> commit </a:t>
            </a:r>
            <a:r>
              <a:rPr lang="en-US" sz="2500" dirty="0" err="1"/>
              <a:t>lên</a:t>
            </a:r>
            <a:r>
              <a:rPr lang="en-US" sz="2500" dirty="0"/>
              <a:t> SVN: </a:t>
            </a:r>
            <a:r>
              <a:rPr lang="en-US" sz="2500" dirty="0" err="1"/>
              <a:t>Chuột</a:t>
            </a:r>
            <a:r>
              <a:rPr lang="en-US" sz="2500" dirty="0"/>
              <a:t> </a:t>
            </a:r>
            <a:r>
              <a:rPr lang="en-US" sz="2500" dirty="0" err="1"/>
              <a:t>phải</a:t>
            </a:r>
            <a:r>
              <a:rPr lang="en-US" sz="2500" dirty="0"/>
              <a:t> -&gt; SVN commit. </a:t>
            </a:r>
          </a:p>
        </p:txBody>
      </p:sp>
      <p:pic>
        <p:nvPicPr>
          <p:cNvPr id="8" name="Picture 2" descr="D:\Project\EGCB\Untitl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3743" y="1508760"/>
            <a:ext cx="3705225" cy="421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25420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20145" y="1961495"/>
            <a:ext cx="6313511" cy="240065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5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Q &amp; A </a:t>
            </a:r>
          </a:p>
        </p:txBody>
      </p:sp>
    </p:spTree>
    <p:extLst>
      <p:ext uri="{BB962C8B-B14F-4D97-AF65-F5344CB8AC3E}">
        <p14:creationId xmlns:p14="http://schemas.microsoft.com/office/powerpoint/2010/main" val="2062391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6">
      <a:dk1>
        <a:srgbClr val="1C3661"/>
      </a:dk1>
      <a:lt1>
        <a:sysClr val="window" lastClr="FFFFFF"/>
      </a:lt1>
      <a:dk2>
        <a:srgbClr val="080808"/>
      </a:dk2>
      <a:lt2>
        <a:srgbClr val="FFFFFF"/>
      </a:lt2>
      <a:accent1>
        <a:srgbClr val="1C3661"/>
      </a:accent1>
      <a:accent2>
        <a:srgbClr val="C11F34"/>
      </a:accent2>
      <a:accent3>
        <a:srgbClr val="4890E8"/>
      </a:accent3>
      <a:accent4>
        <a:srgbClr val="FFFFFF"/>
      </a:accent4>
      <a:accent5>
        <a:srgbClr val="FFFFFF"/>
      </a:accent5>
      <a:accent6>
        <a:srgbClr val="FFFFFF"/>
      </a:accent6>
      <a:hlink>
        <a:srgbClr val="0563C1"/>
      </a:hlink>
      <a:folHlink>
        <a:srgbClr val="954F72"/>
      </a:folHlink>
    </a:clrScheme>
    <a:fontScheme name="Custom 1">
      <a:majorFont>
        <a:latin typeface="Calibri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385C91EDB08D4180A00D106AA8D882" ma:contentTypeVersion="15" ma:contentTypeDescription="Create a new document." ma:contentTypeScope="" ma:versionID="35387b29b02e30efd280b6b54b57f095">
  <xsd:schema xmlns:xsd="http://www.w3.org/2001/XMLSchema" xmlns:xs="http://www.w3.org/2001/XMLSchema" xmlns:p="http://schemas.microsoft.com/office/2006/metadata/properties" xmlns:ns2="8d920d3e-33b3-452a-aa1b-46134d61a1c4" xmlns:ns3="46e22fef-b27b-48be-b301-6f43041f2c0d" targetNamespace="http://schemas.microsoft.com/office/2006/metadata/properties" ma:root="true" ma:fieldsID="07f4b2c02a66b244251f068d3cebbb5e" ns2:_="" ns3:_="">
    <xsd:import namespace="8d920d3e-33b3-452a-aa1b-46134d61a1c4"/>
    <xsd:import namespace="46e22fef-b27b-48be-b301-6f43041f2c0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920d3e-33b3-452a-aa1b-46134d61a1c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546fe6cf-c6c6-432e-bc3b-e1a865b285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e22fef-b27b-48be-b301-6f43041f2c0d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1e3c645b-ed30-4fde-b21a-9548686196a7}" ma:internalName="TaxCatchAll" ma:showField="CatchAllData" ma:web="46e22fef-b27b-48be-b301-6f43041f2c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6e22fef-b27b-48be-b301-6f43041f2c0d" xsi:nil="true"/>
    <lcf76f155ced4ddcb4097134ff3c332f xmlns="8d920d3e-33b3-452a-aa1b-46134d61a1c4">
      <Terms xmlns="http://schemas.microsoft.com/office/infopath/2007/PartnerControls"/>
    </lcf76f155ced4ddcb4097134ff3c332f>
    <SharedWithUsers xmlns="46e22fef-b27b-48be-b301-6f43041f2c0d">
      <UserInfo>
        <DisplayName/>
        <AccountId xsi:nil="true"/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47D4C011-B9F7-4919-8BD5-16CDA9FD9973}">
  <ds:schemaRefs>
    <ds:schemaRef ds:uri="46e22fef-b27b-48be-b301-6f43041f2c0d"/>
    <ds:schemaRef ds:uri="8d920d3e-33b3-452a-aa1b-46134d61a1c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DBE676F-CFD0-43B6-AE2C-CC97889B03E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120DD01-BCEF-4487-B899-3F2C820AB048}">
  <ds:schemaRefs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46e22fef-b27b-48be-b301-6f43041f2c0d"/>
    <ds:schemaRef ds:uri="8d920d3e-33b3-452a-aa1b-46134d61a1c4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1837</TotalTime>
  <Words>211</Words>
  <Application>Microsoft Office PowerPoint</Application>
  <PresentationFormat>Widescreen</PresentationFormat>
  <Paragraphs>25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ĐHBKHN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ĐHBKHN</dc:subject>
  <dc:creator>CĐS-ĐHBKHN</dc:creator>
  <cp:keywords>#CĐS-ĐHBKHN</cp:keywords>
  <dc:description>ĐHBKHN</dc:description>
  <cp:lastModifiedBy>Anh Le Tuan</cp:lastModifiedBy>
  <cp:revision>95</cp:revision>
  <dcterms:created xsi:type="dcterms:W3CDTF">2021-05-28T04:32:29Z</dcterms:created>
  <dcterms:modified xsi:type="dcterms:W3CDTF">2025-08-06T08:23:06Z</dcterms:modified>
  <cp:category>CĐS-ĐHBKHN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0x01010083385C91EDB08D4180A00D106AA8D882</vt:lpwstr>
  </property>
  <property fmtid="{D5CDD505-2E9C-101B-9397-08002B2CF9AE}" pid="3" name="MediaServiceImageTags">
    <vt:lpwstr/>
  </property>
  <property fmtid="{D5CDD505-2E9C-101B-9397-08002B2CF9AE}" pid="4" name="Order">
    <vt:r8>7250600</vt:r8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</Properties>
</file>