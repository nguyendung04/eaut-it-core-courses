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6"/>
  </p:notesMasterIdLst>
  <p:handoutMasterIdLst>
    <p:handoutMasterId r:id="rId36"/>
  </p:handoutMasterIdLst>
  <p:sldIdLst>
    <p:sldId id="256" r:id="rId3"/>
    <p:sldId id="410" r:id="rId4"/>
    <p:sldId id="274" r:id="rId5"/>
    <p:sldId id="281" r:id="rId7"/>
    <p:sldId id="277" r:id="rId8"/>
    <p:sldId id="318" r:id="rId9"/>
    <p:sldId id="319" r:id="rId10"/>
    <p:sldId id="320" r:id="rId11"/>
    <p:sldId id="326" r:id="rId12"/>
    <p:sldId id="325" r:id="rId13"/>
    <p:sldId id="432" r:id="rId14"/>
    <p:sldId id="433" r:id="rId15"/>
    <p:sldId id="327" r:id="rId16"/>
    <p:sldId id="328" r:id="rId17"/>
    <p:sldId id="323" r:id="rId18"/>
    <p:sldId id="434" r:id="rId19"/>
    <p:sldId id="435" r:id="rId20"/>
    <p:sldId id="407" r:id="rId21"/>
    <p:sldId id="324" r:id="rId22"/>
    <p:sldId id="329" r:id="rId23"/>
    <p:sldId id="322" r:id="rId24"/>
    <p:sldId id="437" r:id="rId25"/>
    <p:sldId id="449" r:id="rId26"/>
    <p:sldId id="450" r:id="rId27"/>
    <p:sldId id="453" r:id="rId28"/>
    <p:sldId id="451" r:id="rId29"/>
    <p:sldId id="452" r:id="rId30"/>
    <p:sldId id="408" r:id="rId31"/>
    <p:sldId id="334" r:id="rId32"/>
    <p:sldId id="331" r:id="rId33"/>
    <p:sldId id="330" r:id="rId34"/>
    <p:sldId id="310" r:id="rId35"/>
  </p:sldIdLst>
  <p:sldSz cx="18288000" cy="10299700"/>
  <p:notesSz cx="18288000" cy="102997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114" userDrawn="1">
          <p15:clr>
            <a:srgbClr val="A4A3A4"/>
          </p15:clr>
        </p15:guide>
        <p15:guide id="2" pos="212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000000"/>
    <a:srgbClr val="30022B"/>
    <a:srgbClr val="F7F7F7"/>
    <a:srgbClr val="2B0225"/>
    <a:srgbClr val="3C3B37"/>
    <a:srgbClr val="F02424"/>
    <a:srgbClr val="F34B4B"/>
    <a:srgbClr val="F13737"/>
    <a:srgbClr val="F0626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howGuides="1">
      <p:cViewPr>
        <p:scale>
          <a:sx n="50" d="100"/>
          <a:sy n="50" d="100"/>
        </p:scale>
        <p:origin x="-294" y="-654"/>
      </p:cViewPr>
      <p:guideLst>
        <p:guide orient="horz" pos="3114"/>
        <p:guide pos="212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notesMaster" Target="notesMasters/notesMaster1.xml"/><Relationship Id="rId5" Type="http://schemas.openxmlformats.org/officeDocument/2006/relationships/slide" Target="slides/slide3.xml"/><Relationship Id="rId4" Type="http://schemas.openxmlformats.org/officeDocument/2006/relationships/slide" Target="slides/slide2.xml"/><Relationship Id="rId39" Type="http://schemas.openxmlformats.org/officeDocument/2006/relationships/tableStyles" Target="tableStyles.xml"/><Relationship Id="rId38" Type="http://schemas.openxmlformats.org/officeDocument/2006/relationships/viewProps" Target="viewProps.xml"/><Relationship Id="rId37" Type="http://schemas.openxmlformats.org/officeDocument/2006/relationships/presProps" Target="presProps.xml"/><Relationship Id="rId36" Type="http://schemas.openxmlformats.org/officeDocument/2006/relationships/handoutMaster" Target="handoutMasters/handoutMaster1.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1132800" cy="582088"/>
          </a:xfrm>
          <a:prstGeom prst="rect">
            <a:avLst/>
          </a:prstGeom>
        </p:spPr>
        <p:txBody>
          <a:bodyPr vert="horz" lIns="91440" tIns="45720" rIns="91440" bIns="45720" rtlCol="0"/>
          <a:lstStyle>
            <a:lvl1pPr algn="l">
              <a:defRPr sz="1520"/>
            </a:lvl1pPr>
          </a:lstStyle>
          <a:p>
            <a:endParaRPr lang="zh-CN" altLang="en-US"/>
          </a:p>
        </p:txBody>
      </p:sp>
      <p:sp>
        <p:nvSpPr>
          <p:cNvPr id="3" name="日期占位符 2"/>
          <p:cNvSpPr>
            <a:spLocks noGrp="1"/>
          </p:cNvSpPr>
          <p:nvPr>
            <p:ph type="dt" sz="quarter" idx="1"/>
          </p:nvPr>
        </p:nvSpPr>
        <p:spPr>
          <a:xfrm>
            <a:off x="27623915" y="0"/>
            <a:ext cx="21132800" cy="582088"/>
          </a:xfrm>
          <a:prstGeom prst="rect">
            <a:avLst/>
          </a:prstGeom>
        </p:spPr>
        <p:txBody>
          <a:bodyPr vert="horz" lIns="91440" tIns="45720" rIns="91440" bIns="45720" rtlCol="0"/>
          <a:lstStyle>
            <a:lvl1pPr algn="r">
              <a:defRPr sz="152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11019381"/>
            <a:ext cx="21132800" cy="582087"/>
          </a:xfrm>
          <a:prstGeom prst="rect">
            <a:avLst/>
          </a:prstGeom>
        </p:spPr>
        <p:txBody>
          <a:bodyPr vert="horz" lIns="91440" tIns="45720" rIns="91440" bIns="45720" rtlCol="0" anchor="b"/>
          <a:lstStyle>
            <a:lvl1pPr algn="l">
              <a:defRPr sz="1520"/>
            </a:lvl1pPr>
          </a:lstStyle>
          <a:p>
            <a:endParaRPr lang="zh-CN" altLang="en-US"/>
          </a:p>
        </p:txBody>
      </p:sp>
      <p:sp>
        <p:nvSpPr>
          <p:cNvPr id="5" name="灯片编号占位符 4"/>
          <p:cNvSpPr>
            <a:spLocks noGrp="1"/>
          </p:cNvSpPr>
          <p:nvPr>
            <p:ph type="sldNum" sz="quarter" idx="3"/>
          </p:nvPr>
        </p:nvSpPr>
        <p:spPr>
          <a:xfrm>
            <a:off x="27623915" y="11019381"/>
            <a:ext cx="21132800" cy="582087"/>
          </a:xfrm>
          <a:prstGeom prst="rect">
            <a:avLst/>
          </a:prstGeom>
        </p:spPr>
        <p:txBody>
          <a:bodyPr vert="horz" lIns="91440" tIns="45720" rIns="91440" bIns="45720" rtlCol="0" anchor="b"/>
          <a:lstStyle>
            <a:lvl1pPr algn="r">
              <a:defRPr sz="152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7924800" cy="51435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10358438" y="0"/>
            <a:ext cx="7924800" cy="514350"/>
          </a:xfrm>
          <a:prstGeom prst="rect">
            <a:avLst/>
          </a:prstGeom>
        </p:spPr>
        <p:txBody>
          <a:bodyPr vert="horz" lIns="91440" tIns="45720" rIns="91440" bIns="45720" rtlCol="0"/>
          <a:lstStyle>
            <a:lvl1pPr algn="r">
              <a:defRPr sz="1200"/>
            </a:lvl1pPr>
          </a:lstStyle>
          <a:p>
            <a:fld id="{E47F674B-CDB2-469D-A54B-64604985D378}"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5715000" y="773113"/>
            <a:ext cx="6858000" cy="3862387"/>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1828800" y="4892675"/>
            <a:ext cx="14630400" cy="4633913"/>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9782175"/>
            <a:ext cx="7924800" cy="515938"/>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10358438" y="9782175"/>
            <a:ext cx="7924800" cy="515938"/>
          </a:xfrm>
          <a:prstGeom prst="rect">
            <a:avLst/>
          </a:prstGeom>
        </p:spPr>
        <p:txBody>
          <a:bodyPr vert="horz" lIns="91440" tIns="45720" rIns="91440" bIns="45720" rtlCol="0" anchor="b"/>
          <a:lstStyle>
            <a:lvl1pPr algn="r">
              <a:defRPr sz="1200"/>
            </a:lvl1pPr>
          </a:lstStyle>
          <a:p>
            <a:fld id="{E53C924F-6D45-4846-A7E6-7CEE6B00AED2}"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showMasterSp="0">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p>
            <a:pPr marL="12700">
              <a:lnSpc>
                <a:spcPct val="100000"/>
              </a:lnSpc>
            </a:pPr>
            <a:r>
              <a:rPr sz="1200" dirty="0" smtClean="0">
                <a:solidFill>
                  <a:srgbClr val="FFFFFF"/>
                </a:solidFill>
                <a:latin typeface="Calibri" panose="020F0502020204030204"/>
                <a:cs typeface="Calibri" panose="020F0502020204030204"/>
              </a:rPr>
              <a:t>©</a:t>
            </a:r>
            <a:r>
              <a:rPr sz="1200" spc="-5" dirty="0" smtClean="0">
                <a:solidFill>
                  <a:srgbClr val="FFFFFF"/>
                </a:solidFill>
                <a:latin typeface="Calibri" panose="020F0502020204030204"/>
                <a:cs typeface="Calibri" panose="020F0502020204030204"/>
              </a:rPr>
              <a:t> </a:t>
            </a:r>
            <a:r>
              <a:rPr sz="1200" spc="-10" dirty="0" smtClean="0">
                <a:solidFill>
                  <a:srgbClr val="FFFFFF"/>
                </a:solidFill>
                <a:latin typeface="Calibri" panose="020F0502020204030204"/>
                <a:cs typeface="Calibri" panose="020F0502020204030204"/>
              </a:rPr>
              <a:t>2</a:t>
            </a:r>
            <a:r>
              <a:rPr sz="1200" spc="-5" dirty="0" smtClean="0">
                <a:solidFill>
                  <a:srgbClr val="FFFFFF"/>
                </a:solidFill>
                <a:latin typeface="Calibri" panose="020F0502020204030204"/>
                <a:cs typeface="Calibri" panose="020F0502020204030204"/>
              </a:rPr>
              <a:t>0</a:t>
            </a:r>
            <a:r>
              <a:rPr sz="1200" spc="-10" dirty="0" smtClean="0">
                <a:solidFill>
                  <a:srgbClr val="FFFFFF"/>
                </a:solidFill>
                <a:latin typeface="Calibri" panose="020F0502020204030204"/>
                <a:cs typeface="Calibri" panose="020F0502020204030204"/>
              </a:rPr>
              <a:t>15 </a:t>
            </a:r>
            <a:r>
              <a:rPr sz="1200" spc="10" dirty="0" smtClean="0">
                <a:solidFill>
                  <a:srgbClr val="FFFFFF"/>
                </a:solidFill>
                <a:latin typeface="Calibri" panose="020F0502020204030204"/>
                <a:cs typeface="Calibri" panose="020F0502020204030204"/>
              </a:rPr>
              <a:t> </a:t>
            </a:r>
            <a:r>
              <a:rPr sz="1200" spc="0" dirty="0" smtClean="0">
                <a:solidFill>
                  <a:srgbClr val="FFFFFF"/>
                </a:solidFill>
                <a:latin typeface="Calibri" panose="020F0502020204030204"/>
                <a:cs typeface="Calibri" panose="020F0502020204030204"/>
              </a:rPr>
              <a:t>Ci</a:t>
            </a:r>
            <a:r>
              <a:rPr sz="1200" spc="-5" dirty="0" smtClean="0">
                <a:solidFill>
                  <a:srgbClr val="FFFFFF"/>
                </a:solidFill>
                <a:latin typeface="Calibri" panose="020F0502020204030204"/>
                <a:cs typeface="Calibri" panose="020F0502020204030204"/>
              </a:rPr>
              <a:t>s</a:t>
            </a:r>
            <a:r>
              <a:rPr sz="1200" spc="-25" dirty="0" smtClean="0">
                <a:solidFill>
                  <a:srgbClr val="FFFFFF"/>
                </a:solidFill>
                <a:latin typeface="Calibri" panose="020F0502020204030204"/>
                <a:cs typeface="Calibri" panose="020F0502020204030204"/>
              </a:rPr>
              <a:t>c</a:t>
            </a:r>
            <a:r>
              <a:rPr sz="1200" spc="0" dirty="0" smtClean="0">
                <a:solidFill>
                  <a:srgbClr val="FFFFFF"/>
                </a:solidFill>
                <a:latin typeface="Calibri" panose="020F0502020204030204"/>
                <a:cs typeface="Calibri" panose="020F0502020204030204"/>
              </a:rPr>
              <a:t>o</a:t>
            </a:r>
            <a:r>
              <a:rPr sz="1200" spc="25" dirty="0" smtClean="0">
                <a:solidFill>
                  <a:srgbClr val="FFFFFF"/>
                </a:solidFill>
                <a:latin typeface="Calibri" panose="020F0502020204030204"/>
                <a:cs typeface="Calibri" panose="020F0502020204030204"/>
              </a:rPr>
              <a:t> </a:t>
            </a:r>
            <a:r>
              <a:rPr sz="1200" spc="0" dirty="0" smtClean="0">
                <a:solidFill>
                  <a:srgbClr val="FFFFFF"/>
                </a:solidFill>
                <a:latin typeface="Calibri" panose="020F0502020204030204"/>
                <a:cs typeface="Calibri" panose="020F0502020204030204"/>
              </a:rPr>
              <a:t>a</a:t>
            </a:r>
            <a:r>
              <a:rPr sz="1200" spc="5" dirty="0" smtClean="0">
                <a:solidFill>
                  <a:srgbClr val="FFFFFF"/>
                </a:solidFill>
                <a:latin typeface="Calibri" panose="020F0502020204030204"/>
                <a:cs typeface="Calibri" panose="020F0502020204030204"/>
              </a:rPr>
              <a:t>n</a:t>
            </a:r>
            <a:r>
              <a:rPr sz="1200" spc="0" dirty="0" smtClean="0">
                <a:solidFill>
                  <a:srgbClr val="FFFFFF"/>
                </a:solidFill>
                <a:latin typeface="Calibri" panose="020F0502020204030204"/>
                <a:cs typeface="Calibri" panose="020F0502020204030204"/>
              </a:rPr>
              <a:t>d</a:t>
            </a:r>
            <a:r>
              <a:rPr sz="1200" spc="-20" dirty="0" smtClean="0">
                <a:solidFill>
                  <a:srgbClr val="FFFFFF"/>
                </a:solidFill>
                <a:latin typeface="Calibri" panose="020F0502020204030204"/>
                <a:cs typeface="Calibri" panose="020F0502020204030204"/>
              </a:rPr>
              <a:t>/</a:t>
            </a:r>
            <a:r>
              <a:rPr sz="1200" spc="0" dirty="0" smtClean="0">
                <a:solidFill>
                  <a:srgbClr val="FFFFFF"/>
                </a:solidFill>
                <a:latin typeface="Calibri" panose="020F0502020204030204"/>
                <a:cs typeface="Calibri" panose="020F0502020204030204"/>
              </a:rPr>
              <a:t>o</a:t>
            </a:r>
            <a:r>
              <a:rPr sz="1200" spc="-5" dirty="0" smtClean="0">
                <a:solidFill>
                  <a:srgbClr val="FFFFFF"/>
                </a:solidFill>
                <a:latin typeface="Calibri" panose="020F0502020204030204"/>
                <a:cs typeface="Calibri" panose="020F0502020204030204"/>
              </a:rPr>
              <a:t>r</a:t>
            </a:r>
            <a:r>
              <a:rPr sz="1200" spc="-30" dirty="0" smtClean="0">
                <a:solidFill>
                  <a:srgbClr val="FFFFFF"/>
                </a:solidFill>
                <a:latin typeface="Calibri" panose="020F0502020204030204"/>
                <a:cs typeface="Calibri" panose="020F0502020204030204"/>
              </a:rPr>
              <a:t> </a:t>
            </a:r>
            <a:r>
              <a:rPr sz="1200" spc="0" dirty="0" smtClean="0">
                <a:solidFill>
                  <a:srgbClr val="FFFFFF"/>
                </a:solidFill>
                <a:latin typeface="Calibri" panose="020F0502020204030204"/>
                <a:cs typeface="Calibri" panose="020F0502020204030204"/>
              </a:rPr>
              <a:t>i</a:t>
            </a:r>
            <a:r>
              <a:rPr sz="1200" spc="5" dirty="0" smtClean="0">
                <a:solidFill>
                  <a:srgbClr val="FFFFFF"/>
                </a:solidFill>
                <a:latin typeface="Calibri" panose="020F0502020204030204"/>
                <a:cs typeface="Calibri" panose="020F0502020204030204"/>
              </a:rPr>
              <a:t>t</a:t>
            </a:r>
            <a:r>
              <a:rPr sz="1200" spc="0" dirty="0" smtClean="0">
                <a:solidFill>
                  <a:srgbClr val="FFFFFF"/>
                </a:solidFill>
                <a:latin typeface="Calibri" panose="020F0502020204030204"/>
                <a:cs typeface="Calibri" panose="020F0502020204030204"/>
              </a:rPr>
              <a:t>s </a:t>
            </a:r>
            <a:r>
              <a:rPr sz="1200" spc="-15" dirty="0" smtClean="0">
                <a:solidFill>
                  <a:srgbClr val="FFFFFF"/>
                </a:solidFill>
                <a:latin typeface="Calibri" panose="020F0502020204030204"/>
                <a:cs typeface="Calibri" panose="020F0502020204030204"/>
              </a:rPr>
              <a:t>a</a:t>
            </a:r>
            <a:r>
              <a:rPr sz="1200" spc="-10" dirty="0" smtClean="0">
                <a:solidFill>
                  <a:srgbClr val="FFFFFF"/>
                </a:solidFill>
                <a:latin typeface="Calibri" panose="020F0502020204030204"/>
                <a:cs typeface="Calibri" panose="020F0502020204030204"/>
              </a:rPr>
              <a:t>f</a:t>
            </a:r>
            <a:r>
              <a:rPr sz="1200" spc="0" dirty="0" smtClean="0">
                <a:solidFill>
                  <a:srgbClr val="FFFFFF"/>
                </a:solidFill>
                <a:latin typeface="Calibri" panose="020F0502020204030204"/>
                <a:cs typeface="Calibri" panose="020F0502020204030204"/>
              </a:rPr>
              <a:t>fili</a:t>
            </a:r>
            <a:r>
              <a:rPr sz="1200" spc="-10" dirty="0" smtClean="0">
                <a:solidFill>
                  <a:srgbClr val="FFFFFF"/>
                </a:solidFill>
                <a:latin typeface="Calibri" panose="020F0502020204030204"/>
                <a:cs typeface="Calibri" panose="020F0502020204030204"/>
              </a:rPr>
              <a:t>a</a:t>
            </a:r>
            <a:r>
              <a:rPr sz="1200" spc="-15" dirty="0" smtClean="0">
                <a:solidFill>
                  <a:srgbClr val="FFFFFF"/>
                </a:solidFill>
                <a:latin typeface="Calibri" panose="020F0502020204030204"/>
                <a:cs typeface="Calibri" panose="020F0502020204030204"/>
              </a:rPr>
              <a:t>t</a:t>
            </a:r>
            <a:r>
              <a:rPr sz="1200" spc="0" dirty="0" smtClean="0">
                <a:solidFill>
                  <a:srgbClr val="FFFFFF"/>
                </a:solidFill>
                <a:latin typeface="Calibri" panose="020F0502020204030204"/>
                <a:cs typeface="Calibri" panose="020F0502020204030204"/>
              </a:rPr>
              <a:t>es.</a:t>
            </a:r>
            <a:r>
              <a:rPr sz="1200" spc="-25" dirty="0" smtClean="0">
                <a:solidFill>
                  <a:srgbClr val="FFFFFF"/>
                </a:solidFill>
                <a:latin typeface="Calibri" panose="020F0502020204030204"/>
                <a:cs typeface="Calibri" panose="020F0502020204030204"/>
              </a:rPr>
              <a:t> </a:t>
            </a:r>
            <a:r>
              <a:rPr sz="1200" spc="0" dirty="0" smtClean="0">
                <a:solidFill>
                  <a:srgbClr val="FFFFFF"/>
                </a:solidFill>
                <a:latin typeface="Calibri" panose="020F0502020204030204"/>
                <a:cs typeface="Calibri" panose="020F0502020204030204"/>
              </a:rPr>
              <a:t>All</a:t>
            </a:r>
            <a:r>
              <a:rPr sz="1200" spc="5" dirty="0" smtClean="0">
                <a:solidFill>
                  <a:srgbClr val="FFFFFF"/>
                </a:solidFill>
                <a:latin typeface="Calibri" panose="020F0502020204030204"/>
                <a:cs typeface="Calibri" panose="020F0502020204030204"/>
              </a:rPr>
              <a:t> </a:t>
            </a:r>
            <a:r>
              <a:rPr sz="1200" spc="0" dirty="0" smtClean="0">
                <a:solidFill>
                  <a:srgbClr val="FFFFFF"/>
                </a:solidFill>
                <a:latin typeface="Calibri" panose="020F0502020204030204"/>
                <a:cs typeface="Calibri" panose="020F0502020204030204"/>
              </a:rPr>
              <a:t>rig</a:t>
            </a:r>
            <a:r>
              <a:rPr sz="1200" spc="-5" dirty="0" smtClean="0">
                <a:solidFill>
                  <a:srgbClr val="FFFFFF"/>
                </a:solidFill>
                <a:latin typeface="Calibri" panose="020F0502020204030204"/>
                <a:cs typeface="Calibri" panose="020F0502020204030204"/>
              </a:rPr>
              <a:t>hts</a:t>
            </a:r>
            <a:r>
              <a:rPr sz="1200" spc="-25" dirty="0" smtClean="0">
                <a:solidFill>
                  <a:srgbClr val="FFFFFF"/>
                </a:solidFill>
                <a:latin typeface="Calibri" panose="020F0502020204030204"/>
                <a:cs typeface="Calibri" panose="020F0502020204030204"/>
              </a:rPr>
              <a:t> </a:t>
            </a:r>
            <a:r>
              <a:rPr sz="1200" spc="-20" dirty="0" smtClean="0">
                <a:solidFill>
                  <a:srgbClr val="FFFFFF"/>
                </a:solidFill>
                <a:latin typeface="Calibri" panose="020F0502020204030204"/>
                <a:cs typeface="Calibri" panose="020F0502020204030204"/>
              </a:rPr>
              <a:t>r</a:t>
            </a:r>
            <a:r>
              <a:rPr sz="1200" spc="-10" dirty="0" smtClean="0">
                <a:solidFill>
                  <a:srgbClr val="FFFFFF"/>
                </a:solidFill>
                <a:latin typeface="Calibri" panose="020F0502020204030204"/>
                <a:cs typeface="Calibri" panose="020F0502020204030204"/>
              </a:rPr>
              <a:t>ese</a:t>
            </a:r>
            <a:r>
              <a:rPr sz="1200" spc="5" dirty="0" smtClean="0">
                <a:solidFill>
                  <a:srgbClr val="FFFFFF"/>
                </a:solidFill>
                <a:latin typeface="Calibri" panose="020F0502020204030204"/>
                <a:cs typeface="Calibri" panose="020F0502020204030204"/>
              </a:rPr>
              <a:t>r</a:t>
            </a:r>
            <a:r>
              <a:rPr sz="1200" spc="-25" dirty="0" smtClean="0">
                <a:solidFill>
                  <a:srgbClr val="FFFFFF"/>
                </a:solidFill>
                <a:latin typeface="Calibri" panose="020F0502020204030204"/>
                <a:cs typeface="Calibri" panose="020F0502020204030204"/>
              </a:rPr>
              <a:t>v</a:t>
            </a:r>
            <a:r>
              <a:rPr sz="1200" spc="-10" dirty="0" smtClean="0">
                <a:solidFill>
                  <a:srgbClr val="FFFFFF"/>
                </a:solidFill>
                <a:latin typeface="Calibri" panose="020F0502020204030204"/>
                <a:cs typeface="Calibri" panose="020F0502020204030204"/>
              </a:rPr>
              <a:t>e</a:t>
            </a:r>
            <a:r>
              <a:rPr sz="1200" spc="-5" dirty="0" smtClean="0">
                <a:solidFill>
                  <a:srgbClr val="FFFFFF"/>
                </a:solidFill>
                <a:latin typeface="Calibri" panose="020F0502020204030204"/>
                <a:cs typeface="Calibri" panose="020F0502020204030204"/>
              </a:rPr>
              <a:t>d</a:t>
            </a:r>
            <a:r>
              <a:rPr sz="1200" spc="0" dirty="0" smtClean="0">
                <a:solidFill>
                  <a:srgbClr val="FFFFFF"/>
                </a:solidFill>
                <a:latin typeface="Calibri" panose="020F0502020204030204"/>
                <a:cs typeface="Calibri" panose="020F0502020204030204"/>
              </a:rPr>
              <a:t>.</a:t>
            </a:r>
            <a:endParaRPr sz="1200">
              <a:latin typeface="Calibri" panose="020F0502020204030204"/>
              <a:cs typeface="Calibri" panose="020F0502020204030204"/>
            </a:endParaRPr>
          </a:p>
        </p:txBody>
      </p:sp>
      <p:sp>
        <p:nvSpPr>
          <p:cNvPr id="3" name="Holder 3"/>
          <p:cNvSpPr>
            <a:spLocks noGrp="1"/>
          </p:cNvSpPr>
          <p:nvPr>
            <p:ph type="dt" sz="half" idx="6"/>
          </p:nvPr>
        </p:nvSpPr>
        <p:spPr/>
        <p:txBody>
          <a:bodyPr lIns="0" tIns="0" rIns="0" bIns="0"/>
          <a:lstStyle/>
          <a:p>
            <a:pPr marL="12700">
              <a:lnSpc>
                <a:spcPct val="100000"/>
              </a:lnSpc>
            </a:pPr>
            <a:r>
              <a:rPr sz="1200" spc="-5" dirty="0" smtClean="0">
                <a:solidFill>
                  <a:srgbClr val="FFFFFF"/>
                </a:solidFill>
                <a:latin typeface="Calibri" panose="020F0502020204030204"/>
                <a:cs typeface="Calibri" panose="020F0502020204030204"/>
              </a:rPr>
              <a:t>C</a:t>
            </a:r>
            <a:r>
              <a:rPr sz="1200" spc="0" dirty="0" smtClean="0">
                <a:solidFill>
                  <a:srgbClr val="FFFFFF"/>
                </a:solidFill>
                <a:latin typeface="Calibri" panose="020F0502020204030204"/>
                <a:cs typeface="Calibri" panose="020F0502020204030204"/>
              </a:rPr>
              <a:t>is</a:t>
            </a:r>
            <a:r>
              <a:rPr sz="1200" spc="-20" dirty="0" smtClean="0">
                <a:solidFill>
                  <a:srgbClr val="FFFFFF"/>
                </a:solidFill>
                <a:latin typeface="Calibri" panose="020F0502020204030204"/>
                <a:cs typeface="Calibri" panose="020F0502020204030204"/>
              </a:rPr>
              <a:t>c</a:t>
            </a:r>
            <a:r>
              <a:rPr sz="1200" spc="0" dirty="0" smtClean="0">
                <a:solidFill>
                  <a:srgbClr val="FFFFFF"/>
                </a:solidFill>
                <a:latin typeface="Calibri" panose="020F0502020204030204"/>
                <a:cs typeface="Calibri" panose="020F0502020204030204"/>
              </a:rPr>
              <a:t>o</a:t>
            </a:r>
            <a:r>
              <a:rPr sz="1200" spc="25" dirty="0" smtClean="0">
                <a:solidFill>
                  <a:srgbClr val="FFFFFF"/>
                </a:solidFill>
                <a:latin typeface="Calibri" panose="020F0502020204030204"/>
                <a:cs typeface="Calibri" panose="020F0502020204030204"/>
              </a:rPr>
              <a:t> </a:t>
            </a:r>
            <a:r>
              <a:rPr sz="1200" spc="-5" dirty="0" smtClean="0">
                <a:solidFill>
                  <a:srgbClr val="FFFFFF"/>
                </a:solidFill>
                <a:latin typeface="Calibri" panose="020F0502020204030204"/>
                <a:cs typeface="Calibri" panose="020F0502020204030204"/>
              </a:rPr>
              <a:t>C</a:t>
            </a:r>
            <a:r>
              <a:rPr sz="1200" spc="0" dirty="0" smtClean="0">
                <a:solidFill>
                  <a:srgbClr val="FFFFFF"/>
                </a:solidFill>
                <a:latin typeface="Calibri" panose="020F0502020204030204"/>
                <a:cs typeface="Calibri" panose="020F0502020204030204"/>
              </a:rPr>
              <a:t>o</a:t>
            </a:r>
            <a:r>
              <a:rPr sz="1200" spc="-10" dirty="0" smtClean="0">
                <a:solidFill>
                  <a:srgbClr val="FFFFFF"/>
                </a:solidFill>
                <a:latin typeface="Calibri" panose="020F0502020204030204"/>
                <a:cs typeface="Calibri" panose="020F0502020204030204"/>
              </a:rPr>
              <a:t>n</a:t>
            </a:r>
            <a:r>
              <a:rPr sz="1200" spc="0" dirty="0" smtClean="0">
                <a:solidFill>
                  <a:srgbClr val="FFFFFF"/>
                </a:solidFill>
                <a:latin typeface="Calibri" panose="020F0502020204030204"/>
                <a:cs typeface="Calibri" panose="020F0502020204030204"/>
              </a:rPr>
              <a:t>fide</a:t>
            </a:r>
            <a:r>
              <a:rPr sz="1200" spc="-10" dirty="0" smtClean="0">
                <a:solidFill>
                  <a:srgbClr val="FFFFFF"/>
                </a:solidFill>
                <a:latin typeface="Calibri" panose="020F0502020204030204"/>
                <a:cs typeface="Calibri" panose="020F0502020204030204"/>
              </a:rPr>
              <a:t>nt</a:t>
            </a:r>
            <a:r>
              <a:rPr sz="1200" spc="0" dirty="0" smtClean="0">
                <a:solidFill>
                  <a:srgbClr val="FFFFFF"/>
                </a:solidFill>
                <a:latin typeface="Calibri" panose="020F0502020204030204"/>
                <a:cs typeface="Calibri" panose="020F0502020204030204"/>
              </a:rPr>
              <a:t>ial</a:t>
            </a:r>
            <a:endParaRPr sz="1200">
              <a:latin typeface="Calibri" panose="020F0502020204030204"/>
              <a:cs typeface="Calibri" panose="020F0502020204030204"/>
            </a:endParaRPr>
          </a:p>
        </p:txBody>
      </p:sp>
      <p:sp>
        <p:nvSpPr>
          <p:cNvPr id="4" name="Holder 4"/>
          <p:cNvSpPr>
            <a:spLocks noGrp="1"/>
          </p:cNvSpPr>
          <p:nvPr>
            <p:ph type="sldNum" sz="quarter" idx="7"/>
          </p:nvPr>
        </p:nvSpPr>
        <p:spPr/>
        <p:txBody>
          <a:bodyPr lIns="0" tIns="0" rIns="0" bIns="0"/>
          <a:lstStyle/>
          <a:p>
            <a:pPr marL="25400">
              <a:lnSpc>
                <a:spcPct val="100000"/>
              </a:lnSpc>
            </a:pPr>
            <a:fld id="{81D60167-4931-47E6-BA6A-407CBD079E47}" type="slidenum">
              <a:rPr sz="1200" spc="-10" dirty="0" smtClean="0">
                <a:solidFill>
                  <a:srgbClr val="FFFFFF"/>
                </a:solidFill>
                <a:latin typeface="Calibri" panose="020F0502020204030204"/>
                <a:cs typeface="Calibri" panose="020F0502020204030204"/>
              </a:rPr>
            </a:fld>
            <a:endParaRPr sz="1200">
              <a:latin typeface="Calibri" panose="020F0502020204030204"/>
              <a:cs typeface="Calibri" panose="020F0502020204030204"/>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image" Target="../media/image1.jpeg"/><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2" cstate="print"/>
          <a:srcRect/>
          <a:stretch>
            <a:fillRect/>
          </a:stretch>
        </a:blipFill>
        <a:effectLst/>
      </p:bgPr>
    </p:bg>
    <p:spTree>
      <p:nvGrpSpPr>
        <p:cNvPr id="1" name=""/>
        <p:cNvGrpSpPr/>
        <p:nvPr/>
      </p:nvGrpSpPr>
      <p:grpSpPr>
        <a:xfrm>
          <a:off x="0" y="0"/>
          <a:ext cx="0" cy="0"/>
          <a:chOff x="0" y="0"/>
          <a:chExt cx="0" cy="0"/>
        </a:xfrm>
      </p:grpSpPr>
      <p:sp>
        <p:nvSpPr>
          <p:cNvPr id="16" name="bk object 16"/>
          <p:cNvSpPr/>
          <p:nvPr/>
        </p:nvSpPr>
        <p:spPr>
          <a:xfrm>
            <a:off x="0" y="2402585"/>
            <a:ext cx="18288000" cy="7893558"/>
          </a:xfrm>
          <a:custGeom>
            <a:avLst/>
            <a:gdLst/>
            <a:ahLst/>
            <a:cxnLst/>
            <a:rect l="l" t="t" r="r" b="b"/>
            <a:pathLst>
              <a:path w="18288000" h="7893558">
                <a:moveTo>
                  <a:pt x="0" y="7893558"/>
                </a:moveTo>
                <a:lnTo>
                  <a:pt x="18288000" y="7893558"/>
                </a:lnTo>
                <a:lnTo>
                  <a:pt x="18288000" y="0"/>
                </a:lnTo>
                <a:lnTo>
                  <a:pt x="0" y="0"/>
                </a:lnTo>
                <a:lnTo>
                  <a:pt x="0" y="7893558"/>
                </a:lnTo>
                <a:close/>
              </a:path>
            </a:pathLst>
          </a:custGeom>
          <a:solidFill>
            <a:srgbClr val="4FC4D0"/>
          </a:solidFill>
        </p:spPr>
        <p:txBody>
          <a:bodyPr wrap="square" lIns="0" tIns="0" rIns="0" bIns="0" rtlCol="0">
            <a:noAutofit/>
          </a:bodyPr>
          <a:lstStyle/>
          <a:p/>
        </p:txBody>
      </p:sp>
      <p:sp>
        <p:nvSpPr>
          <p:cNvPr id="2" name="Holder 2"/>
          <p:cNvSpPr>
            <a:spLocks noGrp="1"/>
          </p:cNvSpPr>
          <p:nvPr>
            <p:ph type="title"/>
          </p:nvPr>
        </p:nvSpPr>
        <p:spPr>
          <a:xfrm>
            <a:off x="3270137" y="796035"/>
            <a:ext cx="11747724" cy="913061"/>
          </a:xfrm>
          <a:prstGeom prst="rect">
            <a:avLst/>
          </a:prstGeom>
        </p:spPr>
        <p:txBody>
          <a:bodyPr wrap="square" lIns="0" tIns="0" rIns="0" bIns="0">
            <a:noAutofit/>
          </a:bodyPr>
          <a:lstStyle/>
          <a:p>
            <a:r>
              <a:rPr lang="zh-CN" altLang="en-US" smtClean="0">
                <a:sym typeface="+mn-ea"/>
              </a:rPr>
              <a:t>Click here to edit the master title style</a:t>
            </a:r>
            <a:endParaRPr lang="zh-CN" altLang="en-US" smtClean="0">
              <a:sym typeface="+mn-ea"/>
            </a:endParaRPr>
          </a:p>
        </p:txBody>
      </p:sp>
      <p:sp>
        <p:nvSpPr>
          <p:cNvPr id="3" name="Holder 3"/>
          <p:cNvSpPr>
            <a:spLocks noGrp="1"/>
          </p:cNvSpPr>
          <p:nvPr>
            <p:ph type="body" idx="1"/>
          </p:nvPr>
        </p:nvSpPr>
        <p:spPr>
          <a:xfrm>
            <a:off x="914400" y="2368931"/>
            <a:ext cx="16459199" cy="6797802"/>
          </a:xfrm>
          <a:prstGeom prst="rect">
            <a:avLst/>
          </a:prstGeom>
        </p:spPr>
        <p:txBody>
          <a:bodyPr wrap="square" lIns="0" tIns="0" rIns="0" bIns="0">
            <a:noAutofit/>
          </a:bodyPr>
          <a:lstStyle/>
          <a:p>
            <a:pPr algn="ctr"/>
            <a:r>
              <a:rPr lang="en-US" altLang="zh-CN" dirty="0">
                <a:solidFill>
                  <a:srgbClr val="003399"/>
                </a:solidFill>
                <a:latin typeface="Microsoft YaHei" panose="020B0503020204020204" pitchFamily="34" charset="-122"/>
                <a:ea typeface="Microsoft YaHei" panose="020B0503020204020204" pitchFamily="34" charset="-122"/>
                <a:sym typeface="+mn-ea"/>
              </a:rPr>
              <a:t>Add your text</a:t>
            </a:r>
            <a:endParaRPr lang="en-US" altLang="zh-CN" dirty="0">
              <a:solidFill>
                <a:srgbClr val="003399"/>
              </a:solidFill>
              <a:latin typeface="Microsoft YaHei" panose="020B0503020204020204" pitchFamily="34" charset="-122"/>
              <a:ea typeface="Microsoft YaHei" panose="020B0503020204020204" pitchFamily="34" charset="-122"/>
              <a:sym typeface="+mn-ea"/>
            </a:endParaRPr>
          </a:p>
        </p:txBody>
      </p:sp>
      <p:sp>
        <p:nvSpPr>
          <p:cNvPr id="4" name="Holder 4"/>
          <p:cNvSpPr>
            <a:spLocks noGrp="1"/>
          </p:cNvSpPr>
          <p:nvPr>
            <p:ph type="ftr" sz="quarter" idx="5"/>
          </p:nvPr>
        </p:nvSpPr>
        <p:spPr>
          <a:xfrm>
            <a:off x="694740" y="9790480"/>
            <a:ext cx="3313345" cy="203199"/>
          </a:xfrm>
          <a:prstGeom prst="rect">
            <a:avLst/>
          </a:prstGeom>
        </p:spPr>
        <p:txBody>
          <a:bodyPr wrap="square" lIns="0" tIns="0" rIns="0" bIns="0">
            <a:noAutofit/>
          </a:bodyPr>
          <a:lstStyle/>
          <a:p>
            <a:pPr marL="12700">
              <a:lnSpc>
                <a:spcPct val="100000"/>
              </a:lnSpc>
            </a:pPr>
            <a:r>
              <a:rPr sz="1200" dirty="0" smtClean="0">
                <a:solidFill>
                  <a:srgbClr val="FFFFFF"/>
                </a:solidFill>
                <a:latin typeface="Calibri" panose="020F0502020204030204"/>
                <a:cs typeface="Calibri" panose="020F0502020204030204"/>
              </a:rPr>
              <a:t>©</a:t>
            </a:r>
            <a:r>
              <a:rPr sz="1200" spc="-5" dirty="0" smtClean="0">
                <a:solidFill>
                  <a:srgbClr val="FFFFFF"/>
                </a:solidFill>
                <a:latin typeface="Calibri" panose="020F0502020204030204"/>
                <a:cs typeface="Calibri" panose="020F0502020204030204"/>
              </a:rPr>
              <a:t> </a:t>
            </a:r>
            <a:r>
              <a:rPr sz="1200" spc="-10" dirty="0" smtClean="0">
                <a:solidFill>
                  <a:srgbClr val="FFFFFF"/>
                </a:solidFill>
                <a:latin typeface="Calibri" panose="020F0502020204030204"/>
                <a:cs typeface="Calibri" panose="020F0502020204030204"/>
              </a:rPr>
              <a:t>2</a:t>
            </a:r>
            <a:r>
              <a:rPr sz="1200" spc="-5" dirty="0" smtClean="0">
                <a:solidFill>
                  <a:srgbClr val="FFFFFF"/>
                </a:solidFill>
                <a:latin typeface="Calibri" panose="020F0502020204030204"/>
                <a:cs typeface="Calibri" panose="020F0502020204030204"/>
              </a:rPr>
              <a:t>0</a:t>
            </a:r>
            <a:r>
              <a:rPr sz="1200" spc="-10" dirty="0" smtClean="0">
                <a:solidFill>
                  <a:srgbClr val="FFFFFF"/>
                </a:solidFill>
                <a:latin typeface="Calibri" panose="020F0502020204030204"/>
                <a:cs typeface="Calibri" panose="020F0502020204030204"/>
              </a:rPr>
              <a:t>15 </a:t>
            </a:r>
            <a:r>
              <a:rPr sz="1200" spc="10" dirty="0" smtClean="0">
                <a:solidFill>
                  <a:srgbClr val="FFFFFF"/>
                </a:solidFill>
                <a:latin typeface="Calibri" panose="020F0502020204030204"/>
                <a:cs typeface="Calibri" panose="020F0502020204030204"/>
              </a:rPr>
              <a:t> </a:t>
            </a:r>
            <a:r>
              <a:rPr sz="1200" spc="0" dirty="0" smtClean="0">
                <a:solidFill>
                  <a:srgbClr val="FFFFFF"/>
                </a:solidFill>
                <a:latin typeface="Calibri" panose="020F0502020204030204"/>
                <a:cs typeface="Calibri" panose="020F0502020204030204"/>
              </a:rPr>
              <a:t>Ci</a:t>
            </a:r>
            <a:r>
              <a:rPr sz="1200" spc="-5" dirty="0" smtClean="0">
                <a:solidFill>
                  <a:srgbClr val="FFFFFF"/>
                </a:solidFill>
                <a:latin typeface="Calibri" panose="020F0502020204030204"/>
                <a:cs typeface="Calibri" panose="020F0502020204030204"/>
              </a:rPr>
              <a:t>s</a:t>
            </a:r>
            <a:r>
              <a:rPr sz="1200" spc="-25" dirty="0" smtClean="0">
                <a:solidFill>
                  <a:srgbClr val="FFFFFF"/>
                </a:solidFill>
                <a:latin typeface="Calibri" panose="020F0502020204030204"/>
                <a:cs typeface="Calibri" panose="020F0502020204030204"/>
              </a:rPr>
              <a:t>c</a:t>
            </a:r>
            <a:r>
              <a:rPr sz="1200" spc="0" dirty="0" smtClean="0">
                <a:solidFill>
                  <a:srgbClr val="FFFFFF"/>
                </a:solidFill>
                <a:latin typeface="Calibri" panose="020F0502020204030204"/>
                <a:cs typeface="Calibri" panose="020F0502020204030204"/>
              </a:rPr>
              <a:t>o</a:t>
            </a:r>
            <a:r>
              <a:rPr sz="1200" spc="25" dirty="0" smtClean="0">
                <a:solidFill>
                  <a:srgbClr val="FFFFFF"/>
                </a:solidFill>
                <a:latin typeface="Calibri" panose="020F0502020204030204"/>
                <a:cs typeface="Calibri" panose="020F0502020204030204"/>
              </a:rPr>
              <a:t> </a:t>
            </a:r>
            <a:r>
              <a:rPr sz="1200" spc="0" dirty="0" smtClean="0">
                <a:solidFill>
                  <a:srgbClr val="FFFFFF"/>
                </a:solidFill>
                <a:latin typeface="Calibri" panose="020F0502020204030204"/>
                <a:cs typeface="Calibri" panose="020F0502020204030204"/>
              </a:rPr>
              <a:t>a</a:t>
            </a:r>
            <a:r>
              <a:rPr sz="1200" spc="5" dirty="0" smtClean="0">
                <a:solidFill>
                  <a:srgbClr val="FFFFFF"/>
                </a:solidFill>
                <a:latin typeface="Calibri" panose="020F0502020204030204"/>
                <a:cs typeface="Calibri" panose="020F0502020204030204"/>
              </a:rPr>
              <a:t>n</a:t>
            </a:r>
            <a:r>
              <a:rPr sz="1200" spc="0" dirty="0" smtClean="0">
                <a:solidFill>
                  <a:srgbClr val="FFFFFF"/>
                </a:solidFill>
                <a:latin typeface="Calibri" panose="020F0502020204030204"/>
                <a:cs typeface="Calibri" panose="020F0502020204030204"/>
              </a:rPr>
              <a:t>d</a:t>
            </a:r>
            <a:r>
              <a:rPr sz="1200" spc="-20" dirty="0" smtClean="0">
                <a:solidFill>
                  <a:srgbClr val="FFFFFF"/>
                </a:solidFill>
                <a:latin typeface="Calibri" panose="020F0502020204030204"/>
                <a:cs typeface="Calibri" panose="020F0502020204030204"/>
              </a:rPr>
              <a:t>/</a:t>
            </a:r>
            <a:r>
              <a:rPr sz="1200" spc="0" dirty="0" smtClean="0">
                <a:solidFill>
                  <a:srgbClr val="FFFFFF"/>
                </a:solidFill>
                <a:latin typeface="Calibri" panose="020F0502020204030204"/>
                <a:cs typeface="Calibri" panose="020F0502020204030204"/>
              </a:rPr>
              <a:t>o</a:t>
            </a:r>
            <a:r>
              <a:rPr sz="1200" spc="-5" dirty="0" smtClean="0">
                <a:solidFill>
                  <a:srgbClr val="FFFFFF"/>
                </a:solidFill>
                <a:latin typeface="Calibri" panose="020F0502020204030204"/>
                <a:cs typeface="Calibri" panose="020F0502020204030204"/>
              </a:rPr>
              <a:t>r</a:t>
            </a:r>
            <a:r>
              <a:rPr sz="1200" spc="-30" dirty="0" smtClean="0">
                <a:solidFill>
                  <a:srgbClr val="FFFFFF"/>
                </a:solidFill>
                <a:latin typeface="Calibri" panose="020F0502020204030204"/>
                <a:cs typeface="Calibri" panose="020F0502020204030204"/>
              </a:rPr>
              <a:t> </a:t>
            </a:r>
            <a:r>
              <a:rPr sz="1200" spc="0" dirty="0" smtClean="0">
                <a:solidFill>
                  <a:srgbClr val="FFFFFF"/>
                </a:solidFill>
                <a:latin typeface="Calibri" panose="020F0502020204030204"/>
                <a:cs typeface="Calibri" panose="020F0502020204030204"/>
              </a:rPr>
              <a:t>i</a:t>
            </a:r>
            <a:r>
              <a:rPr sz="1200" spc="5" dirty="0" smtClean="0">
                <a:solidFill>
                  <a:srgbClr val="FFFFFF"/>
                </a:solidFill>
                <a:latin typeface="Calibri" panose="020F0502020204030204"/>
                <a:cs typeface="Calibri" panose="020F0502020204030204"/>
              </a:rPr>
              <a:t>t</a:t>
            </a:r>
            <a:r>
              <a:rPr sz="1200" spc="0" dirty="0" smtClean="0">
                <a:solidFill>
                  <a:srgbClr val="FFFFFF"/>
                </a:solidFill>
                <a:latin typeface="Calibri" panose="020F0502020204030204"/>
                <a:cs typeface="Calibri" panose="020F0502020204030204"/>
              </a:rPr>
              <a:t>s </a:t>
            </a:r>
            <a:r>
              <a:rPr sz="1200" spc="-15" dirty="0" smtClean="0">
                <a:solidFill>
                  <a:srgbClr val="FFFFFF"/>
                </a:solidFill>
                <a:latin typeface="Calibri" panose="020F0502020204030204"/>
                <a:cs typeface="Calibri" panose="020F0502020204030204"/>
              </a:rPr>
              <a:t>a</a:t>
            </a:r>
            <a:r>
              <a:rPr sz="1200" spc="-10" dirty="0" smtClean="0">
                <a:solidFill>
                  <a:srgbClr val="FFFFFF"/>
                </a:solidFill>
                <a:latin typeface="Calibri" panose="020F0502020204030204"/>
                <a:cs typeface="Calibri" panose="020F0502020204030204"/>
              </a:rPr>
              <a:t>f</a:t>
            </a:r>
            <a:r>
              <a:rPr sz="1200" spc="0" dirty="0" smtClean="0">
                <a:solidFill>
                  <a:srgbClr val="FFFFFF"/>
                </a:solidFill>
                <a:latin typeface="Calibri" panose="020F0502020204030204"/>
                <a:cs typeface="Calibri" panose="020F0502020204030204"/>
              </a:rPr>
              <a:t>fili</a:t>
            </a:r>
            <a:r>
              <a:rPr sz="1200" spc="-10" dirty="0" smtClean="0">
                <a:solidFill>
                  <a:srgbClr val="FFFFFF"/>
                </a:solidFill>
                <a:latin typeface="Calibri" panose="020F0502020204030204"/>
                <a:cs typeface="Calibri" panose="020F0502020204030204"/>
              </a:rPr>
              <a:t>a</a:t>
            </a:r>
            <a:r>
              <a:rPr sz="1200" spc="-15" dirty="0" smtClean="0">
                <a:solidFill>
                  <a:srgbClr val="FFFFFF"/>
                </a:solidFill>
                <a:latin typeface="Calibri" panose="020F0502020204030204"/>
                <a:cs typeface="Calibri" panose="020F0502020204030204"/>
              </a:rPr>
              <a:t>t</a:t>
            </a:r>
            <a:r>
              <a:rPr sz="1200" spc="0" dirty="0" smtClean="0">
                <a:solidFill>
                  <a:srgbClr val="FFFFFF"/>
                </a:solidFill>
                <a:latin typeface="Calibri" panose="020F0502020204030204"/>
                <a:cs typeface="Calibri" panose="020F0502020204030204"/>
              </a:rPr>
              <a:t>es.</a:t>
            </a:r>
            <a:r>
              <a:rPr sz="1200" spc="-25" dirty="0" smtClean="0">
                <a:solidFill>
                  <a:srgbClr val="FFFFFF"/>
                </a:solidFill>
                <a:latin typeface="Calibri" panose="020F0502020204030204"/>
                <a:cs typeface="Calibri" panose="020F0502020204030204"/>
              </a:rPr>
              <a:t> </a:t>
            </a:r>
            <a:r>
              <a:rPr sz="1200" spc="0" dirty="0" smtClean="0">
                <a:solidFill>
                  <a:srgbClr val="FFFFFF"/>
                </a:solidFill>
                <a:latin typeface="Calibri" panose="020F0502020204030204"/>
                <a:cs typeface="Calibri" panose="020F0502020204030204"/>
              </a:rPr>
              <a:t>All</a:t>
            </a:r>
            <a:r>
              <a:rPr sz="1200" spc="5" dirty="0" smtClean="0">
                <a:solidFill>
                  <a:srgbClr val="FFFFFF"/>
                </a:solidFill>
                <a:latin typeface="Calibri" panose="020F0502020204030204"/>
                <a:cs typeface="Calibri" panose="020F0502020204030204"/>
              </a:rPr>
              <a:t> </a:t>
            </a:r>
            <a:r>
              <a:rPr sz="1200" spc="0" dirty="0" smtClean="0">
                <a:solidFill>
                  <a:srgbClr val="FFFFFF"/>
                </a:solidFill>
                <a:latin typeface="Calibri" panose="020F0502020204030204"/>
                <a:cs typeface="Calibri" panose="020F0502020204030204"/>
              </a:rPr>
              <a:t>rig</a:t>
            </a:r>
            <a:r>
              <a:rPr sz="1200" spc="-5" dirty="0" smtClean="0">
                <a:solidFill>
                  <a:srgbClr val="FFFFFF"/>
                </a:solidFill>
                <a:latin typeface="Calibri" panose="020F0502020204030204"/>
                <a:cs typeface="Calibri" panose="020F0502020204030204"/>
              </a:rPr>
              <a:t>hts</a:t>
            </a:r>
            <a:r>
              <a:rPr sz="1200" spc="-25" dirty="0" smtClean="0">
                <a:solidFill>
                  <a:srgbClr val="FFFFFF"/>
                </a:solidFill>
                <a:latin typeface="Calibri" panose="020F0502020204030204"/>
                <a:cs typeface="Calibri" panose="020F0502020204030204"/>
              </a:rPr>
              <a:t> </a:t>
            </a:r>
            <a:r>
              <a:rPr sz="1200" spc="-20" dirty="0" smtClean="0">
                <a:solidFill>
                  <a:srgbClr val="FFFFFF"/>
                </a:solidFill>
                <a:latin typeface="Calibri" panose="020F0502020204030204"/>
                <a:cs typeface="Calibri" panose="020F0502020204030204"/>
              </a:rPr>
              <a:t>r</a:t>
            </a:r>
            <a:r>
              <a:rPr sz="1200" spc="-10" dirty="0" smtClean="0">
                <a:solidFill>
                  <a:srgbClr val="FFFFFF"/>
                </a:solidFill>
                <a:latin typeface="Calibri" panose="020F0502020204030204"/>
                <a:cs typeface="Calibri" panose="020F0502020204030204"/>
              </a:rPr>
              <a:t>ese</a:t>
            </a:r>
            <a:r>
              <a:rPr sz="1200" spc="5" dirty="0" smtClean="0">
                <a:solidFill>
                  <a:srgbClr val="FFFFFF"/>
                </a:solidFill>
                <a:latin typeface="Calibri" panose="020F0502020204030204"/>
                <a:cs typeface="Calibri" panose="020F0502020204030204"/>
              </a:rPr>
              <a:t>r</a:t>
            </a:r>
            <a:r>
              <a:rPr sz="1200" spc="-25" dirty="0" smtClean="0">
                <a:solidFill>
                  <a:srgbClr val="FFFFFF"/>
                </a:solidFill>
                <a:latin typeface="Calibri" panose="020F0502020204030204"/>
                <a:cs typeface="Calibri" panose="020F0502020204030204"/>
              </a:rPr>
              <a:t>v</a:t>
            </a:r>
            <a:r>
              <a:rPr sz="1200" spc="-10" dirty="0" smtClean="0">
                <a:solidFill>
                  <a:srgbClr val="FFFFFF"/>
                </a:solidFill>
                <a:latin typeface="Calibri" panose="020F0502020204030204"/>
                <a:cs typeface="Calibri" panose="020F0502020204030204"/>
              </a:rPr>
              <a:t>e</a:t>
            </a:r>
            <a:r>
              <a:rPr sz="1200" spc="-5" dirty="0" smtClean="0">
                <a:solidFill>
                  <a:srgbClr val="FFFFFF"/>
                </a:solidFill>
                <a:latin typeface="Calibri" panose="020F0502020204030204"/>
                <a:cs typeface="Calibri" panose="020F0502020204030204"/>
              </a:rPr>
              <a:t>d</a:t>
            </a:r>
            <a:r>
              <a:rPr sz="1200" spc="0" dirty="0" smtClean="0">
                <a:solidFill>
                  <a:srgbClr val="FFFFFF"/>
                </a:solidFill>
                <a:latin typeface="Calibri" panose="020F0502020204030204"/>
                <a:cs typeface="Calibri" panose="020F0502020204030204"/>
              </a:rPr>
              <a:t>.</a:t>
            </a:r>
            <a:endParaRPr sz="1200">
              <a:latin typeface="Calibri" panose="020F0502020204030204"/>
              <a:cs typeface="Calibri" panose="020F0502020204030204"/>
            </a:endParaRPr>
          </a:p>
        </p:txBody>
      </p:sp>
      <p:sp>
        <p:nvSpPr>
          <p:cNvPr id="5" name="Holder 5"/>
          <p:cNvSpPr>
            <a:spLocks noGrp="1"/>
          </p:cNvSpPr>
          <p:nvPr>
            <p:ph type="dt" sz="half" idx="6"/>
          </p:nvPr>
        </p:nvSpPr>
        <p:spPr>
          <a:xfrm>
            <a:off x="15906750" y="9788042"/>
            <a:ext cx="1134187" cy="203276"/>
          </a:xfrm>
          <a:prstGeom prst="rect">
            <a:avLst/>
          </a:prstGeom>
        </p:spPr>
        <p:txBody>
          <a:bodyPr wrap="square" lIns="0" tIns="0" rIns="0" bIns="0">
            <a:noAutofit/>
          </a:bodyPr>
          <a:lstStyle/>
          <a:p>
            <a:pPr marL="12700">
              <a:lnSpc>
                <a:spcPct val="100000"/>
              </a:lnSpc>
            </a:pPr>
            <a:r>
              <a:rPr sz="1200" spc="-5" dirty="0" smtClean="0">
                <a:solidFill>
                  <a:srgbClr val="FFFFFF"/>
                </a:solidFill>
                <a:latin typeface="Calibri" panose="020F0502020204030204"/>
                <a:cs typeface="Calibri" panose="020F0502020204030204"/>
              </a:rPr>
              <a:t>C</a:t>
            </a:r>
            <a:r>
              <a:rPr sz="1200" spc="0" dirty="0" smtClean="0">
                <a:solidFill>
                  <a:srgbClr val="FFFFFF"/>
                </a:solidFill>
                <a:latin typeface="Calibri" panose="020F0502020204030204"/>
                <a:cs typeface="Calibri" panose="020F0502020204030204"/>
              </a:rPr>
              <a:t>is</a:t>
            </a:r>
            <a:r>
              <a:rPr sz="1200" spc="-20" dirty="0" smtClean="0">
                <a:solidFill>
                  <a:srgbClr val="FFFFFF"/>
                </a:solidFill>
                <a:latin typeface="Calibri" panose="020F0502020204030204"/>
                <a:cs typeface="Calibri" panose="020F0502020204030204"/>
              </a:rPr>
              <a:t>c</a:t>
            </a:r>
            <a:r>
              <a:rPr sz="1200" spc="0" dirty="0" smtClean="0">
                <a:solidFill>
                  <a:srgbClr val="FFFFFF"/>
                </a:solidFill>
                <a:latin typeface="Calibri" panose="020F0502020204030204"/>
                <a:cs typeface="Calibri" panose="020F0502020204030204"/>
              </a:rPr>
              <a:t>o</a:t>
            </a:r>
            <a:r>
              <a:rPr sz="1200" spc="25" dirty="0" smtClean="0">
                <a:solidFill>
                  <a:srgbClr val="FFFFFF"/>
                </a:solidFill>
                <a:latin typeface="Calibri" panose="020F0502020204030204"/>
                <a:cs typeface="Calibri" panose="020F0502020204030204"/>
              </a:rPr>
              <a:t> </a:t>
            </a:r>
            <a:r>
              <a:rPr sz="1200" spc="-5" dirty="0" smtClean="0">
                <a:solidFill>
                  <a:srgbClr val="FFFFFF"/>
                </a:solidFill>
                <a:latin typeface="Calibri" panose="020F0502020204030204"/>
                <a:cs typeface="Calibri" panose="020F0502020204030204"/>
              </a:rPr>
              <a:t>C</a:t>
            </a:r>
            <a:r>
              <a:rPr sz="1200" spc="0" dirty="0" smtClean="0">
                <a:solidFill>
                  <a:srgbClr val="FFFFFF"/>
                </a:solidFill>
                <a:latin typeface="Calibri" panose="020F0502020204030204"/>
                <a:cs typeface="Calibri" panose="020F0502020204030204"/>
              </a:rPr>
              <a:t>o</a:t>
            </a:r>
            <a:r>
              <a:rPr sz="1200" spc="-10" dirty="0" smtClean="0">
                <a:solidFill>
                  <a:srgbClr val="FFFFFF"/>
                </a:solidFill>
                <a:latin typeface="Calibri" panose="020F0502020204030204"/>
                <a:cs typeface="Calibri" panose="020F0502020204030204"/>
              </a:rPr>
              <a:t>n</a:t>
            </a:r>
            <a:r>
              <a:rPr sz="1200" spc="0" dirty="0" smtClean="0">
                <a:solidFill>
                  <a:srgbClr val="FFFFFF"/>
                </a:solidFill>
                <a:latin typeface="Calibri" panose="020F0502020204030204"/>
                <a:cs typeface="Calibri" panose="020F0502020204030204"/>
              </a:rPr>
              <a:t>fide</a:t>
            </a:r>
            <a:r>
              <a:rPr sz="1200" spc="-10" dirty="0" smtClean="0">
                <a:solidFill>
                  <a:srgbClr val="FFFFFF"/>
                </a:solidFill>
                <a:latin typeface="Calibri" panose="020F0502020204030204"/>
                <a:cs typeface="Calibri" panose="020F0502020204030204"/>
              </a:rPr>
              <a:t>nt</a:t>
            </a:r>
            <a:r>
              <a:rPr sz="1200" spc="0" dirty="0" smtClean="0">
                <a:solidFill>
                  <a:srgbClr val="FFFFFF"/>
                </a:solidFill>
                <a:latin typeface="Calibri" panose="020F0502020204030204"/>
                <a:cs typeface="Calibri" panose="020F0502020204030204"/>
              </a:rPr>
              <a:t>ial</a:t>
            </a:r>
            <a:endParaRPr sz="1200">
              <a:latin typeface="Calibri" panose="020F0502020204030204"/>
              <a:cs typeface="Calibri" panose="020F0502020204030204"/>
            </a:endParaRPr>
          </a:p>
        </p:txBody>
      </p:sp>
      <p:sp>
        <p:nvSpPr>
          <p:cNvPr id="6" name="Holder 6"/>
          <p:cNvSpPr>
            <a:spLocks noGrp="1"/>
          </p:cNvSpPr>
          <p:nvPr>
            <p:ph type="sldNum" sz="quarter" idx="7"/>
          </p:nvPr>
        </p:nvSpPr>
        <p:spPr>
          <a:xfrm>
            <a:off x="17536540" y="9781640"/>
            <a:ext cx="128066" cy="203199"/>
          </a:xfrm>
          <a:prstGeom prst="rect">
            <a:avLst/>
          </a:prstGeom>
        </p:spPr>
        <p:txBody>
          <a:bodyPr wrap="square" lIns="0" tIns="0" rIns="0" bIns="0">
            <a:noAutofit/>
          </a:bodyPr>
          <a:lstStyle/>
          <a:p>
            <a:pPr marL="25400">
              <a:lnSpc>
                <a:spcPct val="100000"/>
              </a:lnSpc>
            </a:pPr>
            <a:fld id="{81D60167-4931-47E6-BA6A-407CBD079E47}" type="slidenum">
              <a:rPr sz="1200" spc="-10" dirty="0" smtClean="0">
                <a:solidFill>
                  <a:srgbClr val="FFFFFF"/>
                </a:solidFill>
                <a:latin typeface="Calibri" panose="020F0502020204030204"/>
                <a:cs typeface="Calibri" panose="020F0502020204030204"/>
              </a:rPr>
            </a:fld>
            <a:endParaRPr sz="1200">
              <a:latin typeface="Calibri" panose="020F0502020204030204"/>
              <a:cs typeface="Calibri" panose="020F0502020204030204"/>
            </a:endParaRPr>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xml"/><Relationship Id="rId2" Type="http://schemas.openxmlformats.org/officeDocument/2006/relationships/image" Target="../media/image4.png"/><Relationship Id="rId1"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5.png"/><Relationship Id="rId1" Type="http://schemas.openxmlformats.org/officeDocument/2006/relationships/tags" Target="../tags/tag1.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2.xml"/><Relationship Id="rId1"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9.png"/></Relationships>
</file>

<file path=ppt/slides/_rels/slide30.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1.png"/><Relationship Id="rId1" Type="http://schemas.openxmlformats.org/officeDocument/2006/relationships/image" Target="../media/image10.png"/></Relationships>
</file>

<file path=ppt/slides/_rels/slide3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3.png"/><Relationship Id="rId1" Type="http://schemas.openxmlformats.org/officeDocument/2006/relationships/image" Target="../media/image12.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4" name="object 3"/>
          <p:cNvSpPr txBox="1"/>
          <p:nvPr/>
        </p:nvSpPr>
        <p:spPr>
          <a:xfrm>
            <a:off x="4603750" y="2101850"/>
            <a:ext cx="8928735" cy="1499235"/>
          </a:xfrm>
          <a:prstGeom prst="rect">
            <a:avLst/>
          </a:prstGeom>
        </p:spPr>
        <p:txBody>
          <a:bodyPr vert="horz" wrap="square" lIns="0" tIns="0" rIns="0" bIns="0" rtlCol="0">
            <a:noAutofit/>
          </a:bodyPr>
          <a:p>
            <a:pPr algn="ctr">
              <a:lnSpc>
                <a:spcPct val="110000"/>
              </a:lnSpc>
            </a:pPr>
            <a:r>
              <a:rPr lang="vi-VN" altLang="zh-CN" sz="8800" b="1" dirty="0" smtClean="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Nhóm 6</a:t>
            </a:r>
            <a:endParaRPr lang="vi-VN" altLang="zh-CN" sz="8800" b="1" dirty="0" smtClean="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sp>
        <p:nvSpPr>
          <p:cNvPr id="8" name="object 3"/>
          <p:cNvSpPr txBox="1"/>
          <p:nvPr/>
        </p:nvSpPr>
        <p:spPr>
          <a:xfrm>
            <a:off x="266700" y="3549650"/>
            <a:ext cx="17754600" cy="4044950"/>
          </a:xfrm>
          <a:prstGeom prst="rect">
            <a:avLst/>
          </a:prstGeom>
        </p:spPr>
        <p:txBody>
          <a:bodyPr vert="horz" wrap="square" lIns="0" tIns="0" rIns="0" bIns="0" rtlCol="0">
            <a:noAutofit/>
          </a:bodyPr>
          <a:p>
            <a:pPr algn="ctr" defTabSz="266700">
              <a:lnSpc>
                <a:spcPct val="130000"/>
              </a:lnSpc>
            </a:pPr>
            <a:r>
              <a:rPr lang="en-US" altLang="zh-CN" sz="6400" b="1">
                <a:solidFill>
                  <a:schemeClr val="bg1"/>
                </a:solidFill>
                <a:latin typeface="Times New Roman" panose="02020603050405020304" pitchFamily="18" charset="0"/>
                <a:ea typeface="Times New Roman" panose="02020603050405020304"/>
                <a:cs typeface="Times New Roman" panose="02020603050405020304" pitchFamily="18" charset="0"/>
                <a:sym typeface="+mn-ea"/>
              </a:rPr>
              <a:t>Đề tài 39 Trình bày các phương pháp mã hóa cổ điển, xây dựng chương trình</a:t>
            </a:r>
            <a:r>
              <a:rPr lang="vi-VN" altLang="en-US" sz="6400" b="1">
                <a:solidFill>
                  <a:schemeClr val="bg1"/>
                </a:solidFill>
                <a:latin typeface="Times New Roman" panose="02020603050405020304" pitchFamily="18" charset="0"/>
                <a:ea typeface="Times New Roman" panose="02020603050405020304"/>
                <a:cs typeface="Times New Roman" panose="02020603050405020304" pitchFamily="18" charset="0"/>
                <a:sym typeface="+mn-ea"/>
              </a:rPr>
              <a:t> mô phỏng thuật toán Affine</a:t>
            </a:r>
            <a:endParaRPr lang="vi-VN" altLang="en-US" sz="6400" b="1" dirty="0" smtClean="0">
              <a:solidFill>
                <a:schemeClr val="bg1"/>
              </a:solidFill>
              <a:latin typeface="Times New Roman" panose="02020603050405020304" pitchFamily="18" charset="0"/>
              <a:ea typeface="Times New Roman" panose="02020603050405020304"/>
              <a:cs typeface="Times New Roman" panose="02020603050405020304" pitchFamily="18" charset="0"/>
              <a:sym typeface="+mn-ea"/>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grpSp>
        <p:nvGrpSpPr>
          <p:cNvPr id="35" name="组合 4"/>
          <p:cNvGrpSpPr/>
          <p:nvPr/>
        </p:nvGrpSpPr>
        <p:grpSpPr bwMode="auto">
          <a:xfrm>
            <a:off x="-1905" y="-13689"/>
            <a:ext cx="6324600" cy="10315414"/>
            <a:chOff x="-1" y="-3"/>
            <a:chExt cx="5643571" cy="6858005"/>
          </a:xfrm>
        </p:grpSpPr>
        <p:sp>
          <p:nvSpPr>
            <p:cNvPr id="36" name="Freeform 5"/>
            <p:cNvSpPr/>
            <p:nvPr/>
          </p:nvSpPr>
          <p:spPr bwMode="auto">
            <a:xfrm>
              <a:off x="3453821" y="-3"/>
              <a:ext cx="2177915" cy="2852677"/>
            </a:xfrm>
            <a:custGeom>
              <a:avLst/>
              <a:gdLst>
                <a:gd name="T0" fmla="*/ 0 w 9839"/>
                <a:gd name="T1" fmla="*/ 2147483646 h 9917"/>
                <a:gd name="T2" fmla="*/ 2147483646 w 9839"/>
                <a:gd name="T3" fmla="*/ 2147483646 h 9917"/>
                <a:gd name="T4" fmla="*/ 2147483646 w 9839"/>
                <a:gd name="T5" fmla="*/ 0 h 9917"/>
                <a:gd name="T6" fmla="*/ 2147483646 w 9839"/>
                <a:gd name="T7" fmla="*/ 0 h 9917"/>
                <a:gd name="T8" fmla="*/ 0 w 9839"/>
                <a:gd name="T9" fmla="*/ 2147483646 h 99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839" h="9917">
                  <a:moveTo>
                    <a:pt x="0" y="5669"/>
                  </a:moveTo>
                  <a:lnTo>
                    <a:pt x="9839" y="9917"/>
                  </a:lnTo>
                  <a:lnTo>
                    <a:pt x="6221" y="0"/>
                  </a:lnTo>
                  <a:lnTo>
                    <a:pt x="4961" y="0"/>
                  </a:lnTo>
                  <a:lnTo>
                    <a:pt x="0" y="5669"/>
                  </a:lnTo>
                  <a:close/>
                </a:path>
              </a:pathLst>
            </a:custGeom>
            <a:solidFill>
              <a:srgbClr val="F06262"/>
            </a:solidFill>
            <a:ln>
              <a:noFill/>
            </a:ln>
            <a:extLst>
              <a:ext uri="{91240B29-F687-4F45-9708-019B960494DF}">
                <a14:hiddenLine xmlns:a14="http://schemas.microsoft.com/office/drawing/2010/main" w="9525">
                  <a:solidFill>
                    <a:srgbClr val="000000"/>
                  </a:solidFill>
                  <a:round/>
                </a14:hiddenLine>
              </a:ext>
            </a:extLst>
          </p:spPr>
          <p:txBody>
            <a:bodyPr lIns="55449" tIns="27725" rIns="55449" bIns="27725"/>
            <a:lstStyle/>
            <a:p>
              <a:endParaRPr lang="zh-CN" altLang="en-US">
                <a:latin typeface="Times New Roman" panose="02020603050405020304" pitchFamily="18" charset="0"/>
                <a:cs typeface="Times New Roman" panose="02020603050405020304" pitchFamily="18" charset="0"/>
              </a:endParaRPr>
            </a:p>
          </p:txBody>
        </p:sp>
        <p:sp>
          <p:nvSpPr>
            <p:cNvPr id="37" name="Freeform 6"/>
            <p:cNvSpPr/>
            <p:nvPr/>
          </p:nvSpPr>
          <p:spPr bwMode="auto">
            <a:xfrm>
              <a:off x="-1" y="1608945"/>
              <a:ext cx="5643571" cy="5249057"/>
            </a:xfrm>
            <a:custGeom>
              <a:avLst/>
              <a:gdLst>
                <a:gd name="T0" fmla="*/ 2147483646 w 9958"/>
                <a:gd name="T1" fmla="*/ 0 h 10000"/>
                <a:gd name="T2" fmla="*/ 2147483646 w 9958"/>
                <a:gd name="T3" fmla="*/ 2147483646 h 10000"/>
                <a:gd name="T4" fmla="*/ 0 w 9958"/>
                <a:gd name="T5" fmla="*/ 2147483646 h 10000"/>
                <a:gd name="T6" fmla="*/ 0 w 9958"/>
                <a:gd name="T7" fmla="*/ 2147483646 h 10000"/>
                <a:gd name="T8" fmla="*/ 2147483646 w 9958"/>
                <a:gd name="T9" fmla="*/ 2147483646 h 10000"/>
                <a:gd name="T10" fmla="*/ 2147483646 w 9958"/>
                <a:gd name="T11" fmla="*/ 2147483646 h 10000"/>
                <a:gd name="T12" fmla="*/ 2147483646 w 9958"/>
                <a:gd name="T13" fmla="*/ 2147483646 h 10000"/>
                <a:gd name="T14" fmla="*/ 2147483646 w 9958"/>
                <a:gd name="T15" fmla="*/ 0 h 100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9958" h="10000">
                  <a:moveTo>
                    <a:pt x="6154" y="0"/>
                  </a:moveTo>
                  <a:lnTo>
                    <a:pt x="301" y="9402"/>
                  </a:lnTo>
                  <a:lnTo>
                    <a:pt x="0" y="9886"/>
                  </a:lnTo>
                  <a:lnTo>
                    <a:pt x="0" y="10000"/>
                  </a:lnTo>
                  <a:lnTo>
                    <a:pt x="7653" y="10000"/>
                  </a:lnTo>
                  <a:cubicBezTo>
                    <a:pt x="7714" y="9801"/>
                    <a:pt x="7776" y="9601"/>
                    <a:pt x="7837" y="9402"/>
                  </a:cubicBezTo>
                  <a:lnTo>
                    <a:pt x="9958" y="2345"/>
                  </a:lnTo>
                  <a:lnTo>
                    <a:pt x="6154" y="0"/>
                  </a:lnTo>
                  <a:close/>
                </a:path>
              </a:pathLst>
            </a:custGeom>
            <a:solidFill>
              <a:srgbClr val="F34B4B"/>
            </a:solidFill>
            <a:ln>
              <a:noFill/>
            </a:ln>
            <a:extLst>
              <a:ext uri="{91240B29-F687-4F45-9708-019B960494DF}">
                <a14:hiddenLine xmlns:a14="http://schemas.microsoft.com/office/drawing/2010/main" w="9525">
                  <a:solidFill>
                    <a:srgbClr val="000000"/>
                  </a:solidFill>
                  <a:round/>
                </a14:hiddenLine>
              </a:ext>
            </a:extLst>
          </p:spPr>
          <p:txBody>
            <a:bodyPr lIns="55449" tIns="27725" rIns="55449" bIns="27725"/>
            <a:lstStyle/>
            <a:p>
              <a:endParaRPr lang="zh-CN" altLang="en-US">
                <a:latin typeface="Times New Roman" panose="02020603050405020304" pitchFamily="18" charset="0"/>
                <a:cs typeface="Times New Roman" panose="02020603050405020304" pitchFamily="18" charset="0"/>
              </a:endParaRPr>
            </a:p>
          </p:txBody>
        </p:sp>
        <p:sp>
          <p:nvSpPr>
            <p:cNvPr id="38" name="Freeform 7"/>
            <p:cNvSpPr/>
            <p:nvPr/>
          </p:nvSpPr>
          <p:spPr bwMode="auto">
            <a:xfrm>
              <a:off x="527670" y="0"/>
              <a:ext cx="4050101" cy="1700096"/>
            </a:xfrm>
            <a:custGeom>
              <a:avLst/>
              <a:gdLst>
                <a:gd name="T0" fmla="*/ 2147483646 w 5055"/>
                <a:gd name="T1" fmla="*/ 2147483646 h 1673"/>
                <a:gd name="T2" fmla="*/ 2147483646 w 5055"/>
                <a:gd name="T3" fmla="*/ 0 h 1673"/>
                <a:gd name="T4" fmla="*/ 0 w 5055"/>
                <a:gd name="T5" fmla="*/ 0 h 1673"/>
                <a:gd name="T6" fmla="*/ 2147483646 w 5055"/>
                <a:gd name="T7" fmla="*/ 2147483646 h 167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055" h="1673">
                  <a:moveTo>
                    <a:pt x="3665" y="1673"/>
                  </a:moveTo>
                  <a:lnTo>
                    <a:pt x="5055" y="0"/>
                  </a:lnTo>
                  <a:lnTo>
                    <a:pt x="0" y="0"/>
                  </a:lnTo>
                  <a:lnTo>
                    <a:pt x="3665" y="1673"/>
                  </a:lnTo>
                  <a:close/>
                </a:path>
              </a:pathLst>
            </a:custGeom>
            <a:solidFill>
              <a:srgbClr val="EE4C4C"/>
            </a:solidFill>
            <a:ln>
              <a:noFill/>
            </a:ln>
            <a:extLst>
              <a:ext uri="{91240B29-F687-4F45-9708-019B960494DF}">
                <a14:hiddenLine xmlns:a14="http://schemas.microsoft.com/office/drawing/2010/main" w="9525">
                  <a:solidFill>
                    <a:srgbClr val="000000"/>
                  </a:solidFill>
                  <a:round/>
                </a14:hiddenLine>
              </a:ext>
            </a:extLst>
          </p:spPr>
          <p:txBody>
            <a:bodyPr lIns="55449" tIns="27725" rIns="55449" bIns="27725"/>
            <a:lstStyle/>
            <a:p>
              <a:endParaRPr lang="zh-CN" altLang="en-US">
                <a:latin typeface="Times New Roman" panose="02020603050405020304" pitchFamily="18" charset="0"/>
                <a:cs typeface="Times New Roman" panose="02020603050405020304" pitchFamily="18" charset="0"/>
              </a:endParaRPr>
            </a:p>
          </p:txBody>
        </p:sp>
        <p:sp>
          <p:nvSpPr>
            <p:cNvPr id="39" name="Freeform 8"/>
            <p:cNvSpPr/>
            <p:nvPr/>
          </p:nvSpPr>
          <p:spPr bwMode="auto">
            <a:xfrm>
              <a:off x="1588" y="0"/>
              <a:ext cx="3501575" cy="6858002"/>
            </a:xfrm>
            <a:custGeom>
              <a:avLst/>
              <a:gdLst>
                <a:gd name="T0" fmla="*/ 2147483646 w 9866"/>
                <a:gd name="T1" fmla="*/ 0 h 10000"/>
                <a:gd name="T2" fmla="*/ 0 w 9866"/>
                <a:gd name="T3" fmla="*/ 0 h 10000"/>
                <a:gd name="T4" fmla="*/ 0 w 9866"/>
                <a:gd name="T5" fmla="*/ 2147483646 h 10000"/>
                <a:gd name="T6" fmla="*/ 0 w 9866"/>
                <a:gd name="T7" fmla="*/ 2147483646 h 10000"/>
                <a:gd name="T8" fmla="*/ 2147483646 w 9866"/>
                <a:gd name="T9" fmla="*/ 2147483646 h 10000"/>
                <a:gd name="T10" fmla="*/ 2147483646 w 9866"/>
                <a:gd name="T11" fmla="*/ 2147483646 h 10000"/>
                <a:gd name="T12" fmla="*/ 2147483646 w 9866"/>
                <a:gd name="T13" fmla="*/ 0 h 1000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9866" h="10000">
                  <a:moveTo>
                    <a:pt x="1825" y="0"/>
                  </a:moveTo>
                  <a:lnTo>
                    <a:pt x="0" y="0"/>
                  </a:lnTo>
                  <a:lnTo>
                    <a:pt x="0" y="9626"/>
                  </a:lnTo>
                  <a:lnTo>
                    <a:pt x="0" y="10000"/>
                  </a:lnTo>
                  <a:lnTo>
                    <a:pt x="489" y="9626"/>
                  </a:lnTo>
                  <a:lnTo>
                    <a:pt x="9866" y="2386"/>
                  </a:lnTo>
                  <a:lnTo>
                    <a:pt x="1825" y="0"/>
                  </a:lnTo>
                  <a:close/>
                </a:path>
              </a:pathLst>
            </a:custGeom>
            <a:solidFill>
              <a:srgbClr val="F13737"/>
            </a:solidFill>
            <a:ln>
              <a:noFill/>
            </a:ln>
            <a:extLst>
              <a:ext uri="{91240B29-F687-4F45-9708-019B960494DF}">
                <a14:hiddenLine xmlns:a14="http://schemas.microsoft.com/office/drawing/2010/main" w="9525">
                  <a:solidFill>
                    <a:srgbClr val="000000"/>
                  </a:solidFill>
                  <a:round/>
                </a14:hiddenLine>
              </a:ext>
            </a:extLst>
          </p:spPr>
          <p:txBody>
            <a:bodyPr lIns="55449" tIns="27725" rIns="55449" bIns="27725"/>
            <a:lstStyle/>
            <a:p>
              <a:endParaRPr lang="zh-CN" altLang="en-US">
                <a:latin typeface="Times New Roman" panose="02020603050405020304" pitchFamily="18" charset="0"/>
                <a:cs typeface="Times New Roman" panose="02020603050405020304" pitchFamily="18" charset="0"/>
              </a:endParaRPr>
            </a:p>
          </p:txBody>
        </p:sp>
      </p:grpSp>
      <p:sp>
        <p:nvSpPr>
          <p:cNvPr id="2" name="object 3"/>
          <p:cNvSpPr txBox="1"/>
          <p:nvPr/>
        </p:nvSpPr>
        <p:spPr>
          <a:xfrm>
            <a:off x="228600" y="2192655"/>
            <a:ext cx="5736590" cy="1332230"/>
          </a:xfrm>
          <a:prstGeom prst="rect">
            <a:avLst/>
          </a:prstGeom>
        </p:spPr>
        <p:txBody>
          <a:bodyPr vert="horz" wrap="square" lIns="0" tIns="0" rIns="0" bIns="0" rtlCol="0">
            <a:noAutofit/>
          </a:bodyPr>
          <a:p>
            <a:pPr>
              <a:lnSpc>
                <a:spcPct val="110000"/>
              </a:lnSpc>
            </a:pPr>
            <a:r>
              <a:rPr lang="vi-VN" altLang="zh-CN" sz="4400" b="1" dirty="0" smtClean="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Học phần: An toàn bảo mật thông tin</a:t>
            </a:r>
            <a:endParaRPr lang="vi-VN" altLang="zh-CN" sz="4400" b="1" dirty="0" smtClean="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sp>
        <p:nvSpPr>
          <p:cNvPr id="12" name="object 3"/>
          <p:cNvSpPr txBox="1"/>
          <p:nvPr/>
        </p:nvSpPr>
        <p:spPr>
          <a:xfrm>
            <a:off x="8534400" y="2025650"/>
            <a:ext cx="7707630" cy="1499235"/>
          </a:xfrm>
          <a:prstGeom prst="rect">
            <a:avLst/>
          </a:prstGeom>
        </p:spPr>
        <p:txBody>
          <a:bodyPr vert="horz" wrap="square" lIns="0" tIns="0" rIns="0" bIns="0" rtlCol="0">
            <a:noAutofit/>
          </a:bodyPr>
          <a:p>
            <a:pPr algn="ctr">
              <a:lnSpc>
                <a:spcPct val="110000"/>
              </a:lnSpc>
            </a:pPr>
            <a:r>
              <a:rPr lang="vi-VN" altLang="zh-CN" sz="6600" b="1" dirty="0" smtClean="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Các Thành Viên</a:t>
            </a:r>
            <a:endParaRPr lang="vi-VN" altLang="zh-CN" sz="6600" b="1" dirty="0" smtClean="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graphicFrame>
        <p:nvGraphicFramePr>
          <p:cNvPr id="3" name="Table 2"/>
          <p:cNvGraphicFramePr/>
          <p:nvPr/>
        </p:nvGraphicFramePr>
        <p:xfrm>
          <a:off x="7391400" y="3473450"/>
          <a:ext cx="9747250" cy="2251710"/>
        </p:xfrm>
        <a:graphic>
          <a:graphicData uri="http://schemas.openxmlformats.org/drawingml/2006/table">
            <a:tbl>
              <a:tblPr firstRow="1" bandRow="1">
                <a:tableStyleId>{5C22544A-7EE6-4342-B048-85BDC9FD1C3A}</a:tableStyleId>
              </a:tblPr>
              <a:tblGrid>
                <a:gridCol w="4873625"/>
                <a:gridCol w="4873625"/>
              </a:tblGrid>
              <a:tr h="375285">
                <a:tc>
                  <a:txBody>
                    <a:bodyPr/>
                    <a:p>
                      <a:pPr algn="ctr">
                        <a:lnSpc>
                          <a:spcPct val="200000"/>
                        </a:lnSpc>
                        <a:buNone/>
                      </a:pPr>
                      <a:r>
                        <a:rPr lang="vi-VN" altLang="en-US" sz="3200">
                          <a:latin typeface="Times New Roman" panose="02020603050405020304" pitchFamily="18" charset="0"/>
                          <a:ea typeface="Microsoft YaHei" panose="020B0503020204020204" pitchFamily="34" charset="-122"/>
                          <a:cs typeface="Times New Roman" panose="02020603050405020304" pitchFamily="18" charset="0"/>
                        </a:rPr>
                        <a:t>Họ và Tên </a:t>
                      </a:r>
                      <a:endParaRPr lang="vi-VN" altLang="en-US" sz="3200">
                        <a:latin typeface="Times New Roman" panose="02020603050405020304" pitchFamily="18" charset="0"/>
                        <a:ea typeface="Microsoft YaHei" panose="020B0503020204020204" pitchFamily="34" charset="-122"/>
                        <a:cs typeface="Times New Roman" panose="02020603050405020304" pitchFamily="18" charset="0"/>
                      </a:endParaRPr>
                    </a:p>
                  </a:txBody>
                  <a:tcPr anchor="ctr" anchorCtr="0">
                    <a:solidFill>
                      <a:srgbClr val="F13737"/>
                    </a:solidFill>
                  </a:tcPr>
                </a:tc>
                <a:tc>
                  <a:txBody>
                    <a:bodyPr/>
                    <a:p>
                      <a:pPr algn="ctr">
                        <a:lnSpc>
                          <a:spcPct val="200000"/>
                        </a:lnSpc>
                        <a:buNone/>
                      </a:pPr>
                      <a:r>
                        <a:rPr lang="vi-VN" altLang="en-US" sz="3200">
                          <a:latin typeface="Times New Roman" panose="02020603050405020304" pitchFamily="18" charset="0"/>
                          <a:ea typeface="Microsoft YaHei" panose="020B0503020204020204" pitchFamily="34" charset="-122"/>
                          <a:cs typeface="Times New Roman" panose="02020603050405020304" pitchFamily="18" charset="0"/>
                        </a:rPr>
                        <a:t>Mã Sinh Viên</a:t>
                      </a:r>
                      <a:endParaRPr lang="vi-VN" altLang="en-US" sz="3200">
                        <a:latin typeface="Times New Roman" panose="02020603050405020304" pitchFamily="18" charset="0"/>
                        <a:ea typeface="Microsoft YaHei" panose="020B0503020204020204" pitchFamily="34" charset="-122"/>
                        <a:cs typeface="Times New Roman" panose="02020603050405020304" pitchFamily="18" charset="0"/>
                      </a:endParaRPr>
                    </a:p>
                  </a:txBody>
                  <a:tcPr anchor="ctr" anchorCtr="0">
                    <a:solidFill>
                      <a:srgbClr val="F13737"/>
                    </a:solidFill>
                  </a:tcPr>
                </a:tc>
              </a:tr>
              <a:tr h="375285">
                <a:tc>
                  <a:txBody>
                    <a:bodyPr/>
                    <a:p>
                      <a:pPr algn="ctr">
                        <a:lnSpc>
                          <a:spcPct val="200000"/>
                        </a:lnSpc>
                        <a:buNone/>
                      </a:pPr>
                      <a:r>
                        <a:rPr lang="vi-VN" altLang="en-US" sz="320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Nguyễn Trí Dũng</a:t>
                      </a:r>
                      <a:endParaRPr lang="vi-VN" altLang="en-US" sz="320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a:txBody>
                  <a:tcPr anchor="ctr" anchorCtr="0">
                    <a:solidFill>
                      <a:srgbClr val="F34B4B"/>
                    </a:solidFill>
                  </a:tcPr>
                </a:tc>
                <a:tc>
                  <a:txBody>
                    <a:bodyPr/>
                    <a:p>
                      <a:pPr algn="ctr">
                        <a:lnSpc>
                          <a:spcPct val="200000"/>
                        </a:lnSpc>
                        <a:buNone/>
                      </a:pPr>
                      <a:r>
                        <a:rPr lang="vi-VN" altLang="en-US" sz="320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20223155</a:t>
                      </a:r>
                      <a:endParaRPr lang="vi-VN" altLang="en-US" sz="320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a:txBody>
                  <a:tcPr anchor="ctr" anchorCtr="0">
                    <a:solidFill>
                      <a:srgbClr val="F34B4B"/>
                    </a:solidFill>
                  </a:tcPr>
                </a:tc>
              </a:tr>
              <a:tr h="375285">
                <a:tc>
                  <a:txBody>
                    <a:bodyPr/>
                    <a:p>
                      <a:pPr algn="ctr">
                        <a:lnSpc>
                          <a:spcPct val="200000"/>
                        </a:lnSpc>
                        <a:buNone/>
                      </a:pPr>
                      <a:r>
                        <a:rPr lang="en-US" altLang="vi-VN" sz="320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Nguy</a:t>
                      </a:r>
                      <a:r>
                        <a:rPr lang="vi-VN" altLang="en-US" sz="320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ễn Trung </a:t>
                      </a:r>
                      <a:r>
                        <a:rPr lang="vi-VN" altLang="en-US" sz="320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Chính</a:t>
                      </a:r>
                      <a:endParaRPr lang="vi-VN" altLang="en-US" sz="320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a:txBody>
                  <a:tcPr anchor="ctr" anchorCtr="0">
                    <a:solidFill>
                      <a:srgbClr val="F34B4B"/>
                    </a:solidFill>
                  </a:tcPr>
                </a:tc>
                <a:tc>
                  <a:txBody>
                    <a:bodyPr/>
                    <a:p>
                      <a:pPr algn="ctr">
                        <a:lnSpc>
                          <a:spcPct val="200000"/>
                        </a:lnSpc>
                        <a:buNone/>
                      </a:pPr>
                      <a:r>
                        <a:rPr lang="vi-VN" altLang="en-US" sz="320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20222999</a:t>
                      </a:r>
                      <a:endParaRPr lang="vi-VN" altLang="en-US" sz="320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a:txBody>
                  <a:tcPr anchor="ctr" anchorCtr="0">
                    <a:solidFill>
                      <a:srgbClr val="F34B4B"/>
                    </a:solidFill>
                  </a:tcPr>
                </a:tc>
              </a:tr>
              <a:tr h="375285">
                <a:tc>
                  <a:txBody>
                    <a:bodyPr/>
                    <a:p>
                      <a:pPr algn="ctr">
                        <a:lnSpc>
                          <a:spcPct val="200000"/>
                        </a:lnSpc>
                        <a:buNone/>
                      </a:pPr>
                      <a:r>
                        <a:rPr lang="vi-VN" altLang="en-US" sz="320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Vũ Văn </a:t>
                      </a:r>
                      <a:r>
                        <a:rPr lang="vi-VN" altLang="en-US" sz="320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Phong</a:t>
                      </a:r>
                      <a:endParaRPr lang="vi-VN" altLang="en-US" sz="320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a:txBody>
                  <a:tcPr anchor="ctr" anchorCtr="0">
                    <a:solidFill>
                      <a:srgbClr val="F34B4B"/>
                    </a:solidFill>
                  </a:tcPr>
                </a:tc>
                <a:tc>
                  <a:txBody>
                    <a:bodyPr/>
                    <a:p>
                      <a:pPr algn="ctr">
                        <a:lnSpc>
                          <a:spcPct val="200000"/>
                        </a:lnSpc>
                        <a:buNone/>
                      </a:pPr>
                      <a:r>
                        <a:rPr lang="vi-VN" altLang="en-US" sz="320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20222998</a:t>
                      </a:r>
                      <a:endParaRPr lang="vi-VN" altLang="en-US" sz="320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a:txBody>
                  <a:tcPr anchor="ctr" anchorCtr="0">
                    <a:solidFill>
                      <a:srgbClr val="F34B4B"/>
                    </a:solidFill>
                  </a:tcPr>
                </a:tc>
              </a:tr>
              <a:tr h="375285">
                <a:tc>
                  <a:txBody>
                    <a:bodyPr/>
                    <a:p>
                      <a:pPr algn="ctr">
                        <a:lnSpc>
                          <a:spcPct val="200000"/>
                        </a:lnSpc>
                        <a:buNone/>
                      </a:pPr>
                      <a:r>
                        <a:rPr lang="vi-VN" altLang="en-US" sz="320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Trần Văn </a:t>
                      </a:r>
                      <a:r>
                        <a:rPr lang="vi-VN" altLang="en-US" sz="320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Nam</a:t>
                      </a:r>
                      <a:endParaRPr lang="vi-VN" altLang="en-US" sz="320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a:txBody>
                  <a:tcPr anchor="ctr" anchorCtr="0">
                    <a:solidFill>
                      <a:srgbClr val="F34B4B"/>
                    </a:solidFill>
                  </a:tcPr>
                </a:tc>
                <a:tc>
                  <a:txBody>
                    <a:bodyPr/>
                    <a:p>
                      <a:pPr algn="ctr">
                        <a:lnSpc>
                          <a:spcPct val="200000"/>
                        </a:lnSpc>
                        <a:buNone/>
                      </a:pPr>
                      <a:r>
                        <a:rPr lang="vi-VN" altLang="en-US" sz="320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20222996</a:t>
                      </a:r>
                      <a:endParaRPr lang="vi-VN" altLang="en-US" sz="320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a:txBody>
                  <a:tcPr anchor="ctr" anchorCtr="0">
                    <a:solidFill>
                      <a:srgbClr val="F34B4B"/>
                    </a:solidFill>
                  </a:tcPr>
                </a:tc>
              </a:tr>
              <a:tr h="375285">
                <a:tc>
                  <a:txBody>
                    <a:bodyPr/>
                    <a:p>
                      <a:pPr algn="ctr">
                        <a:lnSpc>
                          <a:spcPct val="200000"/>
                        </a:lnSpc>
                        <a:buNone/>
                      </a:pPr>
                      <a:r>
                        <a:rPr lang="vi-VN" altLang="en-US" sz="320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Đổng Trung Đức</a:t>
                      </a:r>
                      <a:endParaRPr lang="vi-VN" altLang="en-US" sz="320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a:txBody>
                  <a:tcPr anchor="ctr" anchorCtr="0">
                    <a:solidFill>
                      <a:srgbClr val="F34B4B"/>
                    </a:solidFill>
                  </a:tcPr>
                </a:tc>
                <a:tc>
                  <a:txBody>
                    <a:bodyPr/>
                    <a:p>
                      <a:pPr algn="ctr">
                        <a:lnSpc>
                          <a:spcPct val="200000"/>
                        </a:lnSpc>
                        <a:buNone/>
                      </a:pPr>
                      <a:r>
                        <a:rPr lang="vi-VN" altLang="en-US" sz="320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20222877</a:t>
                      </a:r>
                      <a:endParaRPr lang="vi-VN" altLang="en-US" sz="320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a:txBody>
                  <a:tcPr anchor="ctr" anchorCtr="0">
                    <a:solidFill>
                      <a:srgbClr val="F34B4B"/>
                    </a:solidFill>
                  </a:tcPr>
                </a:tc>
              </a:tr>
            </a:tbl>
          </a:graphicData>
        </a:graphic>
      </p:graphicFrame>
      <p:sp>
        <p:nvSpPr>
          <p:cNvPr id="5" name="object 3"/>
          <p:cNvSpPr txBox="1"/>
          <p:nvPr/>
        </p:nvSpPr>
        <p:spPr>
          <a:xfrm>
            <a:off x="304800" y="8121650"/>
            <a:ext cx="5736590" cy="1508125"/>
          </a:xfrm>
          <a:prstGeom prst="rect">
            <a:avLst/>
          </a:prstGeom>
        </p:spPr>
        <p:txBody>
          <a:bodyPr vert="horz" wrap="square" lIns="0" tIns="0" rIns="0" bIns="0" rtlCol="0">
            <a:noAutofit/>
          </a:bodyPr>
          <a:p>
            <a:pPr>
              <a:lnSpc>
                <a:spcPct val="110000"/>
              </a:lnSpc>
            </a:pPr>
            <a:r>
              <a:rPr lang="vi-VN" altLang="zh-CN" sz="6000" b="1" dirty="0" smtClean="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Đại Học Công </a:t>
            </a:r>
            <a:endParaRPr lang="vi-VN" altLang="zh-CN" sz="6000" b="1" dirty="0" smtClean="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a:p>
            <a:pPr>
              <a:lnSpc>
                <a:spcPct val="110000"/>
              </a:lnSpc>
            </a:pPr>
            <a:r>
              <a:rPr lang="vi-VN" altLang="zh-CN" sz="6000" b="1" dirty="0" smtClean="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Nghệ Đông Á</a:t>
            </a:r>
            <a:endParaRPr lang="vi-VN" altLang="zh-CN" sz="6000" b="1" dirty="0" smtClean="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sp>
        <p:nvSpPr>
          <p:cNvPr id="6" name="object 3"/>
          <p:cNvSpPr txBox="1"/>
          <p:nvPr/>
        </p:nvSpPr>
        <p:spPr>
          <a:xfrm>
            <a:off x="152400" y="3625850"/>
            <a:ext cx="7588250" cy="969645"/>
          </a:xfrm>
          <a:prstGeom prst="rect">
            <a:avLst/>
          </a:prstGeom>
        </p:spPr>
        <p:txBody>
          <a:bodyPr vert="horz" wrap="square" lIns="0" tIns="0" rIns="0" bIns="0" rtlCol="0">
            <a:noAutofit/>
          </a:bodyPr>
          <a:p>
            <a:pPr>
              <a:lnSpc>
                <a:spcPct val="110000"/>
              </a:lnSpc>
            </a:pPr>
            <a:r>
              <a:rPr lang="vi-VN" altLang="zh-CN" sz="4400" b="1" dirty="0" smtClean="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Lớp: DCCNTT 13.10.16</a:t>
            </a:r>
            <a:endParaRPr lang="vi-VN" altLang="zh-CN" sz="4400" b="1" dirty="0" smtClean="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 name="矩形 49"/>
          <p:cNvSpPr/>
          <p:nvPr/>
        </p:nvSpPr>
        <p:spPr>
          <a:xfrm rot="20302543">
            <a:off x="827426" y="-349975"/>
            <a:ext cx="2203302" cy="11480200"/>
          </a:xfrm>
          <a:custGeom>
            <a:avLst/>
            <a:gdLst>
              <a:gd name="connsiteX0" fmla="*/ 332486 w 734032"/>
              <a:gd name="connsiteY0" fmla="*/ 0 h 6875212"/>
              <a:gd name="connsiteX1" fmla="*/ 734032 w 734032"/>
              <a:gd name="connsiteY1" fmla="*/ 6875212 h 6875212"/>
              <a:gd name="connsiteX2" fmla="*/ 0 w 734032"/>
              <a:gd name="connsiteY2" fmla="*/ 6584228 h 6875212"/>
              <a:gd name="connsiteX3" fmla="*/ 0 w 734032"/>
              <a:gd name="connsiteY3" fmla="*/ 1753991 h 6875212"/>
              <a:gd name="connsiteX4" fmla="*/ 332486 w 734032"/>
              <a:gd name="connsiteY4" fmla="*/ 0 h 6875212"/>
              <a:gd name="connsiteX0-1" fmla="*/ 495735 w 897281"/>
              <a:gd name="connsiteY0-2" fmla="*/ 0 h 6875212"/>
              <a:gd name="connsiteX1-3" fmla="*/ 897281 w 897281"/>
              <a:gd name="connsiteY1-4" fmla="*/ 6875212 h 6875212"/>
              <a:gd name="connsiteX2-5" fmla="*/ 163249 w 897281"/>
              <a:gd name="connsiteY2-6" fmla="*/ 6584228 h 6875212"/>
              <a:gd name="connsiteX3-7" fmla="*/ 0 w 897281"/>
              <a:gd name="connsiteY3-8" fmla="*/ 1766656 h 6875212"/>
              <a:gd name="connsiteX4-9" fmla="*/ 495735 w 897281"/>
              <a:gd name="connsiteY4-10" fmla="*/ 0 h 6875212"/>
              <a:gd name="connsiteX0-11" fmla="*/ 530734 w 932280"/>
              <a:gd name="connsiteY0-12" fmla="*/ 0 h 6875212"/>
              <a:gd name="connsiteX1-13" fmla="*/ 932280 w 932280"/>
              <a:gd name="connsiteY1-14" fmla="*/ 6875212 h 6875212"/>
              <a:gd name="connsiteX2-15" fmla="*/ 198248 w 932280"/>
              <a:gd name="connsiteY2-16" fmla="*/ 6584228 h 6875212"/>
              <a:gd name="connsiteX3-17" fmla="*/ 0 w 932280"/>
              <a:gd name="connsiteY3-18" fmla="*/ 1706770 h 6875212"/>
              <a:gd name="connsiteX4-19" fmla="*/ 530734 w 932280"/>
              <a:gd name="connsiteY4-20" fmla="*/ 0 h 6875212"/>
              <a:gd name="connsiteX0-21" fmla="*/ 530734 w 932280"/>
              <a:gd name="connsiteY0-22" fmla="*/ 0 h 6875212"/>
              <a:gd name="connsiteX1-23" fmla="*/ 932280 w 932280"/>
              <a:gd name="connsiteY1-24" fmla="*/ 6875212 h 6875212"/>
              <a:gd name="connsiteX2-25" fmla="*/ 198248 w 932280"/>
              <a:gd name="connsiteY2-26" fmla="*/ 6584228 h 6875212"/>
              <a:gd name="connsiteX3-27" fmla="*/ 0 w 932280"/>
              <a:gd name="connsiteY3-28" fmla="*/ 1706770 h 6875212"/>
              <a:gd name="connsiteX4-29" fmla="*/ 530734 w 932280"/>
              <a:gd name="connsiteY4-30" fmla="*/ 0 h 6875212"/>
              <a:gd name="connsiteX0-31" fmla="*/ 530734 w 932280"/>
              <a:gd name="connsiteY0-32" fmla="*/ 0 h 6875212"/>
              <a:gd name="connsiteX1-33" fmla="*/ 932280 w 932280"/>
              <a:gd name="connsiteY1-34" fmla="*/ 6875212 h 6875212"/>
              <a:gd name="connsiteX2-35" fmla="*/ 201889 w 932280"/>
              <a:gd name="connsiteY2-36" fmla="*/ 6572208 h 6875212"/>
              <a:gd name="connsiteX3-37" fmla="*/ 0 w 932280"/>
              <a:gd name="connsiteY3-38" fmla="*/ 1706770 h 6875212"/>
              <a:gd name="connsiteX4-39" fmla="*/ 530734 w 932280"/>
              <a:gd name="connsiteY4-40" fmla="*/ 0 h 6875212"/>
              <a:gd name="connsiteX0-41" fmla="*/ 530734 w 932280"/>
              <a:gd name="connsiteY0-42" fmla="*/ 0 h 6875212"/>
              <a:gd name="connsiteX1-43" fmla="*/ 932280 w 932280"/>
              <a:gd name="connsiteY1-44" fmla="*/ 6875212 h 6875212"/>
              <a:gd name="connsiteX2-45" fmla="*/ 207268 w 932280"/>
              <a:gd name="connsiteY2-46" fmla="*/ 6519362 h 6875212"/>
              <a:gd name="connsiteX3-47" fmla="*/ 0 w 932280"/>
              <a:gd name="connsiteY3-48" fmla="*/ 1706770 h 6875212"/>
              <a:gd name="connsiteX4-49" fmla="*/ 530734 w 932280"/>
              <a:gd name="connsiteY4-50" fmla="*/ 0 h 6875212"/>
              <a:gd name="connsiteX0-51" fmla="*/ 730885 w 932280"/>
              <a:gd name="connsiteY0-52" fmla="*/ 0 h 6799186"/>
              <a:gd name="connsiteX1-53" fmla="*/ 932280 w 932280"/>
              <a:gd name="connsiteY1-54" fmla="*/ 6799186 h 6799186"/>
              <a:gd name="connsiteX2-55" fmla="*/ 207268 w 932280"/>
              <a:gd name="connsiteY2-56" fmla="*/ 6443336 h 6799186"/>
              <a:gd name="connsiteX3-57" fmla="*/ 0 w 932280"/>
              <a:gd name="connsiteY3-58" fmla="*/ 1630744 h 6799186"/>
              <a:gd name="connsiteX4-59" fmla="*/ 730885 w 932280"/>
              <a:gd name="connsiteY4-60" fmla="*/ 0 h 6799186"/>
              <a:gd name="connsiteX0-61" fmla="*/ 749183 w 950578"/>
              <a:gd name="connsiteY0-62" fmla="*/ 0 h 6799186"/>
              <a:gd name="connsiteX1-63" fmla="*/ 950578 w 950578"/>
              <a:gd name="connsiteY1-64" fmla="*/ 6799186 h 6799186"/>
              <a:gd name="connsiteX2-65" fmla="*/ 225566 w 950578"/>
              <a:gd name="connsiteY2-66" fmla="*/ 6443336 h 6799186"/>
              <a:gd name="connsiteX3-67" fmla="*/ 0 w 950578"/>
              <a:gd name="connsiteY3-68" fmla="*/ 2427988 h 6799186"/>
              <a:gd name="connsiteX4-69" fmla="*/ 749183 w 950578"/>
              <a:gd name="connsiteY4-70" fmla="*/ 0 h 6799186"/>
              <a:gd name="connsiteX0-71" fmla="*/ 749183 w 950578"/>
              <a:gd name="connsiteY0-72" fmla="*/ 0 h 6799186"/>
              <a:gd name="connsiteX1-73" fmla="*/ 950578 w 950578"/>
              <a:gd name="connsiteY1-74" fmla="*/ 6799186 h 6799186"/>
              <a:gd name="connsiteX2-75" fmla="*/ 225566 w 950578"/>
              <a:gd name="connsiteY2-76" fmla="*/ 6443336 h 6799186"/>
              <a:gd name="connsiteX3-77" fmla="*/ 0 w 950578"/>
              <a:gd name="connsiteY3-78" fmla="*/ 2427988 h 6799186"/>
              <a:gd name="connsiteX4-79" fmla="*/ 749183 w 950578"/>
              <a:gd name="connsiteY4-80" fmla="*/ 0 h 6799186"/>
              <a:gd name="connsiteX0-81" fmla="*/ 822892 w 1024287"/>
              <a:gd name="connsiteY0-82" fmla="*/ 0 h 6799186"/>
              <a:gd name="connsiteX1-83" fmla="*/ 1024287 w 1024287"/>
              <a:gd name="connsiteY1-84" fmla="*/ 6799186 h 6799186"/>
              <a:gd name="connsiteX2-85" fmla="*/ 0 w 1024287"/>
              <a:gd name="connsiteY2-86" fmla="*/ 6343700 h 6799186"/>
              <a:gd name="connsiteX3-87" fmla="*/ 73709 w 1024287"/>
              <a:gd name="connsiteY3-88" fmla="*/ 2427988 h 6799186"/>
              <a:gd name="connsiteX4-89" fmla="*/ 822892 w 1024287"/>
              <a:gd name="connsiteY4-90" fmla="*/ 0 h 6799186"/>
              <a:gd name="connsiteX0-91" fmla="*/ 822892 w 1018908"/>
              <a:gd name="connsiteY0-92" fmla="*/ 0 h 6852033"/>
              <a:gd name="connsiteX1-93" fmla="*/ 1018908 w 1018908"/>
              <a:gd name="connsiteY1-94" fmla="*/ 6852033 h 6852033"/>
              <a:gd name="connsiteX2-95" fmla="*/ 0 w 1018908"/>
              <a:gd name="connsiteY2-96" fmla="*/ 6343700 h 6852033"/>
              <a:gd name="connsiteX3-97" fmla="*/ 73709 w 1018908"/>
              <a:gd name="connsiteY3-98" fmla="*/ 2427988 h 6852033"/>
              <a:gd name="connsiteX4-99" fmla="*/ 822892 w 1018908"/>
              <a:gd name="connsiteY4-100" fmla="*/ 0 h 6852033"/>
              <a:gd name="connsiteX0-101" fmla="*/ 749183 w 945199"/>
              <a:gd name="connsiteY0-102" fmla="*/ 0 h 6852033"/>
              <a:gd name="connsiteX1-103" fmla="*/ 945199 w 945199"/>
              <a:gd name="connsiteY1-104" fmla="*/ 6852033 h 6852033"/>
              <a:gd name="connsiteX2-105" fmla="*/ 89869 w 945199"/>
              <a:gd name="connsiteY2-106" fmla="*/ 6470297 h 6852033"/>
              <a:gd name="connsiteX3-107" fmla="*/ 0 w 945199"/>
              <a:gd name="connsiteY3-108" fmla="*/ 2427988 h 6852033"/>
              <a:gd name="connsiteX4-109" fmla="*/ 749183 w 945199"/>
              <a:gd name="connsiteY4-110" fmla="*/ 0 h 6852033"/>
              <a:gd name="connsiteX0-111" fmla="*/ 749183 w 945199"/>
              <a:gd name="connsiteY0-112" fmla="*/ 0 h 6852033"/>
              <a:gd name="connsiteX1-113" fmla="*/ 945199 w 945199"/>
              <a:gd name="connsiteY1-114" fmla="*/ 6852033 h 6852033"/>
              <a:gd name="connsiteX2-115" fmla="*/ 104432 w 945199"/>
              <a:gd name="connsiteY2-116" fmla="*/ 6422217 h 6852033"/>
              <a:gd name="connsiteX3-117" fmla="*/ 0 w 945199"/>
              <a:gd name="connsiteY3-118" fmla="*/ 2427988 h 6852033"/>
              <a:gd name="connsiteX4-119" fmla="*/ 749183 w 945199"/>
              <a:gd name="connsiteY4-120" fmla="*/ 0 h 6852033"/>
              <a:gd name="connsiteX0-121" fmla="*/ 756958 w 945199"/>
              <a:gd name="connsiteY0-122" fmla="*/ 0 h 6667179"/>
              <a:gd name="connsiteX1-123" fmla="*/ 945199 w 945199"/>
              <a:gd name="connsiteY1-124" fmla="*/ 6667179 h 6667179"/>
              <a:gd name="connsiteX2-125" fmla="*/ 104432 w 945199"/>
              <a:gd name="connsiteY2-126" fmla="*/ 6237363 h 6667179"/>
              <a:gd name="connsiteX3-127" fmla="*/ 0 w 945199"/>
              <a:gd name="connsiteY3-128" fmla="*/ 2243134 h 6667179"/>
              <a:gd name="connsiteX4-129" fmla="*/ 756958 w 945199"/>
              <a:gd name="connsiteY4-130" fmla="*/ 0 h 6667179"/>
              <a:gd name="connsiteX0-131" fmla="*/ 818594 w 1006835"/>
              <a:gd name="connsiteY0-132" fmla="*/ 0 h 6667179"/>
              <a:gd name="connsiteX1-133" fmla="*/ 1006835 w 1006835"/>
              <a:gd name="connsiteY1-134" fmla="*/ 6667179 h 6667179"/>
              <a:gd name="connsiteX2-135" fmla="*/ 166068 w 1006835"/>
              <a:gd name="connsiteY2-136" fmla="*/ 6237363 h 6667179"/>
              <a:gd name="connsiteX3-137" fmla="*/ 0 w 1006835"/>
              <a:gd name="connsiteY3-138" fmla="*/ 1779969 h 6667179"/>
              <a:gd name="connsiteX4-139" fmla="*/ 818594 w 1006835"/>
              <a:gd name="connsiteY4-140" fmla="*/ 0 h 6667179"/>
              <a:gd name="connsiteX0-141" fmla="*/ 818594 w 1019989"/>
              <a:gd name="connsiteY0-142" fmla="*/ 0 h 6799187"/>
              <a:gd name="connsiteX1-143" fmla="*/ 1019989 w 1019989"/>
              <a:gd name="connsiteY1-144" fmla="*/ 6799187 h 6799187"/>
              <a:gd name="connsiteX2-145" fmla="*/ 166068 w 1019989"/>
              <a:gd name="connsiteY2-146" fmla="*/ 6237363 h 6799187"/>
              <a:gd name="connsiteX3-147" fmla="*/ 0 w 1019989"/>
              <a:gd name="connsiteY3-148" fmla="*/ 1779969 h 6799187"/>
              <a:gd name="connsiteX4-149" fmla="*/ 818594 w 1019989"/>
              <a:gd name="connsiteY4-150" fmla="*/ 0 h 6799187"/>
              <a:gd name="connsiteX0-151" fmla="*/ 818594 w 1019989"/>
              <a:gd name="connsiteY0-152" fmla="*/ 0 h 6799187"/>
              <a:gd name="connsiteX1-153" fmla="*/ 1019989 w 1019989"/>
              <a:gd name="connsiteY1-154" fmla="*/ 6799187 h 6799187"/>
              <a:gd name="connsiteX2-155" fmla="*/ 173679 w 1019989"/>
              <a:gd name="connsiteY2-156" fmla="*/ 6352585 h 6799187"/>
              <a:gd name="connsiteX3-157" fmla="*/ 0 w 1019989"/>
              <a:gd name="connsiteY3-158" fmla="*/ 1779969 h 6799187"/>
              <a:gd name="connsiteX4-159" fmla="*/ 818594 w 1019989"/>
              <a:gd name="connsiteY4-160" fmla="*/ 0 h 6799187"/>
              <a:gd name="connsiteX0-161" fmla="*/ 818594 w 1019989"/>
              <a:gd name="connsiteY0-162" fmla="*/ 283392 h 7082579"/>
              <a:gd name="connsiteX1-163" fmla="*/ 1019989 w 1019989"/>
              <a:gd name="connsiteY1-164" fmla="*/ 7082579 h 7082579"/>
              <a:gd name="connsiteX2-165" fmla="*/ 173679 w 1019989"/>
              <a:gd name="connsiteY2-166" fmla="*/ 6635977 h 7082579"/>
              <a:gd name="connsiteX3-167" fmla="*/ 0 w 1019989"/>
              <a:gd name="connsiteY3-168" fmla="*/ 2063361 h 7082579"/>
              <a:gd name="connsiteX4-169" fmla="*/ 442807 w 1019989"/>
              <a:gd name="connsiteY4-170" fmla="*/ 1360784 h 7082579"/>
              <a:gd name="connsiteX5" fmla="*/ 818594 w 1019989"/>
              <a:gd name="connsiteY5" fmla="*/ 283392 h 7082579"/>
              <a:gd name="connsiteX0-171" fmla="*/ 818594 w 1019989"/>
              <a:gd name="connsiteY0-172" fmla="*/ 512235 h 7311422"/>
              <a:gd name="connsiteX1-173" fmla="*/ 1019989 w 1019989"/>
              <a:gd name="connsiteY1-174" fmla="*/ 7311422 h 7311422"/>
              <a:gd name="connsiteX2-175" fmla="*/ 173679 w 1019989"/>
              <a:gd name="connsiteY2-176" fmla="*/ 6864820 h 7311422"/>
              <a:gd name="connsiteX3-177" fmla="*/ 0 w 1019989"/>
              <a:gd name="connsiteY3-178" fmla="*/ 2292204 h 7311422"/>
              <a:gd name="connsiteX4-179" fmla="*/ 590599 w 1019989"/>
              <a:gd name="connsiteY4-180" fmla="*/ 470111 h 7311422"/>
              <a:gd name="connsiteX5-181" fmla="*/ 818594 w 1019989"/>
              <a:gd name="connsiteY5-182" fmla="*/ 512235 h 7311422"/>
              <a:gd name="connsiteX0-183" fmla="*/ 818594 w 1019989"/>
              <a:gd name="connsiteY0-184" fmla="*/ 533276 h 7332463"/>
              <a:gd name="connsiteX1-185" fmla="*/ 1019989 w 1019989"/>
              <a:gd name="connsiteY1-186" fmla="*/ 7332463 h 7332463"/>
              <a:gd name="connsiteX2-187" fmla="*/ 173679 w 1019989"/>
              <a:gd name="connsiteY2-188" fmla="*/ 6885861 h 7332463"/>
              <a:gd name="connsiteX3-189" fmla="*/ 0 w 1019989"/>
              <a:gd name="connsiteY3-190" fmla="*/ 2313245 h 7332463"/>
              <a:gd name="connsiteX4-191" fmla="*/ 586794 w 1019989"/>
              <a:gd name="connsiteY4-192" fmla="*/ 433541 h 7332463"/>
              <a:gd name="connsiteX5-193" fmla="*/ 818594 w 1019989"/>
              <a:gd name="connsiteY5-194" fmla="*/ 533276 h 7332463"/>
              <a:gd name="connsiteX0-195" fmla="*/ 818594 w 1019989"/>
              <a:gd name="connsiteY0-196" fmla="*/ 405725 h 7204912"/>
              <a:gd name="connsiteX1-197" fmla="*/ 1019989 w 1019989"/>
              <a:gd name="connsiteY1-198" fmla="*/ 7204912 h 7204912"/>
              <a:gd name="connsiteX2-199" fmla="*/ 173679 w 1019989"/>
              <a:gd name="connsiteY2-200" fmla="*/ 6758310 h 7204912"/>
              <a:gd name="connsiteX3-201" fmla="*/ 0 w 1019989"/>
              <a:gd name="connsiteY3-202" fmla="*/ 2185694 h 7204912"/>
              <a:gd name="connsiteX4-203" fmla="*/ 586794 w 1019989"/>
              <a:gd name="connsiteY4-204" fmla="*/ 305990 h 7204912"/>
              <a:gd name="connsiteX5-205" fmla="*/ 818594 w 1019989"/>
              <a:gd name="connsiteY5-206" fmla="*/ 405725 h 7204912"/>
              <a:gd name="connsiteX0-207" fmla="*/ 818594 w 1019989"/>
              <a:gd name="connsiteY0-208" fmla="*/ 405725 h 7204912"/>
              <a:gd name="connsiteX1-209" fmla="*/ 1019989 w 1019989"/>
              <a:gd name="connsiteY1-210" fmla="*/ 7204912 h 7204912"/>
              <a:gd name="connsiteX2-211" fmla="*/ 173679 w 1019989"/>
              <a:gd name="connsiteY2-212" fmla="*/ 6758310 h 7204912"/>
              <a:gd name="connsiteX3-213" fmla="*/ 0 w 1019989"/>
              <a:gd name="connsiteY3-214" fmla="*/ 2185694 h 7204912"/>
              <a:gd name="connsiteX4-215" fmla="*/ 586794 w 1019989"/>
              <a:gd name="connsiteY4-216" fmla="*/ 305990 h 7204912"/>
              <a:gd name="connsiteX5-217" fmla="*/ 818594 w 1019989"/>
              <a:gd name="connsiteY5-218" fmla="*/ 405725 h 7204912"/>
              <a:gd name="connsiteX0-219" fmla="*/ 818594 w 1019989"/>
              <a:gd name="connsiteY0-220" fmla="*/ 99735 h 6898922"/>
              <a:gd name="connsiteX1-221" fmla="*/ 1019989 w 1019989"/>
              <a:gd name="connsiteY1-222" fmla="*/ 6898922 h 6898922"/>
              <a:gd name="connsiteX2-223" fmla="*/ 173679 w 1019989"/>
              <a:gd name="connsiteY2-224" fmla="*/ 6452320 h 6898922"/>
              <a:gd name="connsiteX3-225" fmla="*/ 0 w 1019989"/>
              <a:gd name="connsiteY3-226" fmla="*/ 1879704 h 6898922"/>
              <a:gd name="connsiteX4-227" fmla="*/ 586794 w 1019989"/>
              <a:gd name="connsiteY4-228" fmla="*/ 0 h 6898922"/>
              <a:gd name="connsiteX5-229" fmla="*/ 818594 w 1019989"/>
              <a:gd name="connsiteY5-230" fmla="*/ 99735 h 6898922"/>
              <a:gd name="connsiteX0-231" fmla="*/ 818594 w 1019989"/>
              <a:gd name="connsiteY0-232" fmla="*/ 99735 h 6898922"/>
              <a:gd name="connsiteX1-233" fmla="*/ 1019989 w 1019989"/>
              <a:gd name="connsiteY1-234" fmla="*/ 6898922 h 6898922"/>
              <a:gd name="connsiteX2-235" fmla="*/ 173679 w 1019989"/>
              <a:gd name="connsiteY2-236" fmla="*/ 6452320 h 6898922"/>
              <a:gd name="connsiteX3-237" fmla="*/ 0 w 1019989"/>
              <a:gd name="connsiteY3-238" fmla="*/ 1879704 h 6898922"/>
              <a:gd name="connsiteX4-239" fmla="*/ 586794 w 1019989"/>
              <a:gd name="connsiteY4-240" fmla="*/ 0 h 6898922"/>
              <a:gd name="connsiteX5-241" fmla="*/ 818594 w 1019989"/>
              <a:gd name="connsiteY5-242" fmla="*/ 99735 h 6898922"/>
              <a:gd name="connsiteX0-243" fmla="*/ 818594 w 1019989"/>
              <a:gd name="connsiteY0-244" fmla="*/ 99735 h 6898922"/>
              <a:gd name="connsiteX1-245" fmla="*/ 1019989 w 1019989"/>
              <a:gd name="connsiteY1-246" fmla="*/ 6898922 h 6898922"/>
              <a:gd name="connsiteX2-247" fmla="*/ 173679 w 1019989"/>
              <a:gd name="connsiteY2-248" fmla="*/ 6452320 h 6898922"/>
              <a:gd name="connsiteX3-249" fmla="*/ 0 w 1019989"/>
              <a:gd name="connsiteY3-250" fmla="*/ 1879704 h 6898922"/>
              <a:gd name="connsiteX4-251" fmla="*/ 586794 w 1019989"/>
              <a:gd name="connsiteY4-252" fmla="*/ 0 h 6898922"/>
              <a:gd name="connsiteX5-253" fmla="*/ 818594 w 1019989"/>
              <a:gd name="connsiteY5-254" fmla="*/ 99735 h 6898922"/>
              <a:gd name="connsiteX0-255" fmla="*/ 814788 w 1016183"/>
              <a:gd name="connsiteY0-256" fmla="*/ 99735 h 6898922"/>
              <a:gd name="connsiteX1-257" fmla="*/ 1016183 w 1016183"/>
              <a:gd name="connsiteY1-258" fmla="*/ 6898922 h 6898922"/>
              <a:gd name="connsiteX2-259" fmla="*/ 169873 w 1016183"/>
              <a:gd name="connsiteY2-260" fmla="*/ 6452320 h 6898922"/>
              <a:gd name="connsiteX3-261" fmla="*/ 0 w 1016183"/>
              <a:gd name="connsiteY3-262" fmla="*/ 1937315 h 6898922"/>
              <a:gd name="connsiteX4-263" fmla="*/ 582988 w 1016183"/>
              <a:gd name="connsiteY4-264" fmla="*/ 0 h 6898922"/>
              <a:gd name="connsiteX5-265" fmla="*/ 814788 w 1016183"/>
              <a:gd name="connsiteY5-266" fmla="*/ 99735 h 6898922"/>
              <a:gd name="connsiteX0-267" fmla="*/ 814788 w 1016183"/>
              <a:gd name="connsiteY0-268" fmla="*/ 99735 h 6898922"/>
              <a:gd name="connsiteX1-269" fmla="*/ 1016183 w 1016183"/>
              <a:gd name="connsiteY1-270" fmla="*/ 6898922 h 6898922"/>
              <a:gd name="connsiteX2-271" fmla="*/ 169873 w 1016183"/>
              <a:gd name="connsiteY2-272" fmla="*/ 6452320 h 6898922"/>
              <a:gd name="connsiteX3-273" fmla="*/ 0 w 1016183"/>
              <a:gd name="connsiteY3-274" fmla="*/ 1937315 h 6898922"/>
              <a:gd name="connsiteX4-275" fmla="*/ 582988 w 1016183"/>
              <a:gd name="connsiteY4-276" fmla="*/ 0 h 6898922"/>
              <a:gd name="connsiteX5-277" fmla="*/ 814788 w 1016183"/>
              <a:gd name="connsiteY5-278" fmla="*/ 99735 h 6898922"/>
              <a:gd name="connsiteX0-279" fmla="*/ 814788 w 1016183"/>
              <a:gd name="connsiteY0-280" fmla="*/ 114246 h 6913433"/>
              <a:gd name="connsiteX1-281" fmla="*/ 1016183 w 1016183"/>
              <a:gd name="connsiteY1-282" fmla="*/ 6913433 h 6913433"/>
              <a:gd name="connsiteX2-283" fmla="*/ 169873 w 1016183"/>
              <a:gd name="connsiteY2-284" fmla="*/ 6466831 h 6913433"/>
              <a:gd name="connsiteX3-285" fmla="*/ 0 w 1016183"/>
              <a:gd name="connsiteY3-286" fmla="*/ 1951826 h 6913433"/>
              <a:gd name="connsiteX4-287" fmla="*/ 608638 w 1016183"/>
              <a:gd name="connsiteY4-288" fmla="*/ 0 h 6913433"/>
              <a:gd name="connsiteX5-289" fmla="*/ 814788 w 1016183"/>
              <a:gd name="connsiteY5-290" fmla="*/ 114246 h 6913433"/>
              <a:gd name="connsiteX0-291" fmla="*/ 800061 w 1001456"/>
              <a:gd name="connsiteY0-292" fmla="*/ 114246 h 6913433"/>
              <a:gd name="connsiteX1-293" fmla="*/ 1001456 w 1001456"/>
              <a:gd name="connsiteY1-294" fmla="*/ 6913433 h 6913433"/>
              <a:gd name="connsiteX2-295" fmla="*/ 155146 w 1001456"/>
              <a:gd name="connsiteY2-296" fmla="*/ 6466831 h 6913433"/>
              <a:gd name="connsiteX3-297" fmla="*/ 0 w 1001456"/>
              <a:gd name="connsiteY3-298" fmla="*/ 1973376 h 6913433"/>
              <a:gd name="connsiteX4-299" fmla="*/ 593911 w 1001456"/>
              <a:gd name="connsiteY4-300" fmla="*/ 0 h 6913433"/>
              <a:gd name="connsiteX5-301" fmla="*/ 800061 w 1001456"/>
              <a:gd name="connsiteY5-302" fmla="*/ 114246 h 6913433"/>
              <a:gd name="connsiteX0-303" fmla="*/ 800061 w 1001456"/>
              <a:gd name="connsiteY0-304" fmla="*/ 114246 h 6913433"/>
              <a:gd name="connsiteX1-305" fmla="*/ 1001456 w 1001456"/>
              <a:gd name="connsiteY1-306" fmla="*/ 6913433 h 6913433"/>
              <a:gd name="connsiteX2-307" fmla="*/ 155146 w 1001456"/>
              <a:gd name="connsiteY2-308" fmla="*/ 6466831 h 6913433"/>
              <a:gd name="connsiteX3-309" fmla="*/ 0 w 1001456"/>
              <a:gd name="connsiteY3-310" fmla="*/ 1973376 h 6913433"/>
              <a:gd name="connsiteX4-311" fmla="*/ 593911 w 1001456"/>
              <a:gd name="connsiteY4-312" fmla="*/ 0 h 6913433"/>
              <a:gd name="connsiteX5-313" fmla="*/ 800061 w 1001456"/>
              <a:gd name="connsiteY5-314" fmla="*/ 114246 h 6913433"/>
              <a:gd name="connsiteX0-315" fmla="*/ 800061 w 1001456"/>
              <a:gd name="connsiteY0-316" fmla="*/ 114246 h 6913433"/>
              <a:gd name="connsiteX1-317" fmla="*/ 1001456 w 1001456"/>
              <a:gd name="connsiteY1-318" fmla="*/ 6913433 h 6913433"/>
              <a:gd name="connsiteX2-319" fmla="*/ 155146 w 1001456"/>
              <a:gd name="connsiteY2-320" fmla="*/ 6466831 h 6913433"/>
              <a:gd name="connsiteX3-321" fmla="*/ 0 w 1001456"/>
              <a:gd name="connsiteY3-322" fmla="*/ 1973376 h 6913433"/>
              <a:gd name="connsiteX4-323" fmla="*/ 593911 w 1001456"/>
              <a:gd name="connsiteY4-324" fmla="*/ 0 h 6913433"/>
              <a:gd name="connsiteX5-325" fmla="*/ 800061 w 1001456"/>
              <a:gd name="connsiteY5-326" fmla="*/ 114246 h 6913433"/>
              <a:gd name="connsiteX0-327" fmla="*/ 800061 w 1023630"/>
              <a:gd name="connsiteY0-328" fmla="*/ 114246 h 6980574"/>
              <a:gd name="connsiteX1-329" fmla="*/ 1023630 w 1023630"/>
              <a:gd name="connsiteY1-330" fmla="*/ 6980574 h 6980574"/>
              <a:gd name="connsiteX2-331" fmla="*/ 155146 w 1023630"/>
              <a:gd name="connsiteY2-332" fmla="*/ 6466831 h 6980574"/>
              <a:gd name="connsiteX3-333" fmla="*/ 0 w 1023630"/>
              <a:gd name="connsiteY3-334" fmla="*/ 1973376 h 6980574"/>
              <a:gd name="connsiteX4-335" fmla="*/ 593911 w 1023630"/>
              <a:gd name="connsiteY4-336" fmla="*/ 0 h 6980574"/>
              <a:gd name="connsiteX5-337" fmla="*/ 800061 w 1023630"/>
              <a:gd name="connsiteY5-338" fmla="*/ 114246 h 6980574"/>
              <a:gd name="connsiteX0-339" fmla="*/ 800061 w 1023630"/>
              <a:gd name="connsiteY0-340" fmla="*/ 114246 h 6980574"/>
              <a:gd name="connsiteX1-341" fmla="*/ 1023630 w 1023630"/>
              <a:gd name="connsiteY1-342" fmla="*/ 6980574 h 6980574"/>
              <a:gd name="connsiteX2-343" fmla="*/ 157049 w 1023630"/>
              <a:gd name="connsiteY2-344" fmla="*/ 6495636 h 6980574"/>
              <a:gd name="connsiteX3-345" fmla="*/ 0 w 1023630"/>
              <a:gd name="connsiteY3-346" fmla="*/ 1973376 h 6980574"/>
              <a:gd name="connsiteX4-347" fmla="*/ 593911 w 1023630"/>
              <a:gd name="connsiteY4-348" fmla="*/ 0 h 6980574"/>
              <a:gd name="connsiteX5-349" fmla="*/ 800061 w 1023630"/>
              <a:gd name="connsiteY5-350" fmla="*/ 114246 h 6980574"/>
              <a:gd name="connsiteX0-351" fmla="*/ 800061 w 1023630"/>
              <a:gd name="connsiteY0-352" fmla="*/ 114246 h 6980574"/>
              <a:gd name="connsiteX1-353" fmla="*/ 1023630 w 1023630"/>
              <a:gd name="connsiteY1-354" fmla="*/ 6980574 h 6980574"/>
              <a:gd name="connsiteX2-355" fmla="*/ 158952 w 1023630"/>
              <a:gd name="connsiteY2-356" fmla="*/ 6524441 h 6980574"/>
              <a:gd name="connsiteX3-357" fmla="*/ 0 w 1023630"/>
              <a:gd name="connsiteY3-358" fmla="*/ 1973376 h 6980574"/>
              <a:gd name="connsiteX4-359" fmla="*/ 593911 w 1023630"/>
              <a:gd name="connsiteY4-360" fmla="*/ 0 h 6980574"/>
              <a:gd name="connsiteX5-361" fmla="*/ 800061 w 1023630"/>
              <a:gd name="connsiteY5-362" fmla="*/ 114246 h 698057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81" y="connsiteY5-182"/>
              </a:cxn>
            </a:cxnLst>
            <a:rect l="l" t="t" r="r" b="b"/>
            <a:pathLst>
              <a:path w="1023630" h="6980574">
                <a:moveTo>
                  <a:pt x="800061" y="114246"/>
                </a:moveTo>
                <a:lnTo>
                  <a:pt x="1023630" y="6980574"/>
                </a:lnTo>
                <a:lnTo>
                  <a:pt x="158952" y="6524441"/>
                </a:lnTo>
                <a:lnTo>
                  <a:pt x="0" y="1973376"/>
                </a:lnTo>
                <a:cubicBezTo>
                  <a:pt x="618432" y="42570"/>
                  <a:pt x="-17069" y="2109020"/>
                  <a:pt x="593911" y="0"/>
                </a:cubicBezTo>
                <a:cubicBezTo>
                  <a:pt x="909471" y="199645"/>
                  <a:pt x="456125" y="-91638"/>
                  <a:pt x="800061" y="114246"/>
                </a:cubicBezTo>
                <a:close/>
              </a:path>
            </a:pathLst>
          </a:custGeom>
          <a:solidFill>
            <a:schemeClr val="tx1">
              <a:lumMod val="75000"/>
              <a:lumOff val="25000"/>
              <a:alpha val="80000"/>
            </a:schemeClr>
          </a:solidFill>
          <a:ln w="25400" cap="flat" cmpd="sng" algn="ctr">
            <a:noFill/>
            <a:prstDash val="solid"/>
          </a:ln>
          <a:effectLst/>
        </p:spPr>
        <p:txBody>
          <a:bodyPr rtlCol="0" anchor="ctr"/>
          <a:lstStyle>
            <a:defPPr>
              <a:defRPr lang="zh-CN"/>
            </a:defPPr>
            <a:lvl1pPr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Calibri" panose="020F0502020204030204"/>
              <a:ea typeface="SimSun" panose="02010600030101010101" pitchFamily="2" charset="-122"/>
              <a:cs typeface="+mn-cs"/>
            </a:endParaRPr>
          </a:p>
        </p:txBody>
      </p:sp>
      <p:pic>
        <p:nvPicPr>
          <p:cNvPr id="190" name="图片 189"/>
          <p:cNvPicPr>
            <a:picLocks noChangeAspect="1"/>
          </p:cNvPicPr>
          <p:nvPr/>
        </p:nvPicPr>
        <p:blipFill>
          <a:blip r:embed="rId1"/>
          <a:stretch>
            <a:fillRect/>
          </a:stretch>
        </p:blipFill>
        <p:spPr>
          <a:xfrm>
            <a:off x="7680615" y="4671549"/>
            <a:ext cx="9661962" cy="5608806"/>
          </a:xfrm>
          <a:prstGeom prst="rect">
            <a:avLst/>
          </a:prstGeom>
          <a:scene3d>
            <a:camera prst="orthographicFront">
              <a:rot lat="0" lon="10800000" rev="0"/>
            </a:camera>
            <a:lightRig rig="threePt" dir="t"/>
          </a:scene3d>
        </p:spPr>
      </p:pic>
      <p:sp>
        <p:nvSpPr>
          <p:cNvPr id="156" name="平行四边形 155"/>
          <p:cNvSpPr/>
          <p:nvPr/>
        </p:nvSpPr>
        <p:spPr>
          <a:xfrm>
            <a:off x="10518781" y="2254239"/>
            <a:ext cx="7845419" cy="8029891"/>
          </a:xfrm>
          <a:custGeom>
            <a:avLst/>
            <a:gdLst>
              <a:gd name="connsiteX0" fmla="*/ 0 w 8763000"/>
              <a:gd name="connsiteY0" fmla="*/ 8029891 h 8029891"/>
              <a:gd name="connsiteX1" fmla="*/ 4625779 w 8763000"/>
              <a:gd name="connsiteY1" fmla="*/ 0 h 8029891"/>
              <a:gd name="connsiteX2" fmla="*/ 8763000 w 8763000"/>
              <a:gd name="connsiteY2" fmla="*/ 0 h 8029891"/>
              <a:gd name="connsiteX3" fmla="*/ 4137221 w 8763000"/>
              <a:gd name="connsiteY3" fmla="*/ 8029891 h 8029891"/>
              <a:gd name="connsiteX4" fmla="*/ 0 w 8763000"/>
              <a:gd name="connsiteY4" fmla="*/ 8029891 h 8029891"/>
              <a:gd name="connsiteX0-1" fmla="*/ 0 w 8763000"/>
              <a:gd name="connsiteY0-2" fmla="*/ 8029891 h 8029891"/>
              <a:gd name="connsiteX1-3" fmla="*/ 4625779 w 8763000"/>
              <a:gd name="connsiteY1-4" fmla="*/ 0 h 8029891"/>
              <a:gd name="connsiteX2-5" fmla="*/ 8763000 w 8763000"/>
              <a:gd name="connsiteY2-6" fmla="*/ 0 h 8029891"/>
              <a:gd name="connsiteX3-7" fmla="*/ 4243546 w 8763000"/>
              <a:gd name="connsiteY3-8" fmla="*/ 8008626 h 8029891"/>
              <a:gd name="connsiteX4-9" fmla="*/ 0 w 8763000"/>
              <a:gd name="connsiteY4-10" fmla="*/ 8029891 h 8029891"/>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8763000" h="8029891">
                <a:moveTo>
                  <a:pt x="0" y="8029891"/>
                </a:moveTo>
                <a:lnTo>
                  <a:pt x="4625779" y="0"/>
                </a:lnTo>
                <a:lnTo>
                  <a:pt x="8763000" y="0"/>
                </a:lnTo>
                <a:lnTo>
                  <a:pt x="4243546" y="8008626"/>
                </a:lnTo>
                <a:lnTo>
                  <a:pt x="0" y="8029891"/>
                </a:lnTo>
                <a:close/>
              </a:path>
            </a:pathLst>
          </a:custGeom>
          <a:solidFill>
            <a:schemeClr val="tx1">
              <a:lumMod val="75000"/>
              <a:lumOff val="25000"/>
              <a:alpha val="60000"/>
            </a:schemeClr>
          </a:solidFill>
          <a:ln>
            <a:noFill/>
          </a:ln>
          <a:scene3d>
            <a:camera prst="orthographicFront">
              <a:rot lat="0" lon="10800000" rev="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57" name="组合 156"/>
          <p:cNvGrpSpPr/>
          <p:nvPr/>
        </p:nvGrpSpPr>
        <p:grpSpPr>
          <a:xfrm>
            <a:off x="515386" y="-190602"/>
            <a:ext cx="2034484" cy="11268802"/>
            <a:chOff x="4915947" y="1638831"/>
            <a:chExt cx="2034484" cy="11268802"/>
          </a:xfrm>
        </p:grpSpPr>
        <p:sp>
          <p:nvSpPr>
            <p:cNvPr id="139" name="矩形 49"/>
            <p:cNvSpPr/>
            <p:nvPr/>
          </p:nvSpPr>
          <p:spPr>
            <a:xfrm rot="20302543">
              <a:off x="4915947" y="1638831"/>
              <a:ext cx="2034484" cy="11268802"/>
            </a:xfrm>
            <a:custGeom>
              <a:avLst/>
              <a:gdLst>
                <a:gd name="connsiteX0" fmla="*/ 332486 w 734032"/>
                <a:gd name="connsiteY0" fmla="*/ 0 h 6875212"/>
                <a:gd name="connsiteX1" fmla="*/ 734032 w 734032"/>
                <a:gd name="connsiteY1" fmla="*/ 6875212 h 6875212"/>
                <a:gd name="connsiteX2" fmla="*/ 0 w 734032"/>
                <a:gd name="connsiteY2" fmla="*/ 6584228 h 6875212"/>
                <a:gd name="connsiteX3" fmla="*/ 0 w 734032"/>
                <a:gd name="connsiteY3" fmla="*/ 1753991 h 6875212"/>
                <a:gd name="connsiteX4" fmla="*/ 332486 w 734032"/>
                <a:gd name="connsiteY4" fmla="*/ 0 h 6875212"/>
                <a:gd name="connsiteX0-1" fmla="*/ 495735 w 897281"/>
                <a:gd name="connsiteY0-2" fmla="*/ 0 h 6875212"/>
                <a:gd name="connsiteX1-3" fmla="*/ 897281 w 897281"/>
                <a:gd name="connsiteY1-4" fmla="*/ 6875212 h 6875212"/>
                <a:gd name="connsiteX2-5" fmla="*/ 163249 w 897281"/>
                <a:gd name="connsiteY2-6" fmla="*/ 6584228 h 6875212"/>
                <a:gd name="connsiteX3-7" fmla="*/ 0 w 897281"/>
                <a:gd name="connsiteY3-8" fmla="*/ 1766656 h 6875212"/>
                <a:gd name="connsiteX4-9" fmla="*/ 495735 w 897281"/>
                <a:gd name="connsiteY4-10" fmla="*/ 0 h 6875212"/>
                <a:gd name="connsiteX0-11" fmla="*/ 530734 w 932280"/>
                <a:gd name="connsiteY0-12" fmla="*/ 0 h 6875212"/>
                <a:gd name="connsiteX1-13" fmla="*/ 932280 w 932280"/>
                <a:gd name="connsiteY1-14" fmla="*/ 6875212 h 6875212"/>
                <a:gd name="connsiteX2-15" fmla="*/ 198248 w 932280"/>
                <a:gd name="connsiteY2-16" fmla="*/ 6584228 h 6875212"/>
                <a:gd name="connsiteX3-17" fmla="*/ 0 w 932280"/>
                <a:gd name="connsiteY3-18" fmla="*/ 1706770 h 6875212"/>
                <a:gd name="connsiteX4-19" fmla="*/ 530734 w 932280"/>
                <a:gd name="connsiteY4-20" fmla="*/ 0 h 6875212"/>
                <a:gd name="connsiteX0-21" fmla="*/ 530734 w 932280"/>
                <a:gd name="connsiteY0-22" fmla="*/ 0 h 6875212"/>
                <a:gd name="connsiteX1-23" fmla="*/ 932280 w 932280"/>
                <a:gd name="connsiteY1-24" fmla="*/ 6875212 h 6875212"/>
                <a:gd name="connsiteX2-25" fmla="*/ 198248 w 932280"/>
                <a:gd name="connsiteY2-26" fmla="*/ 6584228 h 6875212"/>
                <a:gd name="connsiteX3-27" fmla="*/ 0 w 932280"/>
                <a:gd name="connsiteY3-28" fmla="*/ 1706770 h 6875212"/>
                <a:gd name="connsiteX4-29" fmla="*/ 530734 w 932280"/>
                <a:gd name="connsiteY4-30" fmla="*/ 0 h 6875212"/>
                <a:gd name="connsiteX0-31" fmla="*/ 530734 w 932280"/>
                <a:gd name="connsiteY0-32" fmla="*/ 0 h 6875212"/>
                <a:gd name="connsiteX1-33" fmla="*/ 932280 w 932280"/>
                <a:gd name="connsiteY1-34" fmla="*/ 6875212 h 6875212"/>
                <a:gd name="connsiteX2-35" fmla="*/ 201889 w 932280"/>
                <a:gd name="connsiteY2-36" fmla="*/ 6572208 h 6875212"/>
                <a:gd name="connsiteX3-37" fmla="*/ 0 w 932280"/>
                <a:gd name="connsiteY3-38" fmla="*/ 1706770 h 6875212"/>
                <a:gd name="connsiteX4-39" fmla="*/ 530734 w 932280"/>
                <a:gd name="connsiteY4-40" fmla="*/ 0 h 6875212"/>
                <a:gd name="connsiteX0-41" fmla="*/ 530734 w 932280"/>
                <a:gd name="connsiteY0-42" fmla="*/ 0 h 6875212"/>
                <a:gd name="connsiteX1-43" fmla="*/ 932280 w 932280"/>
                <a:gd name="connsiteY1-44" fmla="*/ 6875212 h 6875212"/>
                <a:gd name="connsiteX2-45" fmla="*/ 207268 w 932280"/>
                <a:gd name="connsiteY2-46" fmla="*/ 6519362 h 6875212"/>
                <a:gd name="connsiteX3-47" fmla="*/ 0 w 932280"/>
                <a:gd name="connsiteY3-48" fmla="*/ 1706770 h 6875212"/>
                <a:gd name="connsiteX4-49" fmla="*/ 530734 w 932280"/>
                <a:gd name="connsiteY4-50" fmla="*/ 0 h 6875212"/>
                <a:gd name="connsiteX0-51" fmla="*/ 730885 w 932280"/>
                <a:gd name="connsiteY0-52" fmla="*/ 0 h 6799186"/>
                <a:gd name="connsiteX1-53" fmla="*/ 932280 w 932280"/>
                <a:gd name="connsiteY1-54" fmla="*/ 6799186 h 6799186"/>
                <a:gd name="connsiteX2-55" fmla="*/ 207268 w 932280"/>
                <a:gd name="connsiteY2-56" fmla="*/ 6443336 h 6799186"/>
                <a:gd name="connsiteX3-57" fmla="*/ 0 w 932280"/>
                <a:gd name="connsiteY3-58" fmla="*/ 1630744 h 6799186"/>
                <a:gd name="connsiteX4-59" fmla="*/ 730885 w 932280"/>
                <a:gd name="connsiteY4-60" fmla="*/ 0 h 6799186"/>
                <a:gd name="connsiteX0-61" fmla="*/ 749183 w 950578"/>
                <a:gd name="connsiteY0-62" fmla="*/ 0 h 6799186"/>
                <a:gd name="connsiteX1-63" fmla="*/ 950578 w 950578"/>
                <a:gd name="connsiteY1-64" fmla="*/ 6799186 h 6799186"/>
                <a:gd name="connsiteX2-65" fmla="*/ 225566 w 950578"/>
                <a:gd name="connsiteY2-66" fmla="*/ 6443336 h 6799186"/>
                <a:gd name="connsiteX3-67" fmla="*/ 0 w 950578"/>
                <a:gd name="connsiteY3-68" fmla="*/ 2427988 h 6799186"/>
                <a:gd name="connsiteX4-69" fmla="*/ 749183 w 950578"/>
                <a:gd name="connsiteY4-70" fmla="*/ 0 h 6799186"/>
                <a:gd name="connsiteX0-71" fmla="*/ 749183 w 950578"/>
                <a:gd name="connsiteY0-72" fmla="*/ 0 h 6799186"/>
                <a:gd name="connsiteX1-73" fmla="*/ 950578 w 950578"/>
                <a:gd name="connsiteY1-74" fmla="*/ 6799186 h 6799186"/>
                <a:gd name="connsiteX2-75" fmla="*/ 225566 w 950578"/>
                <a:gd name="connsiteY2-76" fmla="*/ 6443336 h 6799186"/>
                <a:gd name="connsiteX3-77" fmla="*/ 0 w 950578"/>
                <a:gd name="connsiteY3-78" fmla="*/ 2427988 h 6799186"/>
                <a:gd name="connsiteX4-79" fmla="*/ 749183 w 950578"/>
                <a:gd name="connsiteY4-80" fmla="*/ 0 h 6799186"/>
                <a:gd name="connsiteX0-81" fmla="*/ 822892 w 1024287"/>
                <a:gd name="connsiteY0-82" fmla="*/ 0 h 6799186"/>
                <a:gd name="connsiteX1-83" fmla="*/ 1024287 w 1024287"/>
                <a:gd name="connsiteY1-84" fmla="*/ 6799186 h 6799186"/>
                <a:gd name="connsiteX2-85" fmla="*/ 0 w 1024287"/>
                <a:gd name="connsiteY2-86" fmla="*/ 6343700 h 6799186"/>
                <a:gd name="connsiteX3-87" fmla="*/ 73709 w 1024287"/>
                <a:gd name="connsiteY3-88" fmla="*/ 2427988 h 6799186"/>
                <a:gd name="connsiteX4-89" fmla="*/ 822892 w 1024287"/>
                <a:gd name="connsiteY4-90" fmla="*/ 0 h 6799186"/>
                <a:gd name="connsiteX0-91" fmla="*/ 822892 w 1018908"/>
                <a:gd name="connsiteY0-92" fmla="*/ 0 h 6852033"/>
                <a:gd name="connsiteX1-93" fmla="*/ 1018908 w 1018908"/>
                <a:gd name="connsiteY1-94" fmla="*/ 6852033 h 6852033"/>
                <a:gd name="connsiteX2-95" fmla="*/ 0 w 1018908"/>
                <a:gd name="connsiteY2-96" fmla="*/ 6343700 h 6852033"/>
                <a:gd name="connsiteX3-97" fmla="*/ 73709 w 1018908"/>
                <a:gd name="connsiteY3-98" fmla="*/ 2427988 h 6852033"/>
                <a:gd name="connsiteX4-99" fmla="*/ 822892 w 1018908"/>
                <a:gd name="connsiteY4-100" fmla="*/ 0 h 6852033"/>
                <a:gd name="connsiteX0-101" fmla="*/ 749183 w 945199"/>
                <a:gd name="connsiteY0-102" fmla="*/ 0 h 6852033"/>
                <a:gd name="connsiteX1-103" fmla="*/ 945199 w 945199"/>
                <a:gd name="connsiteY1-104" fmla="*/ 6852033 h 6852033"/>
                <a:gd name="connsiteX2-105" fmla="*/ 89869 w 945199"/>
                <a:gd name="connsiteY2-106" fmla="*/ 6470297 h 6852033"/>
                <a:gd name="connsiteX3-107" fmla="*/ 0 w 945199"/>
                <a:gd name="connsiteY3-108" fmla="*/ 2427988 h 6852033"/>
                <a:gd name="connsiteX4-109" fmla="*/ 749183 w 945199"/>
                <a:gd name="connsiteY4-110" fmla="*/ 0 h 6852033"/>
                <a:gd name="connsiteX0-111" fmla="*/ 749183 w 945199"/>
                <a:gd name="connsiteY0-112" fmla="*/ 0 h 6852033"/>
                <a:gd name="connsiteX1-113" fmla="*/ 945199 w 945199"/>
                <a:gd name="connsiteY1-114" fmla="*/ 6852033 h 6852033"/>
                <a:gd name="connsiteX2-115" fmla="*/ 104432 w 945199"/>
                <a:gd name="connsiteY2-116" fmla="*/ 6422217 h 6852033"/>
                <a:gd name="connsiteX3-117" fmla="*/ 0 w 945199"/>
                <a:gd name="connsiteY3-118" fmla="*/ 2427988 h 6852033"/>
                <a:gd name="connsiteX4-119" fmla="*/ 749183 w 945199"/>
                <a:gd name="connsiteY4-120" fmla="*/ 0 h 6852033"/>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945199" h="6852033">
                  <a:moveTo>
                    <a:pt x="749183" y="0"/>
                  </a:moveTo>
                  <a:lnTo>
                    <a:pt x="945199" y="6852033"/>
                  </a:lnTo>
                  <a:lnTo>
                    <a:pt x="104432" y="6422217"/>
                  </a:lnTo>
                  <a:lnTo>
                    <a:pt x="0" y="2427988"/>
                  </a:lnTo>
                  <a:cubicBezTo>
                    <a:pt x="526428" y="705116"/>
                    <a:pt x="-4876" y="2439324"/>
                    <a:pt x="749183" y="0"/>
                  </a:cubicBezTo>
                  <a:close/>
                </a:path>
              </a:pathLst>
            </a:custGeom>
            <a:solidFill>
              <a:srgbClr val="F02424">
                <a:alpha val="80000"/>
              </a:srgbClr>
            </a:solidFill>
            <a:ln w="25400" cap="flat" cmpd="sng" algn="ctr">
              <a:noFill/>
              <a:prstDash val="solid"/>
            </a:ln>
            <a:effectLst/>
          </p:spPr>
          <p:txBody>
            <a:bodyPr rtlCol="0" anchor="ctr"/>
            <a:lstStyle>
              <a:defPPr>
                <a:defRPr lang="zh-CN"/>
              </a:defPPr>
              <a:lvl1pPr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Calibri" panose="020F0502020204030204"/>
                <a:ea typeface="SimSun" panose="02010600030101010101" pitchFamily="2" charset="-122"/>
                <a:cs typeface="+mn-cs"/>
              </a:endParaRPr>
            </a:p>
          </p:txBody>
        </p:sp>
        <p:sp>
          <p:nvSpPr>
            <p:cNvPr id="140" name="TextBox 76"/>
            <p:cNvSpPr txBox="1"/>
            <p:nvPr/>
          </p:nvSpPr>
          <p:spPr>
            <a:xfrm rot="3922695">
              <a:off x="3133543" y="6980527"/>
              <a:ext cx="5688632" cy="1050925"/>
            </a:xfrm>
            <a:prstGeom prst="rect">
              <a:avLst/>
            </a:prstGeom>
            <a:noFill/>
          </p:spPr>
          <p:txBody>
            <a:bodyPr wrap="square" rtlCol="0">
              <a:spAutoFit/>
            </a:bodyPr>
            <a:lstStyle>
              <a:defPPr>
                <a:defRPr lang="zh-CN"/>
              </a:defPPr>
              <a:lvl1pPr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9pPr>
            </a:lstStyle>
            <a:p>
              <a:pPr lvl="0" algn="ctr" fontAlgn="auto">
                <a:lnSpc>
                  <a:spcPct val="130000"/>
                </a:lnSpc>
                <a:spcBef>
                  <a:spcPts val="0"/>
                </a:spcBef>
                <a:spcAft>
                  <a:spcPts val="0"/>
                </a:spcAft>
                <a:defRPr/>
              </a:pPr>
              <a:r>
                <a:rPr kumimoji="0" lang="zh-CN" altLang="en-US" sz="4800" b="1" i="0" u="none" strike="noStrike" kern="0" cap="none" spc="0" normalizeH="0" baseline="0" noProof="0" dirty="0" smtClean="0">
                  <a:ln>
                    <a:noFill/>
                  </a:ln>
                  <a:solidFill>
                    <a:sysClr val="window" lastClr="FFFFFF"/>
                  </a:solidFill>
                  <a:effectLst/>
                  <a:uLnTx/>
                  <a:uFillTx/>
                  <a:latin typeface="Microsoft YaHei" panose="020B0503020204020204" pitchFamily="34" charset="-122"/>
                  <a:ea typeface="Microsoft YaHei" panose="020B0503020204020204" pitchFamily="34" charset="-122"/>
                  <a:cs typeface="Calibri" panose="020F0502020204030204" pitchFamily="34" charset="0"/>
                </a:rPr>
                <a:t>  </a:t>
              </a:r>
              <a:r>
                <a:rPr kumimoji="0" lang="vi-VN" altLang="en-US" sz="4800" b="1" i="0" u="none" strike="noStrike" kern="0" cap="none" spc="0" normalizeH="0" baseline="0" noProof="0" dirty="0" smtClean="0">
                  <a:ln>
                    <a:noFill/>
                  </a:ln>
                  <a:solidFill>
                    <a:sysClr val="window" lastClr="FFFFFF"/>
                  </a:solidFill>
                  <a:effectLst/>
                  <a:uLnTx/>
                  <a:uFillTx/>
                  <a:latin typeface="Microsoft YaHei" panose="020B0503020204020204" pitchFamily="34" charset="-122"/>
                  <a:ea typeface="Microsoft YaHei" panose="020B0503020204020204" pitchFamily="34" charset="-122"/>
                  <a:cs typeface="Calibri" panose="020F0502020204030204" pitchFamily="34" charset="0"/>
                </a:rPr>
                <a:t>Nội </a:t>
              </a:r>
              <a:r>
                <a:rPr kumimoji="0" lang="vi-VN" altLang="en-US" sz="4800" b="1" i="0" u="none" strike="noStrike" kern="0" cap="none" spc="0" normalizeH="0" baseline="0" noProof="0" dirty="0" smtClean="0">
                  <a:ln>
                    <a:noFill/>
                  </a:ln>
                  <a:solidFill>
                    <a:sysClr val="window" lastClr="FFFFFF"/>
                  </a:solidFill>
                  <a:effectLst/>
                  <a:uLnTx/>
                  <a:uFillTx/>
                  <a:latin typeface="Microsoft YaHei" panose="020B0503020204020204" pitchFamily="34" charset="-122"/>
                  <a:ea typeface="Microsoft YaHei" panose="020B0503020204020204" pitchFamily="34" charset="-122"/>
                  <a:cs typeface="Calibri" panose="020F0502020204030204" pitchFamily="34" charset="0"/>
                </a:rPr>
                <a:t>Dung</a:t>
              </a:r>
              <a:endParaRPr kumimoji="0" lang="vi-VN" altLang="en-US" sz="4800" b="1" i="0" u="none" strike="noStrike" kern="0" cap="none" spc="0" normalizeH="0" baseline="0" noProof="0" dirty="0" smtClean="0">
                <a:ln>
                  <a:noFill/>
                </a:ln>
                <a:solidFill>
                  <a:sysClr val="window" lastClr="FFFFFF"/>
                </a:solidFill>
                <a:effectLst/>
                <a:uLnTx/>
                <a:uFillTx/>
                <a:latin typeface="Microsoft YaHei" panose="020B0503020204020204" pitchFamily="34" charset="-122"/>
                <a:ea typeface="Microsoft YaHei" panose="020B0503020204020204" pitchFamily="34" charset="-122"/>
                <a:cs typeface="Calibri" panose="020F0502020204030204" pitchFamily="34" charset="0"/>
              </a:endParaRPr>
            </a:p>
          </p:txBody>
        </p:sp>
      </p:grpSp>
      <p:grpSp>
        <p:nvGrpSpPr>
          <p:cNvPr id="3" name="组合 148"/>
          <p:cNvGrpSpPr/>
          <p:nvPr/>
        </p:nvGrpSpPr>
        <p:grpSpPr>
          <a:xfrm>
            <a:off x="2808204" y="2273424"/>
            <a:ext cx="1930979" cy="1682292"/>
            <a:chOff x="5741091" y="1656534"/>
            <a:chExt cx="1930979" cy="1682292"/>
          </a:xfrm>
        </p:grpSpPr>
        <p:grpSp>
          <p:nvGrpSpPr>
            <p:cNvPr id="4" name="组合 110"/>
            <p:cNvGrpSpPr/>
            <p:nvPr/>
          </p:nvGrpSpPr>
          <p:grpSpPr>
            <a:xfrm rot="20248206">
              <a:off x="6143375" y="1925916"/>
              <a:ext cx="961633" cy="1412910"/>
              <a:chOff x="1403648" y="1052736"/>
              <a:chExt cx="1803331" cy="2808312"/>
            </a:xfrm>
          </p:grpSpPr>
          <p:sp>
            <p:nvSpPr>
              <p:cNvPr id="5" name="圆角矩形 146"/>
              <p:cNvSpPr/>
              <p:nvPr/>
            </p:nvSpPr>
            <p:spPr>
              <a:xfrm>
                <a:off x="1403648" y="1052736"/>
                <a:ext cx="1803331" cy="2808312"/>
              </a:xfrm>
              <a:prstGeom prst="roundRect">
                <a:avLst>
                  <a:gd name="adj" fmla="val 12132"/>
                </a:avLst>
              </a:prstGeom>
              <a:solidFill>
                <a:srgbClr val="8DB529"/>
              </a:solidFill>
              <a:ln w="25400" cap="flat" cmpd="sng" algn="ctr">
                <a:noFill/>
                <a:prstDash val="solid"/>
              </a:ln>
              <a:effectLst/>
            </p:spPr>
            <p:txBody>
              <a:bodyPr rtlCol="0" anchor="ctr"/>
              <a:lstStyle>
                <a:defPPr>
                  <a:defRPr lang="zh-CN"/>
                </a:defPPr>
                <a:lvl1pPr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Calibri" panose="020F0502020204030204"/>
                  <a:ea typeface="SimSun" panose="02010600030101010101" pitchFamily="2" charset="-122"/>
                  <a:cs typeface="+mn-cs"/>
                </a:endParaRPr>
              </a:p>
            </p:txBody>
          </p:sp>
          <p:sp>
            <p:nvSpPr>
              <p:cNvPr id="6" name="圆角矩形 147"/>
              <p:cNvSpPr/>
              <p:nvPr/>
            </p:nvSpPr>
            <p:spPr>
              <a:xfrm>
                <a:off x="1480545" y="1111681"/>
                <a:ext cx="1656184" cy="2691298"/>
              </a:xfrm>
              <a:prstGeom prst="roundRect">
                <a:avLst>
                  <a:gd name="adj" fmla="val 12132"/>
                </a:avLst>
              </a:prstGeom>
              <a:solidFill>
                <a:srgbClr val="F02424"/>
              </a:solidFill>
              <a:ln w="25400" cap="flat" cmpd="sng" algn="ctr">
                <a:solidFill>
                  <a:sysClr val="window" lastClr="FFFFFF"/>
                </a:solidFill>
                <a:prstDash val="solid"/>
              </a:ln>
              <a:effectLst/>
            </p:spPr>
            <p:txBody>
              <a:bodyPr rtlCol="0" anchor="ctr"/>
              <a:lstStyle>
                <a:defPPr>
                  <a:defRPr lang="zh-CN"/>
                </a:defPPr>
                <a:lvl1pPr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Calibri" panose="020F0502020204030204"/>
                  <a:ea typeface="SimSun" panose="02010600030101010101" pitchFamily="2" charset="-122"/>
                  <a:cs typeface="+mn-cs"/>
                </a:endParaRPr>
              </a:p>
            </p:txBody>
          </p:sp>
        </p:grpSp>
        <p:sp>
          <p:nvSpPr>
            <p:cNvPr id="7" name="TextBox 42"/>
            <p:cNvSpPr txBox="1"/>
            <p:nvPr/>
          </p:nvSpPr>
          <p:spPr>
            <a:xfrm rot="20248206">
              <a:off x="6054542" y="1656534"/>
              <a:ext cx="829980" cy="1604414"/>
            </a:xfrm>
            <a:prstGeom prst="rect">
              <a:avLst/>
            </a:prstGeom>
            <a:noFill/>
          </p:spPr>
          <p:txBody>
            <a:bodyPr wrap="square" rtlCol="0">
              <a:spAutoFit/>
            </a:bodyPr>
            <a:lstStyle>
              <a:defPPr>
                <a:defRPr lang="zh-CN"/>
              </a:defPPr>
              <a:lvl1pPr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9pPr>
            </a:lstStyle>
            <a:p>
              <a:pPr marL="0" marR="0" lvl="0" indent="0" algn="just" defTabSz="914400" eaLnBrk="1" fontAlgn="auto" latinLnBrk="0" hangingPunct="1">
                <a:lnSpc>
                  <a:spcPct val="130000"/>
                </a:lnSpc>
                <a:spcBef>
                  <a:spcPts val="0"/>
                </a:spcBef>
                <a:spcAft>
                  <a:spcPts val="0"/>
                </a:spcAft>
                <a:buClrTx/>
                <a:buSzTx/>
                <a:buFontTx/>
                <a:buNone/>
                <a:defRPr/>
              </a:pPr>
              <a:r>
                <a:rPr kumimoji="0" lang="en-US" altLang="zh-CN" sz="8800" b="1" i="0" u="none" strike="noStrike" kern="0" cap="none" spc="0" normalizeH="0" baseline="0" noProof="0" dirty="0" smtClean="0">
                  <a:ln>
                    <a:noFill/>
                  </a:ln>
                  <a:solidFill>
                    <a:sysClr val="window" lastClr="FFFFFF"/>
                  </a:solidFill>
                  <a:effectLst/>
                  <a:uLnTx/>
                  <a:uFillTx/>
                  <a:latin typeface="Gungsuh" panose="02030600000101010101" pitchFamily="18" charset="-127"/>
                  <a:ea typeface="Gungsuh" panose="02030600000101010101" pitchFamily="18" charset="-127"/>
                </a:rPr>
                <a:t>1</a:t>
              </a:r>
              <a:endParaRPr kumimoji="0" lang="en-US" altLang="zh-CN" sz="8800" b="1" i="0" u="none" strike="noStrike" kern="0" cap="none" spc="0" normalizeH="0" baseline="0" noProof="0" dirty="0" smtClean="0">
                <a:ln>
                  <a:noFill/>
                </a:ln>
                <a:solidFill>
                  <a:sysClr val="window" lastClr="FFFFFF"/>
                </a:solidFill>
                <a:effectLst/>
                <a:uLnTx/>
                <a:uFillTx/>
                <a:latin typeface="Gungsuh" panose="02030600000101010101" pitchFamily="18" charset="-127"/>
                <a:ea typeface="Gungsuh" panose="02030600000101010101" pitchFamily="18" charset="-127"/>
              </a:endParaRPr>
            </a:p>
          </p:txBody>
        </p:sp>
        <p:sp>
          <p:nvSpPr>
            <p:cNvPr id="8" name="圆角矩形 9"/>
            <p:cNvSpPr/>
            <p:nvPr/>
          </p:nvSpPr>
          <p:spPr>
            <a:xfrm rot="20248206">
              <a:off x="6283959" y="2633656"/>
              <a:ext cx="961633" cy="684647"/>
            </a:xfrm>
            <a:custGeom>
              <a:avLst/>
              <a:gdLst/>
              <a:ahLst/>
              <a:cxnLst/>
              <a:rect l="l" t="t" r="r" b="b"/>
              <a:pathLst>
                <a:path w="1470269" h="1046776">
                  <a:moveTo>
                    <a:pt x="0" y="0"/>
                  </a:moveTo>
                  <a:lnTo>
                    <a:pt x="1470269" y="609904"/>
                  </a:lnTo>
                  <a:lnTo>
                    <a:pt x="1470269" y="868403"/>
                  </a:lnTo>
                  <a:cubicBezTo>
                    <a:pt x="1470269" y="966916"/>
                    <a:pt x="1390409" y="1046776"/>
                    <a:pt x="1291896" y="1046776"/>
                  </a:cubicBezTo>
                  <a:lnTo>
                    <a:pt x="178373" y="1046776"/>
                  </a:lnTo>
                  <a:cubicBezTo>
                    <a:pt x="79860" y="1046776"/>
                    <a:pt x="0" y="966916"/>
                    <a:pt x="0" y="868403"/>
                  </a:cubicBezTo>
                  <a:close/>
                </a:path>
              </a:pathLst>
            </a:custGeom>
            <a:solidFill>
              <a:srgbClr val="FFFFFF">
                <a:alpha val="67843"/>
              </a:srgbClr>
            </a:solidFill>
            <a:ln w="25400" cap="flat" cmpd="sng" algn="ctr">
              <a:noFill/>
              <a:prstDash val="solid"/>
            </a:ln>
            <a:effectLst/>
          </p:spPr>
          <p:txBody>
            <a:bodyPr rtlCol="0" anchor="ctr"/>
            <a:lstStyle>
              <a:defPPr>
                <a:defRPr lang="zh-CN"/>
              </a:defPPr>
              <a:lvl1pPr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Calibri" panose="020F0502020204030204"/>
                <a:ea typeface="SimSun" panose="02010600030101010101" pitchFamily="2" charset="-122"/>
                <a:cs typeface="+mn-cs"/>
              </a:endParaRPr>
            </a:p>
          </p:txBody>
        </p:sp>
        <p:pic>
          <p:nvPicPr>
            <p:cNvPr id="9" name="Picture 2"/>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a:stretch>
              <a:fillRect/>
            </a:stretch>
          </p:blipFill>
          <p:spPr bwMode="auto">
            <a:xfrm>
              <a:off x="5741091" y="2730048"/>
              <a:ext cx="1930979" cy="121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14" name="组合 150"/>
          <p:cNvGrpSpPr/>
          <p:nvPr/>
        </p:nvGrpSpPr>
        <p:grpSpPr>
          <a:xfrm>
            <a:off x="3636063" y="4238417"/>
            <a:ext cx="1930979" cy="1661464"/>
            <a:chOff x="6338096" y="3131124"/>
            <a:chExt cx="1930979" cy="1661464"/>
          </a:xfrm>
        </p:grpSpPr>
        <p:grpSp>
          <p:nvGrpSpPr>
            <p:cNvPr id="15" name="组合 149"/>
            <p:cNvGrpSpPr/>
            <p:nvPr/>
          </p:nvGrpSpPr>
          <p:grpSpPr>
            <a:xfrm>
              <a:off x="6651547" y="3131124"/>
              <a:ext cx="1191050" cy="1661464"/>
              <a:chOff x="6651547" y="3131124"/>
              <a:chExt cx="1191050" cy="1661464"/>
            </a:xfrm>
          </p:grpSpPr>
          <p:grpSp>
            <p:nvGrpSpPr>
              <p:cNvPr id="16" name="组合 117"/>
              <p:cNvGrpSpPr/>
              <p:nvPr/>
            </p:nvGrpSpPr>
            <p:grpSpPr>
              <a:xfrm rot="20248206">
                <a:off x="6740380" y="3379678"/>
                <a:ext cx="961633" cy="1412910"/>
                <a:chOff x="1403648" y="1052736"/>
                <a:chExt cx="1803331" cy="2808312"/>
              </a:xfrm>
            </p:grpSpPr>
            <p:sp>
              <p:nvSpPr>
                <p:cNvPr id="17" name="圆角矩形 144"/>
                <p:cNvSpPr/>
                <p:nvPr/>
              </p:nvSpPr>
              <p:spPr>
                <a:xfrm>
                  <a:off x="1403648" y="1052736"/>
                  <a:ext cx="1803331" cy="2808312"/>
                </a:xfrm>
                <a:prstGeom prst="roundRect">
                  <a:avLst>
                    <a:gd name="adj" fmla="val 12132"/>
                  </a:avLst>
                </a:prstGeom>
                <a:solidFill>
                  <a:srgbClr val="8DB529"/>
                </a:solidFill>
                <a:ln w="25400" cap="flat" cmpd="sng" algn="ctr">
                  <a:noFill/>
                  <a:prstDash val="solid"/>
                </a:ln>
                <a:effectLst/>
              </p:spPr>
              <p:txBody>
                <a:bodyPr rtlCol="0" anchor="ctr"/>
                <a:lstStyle>
                  <a:defPPr>
                    <a:defRPr lang="zh-CN"/>
                  </a:defPPr>
                  <a:lvl1pPr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Calibri" panose="020F0502020204030204"/>
                    <a:ea typeface="SimSun" panose="02010600030101010101" pitchFamily="2" charset="-122"/>
                    <a:cs typeface="+mn-cs"/>
                  </a:endParaRPr>
                </a:p>
              </p:txBody>
            </p:sp>
            <p:sp>
              <p:nvSpPr>
                <p:cNvPr id="18" name="圆角矩形 145"/>
                <p:cNvSpPr/>
                <p:nvPr/>
              </p:nvSpPr>
              <p:spPr>
                <a:xfrm>
                  <a:off x="1480545" y="1111681"/>
                  <a:ext cx="1656184" cy="2691298"/>
                </a:xfrm>
                <a:prstGeom prst="roundRect">
                  <a:avLst>
                    <a:gd name="adj" fmla="val 12132"/>
                  </a:avLst>
                </a:prstGeom>
                <a:solidFill>
                  <a:srgbClr val="F02424"/>
                </a:solidFill>
                <a:ln w="25400" cap="flat" cmpd="sng" algn="ctr">
                  <a:solidFill>
                    <a:sysClr val="window" lastClr="FFFFFF"/>
                  </a:solidFill>
                  <a:prstDash val="solid"/>
                </a:ln>
                <a:effectLst/>
              </p:spPr>
              <p:txBody>
                <a:bodyPr rtlCol="0" anchor="ctr"/>
                <a:lstStyle>
                  <a:defPPr>
                    <a:defRPr lang="zh-CN"/>
                  </a:defPPr>
                  <a:lvl1pPr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Calibri" panose="020F0502020204030204"/>
                    <a:ea typeface="SimSun" panose="02010600030101010101" pitchFamily="2" charset="-122"/>
                    <a:cs typeface="+mn-cs"/>
                  </a:endParaRPr>
                </a:p>
              </p:txBody>
            </p:sp>
          </p:grpSp>
          <p:sp>
            <p:nvSpPr>
              <p:cNvPr id="19" name="TextBox 51"/>
              <p:cNvSpPr txBox="1"/>
              <p:nvPr/>
            </p:nvSpPr>
            <p:spPr>
              <a:xfrm rot="20248206">
                <a:off x="6651547" y="3131124"/>
                <a:ext cx="829980" cy="1604414"/>
              </a:xfrm>
              <a:prstGeom prst="rect">
                <a:avLst/>
              </a:prstGeom>
              <a:noFill/>
            </p:spPr>
            <p:txBody>
              <a:bodyPr wrap="square" rtlCol="0">
                <a:spAutoFit/>
              </a:bodyPr>
              <a:lstStyle>
                <a:defPPr>
                  <a:defRPr lang="zh-CN"/>
                </a:defPPr>
                <a:lvl1pPr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9pPr>
              </a:lstStyle>
              <a:p>
                <a:pPr marL="0" marR="0" lvl="0" indent="0" algn="just" defTabSz="914400" eaLnBrk="1" fontAlgn="auto" latinLnBrk="0" hangingPunct="1">
                  <a:lnSpc>
                    <a:spcPct val="130000"/>
                  </a:lnSpc>
                  <a:spcBef>
                    <a:spcPts val="0"/>
                  </a:spcBef>
                  <a:spcAft>
                    <a:spcPts val="0"/>
                  </a:spcAft>
                  <a:buClrTx/>
                  <a:buSzTx/>
                  <a:buFontTx/>
                  <a:buNone/>
                  <a:defRPr/>
                </a:pPr>
                <a:r>
                  <a:rPr kumimoji="0" lang="en-US" altLang="zh-CN" sz="8800" b="1" i="0" u="none" strike="noStrike" kern="0" cap="none" spc="0" normalizeH="0" baseline="0" noProof="0" dirty="0" smtClean="0">
                    <a:ln>
                      <a:noFill/>
                    </a:ln>
                    <a:solidFill>
                      <a:sysClr val="window" lastClr="FFFFFF"/>
                    </a:solidFill>
                    <a:effectLst/>
                    <a:uLnTx/>
                    <a:uFillTx/>
                    <a:latin typeface="Gungsuh" panose="02030600000101010101" pitchFamily="18" charset="-127"/>
                    <a:ea typeface="Gungsuh" panose="02030600000101010101" pitchFamily="18" charset="-127"/>
                  </a:rPr>
                  <a:t>2</a:t>
                </a:r>
                <a:endParaRPr kumimoji="0" lang="en-US" altLang="zh-CN" sz="8800" b="1" i="0" u="none" strike="noStrike" kern="0" cap="none" spc="0" normalizeH="0" baseline="0" noProof="0" dirty="0" smtClean="0">
                  <a:ln>
                    <a:noFill/>
                  </a:ln>
                  <a:solidFill>
                    <a:sysClr val="window" lastClr="FFFFFF"/>
                  </a:solidFill>
                  <a:effectLst/>
                  <a:uLnTx/>
                  <a:uFillTx/>
                  <a:latin typeface="Gungsuh" panose="02030600000101010101" pitchFamily="18" charset="-127"/>
                  <a:ea typeface="Gungsuh" panose="02030600000101010101" pitchFamily="18" charset="-127"/>
                </a:endParaRPr>
              </a:p>
            </p:txBody>
          </p:sp>
          <p:sp>
            <p:nvSpPr>
              <p:cNvPr id="20" name="圆角矩形 9"/>
              <p:cNvSpPr/>
              <p:nvPr/>
            </p:nvSpPr>
            <p:spPr>
              <a:xfrm rot="20248206">
                <a:off x="6880964" y="4087418"/>
                <a:ext cx="961633" cy="684647"/>
              </a:xfrm>
              <a:custGeom>
                <a:avLst/>
                <a:gdLst/>
                <a:ahLst/>
                <a:cxnLst/>
                <a:rect l="l" t="t" r="r" b="b"/>
                <a:pathLst>
                  <a:path w="1470269" h="1046776">
                    <a:moveTo>
                      <a:pt x="0" y="0"/>
                    </a:moveTo>
                    <a:lnTo>
                      <a:pt x="1470269" y="609904"/>
                    </a:lnTo>
                    <a:lnTo>
                      <a:pt x="1470269" y="868403"/>
                    </a:lnTo>
                    <a:cubicBezTo>
                      <a:pt x="1470269" y="966916"/>
                      <a:pt x="1390409" y="1046776"/>
                      <a:pt x="1291896" y="1046776"/>
                    </a:cubicBezTo>
                    <a:lnTo>
                      <a:pt x="178373" y="1046776"/>
                    </a:lnTo>
                    <a:cubicBezTo>
                      <a:pt x="79860" y="1046776"/>
                      <a:pt x="0" y="966916"/>
                      <a:pt x="0" y="868403"/>
                    </a:cubicBezTo>
                    <a:close/>
                  </a:path>
                </a:pathLst>
              </a:custGeom>
              <a:solidFill>
                <a:srgbClr val="FFFFFF">
                  <a:alpha val="67843"/>
                </a:srgbClr>
              </a:solidFill>
              <a:ln w="25400" cap="flat" cmpd="sng" algn="ctr">
                <a:noFill/>
                <a:prstDash val="solid"/>
              </a:ln>
              <a:effectLst/>
            </p:spPr>
            <p:txBody>
              <a:bodyPr rtlCol="0" anchor="ctr"/>
              <a:lstStyle>
                <a:defPPr>
                  <a:defRPr lang="zh-CN"/>
                </a:defPPr>
                <a:lvl1pPr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Calibri" panose="020F0502020204030204"/>
                  <a:ea typeface="SimSun" panose="02010600030101010101" pitchFamily="2" charset="-122"/>
                  <a:cs typeface="+mn-cs"/>
                </a:endParaRPr>
              </a:p>
            </p:txBody>
          </p:sp>
        </p:grpSp>
        <p:pic>
          <p:nvPicPr>
            <p:cNvPr id="21" name="Picture 2"/>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a:stretch>
              <a:fillRect/>
            </a:stretch>
          </p:blipFill>
          <p:spPr bwMode="auto">
            <a:xfrm>
              <a:off x="6338096" y="4183810"/>
              <a:ext cx="1930979" cy="121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22" name="组合 151"/>
          <p:cNvGrpSpPr/>
          <p:nvPr/>
        </p:nvGrpSpPr>
        <p:grpSpPr>
          <a:xfrm>
            <a:off x="4507179" y="6170460"/>
            <a:ext cx="1930979" cy="1682292"/>
            <a:chOff x="6965227" y="4571284"/>
            <a:chExt cx="1930979" cy="1682292"/>
          </a:xfrm>
        </p:grpSpPr>
        <p:grpSp>
          <p:nvGrpSpPr>
            <p:cNvPr id="23" name="组合 124"/>
            <p:cNvGrpSpPr/>
            <p:nvPr/>
          </p:nvGrpSpPr>
          <p:grpSpPr>
            <a:xfrm rot="20248206">
              <a:off x="7367511" y="4840666"/>
              <a:ext cx="961633" cy="1412910"/>
              <a:chOff x="1403648" y="1052736"/>
              <a:chExt cx="1803331" cy="2808312"/>
            </a:xfrm>
          </p:grpSpPr>
          <p:sp>
            <p:nvSpPr>
              <p:cNvPr id="24" name="圆角矩形 142"/>
              <p:cNvSpPr/>
              <p:nvPr/>
            </p:nvSpPr>
            <p:spPr>
              <a:xfrm>
                <a:off x="1403648" y="1052736"/>
                <a:ext cx="1803331" cy="2808312"/>
              </a:xfrm>
              <a:prstGeom prst="roundRect">
                <a:avLst>
                  <a:gd name="adj" fmla="val 12132"/>
                </a:avLst>
              </a:prstGeom>
              <a:solidFill>
                <a:srgbClr val="F02424"/>
              </a:solidFill>
              <a:ln w="25400" cap="flat" cmpd="sng" algn="ctr">
                <a:noFill/>
                <a:prstDash val="solid"/>
              </a:ln>
              <a:effectLst/>
            </p:spPr>
            <p:txBody>
              <a:bodyPr rtlCol="0" anchor="ctr"/>
              <a:lstStyle>
                <a:defPPr>
                  <a:defRPr lang="zh-CN"/>
                </a:defPPr>
                <a:lvl1pPr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Calibri" panose="020F0502020204030204"/>
                  <a:ea typeface="SimSun" panose="02010600030101010101" pitchFamily="2" charset="-122"/>
                  <a:cs typeface="+mn-cs"/>
                </a:endParaRPr>
              </a:p>
            </p:txBody>
          </p:sp>
          <p:sp>
            <p:nvSpPr>
              <p:cNvPr id="25" name="圆角矩形 143"/>
              <p:cNvSpPr/>
              <p:nvPr/>
            </p:nvSpPr>
            <p:spPr>
              <a:xfrm>
                <a:off x="1480545" y="1111681"/>
                <a:ext cx="1656184" cy="2691298"/>
              </a:xfrm>
              <a:prstGeom prst="roundRect">
                <a:avLst>
                  <a:gd name="adj" fmla="val 12132"/>
                </a:avLst>
              </a:prstGeom>
              <a:noFill/>
              <a:ln w="25400" cap="flat" cmpd="sng" algn="ctr">
                <a:solidFill>
                  <a:schemeClr val="bg1"/>
                </a:solidFill>
                <a:prstDash val="solid"/>
              </a:ln>
              <a:effectLst/>
            </p:spPr>
            <p:txBody>
              <a:bodyPr rtlCol="0" anchor="ctr"/>
              <a:lstStyle>
                <a:defPPr>
                  <a:defRPr lang="zh-CN"/>
                </a:defPPr>
                <a:lvl1pPr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Calibri" panose="020F0502020204030204"/>
                  <a:ea typeface="SimSun" panose="02010600030101010101" pitchFamily="2" charset="-122"/>
                  <a:cs typeface="+mn-cs"/>
                </a:endParaRPr>
              </a:p>
            </p:txBody>
          </p:sp>
        </p:grpSp>
        <p:sp>
          <p:nvSpPr>
            <p:cNvPr id="26" name="TextBox 60"/>
            <p:cNvSpPr txBox="1"/>
            <p:nvPr/>
          </p:nvSpPr>
          <p:spPr>
            <a:xfrm rot="20248206">
              <a:off x="7278678" y="4571284"/>
              <a:ext cx="829980" cy="1604414"/>
            </a:xfrm>
            <a:prstGeom prst="rect">
              <a:avLst/>
            </a:prstGeom>
            <a:noFill/>
          </p:spPr>
          <p:txBody>
            <a:bodyPr wrap="square" rtlCol="0">
              <a:spAutoFit/>
            </a:bodyPr>
            <a:lstStyle>
              <a:defPPr>
                <a:defRPr lang="zh-CN"/>
              </a:defPPr>
              <a:lvl1pPr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9pPr>
            </a:lstStyle>
            <a:p>
              <a:pPr marL="0" marR="0" lvl="0" indent="0" algn="just" defTabSz="914400" eaLnBrk="1" fontAlgn="auto" latinLnBrk="0" hangingPunct="1">
                <a:lnSpc>
                  <a:spcPct val="130000"/>
                </a:lnSpc>
                <a:spcBef>
                  <a:spcPts val="0"/>
                </a:spcBef>
                <a:spcAft>
                  <a:spcPts val="0"/>
                </a:spcAft>
                <a:buClrTx/>
                <a:buSzTx/>
                <a:buFontTx/>
                <a:buNone/>
                <a:defRPr/>
              </a:pPr>
              <a:r>
                <a:rPr kumimoji="0" lang="en-US" altLang="zh-CN" sz="8800" b="1" i="0" u="none" strike="noStrike" kern="0" cap="none" spc="0" normalizeH="0" baseline="0" noProof="0" dirty="0" smtClean="0">
                  <a:ln>
                    <a:noFill/>
                  </a:ln>
                  <a:solidFill>
                    <a:sysClr val="window" lastClr="FFFFFF"/>
                  </a:solidFill>
                  <a:effectLst/>
                  <a:uLnTx/>
                  <a:uFillTx/>
                  <a:latin typeface="Gungsuh" panose="02030600000101010101" pitchFamily="18" charset="-127"/>
                  <a:ea typeface="Gungsuh" panose="02030600000101010101" pitchFamily="18" charset="-127"/>
                </a:rPr>
                <a:t>3</a:t>
              </a:r>
              <a:endParaRPr kumimoji="0" lang="en-US" altLang="zh-CN" sz="8800" b="1" i="0" u="none" strike="noStrike" kern="0" cap="none" spc="0" normalizeH="0" baseline="0" noProof="0" dirty="0" smtClean="0">
                <a:ln>
                  <a:noFill/>
                </a:ln>
                <a:solidFill>
                  <a:sysClr val="window" lastClr="FFFFFF"/>
                </a:solidFill>
                <a:effectLst/>
                <a:uLnTx/>
                <a:uFillTx/>
                <a:latin typeface="Gungsuh" panose="02030600000101010101" pitchFamily="18" charset="-127"/>
                <a:ea typeface="Gungsuh" panose="02030600000101010101" pitchFamily="18" charset="-127"/>
              </a:endParaRPr>
            </a:p>
          </p:txBody>
        </p:sp>
        <p:sp>
          <p:nvSpPr>
            <p:cNvPr id="27" name="圆角矩形 9"/>
            <p:cNvSpPr/>
            <p:nvPr/>
          </p:nvSpPr>
          <p:spPr>
            <a:xfrm rot="20248206">
              <a:off x="7508095" y="5548406"/>
              <a:ext cx="961633" cy="684647"/>
            </a:xfrm>
            <a:custGeom>
              <a:avLst/>
              <a:gdLst/>
              <a:ahLst/>
              <a:cxnLst/>
              <a:rect l="l" t="t" r="r" b="b"/>
              <a:pathLst>
                <a:path w="1470269" h="1046776">
                  <a:moveTo>
                    <a:pt x="0" y="0"/>
                  </a:moveTo>
                  <a:lnTo>
                    <a:pt x="1470269" y="609904"/>
                  </a:lnTo>
                  <a:lnTo>
                    <a:pt x="1470269" y="868403"/>
                  </a:lnTo>
                  <a:cubicBezTo>
                    <a:pt x="1470269" y="966916"/>
                    <a:pt x="1390409" y="1046776"/>
                    <a:pt x="1291896" y="1046776"/>
                  </a:cubicBezTo>
                  <a:lnTo>
                    <a:pt x="178373" y="1046776"/>
                  </a:lnTo>
                  <a:cubicBezTo>
                    <a:pt x="79860" y="1046776"/>
                    <a:pt x="0" y="966916"/>
                    <a:pt x="0" y="868403"/>
                  </a:cubicBezTo>
                  <a:close/>
                </a:path>
              </a:pathLst>
            </a:custGeom>
            <a:solidFill>
              <a:srgbClr val="FFFFFF">
                <a:alpha val="67843"/>
              </a:srgbClr>
            </a:solidFill>
            <a:ln w="25400" cap="flat" cmpd="sng" algn="ctr">
              <a:noFill/>
              <a:prstDash val="solid"/>
            </a:ln>
            <a:effectLst/>
          </p:spPr>
          <p:txBody>
            <a:bodyPr rtlCol="0" anchor="ctr"/>
            <a:lstStyle>
              <a:defPPr>
                <a:defRPr lang="zh-CN"/>
              </a:defPPr>
              <a:lvl1pPr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Calibri" panose="020F0502020204030204"/>
                <a:ea typeface="SimSun" panose="02010600030101010101" pitchFamily="2" charset="-122"/>
                <a:cs typeface="+mn-cs"/>
              </a:endParaRPr>
            </a:p>
          </p:txBody>
        </p:sp>
        <p:pic>
          <p:nvPicPr>
            <p:cNvPr id="28" name="Picture 2"/>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a:stretch>
              <a:fillRect/>
            </a:stretch>
          </p:blipFill>
          <p:spPr bwMode="auto">
            <a:xfrm>
              <a:off x="6965227" y="5644798"/>
              <a:ext cx="1930979" cy="121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
        <p:nvSpPr>
          <p:cNvPr id="48" name="object 3"/>
          <p:cNvSpPr txBox="1">
            <a:spLocks noChangeArrowheads="1"/>
          </p:cNvSpPr>
          <p:nvPr/>
        </p:nvSpPr>
        <p:spPr bwMode="auto">
          <a:xfrm>
            <a:off x="4259580" y="2843530"/>
            <a:ext cx="11425555" cy="615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marL="6350">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SimSun"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SimSun"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SimSun"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9pPr>
          </a:lstStyle>
          <a:p>
            <a:pPr algn="ctr">
              <a:lnSpc>
                <a:spcPct val="100000"/>
              </a:lnSpc>
              <a:spcBef>
                <a:spcPct val="0"/>
              </a:spcBef>
              <a:buFont typeface="Arial" panose="020B0604020202020204" pitchFamily="34" charset="0"/>
              <a:buNone/>
            </a:pPr>
            <a:r>
              <a:rPr lang="vi-VN" altLang="zh-CN" sz="4000" b="1" u="sng" dirty="0" smtClean="0">
                <a:solidFill>
                  <a:schemeClr val="bg1"/>
                </a:solidFill>
                <a:latin typeface="Microsoft YaHei" panose="020B0503020204020204" pitchFamily="34" charset="-122"/>
                <a:ea typeface="Microsoft YaHei" panose="020B0503020204020204" pitchFamily="34" charset="-122"/>
              </a:rPr>
              <a:t>GIỚI THIỆU CÁC MÃ HÓA CỔ ĐIỂN</a:t>
            </a:r>
            <a:endParaRPr lang="vi-VN" altLang="zh-CN" sz="4000" b="1" u="sng" dirty="0" smtClean="0">
              <a:solidFill>
                <a:schemeClr val="bg1"/>
              </a:solidFill>
              <a:latin typeface="Microsoft YaHei" panose="020B0503020204020204" pitchFamily="34" charset="-122"/>
              <a:ea typeface="Microsoft YaHei" panose="020B0503020204020204" pitchFamily="34" charset="-122"/>
            </a:endParaRPr>
          </a:p>
        </p:txBody>
      </p:sp>
      <p:sp>
        <p:nvSpPr>
          <p:cNvPr id="49" name="object 3"/>
          <p:cNvSpPr txBox="1">
            <a:spLocks noChangeArrowheads="1"/>
          </p:cNvSpPr>
          <p:nvPr/>
        </p:nvSpPr>
        <p:spPr bwMode="auto">
          <a:xfrm>
            <a:off x="6265545" y="4791710"/>
            <a:ext cx="10901680" cy="615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marL="6350">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SimSun"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SimSun"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SimSun"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9pPr>
          </a:lstStyle>
          <a:p>
            <a:pPr algn="ctr">
              <a:lnSpc>
                <a:spcPct val="100000"/>
              </a:lnSpc>
              <a:spcBef>
                <a:spcPct val="0"/>
              </a:spcBef>
              <a:buFont typeface="Arial" panose="020B0604020202020204" pitchFamily="34" charset="0"/>
              <a:buNone/>
            </a:pPr>
            <a:r>
              <a:rPr lang="vi-VN" altLang="zh-CN" sz="4000" b="1" u="sng" dirty="0" smtClean="0">
                <a:solidFill>
                  <a:schemeClr val="bg1"/>
                </a:solidFill>
                <a:latin typeface="Microsoft YaHei" panose="020B0503020204020204" pitchFamily="34" charset="-122"/>
                <a:ea typeface="Microsoft YaHei" panose="020B0503020204020204" pitchFamily="34" charset="-122"/>
              </a:rPr>
              <a:t>NGUYÊN LÝ HOẠT ĐỘNG</a:t>
            </a:r>
            <a:r>
              <a:rPr lang="en-US" altLang="vi-VN" sz="4000" b="1" u="sng" dirty="0" smtClean="0">
                <a:solidFill>
                  <a:schemeClr val="bg1"/>
                </a:solidFill>
                <a:latin typeface="Microsoft YaHei" panose="020B0503020204020204" pitchFamily="34" charset="-122"/>
                <a:ea typeface="Microsoft YaHei" panose="020B0503020204020204" pitchFamily="34" charset="-122"/>
              </a:rPr>
              <a:t> MÃ HÓA AFFINE</a:t>
            </a:r>
            <a:endParaRPr lang="en-US" altLang="vi-VN" sz="4000" b="1" u="sng" dirty="0" smtClean="0">
              <a:solidFill>
                <a:schemeClr val="bg1"/>
              </a:solidFill>
              <a:latin typeface="Microsoft YaHei" panose="020B0503020204020204" pitchFamily="34" charset="-122"/>
              <a:ea typeface="Microsoft YaHei" panose="020B0503020204020204" pitchFamily="34" charset="-122"/>
            </a:endParaRPr>
          </a:p>
        </p:txBody>
      </p:sp>
      <p:sp>
        <p:nvSpPr>
          <p:cNvPr id="50" name="object 3"/>
          <p:cNvSpPr txBox="1">
            <a:spLocks noChangeArrowheads="1"/>
          </p:cNvSpPr>
          <p:nvPr/>
        </p:nvSpPr>
        <p:spPr bwMode="auto">
          <a:xfrm>
            <a:off x="6440170" y="6826250"/>
            <a:ext cx="9111615" cy="615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marL="6350">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SimSun"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SimSun"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SimSun"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9pPr>
          </a:lstStyle>
          <a:p>
            <a:pPr algn="ctr">
              <a:lnSpc>
                <a:spcPct val="100000"/>
              </a:lnSpc>
              <a:spcBef>
                <a:spcPct val="0"/>
              </a:spcBef>
              <a:buFont typeface="Arial" panose="020B0604020202020204" pitchFamily="34" charset="0"/>
              <a:buNone/>
            </a:pPr>
            <a:r>
              <a:rPr lang="vi-VN" altLang="zh-CN" sz="4000" b="1" u="sng" dirty="0" smtClean="0">
                <a:solidFill>
                  <a:schemeClr val="bg1"/>
                </a:solidFill>
                <a:latin typeface="Microsoft YaHei" panose="020B0503020204020204" pitchFamily="34" charset="-122"/>
                <a:ea typeface="Microsoft YaHei" panose="020B0503020204020204" pitchFamily="34" charset="-122"/>
              </a:rPr>
              <a:t>DEMO CHƯƠNG TRÌNH AFFINE</a:t>
            </a:r>
            <a:endParaRPr lang="vi-VN" altLang="zh-CN" sz="4000" b="1" u="sng" dirty="0" smtClean="0">
              <a:solidFill>
                <a:schemeClr val="bg1"/>
              </a:solidFill>
              <a:latin typeface="Microsoft YaHei" panose="020B0503020204020204" pitchFamily="34" charset="-122"/>
              <a:ea typeface="Microsoft YaHei" panose="020B0503020204020204" pitchFamily="34" charset="-122"/>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0" name="图片 189"/>
          <p:cNvPicPr>
            <a:picLocks noChangeAspect="1"/>
          </p:cNvPicPr>
          <p:nvPr/>
        </p:nvPicPr>
        <p:blipFill>
          <a:blip r:embed="rId1"/>
          <a:stretch>
            <a:fillRect/>
          </a:stretch>
        </p:blipFill>
        <p:spPr>
          <a:xfrm>
            <a:off x="7680615" y="4671549"/>
            <a:ext cx="9661962" cy="5608806"/>
          </a:xfrm>
          <a:prstGeom prst="rect">
            <a:avLst/>
          </a:prstGeom>
          <a:scene3d>
            <a:camera prst="orthographicFront">
              <a:rot lat="0" lon="10800000" rev="0"/>
            </a:camera>
            <a:lightRig rig="threePt" dir="t"/>
          </a:scene3d>
        </p:spPr>
      </p:pic>
      <p:sp>
        <p:nvSpPr>
          <p:cNvPr id="156" name="平行四边形 155"/>
          <p:cNvSpPr/>
          <p:nvPr/>
        </p:nvSpPr>
        <p:spPr>
          <a:xfrm>
            <a:off x="10210806" y="2178039"/>
            <a:ext cx="7845419" cy="8029891"/>
          </a:xfrm>
          <a:custGeom>
            <a:avLst/>
            <a:gdLst>
              <a:gd name="connsiteX0" fmla="*/ 0 w 8763000"/>
              <a:gd name="connsiteY0" fmla="*/ 8029891 h 8029891"/>
              <a:gd name="connsiteX1" fmla="*/ 4625779 w 8763000"/>
              <a:gd name="connsiteY1" fmla="*/ 0 h 8029891"/>
              <a:gd name="connsiteX2" fmla="*/ 8763000 w 8763000"/>
              <a:gd name="connsiteY2" fmla="*/ 0 h 8029891"/>
              <a:gd name="connsiteX3" fmla="*/ 4137221 w 8763000"/>
              <a:gd name="connsiteY3" fmla="*/ 8029891 h 8029891"/>
              <a:gd name="connsiteX4" fmla="*/ 0 w 8763000"/>
              <a:gd name="connsiteY4" fmla="*/ 8029891 h 8029891"/>
              <a:gd name="connsiteX0-1" fmla="*/ 0 w 8763000"/>
              <a:gd name="connsiteY0-2" fmla="*/ 8029891 h 8029891"/>
              <a:gd name="connsiteX1-3" fmla="*/ 4625779 w 8763000"/>
              <a:gd name="connsiteY1-4" fmla="*/ 0 h 8029891"/>
              <a:gd name="connsiteX2-5" fmla="*/ 8763000 w 8763000"/>
              <a:gd name="connsiteY2-6" fmla="*/ 0 h 8029891"/>
              <a:gd name="connsiteX3-7" fmla="*/ 4243546 w 8763000"/>
              <a:gd name="connsiteY3-8" fmla="*/ 8008626 h 8029891"/>
              <a:gd name="connsiteX4-9" fmla="*/ 0 w 8763000"/>
              <a:gd name="connsiteY4-10" fmla="*/ 8029891 h 8029891"/>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8763000" h="8029891">
                <a:moveTo>
                  <a:pt x="0" y="8029891"/>
                </a:moveTo>
                <a:lnTo>
                  <a:pt x="4625779" y="0"/>
                </a:lnTo>
                <a:lnTo>
                  <a:pt x="8763000" y="0"/>
                </a:lnTo>
                <a:lnTo>
                  <a:pt x="4243546" y="8008626"/>
                </a:lnTo>
                <a:lnTo>
                  <a:pt x="0" y="8029891"/>
                </a:lnTo>
                <a:close/>
              </a:path>
            </a:pathLst>
          </a:custGeom>
          <a:solidFill>
            <a:schemeClr val="tx1">
              <a:lumMod val="75000"/>
              <a:lumOff val="25000"/>
              <a:alpha val="60000"/>
            </a:schemeClr>
          </a:solidFill>
          <a:ln>
            <a:noFill/>
          </a:ln>
          <a:scene3d>
            <a:camera prst="orthographicFront">
              <a:rot lat="0" lon="10800000" rev="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nvSpPr>
        <p:spPr>
          <a:xfrm>
            <a:off x="0" y="-6351"/>
            <a:ext cx="7110226" cy="10286705"/>
          </a:xfrm>
          <a:custGeom>
            <a:avLst/>
            <a:gdLst>
              <a:gd name="connsiteX0" fmla="*/ 0 w 7110226"/>
              <a:gd name="connsiteY0" fmla="*/ 0 h 10286705"/>
              <a:gd name="connsiteX1" fmla="*/ 7110226 w 7110226"/>
              <a:gd name="connsiteY1" fmla="*/ 0 h 10286705"/>
              <a:gd name="connsiteX2" fmla="*/ 7110226 w 7110226"/>
              <a:gd name="connsiteY2" fmla="*/ 10286705 h 10286705"/>
              <a:gd name="connsiteX3" fmla="*/ 0 w 7110226"/>
              <a:gd name="connsiteY3" fmla="*/ 10286705 h 10286705"/>
              <a:gd name="connsiteX4" fmla="*/ 0 w 7110226"/>
              <a:gd name="connsiteY4" fmla="*/ 0 h 10286705"/>
              <a:gd name="connsiteX0-1" fmla="*/ 0 w 7110226"/>
              <a:gd name="connsiteY0-2" fmla="*/ 0 h 10286705"/>
              <a:gd name="connsiteX1-3" fmla="*/ 7110226 w 7110226"/>
              <a:gd name="connsiteY1-4" fmla="*/ 0 h 10286705"/>
              <a:gd name="connsiteX2-5" fmla="*/ 4001266 w 7110226"/>
              <a:gd name="connsiteY2-6" fmla="*/ 10286705 h 10286705"/>
              <a:gd name="connsiteX3-7" fmla="*/ 0 w 7110226"/>
              <a:gd name="connsiteY3-8" fmla="*/ 10286705 h 10286705"/>
              <a:gd name="connsiteX4-9" fmla="*/ 0 w 7110226"/>
              <a:gd name="connsiteY4-10" fmla="*/ 0 h 1028670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7110226" h="10286705">
                <a:moveTo>
                  <a:pt x="0" y="0"/>
                </a:moveTo>
                <a:lnTo>
                  <a:pt x="7110226" y="0"/>
                </a:lnTo>
                <a:lnTo>
                  <a:pt x="4001266" y="10286705"/>
                </a:lnTo>
                <a:lnTo>
                  <a:pt x="0" y="10286705"/>
                </a:lnTo>
                <a:lnTo>
                  <a:pt x="0" y="0"/>
                </a:lnTo>
                <a:close/>
              </a:path>
            </a:pathLst>
          </a:custGeom>
          <a:solidFill>
            <a:srgbClr val="F02424">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 name="TextBox 46"/>
          <p:cNvSpPr txBox="1"/>
          <p:nvPr/>
        </p:nvSpPr>
        <p:spPr>
          <a:xfrm>
            <a:off x="2666920" y="1339930"/>
            <a:ext cx="3119149" cy="7786747"/>
          </a:xfrm>
          <a:prstGeom prst="rect">
            <a:avLst/>
          </a:prstGeom>
          <a:noFill/>
          <a:effectLst>
            <a:outerShdw blurRad="1270000" dist="38100" dir="5400000" algn="t" rotWithShape="0">
              <a:prstClr val="black">
                <a:alpha val="40000"/>
              </a:prstClr>
            </a:outerShdw>
          </a:effectLst>
        </p:spPr>
        <p:txBody>
          <a:bodyPr wrap="square" rtlCol="0">
            <a:spAutoFit/>
          </a:bodyPr>
          <a:lstStyle>
            <a:defPPr>
              <a:defRPr lang="zh-CN"/>
            </a:defPPr>
            <a:lvl1pPr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9pPr>
          </a:lstStyle>
          <a:p>
            <a:pPr algn="ctr"/>
            <a:r>
              <a:rPr lang="en-US" altLang="zh-CN" sz="50000" b="1" dirty="0" smtClean="0">
                <a:solidFill>
                  <a:schemeClr val="bg1"/>
                </a:solidFill>
                <a:latin typeface="Microsoft YaHei" panose="020B0503020204020204" pitchFamily="34" charset="-122"/>
                <a:ea typeface="Microsoft YaHei" panose="020B0503020204020204" pitchFamily="34" charset="-122"/>
                <a:sym typeface="Microsoft YaHei" panose="020B0503020204020204" pitchFamily="34" charset="-122"/>
              </a:rPr>
              <a:t>1</a:t>
            </a:r>
            <a:endParaRPr lang="zh-CN" altLang="en-US" sz="50000" b="1" dirty="0">
              <a:solidFill>
                <a:schemeClr val="bg1"/>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5" name="矩形 4"/>
          <p:cNvSpPr/>
          <p:nvPr/>
        </p:nvSpPr>
        <p:spPr>
          <a:xfrm>
            <a:off x="4684033" y="5381133"/>
            <a:ext cx="1862918" cy="2679024"/>
          </a:xfrm>
          <a:custGeom>
            <a:avLst/>
            <a:gdLst>
              <a:gd name="connsiteX0" fmla="*/ 0 w 914400"/>
              <a:gd name="connsiteY0" fmla="*/ 0 h 2494462"/>
              <a:gd name="connsiteX1" fmla="*/ 914400 w 914400"/>
              <a:gd name="connsiteY1" fmla="*/ 0 h 2494462"/>
              <a:gd name="connsiteX2" fmla="*/ 914400 w 914400"/>
              <a:gd name="connsiteY2" fmla="*/ 2494462 h 2494462"/>
              <a:gd name="connsiteX3" fmla="*/ 0 w 914400"/>
              <a:gd name="connsiteY3" fmla="*/ 2494462 h 2494462"/>
              <a:gd name="connsiteX4" fmla="*/ 0 w 914400"/>
              <a:gd name="connsiteY4" fmla="*/ 0 h 2494462"/>
              <a:gd name="connsiteX0-1" fmla="*/ 744279 w 1658679"/>
              <a:gd name="connsiteY0-2" fmla="*/ 0 h 2685848"/>
              <a:gd name="connsiteX1-3" fmla="*/ 1658679 w 1658679"/>
              <a:gd name="connsiteY1-4" fmla="*/ 0 h 2685848"/>
              <a:gd name="connsiteX2-5" fmla="*/ 1658679 w 1658679"/>
              <a:gd name="connsiteY2-6" fmla="*/ 2494462 h 2685848"/>
              <a:gd name="connsiteX3-7" fmla="*/ 0 w 1658679"/>
              <a:gd name="connsiteY3-8" fmla="*/ 2685848 h 2685848"/>
              <a:gd name="connsiteX4-9" fmla="*/ 744279 w 1658679"/>
              <a:gd name="connsiteY4-10" fmla="*/ 0 h 2685848"/>
              <a:gd name="connsiteX0-11" fmla="*/ 744279 w 2509283"/>
              <a:gd name="connsiteY0-12" fmla="*/ 0 h 2685848"/>
              <a:gd name="connsiteX1-13" fmla="*/ 1658679 w 2509283"/>
              <a:gd name="connsiteY1-14" fmla="*/ 0 h 2685848"/>
              <a:gd name="connsiteX2-15" fmla="*/ 2509283 w 2509283"/>
              <a:gd name="connsiteY2-16" fmla="*/ 2622053 h 2685848"/>
              <a:gd name="connsiteX3-17" fmla="*/ 0 w 2509283"/>
              <a:gd name="connsiteY3-18" fmla="*/ 2685848 h 2685848"/>
              <a:gd name="connsiteX4-19" fmla="*/ 744279 w 2509283"/>
              <a:gd name="connsiteY4-20" fmla="*/ 0 h 2685848"/>
              <a:gd name="connsiteX0-21" fmla="*/ 744279 w 1658679"/>
              <a:gd name="connsiteY0-22" fmla="*/ 0 h 2685848"/>
              <a:gd name="connsiteX1-23" fmla="*/ 1658679 w 1658679"/>
              <a:gd name="connsiteY1-24" fmla="*/ 0 h 2685848"/>
              <a:gd name="connsiteX2-25" fmla="*/ 1531087 w 1658679"/>
              <a:gd name="connsiteY2-26" fmla="*/ 2643318 h 2685848"/>
              <a:gd name="connsiteX3-27" fmla="*/ 0 w 1658679"/>
              <a:gd name="connsiteY3-28" fmla="*/ 2685848 h 2685848"/>
              <a:gd name="connsiteX4-29" fmla="*/ 744279 w 1658679"/>
              <a:gd name="connsiteY4-30" fmla="*/ 0 h 2685848"/>
              <a:gd name="connsiteX0-31" fmla="*/ 744279 w 1658679"/>
              <a:gd name="connsiteY0-32" fmla="*/ 0 h 2685848"/>
              <a:gd name="connsiteX1-33" fmla="*/ 1658679 w 1658679"/>
              <a:gd name="connsiteY1-34" fmla="*/ 0 h 2685848"/>
              <a:gd name="connsiteX2-35" fmla="*/ 1531087 w 1658679"/>
              <a:gd name="connsiteY2-36" fmla="*/ 2643318 h 2685848"/>
              <a:gd name="connsiteX3-37" fmla="*/ 0 w 1658679"/>
              <a:gd name="connsiteY3-38" fmla="*/ 2685848 h 2685848"/>
              <a:gd name="connsiteX4-39" fmla="*/ 744279 w 1658679"/>
              <a:gd name="connsiteY4-40" fmla="*/ 0 h 2685848"/>
              <a:gd name="connsiteX0-41" fmla="*/ 744279 w 1828798"/>
              <a:gd name="connsiteY0-42" fmla="*/ 0 h 2685848"/>
              <a:gd name="connsiteX1-43" fmla="*/ 1658679 w 1828798"/>
              <a:gd name="connsiteY1-44" fmla="*/ 0 h 2685848"/>
              <a:gd name="connsiteX2-45" fmla="*/ 1828798 w 1828798"/>
              <a:gd name="connsiteY2-46" fmla="*/ 2196751 h 2685848"/>
              <a:gd name="connsiteX3-47" fmla="*/ 0 w 1828798"/>
              <a:gd name="connsiteY3-48" fmla="*/ 2685848 h 2685848"/>
              <a:gd name="connsiteX4-49" fmla="*/ 744279 w 1828798"/>
              <a:gd name="connsiteY4-50" fmla="*/ 0 h 2685848"/>
              <a:gd name="connsiteX0-51" fmla="*/ 778399 w 1862918"/>
              <a:gd name="connsiteY0-52" fmla="*/ 0 h 2665376"/>
              <a:gd name="connsiteX1-53" fmla="*/ 1692799 w 1862918"/>
              <a:gd name="connsiteY1-54" fmla="*/ 0 h 2665376"/>
              <a:gd name="connsiteX2-55" fmla="*/ 1862918 w 1862918"/>
              <a:gd name="connsiteY2-56" fmla="*/ 2196751 h 2665376"/>
              <a:gd name="connsiteX3-57" fmla="*/ 0 w 1862918"/>
              <a:gd name="connsiteY3-58" fmla="*/ 2665376 h 2665376"/>
              <a:gd name="connsiteX4-59" fmla="*/ 778399 w 1862918"/>
              <a:gd name="connsiteY4-60" fmla="*/ 0 h 2665376"/>
              <a:gd name="connsiteX0-61" fmla="*/ 798870 w 1862918"/>
              <a:gd name="connsiteY0-62" fmla="*/ 0 h 2679024"/>
              <a:gd name="connsiteX1-63" fmla="*/ 1692799 w 1862918"/>
              <a:gd name="connsiteY1-64" fmla="*/ 13648 h 2679024"/>
              <a:gd name="connsiteX2-65" fmla="*/ 1862918 w 1862918"/>
              <a:gd name="connsiteY2-66" fmla="*/ 2210399 h 2679024"/>
              <a:gd name="connsiteX3-67" fmla="*/ 0 w 1862918"/>
              <a:gd name="connsiteY3-68" fmla="*/ 2679024 h 2679024"/>
              <a:gd name="connsiteX4-69" fmla="*/ 798870 w 1862918"/>
              <a:gd name="connsiteY4-70" fmla="*/ 0 h 2679024"/>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862918" h="2679024">
                <a:moveTo>
                  <a:pt x="798870" y="0"/>
                </a:moveTo>
                <a:lnTo>
                  <a:pt x="1692799" y="13648"/>
                </a:lnTo>
                <a:lnTo>
                  <a:pt x="1862918" y="2210399"/>
                </a:lnTo>
                <a:lnTo>
                  <a:pt x="0" y="2679024"/>
                </a:lnTo>
                <a:lnTo>
                  <a:pt x="798870" y="0"/>
                </a:lnTo>
                <a:close/>
              </a:path>
            </a:pathLst>
          </a:custGeom>
          <a:solidFill>
            <a:srgbClr val="252E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文本框 71"/>
          <p:cNvSpPr txBox="1"/>
          <p:nvPr/>
        </p:nvSpPr>
        <p:spPr>
          <a:xfrm>
            <a:off x="6324600" y="3244850"/>
            <a:ext cx="9114790" cy="4523105"/>
          </a:xfrm>
          <a:prstGeom prst="rect">
            <a:avLst/>
          </a:prstGeom>
          <a:noFill/>
        </p:spPr>
        <p:txBody>
          <a:bodyPr wrap="square" rtlCol="0">
            <a:spAutoFit/>
          </a:bodyPr>
          <a:lstStyle/>
          <a:p>
            <a:r>
              <a:rPr lang="vi-VN" altLang="zh-CN" sz="9600"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sym typeface="Microsoft YaHei" panose="020B0503020204020204" pitchFamily="34" charset="-122"/>
              </a:rPr>
              <a:t>GIỚI THIỆU CÁC MÃ HÓA CỔ ĐIỂN</a:t>
            </a:r>
            <a:endParaRPr lang="vi-VN" altLang="zh-CN" sz="9600"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sym typeface="Microsoft YaHei" panose="020B0503020204020204" pitchFamily="34" charset="-122"/>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矩形 70"/>
          <p:cNvSpPr/>
          <p:nvPr/>
        </p:nvSpPr>
        <p:spPr>
          <a:xfrm>
            <a:off x="17961936" y="607033"/>
            <a:ext cx="304799" cy="828221"/>
          </a:xfrm>
          <a:prstGeom prst="rect">
            <a:avLst/>
          </a:prstGeom>
          <a:solidFill>
            <a:srgbClr val="F024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p>
        </p:txBody>
      </p:sp>
      <p:sp>
        <p:nvSpPr>
          <p:cNvPr id="72" name="矩形 71"/>
          <p:cNvSpPr/>
          <p:nvPr/>
        </p:nvSpPr>
        <p:spPr>
          <a:xfrm>
            <a:off x="17831306" y="607033"/>
            <a:ext cx="79828" cy="828221"/>
          </a:xfrm>
          <a:prstGeom prst="rect">
            <a:avLst/>
          </a:prstGeom>
          <a:solidFill>
            <a:srgbClr val="F024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p>
        </p:txBody>
      </p:sp>
      <p:sp>
        <p:nvSpPr>
          <p:cNvPr id="73" name="文本框 72"/>
          <p:cNvSpPr txBox="1"/>
          <p:nvPr/>
        </p:nvSpPr>
        <p:spPr>
          <a:xfrm>
            <a:off x="16922977" y="604257"/>
            <a:ext cx="947405" cy="830997"/>
          </a:xfrm>
          <a:prstGeom prst="rect">
            <a:avLst/>
          </a:prstGeom>
          <a:noFill/>
        </p:spPr>
        <p:txBody>
          <a:bodyPr wrap="square" rtlCol="0">
            <a:spAutoFit/>
          </a:bodyPr>
          <a:lstStyle/>
          <a:p>
            <a:r>
              <a:rPr lang="en-US" altLang="zh-HK" sz="4800" dirty="0" smtClean="0">
                <a:solidFill>
                  <a:schemeClr val="bg1"/>
                </a:solidFill>
                <a:latin typeface="Microsoft YaHei" panose="020B0503020204020204" pitchFamily="34" charset="-122"/>
                <a:ea typeface="Microsoft YaHei" panose="020B0503020204020204" pitchFamily="34" charset="-122"/>
              </a:rPr>
              <a:t>01</a:t>
            </a:r>
            <a:endParaRPr lang="zh-HK" altLang="en-US" sz="4800" dirty="0">
              <a:solidFill>
                <a:schemeClr val="bg1"/>
              </a:solidFill>
              <a:latin typeface="Microsoft YaHei" panose="020B0503020204020204" pitchFamily="34" charset="-122"/>
              <a:ea typeface="Microsoft YaHei" panose="020B0503020204020204" pitchFamily="34" charset="-122"/>
            </a:endParaRPr>
          </a:p>
        </p:txBody>
      </p:sp>
      <p:grpSp>
        <p:nvGrpSpPr>
          <p:cNvPr id="4" name="组合 3"/>
          <p:cNvGrpSpPr/>
          <p:nvPr/>
        </p:nvGrpSpPr>
        <p:grpSpPr>
          <a:xfrm>
            <a:off x="14187805" y="7916545"/>
            <a:ext cx="4548505" cy="2686685"/>
            <a:chOff x="11519983" y="5270056"/>
            <a:chExt cx="5829924" cy="3299229"/>
          </a:xfrm>
        </p:grpSpPr>
        <p:grpSp>
          <p:nvGrpSpPr>
            <p:cNvPr id="97" name="组合 96"/>
            <p:cNvGrpSpPr/>
            <p:nvPr/>
          </p:nvGrpSpPr>
          <p:grpSpPr>
            <a:xfrm rot="5400000">
              <a:off x="12785331" y="4004708"/>
              <a:ext cx="3299229" cy="5829924"/>
              <a:chOff x="4862722" y="-238122"/>
              <a:chExt cx="3541407" cy="6152922"/>
            </a:xfrm>
          </p:grpSpPr>
          <p:grpSp>
            <p:nvGrpSpPr>
              <p:cNvPr id="98" name="组合 97"/>
              <p:cNvGrpSpPr/>
              <p:nvPr/>
            </p:nvGrpSpPr>
            <p:grpSpPr>
              <a:xfrm>
                <a:off x="4862722" y="-238122"/>
                <a:ext cx="3541407" cy="6152922"/>
                <a:chOff x="4862722" y="-238122"/>
                <a:chExt cx="3541407" cy="6152922"/>
              </a:xfrm>
              <a:effectLst>
                <a:outerShdw blurRad="203200" dist="101600" dir="2700000" algn="ctr" rotWithShape="0">
                  <a:schemeClr val="tx1">
                    <a:alpha val="40000"/>
                  </a:schemeClr>
                </a:outerShdw>
              </a:effectLst>
            </p:grpSpPr>
            <p:grpSp>
              <p:nvGrpSpPr>
                <p:cNvPr id="108" name="组合 107"/>
                <p:cNvGrpSpPr/>
                <p:nvPr/>
              </p:nvGrpSpPr>
              <p:grpSpPr>
                <a:xfrm>
                  <a:off x="7282083" y="1812626"/>
                  <a:ext cx="45719" cy="310161"/>
                  <a:chOff x="8020452" y="2062264"/>
                  <a:chExt cx="150782" cy="787940"/>
                </a:xfrm>
              </p:grpSpPr>
              <p:sp>
                <p:nvSpPr>
                  <p:cNvPr id="127" name="圆角矩形 126"/>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8" name="圆角矩形 127"/>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09" name="组合 108"/>
                <p:cNvGrpSpPr/>
                <p:nvPr/>
              </p:nvGrpSpPr>
              <p:grpSpPr>
                <a:xfrm>
                  <a:off x="4862722" y="2122787"/>
                  <a:ext cx="45719" cy="239059"/>
                  <a:chOff x="8020452" y="2062264"/>
                  <a:chExt cx="150782" cy="787940"/>
                </a:xfrm>
              </p:grpSpPr>
              <p:sp>
                <p:nvSpPr>
                  <p:cNvPr id="125" name="圆角矩形 124"/>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6" name="圆角矩形 125"/>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0" name="组合 109"/>
                <p:cNvGrpSpPr/>
                <p:nvPr/>
              </p:nvGrpSpPr>
              <p:grpSpPr>
                <a:xfrm>
                  <a:off x="4862722" y="1812626"/>
                  <a:ext cx="45719" cy="239059"/>
                  <a:chOff x="8020452" y="2062264"/>
                  <a:chExt cx="150782" cy="787940"/>
                </a:xfrm>
              </p:grpSpPr>
              <p:sp>
                <p:nvSpPr>
                  <p:cNvPr id="123" name="圆角矩形 122"/>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4" name="圆角矩形 123"/>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1" name="组合 110"/>
                <p:cNvGrpSpPr/>
                <p:nvPr/>
              </p:nvGrpSpPr>
              <p:grpSpPr>
                <a:xfrm>
                  <a:off x="4862722" y="1543685"/>
                  <a:ext cx="45719" cy="117603"/>
                  <a:chOff x="8020452" y="2062264"/>
                  <a:chExt cx="150782" cy="787940"/>
                </a:xfrm>
              </p:grpSpPr>
              <p:sp>
                <p:nvSpPr>
                  <p:cNvPr id="121" name="圆角矩形 120"/>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2" name="圆角矩形 121"/>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2" name="圆角矩形 111"/>
                <p:cNvSpPr/>
                <p:nvPr/>
              </p:nvSpPr>
              <p:spPr>
                <a:xfrm>
                  <a:off x="4890000" y="943200"/>
                  <a:ext cx="2412000" cy="4971600"/>
                </a:xfrm>
                <a:prstGeom prst="roundRect">
                  <a:avLst>
                    <a:gd name="adj" fmla="val 7335"/>
                  </a:avLst>
                </a:prstGeom>
                <a:solidFill>
                  <a:srgbClr val="404040"/>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3" name="圆角矩形 112"/>
                <p:cNvSpPr/>
                <p:nvPr/>
              </p:nvSpPr>
              <p:spPr>
                <a:xfrm>
                  <a:off x="4926000" y="979200"/>
                  <a:ext cx="2340000" cy="4899600"/>
                </a:xfrm>
                <a:prstGeom prst="roundRect">
                  <a:avLst>
                    <a:gd name="adj" fmla="val 7335"/>
                  </a:avLst>
                </a:prstGeom>
                <a:solidFill>
                  <a:srgbClr val="05050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4" name="矩形 113"/>
                <p:cNvSpPr/>
                <p:nvPr/>
              </p:nvSpPr>
              <p:spPr>
                <a:xfrm>
                  <a:off x="5034000" y="1540800"/>
                  <a:ext cx="2124000" cy="377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5" name="圆角矩形 114"/>
                <p:cNvSpPr/>
                <p:nvPr/>
              </p:nvSpPr>
              <p:spPr>
                <a:xfrm>
                  <a:off x="5901599" y="1206000"/>
                  <a:ext cx="388800" cy="36000"/>
                </a:xfrm>
                <a:prstGeom prst="roundRect">
                  <a:avLst>
                    <a:gd name="adj" fmla="val 50000"/>
                  </a:avLst>
                </a:prstGeom>
                <a:solidFill>
                  <a:srgbClr val="0D0D0D"/>
                </a:solidFill>
                <a:ln>
                  <a:noFill/>
                </a:ln>
                <a:scene3d>
                  <a:camera prst="orthographicFront"/>
                  <a:lightRig rig="threePt" dir="t"/>
                </a:scene3d>
                <a:sp3d>
                  <a:bevelT w="69850" h="50800" prst="coolSlan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16" name="组合 115"/>
                <p:cNvGrpSpPr/>
                <p:nvPr/>
              </p:nvGrpSpPr>
              <p:grpSpPr>
                <a:xfrm>
                  <a:off x="5905200" y="5406664"/>
                  <a:ext cx="381600" cy="381600"/>
                  <a:chOff x="5905200" y="3238200"/>
                  <a:chExt cx="381600" cy="381600"/>
                </a:xfrm>
              </p:grpSpPr>
              <p:sp>
                <p:nvSpPr>
                  <p:cNvPr id="119" name="椭圆 118"/>
                  <p:cNvSpPr/>
                  <p:nvPr/>
                </p:nvSpPr>
                <p:spPr>
                  <a:xfrm>
                    <a:off x="5905200" y="3238200"/>
                    <a:ext cx="381600" cy="381600"/>
                  </a:xfrm>
                  <a:prstGeom prst="ellipse">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0" name="椭圆 119"/>
                  <p:cNvSpPr/>
                  <p:nvPr/>
                </p:nvSpPr>
                <p:spPr>
                  <a:xfrm>
                    <a:off x="5932200" y="3265200"/>
                    <a:ext cx="327600" cy="3276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7" name="圆角矩形 116"/>
                <p:cNvSpPr/>
                <p:nvPr/>
              </p:nvSpPr>
              <p:spPr>
                <a:xfrm>
                  <a:off x="4883060" y="952391"/>
                  <a:ext cx="2376000" cy="4952144"/>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8" name="圆角矩形 117"/>
                <p:cNvSpPr/>
                <p:nvPr/>
              </p:nvSpPr>
              <p:spPr>
                <a:xfrm>
                  <a:off x="6028129" y="-238122"/>
                  <a:ext cx="2376000" cy="4935600"/>
                </a:xfrm>
                <a:prstGeom prst="roundRect">
                  <a:avLst>
                    <a:gd name="adj" fmla="val 7335"/>
                  </a:avLst>
                </a:prstGeom>
                <a:gradFill flip="none" rotWithShape="1">
                  <a:gsLst>
                    <a:gs pos="0">
                      <a:srgbClr val="FFFFFF">
                        <a:alpha val="18000"/>
                      </a:srgbClr>
                    </a:gs>
                    <a:gs pos="5000">
                      <a:srgbClr val="FFFFFF">
                        <a:alpha val="0"/>
                      </a:srgb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99" name="组合 98"/>
              <p:cNvGrpSpPr/>
              <p:nvPr/>
            </p:nvGrpSpPr>
            <p:grpSpPr>
              <a:xfrm>
                <a:off x="6856135" y="1608679"/>
                <a:ext cx="156128" cy="54425"/>
                <a:chOff x="6770056" y="1608698"/>
                <a:chExt cx="156128" cy="65855"/>
              </a:xfrm>
            </p:grpSpPr>
            <p:sp>
              <p:nvSpPr>
                <p:cNvPr id="105" name="矩形 104"/>
                <p:cNvSpPr/>
                <p:nvPr/>
              </p:nvSpPr>
              <p:spPr>
                <a:xfrm>
                  <a:off x="6770056" y="1608698"/>
                  <a:ext cx="146501" cy="65855"/>
                </a:xfrm>
                <a:prstGeom prst="rect">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6" name="矩形 105"/>
                <p:cNvSpPr/>
                <p:nvPr/>
              </p:nvSpPr>
              <p:spPr>
                <a:xfrm>
                  <a:off x="6916234" y="1633796"/>
                  <a:ext cx="9950" cy="16633"/>
                </a:xfrm>
                <a:prstGeom prst="rect">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7" name="矩形 106"/>
                <p:cNvSpPr/>
                <p:nvPr/>
              </p:nvSpPr>
              <p:spPr>
                <a:xfrm>
                  <a:off x="6770056" y="1608699"/>
                  <a:ext cx="83493" cy="6585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0" name="椭圆 99"/>
              <p:cNvSpPr/>
              <p:nvPr/>
            </p:nvSpPr>
            <p:spPr>
              <a:xfrm>
                <a:off x="5123906"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1" name="椭圆 100"/>
              <p:cNvSpPr/>
              <p:nvPr/>
            </p:nvSpPr>
            <p:spPr>
              <a:xfrm>
                <a:off x="5176565"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2" name="椭圆 101"/>
              <p:cNvSpPr/>
              <p:nvPr/>
            </p:nvSpPr>
            <p:spPr>
              <a:xfrm>
                <a:off x="5224538"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3" name="椭圆 102"/>
              <p:cNvSpPr/>
              <p:nvPr/>
            </p:nvSpPr>
            <p:spPr>
              <a:xfrm>
                <a:off x="5274547"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 name="椭圆 103"/>
              <p:cNvSpPr/>
              <p:nvPr/>
            </p:nvSpPr>
            <p:spPr>
              <a:xfrm>
                <a:off x="5324640" y="1619118"/>
                <a:ext cx="41564" cy="41564"/>
              </a:xfrm>
              <a:prstGeom prst="ellipse">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38" name="矩形 137"/>
            <p:cNvSpPr/>
            <p:nvPr/>
          </p:nvSpPr>
          <p:spPr bwMode="auto">
            <a:xfrm rot="16200000">
              <a:off x="12870306" y="4596683"/>
              <a:ext cx="1987572" cy="3635808"/>
            </a:xfrm>
            <a:prstGeom prst="rect">
              <a:avLst/>
            </a:prstGeom>
            <a:solidFill>
              <a:srgbClr val="2B7FB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 typeface="Arial" panose="020B0604020202020204" pitchFamily="34" charset="0"/>
                <a:buNone/>
                <a:defRPr/>
              </a:pPr>
              <a:endParaRPr lang="zh-CN" altLang="en-US"/>
            </a:p>
          </p:txBody>
        </p:sp>
        <p:grpSp>
          <p:nvGrpSpPr>
            <p:cNvPr id="141" name="组合 2"/>
            <p:cNvGrpSpPr/>
            <p:nvPr/>
          </p:nvGrpSpPr>
          <p:grpSpPr bwMode="auto">
            <a:xfrm>
              <a:off x="13580951" y="5774163"/>
              <a:ext cx="608013" cy="619125"/>
              <a:chOff x="7938529" y="3078391"/>
              <a:chExt cx="607404" cy="617990"/>
            </a:xfrm>
          </p:grpSpPr>
          <p:sp>
            <p:nvSpPr>
              <p:cNvPr id="142" name="object 5"/>
              <p:cNvSpPr/>
              <p:nvPr/>
            </p:nvSpPr>
            <p:spPr bwMode="auto">
              <a:xfrm>
                <a:off x="8052890" y="3078391"/>
                <a:ext cx="137478" cy="276999"/>
              </a:xfrm>
              <a:custGeom>
                <a:avLst/>
                <a:gdLst>
                  <a:gd name="T0" fmla="*/ 17874 w 226695"/>
                  <a:gd name="T1" fmla="*/ 0 h 262254"/>
                  <a:gd name="T2" fmla="*/ 0 w 226695"/>
                  <a:gd name="T3" fmla="*/ 197759 h 262254"/>
                  <a:gd name="T4" fmla="*/ 30590 w 226695"/>
                  <a:gd name="T5" fmla="*/ 326123 h 262254"/>
                  <a:gd name="T6" fmla="*/ 17874 w 226695"/>
                  <a:gd name="T7" fmla="*/ 0 h 26225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26695" h="262254">
                    <a:moveTo>
                      <a:pt x="132153" y="0"/>
                    </a:moveTo>
                    <a:lnTo>
                      <a:pt x="0" y="158895"/>
                    </a:lnTo>
                    <a:lnTo>
                      <a:pt x="226160" y="262033"/>
                    </a:lnTo>
                    <a:lnTo>
                      <a:pt x="132153" y="0"/>
                    </a:lnTo>
                    <a:close/>
                  </a:path>
                </a:pathLst>
              </a:custGeom>
              <a:solidFill>
                <a:srgbClr val="4ABA92"/>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3" name="object 6"/>
              <p:cNvSpPr/>
              <p:nvPr/>
            </p:nvSpPr>
            <p:spPr bwMode="auto">
              <a:xfrm>
                <a:off x="8090831" y="3419382"/>
                <a:ext cx="363912" cy="276999"/>
              </a:xfrm>
              <a:custGeom>
                <a:avLst/>
                <a:gdLst>
                  <a:gd name="T0" fmla="*/ 50573 w 600075"/>
                  <a:gd name="T1" fmla="*/ 0 h 479425"/>
                  <a:gd name="T2" fmla="*/ 0 w 600075"/>
                  <a:gd name="T3" fmla="*/ 50100 h 479425"/>
                  <a:gd name="T4" fmla="*/ 60332 w 600075"/>
                  <a:gd name="T5" fmla="*/ 53398 h 479425"/>
                  <a:gd name="T6" fmla="*/ 81164 w 600075"/>
                  <a:gd name="T7" fmla="*/ 11494 h 479425"/>
                  <a:gd name="T8" fmla="*/ 50573 w 600075"/>
                  <a:gd name="T9" fmla="*/ 0 h 4794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00075" h="479425">
                    <a:moveTo>
                      <a:pt x="373904" y="0"/>
                    </a:moveTo>
                    <a:lnTo>
                      <a:pt x="0" y="449588"/>
                    </a:lnTo>
                    <a:lnTo>
                      <a:pt x="446049" y="479179"/>
                    </a:lnTo>
                    <a:lnTo>
                      <a:pt x="600065" y="103138"/>
                    </a:lnTo>
                    <a:lnTo>
                      <a:pt x="373904" y="0"/>
                    </a:lnTo>
                    <a:close/>
                  </a:path>
                </a:pathLst>
              </a:custGeom>
              <a:solidFill>
                <a:srgbClr val="F94C07"/>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4" name="object 7"/>
              <p:cNvSpPr/>
              <p:nvPr/>
            </p:nvSpPr>
            <p:spPr bwMode="auto">
              <a:xfrm>
                <a:off x="8161226" y="3175050"/>
                <a:ext cx="384707" cy="276999"/>
              </a:xfrm>
              <a:custGeom>
                <a:avLst/>
                <a:gdLst>
                  <a:gd name="T0" fmla="*/ 0 w 634365"/>
                  <a:gd name="T1" fmla="*/ 0 h 229235"/>
                  <a:gd name="T2" fmla="*/ 67888 w 634365"/>
                  <a:gd name="T3" fmla="*/ 488025 h 229235"/>
                  <a:gd name="T4" fmla="*/ 85762 w 634365"/>
                  <a:gd name="T5" fmla="*/ 149257 h 229235"/>
                  <a:gd name="T6" fmla="*/ 0 w 634365"/>
                  <a:gd name="T7" fmla="*/ 0 h 22923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34365" h="229235">
                    <a:moveTo>
                      <a:pt x="0" y="0"/>
                    </a:moveTo>
                    <a:lnTo>
                      <a:pt x="501911" y="228904"/>
                    </a:lnTo>
                    <a:lnTo>
                      <a:pt x="634064" y="70008"/>
                    </a:lnTo>
                    <a:lnTo>
                      <a:pt x="0" y="0"/>
                    </a:lnTo>
                    <a:close/>
                  </a:path>
                </a:pathLst>
              </a:custGeom>
              <a:solidFill>
                <a:srgbClr val="1F4E79"/>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5" name="object 8"/>
              <p:cNvSpPr/>
              <p:nvPr/>
            </p:nvSpPr>
            <p:spPr bwMode="auto">
              <a:xfrm>
                <a:off x="7945652" y="3216890"/>
                <a:ext cx="145179" cy="193317"/>
              </a:xfrm>
              <a:custGeom>
                <a:avLst/>
                <a:gdLst>
                  <a:gd name="T0" fmla="*/ 19983 w 200025"/>
                  <a:gd name="T1" fmla="*/ 0 h 678814"/>
                  <a:gd name="T2" fmla="*/ 0 w 200025"/>
                  <a:gd name="T3" fmla="*/ 2184 h 678814"/>
                  <a:gd name="T4" fmla="*/ 55509 w 200025"/>
                  <a:gd name="T5" fmla="*/ 4463 h 678814"/>
                  <a:gd name="T6" fmla="*/ 19983 w 200025"/>
                  <a:gd name="T7" fmla="*/ 0 h 6788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0025" h="678814">
                    <a:moveTo>
                      <a:pt x="72008" y="0"/>
                    </a:moveTo>
                    <a:lnTo>
                      <a:pt x="0" y="332031"/>
                    </a:lnTo>
                    <a:lnTo>
                      <a:pt x="200025" y="678481"/>
                    </a:lnTo>
                    <a:lnTo>
                      <a:pt x="72008" y="0"/>
                    </a:lnTo>
                    <a:close/>
                  </a:path>
                </a:pathLst>
              </a:custGeom>
              <a:solidFill>
                <a:srgbClr val="00B050"/>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6" name="object 9"/>
              <p:cNvSpPr/>
              <p:nvPr/>
            </p:nvSpPr>
            <p:spPr bwMode="auto">
              <a:xfrm>
                <a:off x="7938529" y="3379992"/>
                <a:ext cx="304607" cy="276999"/>
              </a:xfrm>
              <a:custGeom>
                <a:avLst/>
                <a:gdLst>
                  <a:gd name="T0" fmla="*/ 0 w 502284"/>
                  <a:gd name="T1" fmla="*/ 0 h 678814"/>
                  <a:gd name="T2" fmla="*/ 17315 w 502284"/>
                  <a:gd name="T3" fmla="*/ 18813 h 678814"/>
                  <a:gd name="T4" fmla="*/ 67889 w 502284"/>
                  <a:gd name="T5" fmla="*/ 6347 h 678814"/>
                  <a:gd name="T6" fmla="*/ 0 w 502284"/>
                  <a:gd name="T7" fmla="*/ 0 h 6788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02284" h="678814">
                    <a:moveTo>
                      <a:pt x="0" y="0"/>
                    </a:moveTo>
                    <a:lnTo>
                      <a:pt x="128017" y="678492"/>
                    </a:lnTo>
                    <a:lnTo>
                      <a:pt x="501921" y="228904"/>
                    </a:lnTo>
                    <a:lnTo>
                      <a:pt x="0" y="0"/>
                    </a:lnTo>
                    <a:close/>
                  </a:path>
                </a:pathLst>
              </a:custGeom>
              <a:solidFill>
                <a:srgbClr val="ED7D31"/>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grpSp>
        <p:sp>
          <p:nvSpPr>
            <p:cNvPr id="147" name="矩形 23"/>
            <p:cNvSpPr>
              <a:spLocks noChangeArrowheads="1"/>
            </p:cNvSpPr>
            <p:nvPr/>
          </p:nvSpPr>
          <p:spPr bwMode="auto">
            <a:xfrm>
              <a:off x="12758941" y="6563170"/>
              <a:ext cx="2303462" cy="50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2F6583"/>
                  </a:solidFill>
                  <a:bevel/>
                </a14:hiddenLine>
              </a:ext>
            </a:extLst>
          </p:spPr>
          <p:txBody>
            <a:bodyPr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SimSun"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SimSun"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SimSun"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9pPr>
            </a:lstStyle>
            <a:p>
              <a:pPr algn="ctr">
                <a:lnSpc>
                  <a:spcPct val="100000"/>
                </a:lnSpc>
                <a:spcBef>
                  <a:spcPct val="0"/>
                </a:spcBef>
                <a:buFont typeface="Arial" panose="020B0604020202020204" pitchFamily="34" charset="0"/>
                <a:buNone/>
              </a:pPr>
              <a:r>
                <a:rPr lang="vi-VN" altLang="zh-CN" sz="2500" dirty="0">
                  <a:solidFill>
                    <a:schemeClr val="bg1"/>
                  </a:solidFill>
                  <a:latin typeface="Impact" panose="020B0806030902050204" pitchFamily="34" charset="0"/>
                  <a:ea typeface="Microsoft YaHei" panose="020B0503020204020204" pitchFamily="34" charset="-122"/>
                  <a:sym typeface="Impact" panose="020B0806030902050204" pitchFamily="34" charset="0"/>
                </a:rPr>
                <a:t>Nhóm </a:t>
              </a:r>
              <a:r>
                <a:rPr lang="vi-VN" altLang="zh-CN" sz="2500" dirty="0">
                  <a:solidFill>
                    <a:schemeClr val="bg1"/>
                  </a:solidFill>
                  <a:latin typeface="Impact" panose="020B0806030902050204" pitchFamily="34" charset="0"/>
                  <a:ea typeface="Microsoft YaHei" panose="020B0503020204020204" pitchFamily="34" charset="-122"/>
                  <a:sym typeface="Impact" panose="020B0806030902050204" pitchFamily="34" charset="0"/>
                </a:rPr>
                <a:t>6</a:t>
              </a:r>
              <a:endParaRPr lang="vi-VN" altLang="zh-CN" sz="2500" dirty="0">
                <a:solidFill>
                  <a:schemeClr val="bg1"/>
                </a:solidFill>
                <a:latin typeface="Impact" panose="020B0806030902050204" pitchFamily="34" charset="0"/>
                <a:ea typeface="Microsoft YaHei" panose="020B0503020204020204" pitchFamily="34" charset="-122"/>
                <a:sym typeface="Impact" panose="020B0806030902050204" pitchFamily="34" charset="0"/>
              </a:endParaRPr>
            </a:p>
          </p:txBody>
        </p:sp>
      </p:grpSp>
      <p:sp>
        <p:nvSpPr>
          <p:cNvPr id="5" name="Rounded Rectangle 4"/>
          <p:cNvSpPr/>
          <p:nvPr/>
        </p:nvSpPr>
        <p:spPr>
          <a:xfrm>
            <a:off x="304800" y="638810"/>
            <a:ext cx="8768080" cy="802005"/>
          </a:xfrm>
          <a:prstGeom prst="roundRect">
            <a:avLst/>
          </a:prstGeom>
          <a:solidFill>
            <a:srgbClr val="F02424"/>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6" name="object 3"/>
          <p:cNvSpPr txBox="1">
            <a:spLocks noChangeArrowheads="1"/>
          </p:cNvSpPr>
          <p:nvPr/>
        </p:nvSpPr>
        <p:spPr bwMode="auto">
          <a:xfrm>
            <a:off x="381000" y="730250"/>
            <a:ext cx="8538845" cy="615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marL="6350">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SimSun"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SimSun"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SimSun"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9pPr>
          </a:lstStyle>
          <a:p>
            <a:pPr algn="ctr">
              <a:lnSpc>
                <a:spcPct val="100000"/>
              </a:lnSpc>
              <a:spcBef>
                <a:spcPct val="0"/>
              </a:spcBef>
              <a:buFont typeface="Arial" panose="020B0604020202020204" pitchFamily="34" charset="0"/>
              <a:buNone/>
            </a:pPr>
            <a:r>
              <a:rPr lang="vi-VN" altLang="zh-CN" sz="4000" dirty="0" smtClean="0">
                <a:solidFill>
                  <a:srgbClr val="FFFFFF"/>
                </a:solidFill>
                <a:latin typeface="Microsoft YaHei" panose="020B0503020204020204" pitchFamily="34" charset="-122"/>
                <a:ea typeface="Microsoft YaHei" panose="020B0503020204020204" pitchFamily="34" charset="-122"/>
              </a:rPr>
              <a:t>Vigenère Cipher</a:t>
            </a:r>
            <a:endParaRPr lang="vi-VN" altLang="zh-CN" sz="4000" dirty="0" smtClean="0">
              <a:solidFill>
                <a:srgbClr val="FFFFFF"/>
              </a:solidFill>
              <a:latin typeface="Microsoft YaHei" panose="020B0503020204020204" pitchFamily="34" charset="-122"/>
              <a:ea typeface="Microsoft YaHei" panose="020B0503020204020204" pitchFamily="34" charset="-122"/>
            </a:endParaRPr>
          </a:p>
        </p:txBody>
      </p:sp>
      <p:sp>
        <p:nvSpPr>
          <p:cNvPr id="11" name="Text 6"/>
          <p:cNvSpPr/>
          <p:nvPr/>
        </p:nvSpPr>
        <p:spPr>
          <a:xfrm>
            <a:off x="381000" y="1797050"/>
            <a:ext cx="17391380" cy="5942965"/>
          </a:xfrm>
          <a:prstGeom prst="rect">
            <a:avLst/>
          </a:prstGeom>
          <a:noFill/>
        </p:spPr>
        <p:txBody>
          <a:bodyPr wrap="square" lIns="0" tIns="0" rIns="0" bIns="0" rtlCol="0" anchor="t"/>
          <a:p>
            <a:pPr marL="0" indent="0" algn="just">
              <a:lnSpc>
                <a:spcPct val="100000"/>
              </a:lnSpc>
              <a:buNone/>
            </a:pPr>
            <a:r>
              <a:rPr lang="en-US" sz="4400" dirty="0">
                <a:solidFill>
                  <a:schemeClr val="bg1"/>
                </a:solidFill>
                <a:latin typeface="Times New Roman" panose="02020603050405020304" pitchFamily="18" charset="0"/>
                <a:ea typeface="DM Sans" pitchFamily="34" charset="-122"/>
                <a:cs typeface="Times New Roman" panose="02020603050405020304" pitchFamily="18" charset="0"/>
              </a:rPr>
              <a:t>a, </a:t>
            </a:r>
            <a:r>
              <a:rPr lang="en-US" sz="4400" dirty="0">
                <a:solidFill>
                  <a:schemeClr val="bg1"/>
                </a:solidFill>
                <a:latin typeface="Times New Roman" panose="02020603050405020304" pitchFamily="18" charset="0"/>
                <a:ea typeface="Dela Gothic One" panose="00000500000000000000" pitchFamily="34" charset="-122"/>
                <a:cs typeface="Times New Roman" panose="02020603050405020304" pitchFamily="18" charset="0"/>
                <a:sym typeface="+mn-ea"/>
              </a:rPr>
              <a:t>Bảng chữ cái Vigenère</a:t>
            </a:r>
            <a:endParaRPr lang="en-US" sz="4400" dirty="0">
              <a:solidFill>
                <a:schemeClr val="bg1"/>
              </a:solidFill>
              <a:latin typeface="Times New Roman" panose="02020603050405020304" pitchFamily="18" charset="0"/>
              <a:ea typeface="DM Sans" pitchFamily="34" charset="-122"/>
              <a:cs typeface="Times New Roman" panose="02020603050405020304" pitchFamily="18" charset="0"/>
            </a:endParaRPr>
          </a:p>
          <a:p>
            <a:pPr marL="0" indent="0" algn="just">
              <a:lnSpc>
                <a:spcPct val="100000"/>
              </a:lnSpc>
              <a:buNone/>
            </a:pPr>
            <a:r>
              <a:rPr lang="en-US" sz="4400" dirty="0">
                <a:solidFill>
                  <a:schemeClr val="bg1"/>
                </a:solidFill>
                <a:latin typeface="Times New Roman" panose="02020603050405020304" pitchFamily="18" charset="0"/>
                <a:ea typeface="DM Sans" pitchFamily="34" charset="-122"/>
                <a:cs typeface="Times New Roman" panose="02020603050405020304" pitchFamily="18" charset="0"/>
              </a:rPr>
              <a:t>Bảng Vigenère là một ma trận kích thước 26x26, trong đó mỗi hàng là một dịch chuyển của bảng chữ cái chuẩn (A-Z). Bảng này được sử dụng để mã hóa văn bản bằng cách thay thế mỗi ký tự của văn bản bằng một ký tự khác dựa trên từ khóa.</a:t>
            </a:r>
            <a:endParaRPr lang="en-US" sz="4400" dirty="0">
              <a:solidFill>
                <a:schemeClr val="bg1"/>
              </a:solidFill>
              <a:latin typeface="Times New Roman" panose="02020603050405020304" pitchFamily="18" charset="0"/>
              <a:ea typeface="DM Sans" pitchFamily="34" charset="-122"/>
              <a:cs typeface="Times New Roman" panose="02020603050405020304" pitchFamily="18" charset="0"/>
            </a:endParaRPr>
          </a:p>
          <a:p>
            <a:pPr marL="0" indent="0" algn="just">
              <a:lnSpc>
                <a:spcPct val="100000"/>
              </a:lnSpc>
              <a:buNone/>
            </a:pPr>
            <a:r>
              <a:rPr lang="en-US" sz="4400" dirty="0">
                <a:solidFill>
                  <a:schemeClr val="bg1"/>
                </a:solidFill>
                <a:latin typeface="Times New Roman" panose="02020603050405020304" pitchFamily="18" charset="0"/>
                <a:ea typeface="DM Sans" pitchFamily="34" charset="-122"/>
                <a:cs typeface="Times New Roman" panose="02020603050405020304" pitchFamily="18" charset="0"/>
              </a:rPr>
              <a:t>b, </a:t>
            </a:r>
            <a:r>
              <a:rPr lang="en-US" sz="4400" dirty="0">
                <a:solidFill>
                  <a:schemeClr val="bg1"/>
                </a:solidFill>
                <a:latin typeface="Times New Roman" panose="02020603050405020304" pitchFamily="18" charset="0"/>
                <a:ea typeface="Dela Gothic One" panose="00000500000000000000" pitchFamily="34" charset="-122"/>
                <a:cs typeface="Times New Roman" panose="02020603050405020304" pitchFamily="18" charset="0"/>
                <a:sym typeface="+mn-ea"/>
              </a:rPr>
              <a:t>Quy trình mã hóa</a:t>
            </a:r>
            <a:endParaRPr lang="en-US" sz="4400" dirty="0">
              <a:solidFill>
                <a:schemeClr val="bg1"/>
              </a:solidFill>
              <a:latin typeface="Times New Roman" panose="02020603050405020304" pitchFamily="18" charset="0"/>
              <a:ea typeface="Dela Gothic One" panose="00000500000000000000" pitchFamily="34" charset="-122"/>
              <a:cs typeface="Times New Roman" panose="02020603050405020304" pitchFamily="18" charset="0"/>
              <a:sym typeface="+mn-ea"/>
            </a:endParaRPr>
          </a:p>
          <a:p>
            <a:pPr marL="0" indent="0" algn="just">
              <a:lnSpc>
                <a:spcPct val="100000"/>
              </a:lnSpc>
              <a:buNone/>
            </a:pPr>
            <a:r>
              <a:rPr lang="en-US" sz="4400" dirty="0">
                <a:solidFill>
                  <a:schemeClr val="bg1"/>
                </a:solidFill>
                <a:latin typeface="Times New Roman" panose="02020603050405020304" pitchFamily="18" charset="0"/>
                <a:ea typeface="DM Sans" pitchFamily="34" charset="-122"/>
                <a:cs typeface="Times New Roman" panose="02020603050405020304" pitchFamily="18" charset="0"/>
                <a:sym typeface="+mn-ea"/>
              </a:rPr>
              <a:t>Văn bản gốc và từ khóa được sắp xếp sao cho mỗi ký tự của từ khóa ứng với một ký tự của văn bản gốc. Nếu từ khóa ngắn hơn văn bản, nó sẽ được lặp lại liên tục. Mỗi ký tự trong văn bản gốc được thay thế bằng một ký tự từ bảng Vigenère, tương ứng với vị trí của ký tự đó trong từ khóa...</a:t>
            </a:r>
            <a:endParaRPr lang="en-US" sz="4400" dirty="0">
              <a:solidFill>
                <a:schemeClr val="bg1"/>
              </a:solidFill>
              <a:latin typeface="Times New Roman" panose="02020603050405020304" pitchFamily="18" charset="0"/>
              <a:ea typeface="DM Sans" pitchFamily="34" charset="-122"/>
              <a:cs typeface="Times New Roman" panose="02020603050405020304" pitchFamily="18" charset="0"/>
              <a:sym typeface="+mn-ea"/>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矩形 70"/>
          <p:cNvSpPr/>
          <p:nvPr/>
        </p:nvSpPr>
        <p:spPr>
          <a:xfrm>
            <a:off x="17961936" y="607033"/>
            <a:ext cx="304799" cy="828221"/>
          </a:xfrm>
          <a:prstGeom prst="rect">
            <a:avLst/>
          </a:prstGeom>
          <a:solidFill>
            <a:srgbClr val="F024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p>
        </p:txBody>
      </p:sp>
      <p:sp>
        <p:nvSpPr>
          <p:cNvPr id="72" name="矩形 71"/>
          <p:cNvSpPr/>
          <p:nvPr/>
        </p:nvSpPr>
        <p:spPr>
          <a:xfrm>
            <a:off x="17831306" y="607033"/>
            <a:ext cx="79828" cy="828221"/>
          </a:xfrm>
          <a:prstGeom prst="rect">
            <a:avLst/>
          </a:prstGeom>
          <a:solidFill>
            <a:srgbClr val="F024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p>
        </p:txBody>
      </p:sp>
      <p:sp>
        <p:nvSpPr>
          <p:cNvPr id="73" name="文本框 72"/>
          <p:cNvSpPr txBox="1"/>
          <p:nvPr/>
        </p:nvSpPr>
        <p:spPr>
          <a:xfrm>
            <a:off x="16922977" y="604257"/>
            <a:ext cx="947405" cy="829945"/>
          </a:xfrm>
          <a:prstGeom prst="rect">
            <a:avLst/>
          </a:prstGeom>
          <a:noFill/>
        </p:spPr>
        <p:txBody>
          <a:bodyPr wrap="square" rtlCol="0">
            <a:spAutoFit/>
          </a:bodyPr>
          <a:lstStyle/>
          <a:p>
            <a:r>
              <a:rPr lang="en-US" altLang="zh-HK" sz="4800" dirty="0" smtClean="0">
                <a:solidFill>
                  <a:schemeClr val="bg1"/>
                </a:solidFill>
                <a:latin typeface="Microsoft YaHei" panose="020B0503020204020204" pitchFamily="34" charset="-122"/>
                <a:ea typeface="Microsoft YaHei" panose="020B0503020204020204" pitchFamily="34" charset="-122"/>
              </a:rPr>
              <a:t>0</a:t>
            </a:r>
            <a:r>
              <a:rPr lang="vi-VN" altLang="en-US" sz="4800" dirty="0" smtClean="0">
                <a:solidFill>
                  <a:schemeClr val="bg1"/>
                </a:solidFill>
                <a:latin typeface="Microsoft YaHei" panose="020B0503020204020204" pitchFamily="34" charset="-122"/>
                <a:ea typeface="Microsoft YaHei" panose="020B0503020204020204" pitchFamily="34" charset="-122"/>
              </a:rPr>
              <a:t>2</a:t>
            </a:r>
            <a:endParaRPr lang="vi-VN" altLang="en-US" sz="4800" dirty="0" smtClean="0">
              <a:solidFill>
                <a:schemeClr val="bg1"/>
              </a:solidFill>
              <a:latin typeface="Microsoft YaHei" panose="020B0503020204020204" pitchFamily="34" charset="-122"/>
              <a:ea typeface="Microsoft YaHei" panose="020B0503020204020204" pitchFamily="34" charset="-122"/>
            </a:endParaRPr>
          </a:p>
        </p:txBody>
      </p:sp>
      <p:grpSp>
        <p:nvGrpSpPr>
          <p:cNvPr id="4" name="组合 3"/>
          <p:cNvGrpSpPr/>
          <p:nvPr/>
        </p:nvGrpSpPr>
        <p:grpSpPr>
          <a:xfrm>
            <a:off x="14187805" y="7916545"/>
            <a:ext cx="4548505" cy="2686685"/>
            <a:chOff x="11519983" y="5270056"/>
            <a:chExt cx="5829924" cy="3299229"/>
          </a:xfrm>
        </p:grpSpPr>
        <p:grpSp>
          <p:nvGrpSpPr>
            <p:cNvPr id="97" name="组合 96"/>
            <p:cNvGrpSpPr/>
            <p:nvPr/>
          </p:nvGrpSpPr>
          <p:grpSpPr>
            <a:xfrm rot="5400000">
              <a:off x="12785331" y="4004708"/>
              <a:ext cx="3299229" cy="5829924"/>
              <a:chOff x="4862722" y="-238122"/>
              <a:chExt cx="3541407" cy="6152922"/>
            </a:xfrm>
          </p:grpSpPr>
          <p:grpSp>
            <p:nvGrpSpPr>
              <p:cNvPr id="98" name="组合 97"/>
              <p:cNvGrpSpPr/>
              <p:nvPr/>
            </p:nvGrpSpPr>
            <p:grpSpPr>
              <a:xfrm>
                <a:off x="4862722" y="-238122"/>
                <a:ext cx="3541407" cy="6152922"/>
                <a:chOff x="4862722" y="-238122"/>
                <a:chExt cx="3541407" cy="6152922"/>
              </a:xfrm>
              <a:effectLst>
                <a:outerShdw blurRad="203200" dist="101600" dir="2700000" algn="ctr" rotWithShape="0">
                  <a:schemeClr val="tx1">
                    <a:alpha val="40000"/>
                  </a:schemeClr>
                </a:outerShdw>
              </a:effectLst>
            </p:grpSpPr>
            <p:grpSp>
              <p:nvGrpSpPr>
                <p:cNvPr id="108" name="组合 107"/>
                <p:cNvGrpSpPr/>
                <p:nvPr/>
              </p:nvGrpSpPr>
              <p:grpSpPr>
                <a:xfrm>
                  <a:off x="7282083" y="1812626"/>
                  <a:ext cx="45719" cy="310161"/>
                  <a:chOff x="8020452" y="2062264"/>
                  <a:chExt cx="150782" cy="787940"/>
                </a:xfrm>
              </p:grpSpPr>
              <p:sp>
                <p:nvSpPr>
                  <p:cNvPr id="127" name="圆角矩形 126"/>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8" name="圆角矩形 127"/>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09" name="组合 108"/>
                <p:cNvGrpSpPr/>
                <p:nvPr/>
              </p:nvGrpSpPr>
              <p:grpSpPr>
                <a:xfrm>
                  <a:off x="4862722" y="2122787"/>
                  <a:ext cx="45719" cy="239059"/>
                  <a:chOff x="8020452" y="2062264"/>
                  <a:chExt cx="150782" cy="787940"/>
                </a:xfrm>
              </p:grpSpPr>
              <p:sp>
                <p:nvSpPr>
                  <p:cNvPr id="125" name="圆角矩形 124"/>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6" name="圆角矩形 125"/>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0" name="组合 109"/>
                <p:cNvGrpSpPr/>
                <p:nvPr/>
              </p:nvGrpSpPr>
              <p:grpSpPr>
                <a:xfrm>
                  <a:off x="4862722" y="1812626"/>
                  <a:ext cx="45719" cy="239059"/>
                  <a:chOff x="8020452" y="2062264"/>
                  <a:chExt cx="150782" cy="787940"/>
                </a:xfrm>
              </p:grpSpPr>
              <p:sp>
                <p:nvSpPr>
                  <p:cNvPr id="123" name="圆角矩形 122"/>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4" name="圆角矩形 123"/>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1" name="组合 110"/>
                <p:cNvGrpSpPr/>
                <p:nvPr/>
              </p:nvGrpSpPr>
              <p:grpSpPr>
                <a:xfrm>
                  <a:off x="4862722" y="1543685"/>
                  <a:ext cx="45719" cy="117603"/>
                  <a:chOff x="8020452" y="2062264"/>
                  <a:chExt cx="150782" cy="787940"/>
                </a:xfrm>
              </p:grpSpPr>
              <p:sp>
                <p:nvSpPr>
                  <p:cNvPr id="121" name="圆角矩形 120"/>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2" name="圆角矩形 121"/>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2" name="圆角矩形 111"/>
                <p:cNvSpPr/>
                <p:nvPr/>
              </p:nvSpPr>
              <p:spPr>
                <a:xfrm>
                  <a:off x="4890000" y="943200"/>
                  <a:ext cx="2412000" cy="4971600"/>
                </a:xfrm>
                <a:prstGeom prst="roundRect">
                  <a:avLst>
                    <a:gd name="adj" fmla="val 7335"/>
                  </a:avLst>
                </a:prstGeom>
                <a:solidFill>
                  <a:srgbClr val="404040"/>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3" name="圆角矩形 112"/>
                <p:cNvSpPr/>
                <p:nvPr/>
              </p:nvSpPr>
              <p:spPr>
                <a:xfrm>
                  <a:off x="4926000" y="979200"/>
                  <a:ext cx="2340000" cy="4899600"/>
                </a:xfrm>
                <a:prstGeom prst="roundRect">
                  <a:avLst>
                    <a:gd name="adj" fmla="val 7335"/>
                  </a:avLst>
                </a:prstGeom>
                <a:solidFill>
                  <a:srgbClr val="05050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4" name="矩形 113"/>
                <p:cNvSpPr/>
                <p:nvPr/>
              </p:nvSpPr>
              <p:spPr>
                <a:xfrm>
                  <a:off x="5034000" y="1540800"/>
                  <a:ext cx="2124000" cy="377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5" name="圆角矩形 114"/>
                <p:cNvSpPr/>
                <p:nvPr/>
              </p:nvSpPr>
              <p:spPr>
                <a:xfrm>
                  <a:off x="5901599" y="1206000"/>
                  <a:ext cx="388800" cy="36000"/>
                </a:xfrm>
                <a:prstGeom prst="roundRect">
                  <a:avLst>
                    <a:gd name="adj" fmla="val 50000"/>
                  </a:avLst>
                </a:prstGeom>
                <a:solidFill>
                  <a:srgbClr val="0D0D0D"/>
                </a:solidFill>
                <a:ln>
                  <a:noFill/>
                </a:ln>
                <a:scene3d>
                  <a:camera prst="orthographicFront"/>
                  <a:lightRig rig="threePt" dir="t"/>
                </a:scene3d>
                <a:sp3d>
                  <a:bevelT w="69850" h="50800" prst="coolSlan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16" name="组合 115"/>
                <p:cNvGrpSpPr/>
                <p:nvPr/>
              </p:nvGrpSpPr>
              <p:grpSpPr>
                <a:xfrm>
                  <a:off x="5905200" y="5406664"/>
                  <a:ext cx="381600" cy="381600"/>
                  <a:chOff x="5905200" y="3238200"/>
                  <a:chExt cx="381600" cy="381600"/>
                </a:xfrm>
              </p:grpSpPr>
              <p:sp>
                <p:nvSpPr>
                  <p:cNvPr id="119" name="椭圆 118"/>
                  <p:cNvSpPr/>
                  <p:nvPr/>
                </p:nvSpPr>
                <p:spPr>
                  <a:xfrm>
                    <a:off x="5905200" y="3238200"/>
                    <a:ext cx="381600" cy="381600"/>
                  </a:xfrm>
                  <a:prstGeom prst="ellipse">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0" name="椭圆 119"/>
                  <p:cNvSpPr/>
                  <p:nvPr/>
                </p:nvSpPr>
                <p:spPr>
                  <a:xfrm>
                    <a:off x="5932200" y="3265200"/>
                    <a:ext cx="327600" cy="3276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7" name="圆角矩形 116"/>
                <p:cNvSpPr/>
                <p:nvPr/>
              </p:nvSpPr>
              <p:spPr>
                <a:xfrm>
                  <a:off x="4883060" y="952391"/>
                  <a:ext cx="2376000" cy="4952144"/>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8" name="圆角矩形 117"/>
                <p:cNvSpPr/>
                <p:nvPr/>
              </p:nvSpPr>
              <p:spPr>
                <a:xfrm>
                  <a:off x="6028129" y="-238122"/>
                  <a:ext cx="2376000" cy="4935600"/>
                </a:xfrm>
                <a:prstGeom prst="roundRect">
                  <a:avLst>
                    <a:gd name="adj" fmla="val 7335"/>
                  </a:avLst>
                </a:prstGeom>
                <a:gradFill flip="none" rotWithShape="1">
                  <a:gsLst>
                    <a:gs pos="0">
                      <a:srgbClr val="FFFFFF">
                        <a:alpha val="18000"/>
                      </a:srgbClr>
                    </a:gs>
                    <a:gs pos="5000">
                      <a:srgbClr val="FFFFFF">
                        <a:alpha val="0"/>
                      </a:srgb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99" name="组合 98"/>
              <p:cNvGrpSpPr/>
              <p:nvPr/>
            </p:nvGrpSpPr>
            <p:grpSpPr>
              <a:xfrm>
                <a:off x="6856135" y="1608679"/>
                <a:ext cx="156128" cy="54425"/>
                <a:chOff x="6770056" y="1608698"/>
                <a:chExt cx="156128" cy="65855"/>
              </a:xfrm>
            </p:grpSpPr>
            <p:sp>
              <p:nvSpPr>
                <p:cNvPr id="105" name="矩形 104"/>
                <p:cNvSpPr/>
                <p:nvPr/>
              </p:nvSpPr>
              <p:spPr>
                <a:xfrm>
                  <a:off x="6770056" y="1608698"/>
                  <a:ext cx="146501" cy="65855"/>
                </a:xfrm>
                <a:prstGeom prst="rect">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6" name="矩形 105"/>
                <p:cNvSpPr/>
                <p:nvPr/>
              </p:nvSpPr>
              <p:spPr>
                <a:xfrm>
                  <a:off x="6916234" y="1633796"/>
                  <a:ext cx="9950" cy="16633"/>
                </a:xfrm>
                <a:prstGeom prst="rect">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7" name="矩形 106"/>
                <p:cNvSpPr/>
                <p:nvPr/>
              </p:nvSpPr>
              <p:spPr>
                <a:xfrm>
                  <a:off x="6770056" y="1608699"/>
                  <a:ext cx="83493" cy="6585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0" name="椭圆 99"/>
              <p:cNvSpPr/>
              <p:nvPr/>
            </p:nvSpPr>
            <p:spPr>
              <a:xfrm>
                <a:off x="5123906"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1" name="椭圆 100"/>
              <p:cNvSpPr/>
              <p:nvPr/>
            </p:nvSpPr>
            <p:spPr>
              <a:xfrm>
                <a:off x="5176565"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2" name="椭圆 101"/>
              <p:cNvSpPr/>
              <p:nvPr/>
            </p:nvSpPr>
            <p:spPr>
              <a:xfrm>
                <a:off x="5224538"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3" name="椭圆 102"/>
              <p:cNvSpPr/>
              <p:nvPr/>
            </p:nvSpPr>
            <p:spPr>
              <a:xfrm>
                <a:off x="5274547"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 name="椭圆 103"/>
              <p:cNvSpPr/>
              <p:nvPr/>
            </p:nvSpPr>
            <p:spPr>
              <a:xfrm>
                <a:off x="5324640" y="1619118"/>
                <a:ext cx="41564" cy="41564"/>
              </a:xfrm>
              <a:prstGeom prst="ellipse">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38" name="矩形 137"/>
            <p:cNvSpPr/>
            <p:nvPr/>
          </p:nvSpPr>
          <p:spPr bwMode="auto">
            <a:xfrm rot="16200000">
              <a:off x="12870306" y="4596683"/>
              <a:ext cx="1987572" cy="3635808"/>
            </a:xfrm>
            <a:prstGeom prst="rect">
              <a:avLst/>
            </a:prstGeom>
            <a:solidFill>
              <a:srgbClr val="2B7FB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 typeface="Arial" panose="020B0604020202020204" pitchFamily="34" charset="0"/>
                <a:buNone/>
                <a:defRPr/>
              </a:pPr>
              <a:endParaRPr lang="zh-CN" altLang="en-US"/>
            </a:p>
          </p:txBody>
        </p:sp>
        <p:grpSp>
          <p:nvGrpSpPr>
            <p:cNvPr id="141" name="组合 2"/>
            <p:cNvGrpSpPr/>
            <p:nvPr/>
          </p:nvGrpSpPr>
          <p:grpSpPr bwMode="auto">
            <a:xfrm>
              <a:off x="13580951" y="5774163"/>
              <a:ext cx="608013" cy="619125"/>
              <a:chOff x="7938529" y="3078391"/>
              <a:chExt cx="607404" cy="617990"/>
            </a:xfrm>
          </p:grpSpPr>
          <p:sp>
            <p:nvSpPr>
              <p:cNvPr id="142" name="object 5"/>
              <p:cNvSpPr/>
              <p:nvPr/>
            </p:nvSpPr>
            <p:spPr bwMode="auto">
              <a:xfrm>
                <a:off x="8052890" y="3078391"/>
                <a:ext cx="137478" cy="276999"/>
              </a:xfrm>
              <a:custGeom>
                <a:avLst/>
                <a:gdLst>
                  <a:gd name="T0" fmla="*/ 17874 w 226695"/>
                  <a:gd name="T1" fmla="*/ 0 h 262254"/>
                  <a:gd name="T2" fmla="*/ 0 w 226695"/>
                  <a:gd name="T3" fmla="*/ 197759 h 262254"/>
                  <a:gd name="T4" fmla="*/ 30590 w 226695"/>
                  <a:gd name="T5" fmla="*/ 326123 h 262254"/>
                  <a:gd name="T6" fmla="*/ 17874 w 226695"/>
                  <a:gd name="T7" fmla="*/ 0 h 26225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26695" h="262254">
                    <a:moveTo>
                      <a:pt x="132153" y="0"/>
                    </a:moveTo>
                    <a:lnTo>
                      <a:pt x="0" y="158895"/>
                    </a:lnTo>
                    <a:lnTo>
                      <a:pt x="226160" y="262033"/>
                    </a:lnTo>
                    <a:lnTo>
                      <a:pt x="132153" y="0"/>
                    </a:lnTo>
                    <a:close/>
                  </a:path>
                </a:pathLst>
              </a:custGeom>
              <a:solidFill>
                <a:srgbClr val="4ABA92"/>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3" name="object 6"/>
              <p:cNvSpPr/>
              <p:nvPr/>
            </p:nvSpPr>
            <p:spPr bwMode="auto">
              <a:xfrm>
                <a:off x="8090831" y="3419382"/>
                <a:ext cx="363912" cy="276999"/>
              </a:xfrm>
              <a:custGeom>
                <a:avLst/>
                <a:gdLst>
                  <a:gd name="T0" fmla="*/ 50573 w 600075"/>
                  <a:gd name="T1" fmla="*/ 0 h 479425"/>
                  <a:gd name="T2" fmla="*/ 0 w 600075"/>
                  <a:gd name="T3" fmla="*/ 50100 h 479425"/>
                  <a:gd name="T4" fmla="*/ 60332 w 600075"/>
                  <a:gd name="T5" fmla="*/ 53398 h 479425"/>
                  <a:gd name="T6" fmla="*/ 81164 w 600075"/>
                  <a:gd name="T7" fmla="*/ 11494 h 479425"/>
                  <a:gd name="T8" fmla="*/ 50573 w 600075"/>
                  <a:gd name="T9" fmla="*/ 0 h 4794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00075" h="479425">
                    <a:moveTo>
                      <a:pt x="373904" y="0"/>
                    </a:moveTo>
                    <a:lnTo>
                      <a:pt x="0" y="449588"/>
                    </a:lnTo>
                    <a:lnTo>
                      <a:pt x="446049" y="479179"/>
                    </a:lnTo>
                    <a:lnTo>
                      <a:pt x="600065" y="103138"/>
                    </a:lnTo>
                    <a:lnTo>
                      <a:pt x="373904" y="0"/>
                    </a:lnTo>
                    <a:close/>
                  </a:path>
                </a:pathLst>
              </a:custGeom>
              <a:solidFill>
                <a:srgbClr val="F94C07"/>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4" name="object 7"/>
              <p:cNvSpPr/>
              <p:nvPr/>
            </p:nvSpPr>
            <p:spPr bwMode="auto">
              <a:xfrm>
                <a:off x="8161226" y="3175050"/>
                <a:ext cx="384707" cy="276999"/>
              </a:xfrm>
              <a:custGeom>
                <a:avLst/>
                <a:gdLst>
                  <a:gd name="T0" fmla="*/ 0 w 634365"/>
                  <a:gd name="T1" fmla="*/ 0 h 229235"/>
                  <a:gd name="T2" fmla="*/ 67888 w 634365"/>
                  <a:gd name="T3" fmla="*/ 488025 h 229235"/>
                  <a:gd name="T4" fmla="*/ 85762 w 634365"/>
                  <a:gd name="T5" fmla="*/ 149257 h 229235"/>
                  <a:gd name="T6" fmla="*/ 0 w 634365"/>
                  <a:gd name="T7" fmla="*/ 0 h 22923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34365" h="229235">
                    <a:moveTo>
                      <a:pt x="0" y="0"/>
                    </a:moveTo>
                    <a:lnTo>
                      <a:pt x="501911" y="228904"/>
                    </a:lnTo>
                    <a:lnTo>
                      <a:pt x="634064" y="70008"/>
                    </a:lnTo>
                    <a:lnTo>
                      <a:pt x="0" y="0"/>
                    </a:lnTo>
                    <a:close/>
                  </a:path>
                </a:pathLst>
              </a:custGeom>
              <a:solidFill>
                <a:srgbClr val="1F4E79"/>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5" name="object 8"/>
              <p:cNvSpPr/>
              <p:nvPr/>
            </p:nvSpPr>
            <p:spPr bwMode="auto">
              <a:xfrm>
                <a:off x="7945652" y="3216890"/>
                <a:ext cx="145179" cy="193317"/>
              </a:xfrm>
              <a:custGeom>
                <a:avLst/>
                <a:gdLst>
                  <a:gd name="T0" fmla="*/ 19983 w 200025"/>
                  <a:gd name="T1" fmla="*/ 0 h 678814"/>
                  <a:gd name="T2" fmla="*/ 0 w 200025"/>
                  <a:gd name="T3" fmla="*/ 2184 h 678814"/>
                  <a:gd name="T4" fmla="*/ 55509 w 200025"/>
                  <a:gd name="T5" fmla="*/ 4463 h 678814"/>
                  <a:gd name="T6" fmla="*/ 19983 w 200025"/>
                  <a:gd name="T7" fmla="*/ 0 h 6788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0025" h="678814">
                    <a:moveTo>
                      <a:pt x="72008" y="0"/>
                    </a:moveTo>
                    <a:lnTo>
                      <a:pt x="0" y="332031"/>
                    </a:lnTo>
                    <a:lnTo>
                      <a:pt x="200025" y="678481"/>
                    </a:lnTo>
                    <a:lnTo>
                      <a:pt x="72008" y="0"/>
                    </a:lnTo>
                    <a:close/>
                  </a:path>
                </a:pathLst>
              </a:custGeom>
              <a:solidFill>
                <a:srgbClr val="00B050"/>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6" name="object 9"/>
              <p:cNvSpPr/>
              <p:nvPr/>
            </p:nvSpPr>
            <p:spPr bwMode="auto">
              <a:xfrm>
                <a:off x="7938529" y="3379992"/>
                <a:ext cx="304607" cy="276999"/>
              </a:xfrm>
              <a:custGeom>
                <a:avLst/>
                <a:gdLst>
                  <a:gd name="T0" fmla="*/ 0 w 502284"/>
                  <a:gd name="T1" fmla="*/ 0 h 678814"/>
                  <a:gd name="T2" fmla="*/ 17315 w 502284"/>
                  <a:gd name="T3" fmla="*/ 18813 h 678814"/>
                  <a:gd name="T4" fmla="*/ 67889 w 502284"/>
                  <a:gd name="T5" fmla="*/ 6347 h 678814"/>
                  <a:gd name="T6" fmla="*/ 0 w 502284"/>
                  <a:gd name="T7" fmla="*/ 0 h 6788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02284" h="678814">
                    <a:moveTo>
                      <a:pt x="0" y="0"/>
                    </a:moveTo>
                    <a:lnTo>
                      <a:pt x="128017" y="678492"/>
                    </a:lnTo>
                    <a:lnTo>
                      <a:pt x="501921" y="228904"/>
                    </a:lnTo>
                    <a:lnTo>
                      <a:pt x="0" y="0"/>
                    </a:lnTo>
                    <a:close/>
                  </a:path>
                </a:pathLst>
              </a:custGeom>
              <a:solidFill>
                <a:srgbClr val="ED7D31"/>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grpSp>
        <p:sp>
          <p:nvSpPr>
            <p:cNvPr id="147" name="矩形 23"/>
            <p:cNvSpPr>
              <a:spLocks noChangeArrowheads="1"/>
            </p:cNvSpPr>
            <p:nvPr/>
          </p:nvSpPr>
          <p:spPr bwMode="auto">
            <a:xfrm>
              <a:off x="12758941" y="6563170"/>
              <a:ext cx="2303462" cy="50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2F6583"/>
                  </a:solidFill>
                  <a:bevel/>
                </a14:hiddenLine>
              </a:ext>
            </a:extLst>
          </p:spPr>
          <p:txBody>
            <a:bodyPr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SimSun"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SimSun"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SimSun"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9pPr>
            </a:lstStyle>
            <a:p>
              <a:pPr algn="ctr">
                <a:lnSpc>
                  <a:spcPct val="100000"/>
                </a:lnSpc>
                <a:spcBef>
                  <a:spcPct val="0"/>
                </a:spcBef>
                <a:buFont typeface="Arial" panose="020B0604020202020204" pitchFamily="34" charset="0"/>
                <a:buNone/>
              </a:pPr>
              <a:r>
                <a:rPr lang="vi-VN" altLang="zh-CN" sz="2500" dirty="0">
                  <a:solidFill>
                    <a:schemeClr val="bg1"/>
                  </a:solidFill>
                  <a:latin typeface="Impact" panose="020B0806030902050204" pitchFamily="34" charset="0"/>
                  <a:ea typeface="Microsoft YaHei" panose="020B0503020204020204" pitchFamily="34" charset="-122"/>
                  <a:sym typeface="Impact" panose="020B0806030902050204" pitchFamily="34" charset="0"/>
                </a:rPr>
                <a:t>Nhóm </a:t>
              </a:r>
              <a:r>
                <a:rPr lang="vi-VN" altLang="zh-CN" sz="2500" dirty="0">
                  <a:solidFill>
                    <a:schemeClr val="bg1"/>
                  </a:solidFill>
                  <a:latin typeface="Impact" panose="020B0806030902050204" pitchFamily="34" charset="0"/>
                  <a:ea typeface="Microsoft YaHei" panose="020B0503020204020204" pitchFamily="34" charset="-122"/>
                  <a:sym typeface="Impact" panose="020B0806030902050204" pitchFamily="34" charset="0"/>
                </a:rPr>
                <a:t>6</a:t>
              </a:r>
              <a:endParaRPr lang="vi-VN" altLang="zh-CN" sz="2500" dirty="0">
                <a:solidFill>
                  <a:schemeClr val="bg1"/>
                </a:solidFill>
                <a:latin typeface="Impact" panose="020B0806030902050204" pitchFamily="34" charset="0"/>
                <a:ea typeface="Microsoft YaHei" panose="020B0503020204020204" pitchFamily="34" charset="-122"/>
                <a:sym typeface="Impact" panose="020B0806030902050204" pitchFamily="34" charset="0"/>
              </a:endParaRPr>
            </a:p>
          </p:txBody>
        </p:sp>
      </p:grpSp>
      <p:sp>
        <p:nvSpPr>
          <p:cNvPr id="5" name="Rounded Rectangle 4"/>
          <p:cNvSpPr/>
          <p:nvPr/>
        </p:nvSpPr>
        <p:spPr>
          <a:xfrm>
            <a:off x="304800" y="638810"/>
            <a:ext cx="8768080" cy="802005"/>
          </a:xfrm>
          <a:prstGeom prst="roundRect">
            <a:avLst/>
          </a:prstGeom>
          <a:solidFill>
            <a:srgbClr val="F02424"/>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6" name="object 3"/>
          <p:cNvSpPr txBox="1">
            <a:spLocks noChangeArrowheads="1"/>
          </p:cNvSpPr>
          <p:nvPr/>
        </p:nvSpPr>
        <p:spPr bwMode="auto">
          <a:xfrm>
            <a:off x="437515" y="730250"/>
            <a:ext cx="8482330" cy="615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marL="6350">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SimSun"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SimSun"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SimSun"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9pPr>
          </a:lstStyle>
          <a:p>
            <a:pPr algn="ctr">
              <a:lnSpc>
                <a:spcPct val="100000"/>
              </a:lnSpc>
              <a:spcBef>
                <a:spcPct val="0"/>
              </a:spcBef>
              <a:buFont typeface="Arial" panose="020B0604020202020204" pitchFamily="34" charset="0"/>
              <a:buNone/>
            </a:pPr>
            <a:r>
              <a:rPr lang="vi-VN" altLang="zh-CN" sz="4000" dirty="0" smtClean="0">
                <a:solidFill>
                  <a:srgbClr val="FFFFFF"/>
                </a:solidFill>
                <a:latin typeface="Microsoft YaHei" panose="020B0503020204020204" pitchFamily="34" charset="-122"/>
                <a:ea typeface="Microsoft YaHei" panose="020B0503020204020204" pitchFamily="34" charset="-122"/>
                <a:sym typeface="+mn-ea"/>
              </a:rPr>
              <a:t>Vigenère Cipher</a:t>
            </a:r>
            <a:endParaRPr lang="vi-VN" altLang="zh-CN" sz="4000" dirty="0" smtClean="0">
              <a:solidFill>
                <a:srgbClr val="FFFFFF"/>
              </a:solidFill>
              <a:latin typeface="Microsoft YaHei" panose="020B0503020204020204" pitchFamily="34" charset="-122"/>
              <a:ea typeface="Microsoft YaHei" panose="020B0503020204020204" pitchFamily="34" charset="-122"/>
            </a:endParaRPr>
          </a:p>
        </p:txBody>
      </p:sp>
      <p:sp>
        <p:nvSpPr>
          <p:cNvPr id="7" name="文本框 162"/>
          <p:cNvSpPr txBox="1"/>
          <p:nvPr/>
        </p:nvSpPr>
        <p:spPr>
          <a:xfrm>
            <a:off x="228600" y="1797050"/>
            <a:ext cx="17743805" cy="7988935"/>
          </a:xfrm>
          <a:prstGeom prst="rect">
            <a:avLst/>
          </a:prstGeom>
          <a:noFill/>
        </p:spPr>
        <p:txBody>
          <a:bodyPr wrap="square" rtlCol="0">
            <a:noAutofit/>
          </a:bodyPr>
          <a:p>
            <a:pPr lvl="0" indent="0" algn="just">
              <a:lnSpc>
                <a:spcPct val="110000"/>
              </a:lnSpc>
              <a:spcBef>
                <a:spcPts val="600"/>
              </a:spcBef>
              <a:spcAft>
                <a:spcPts val="0"/>
              </a:spcAft>
              <a:buFont typeface="Wingdings" panose="05000000000000000000" charset="0"/>
              <a:buNone/>
            </a:pPr>
            <a:r>
              <a:rPr lang="en-US" altLang="zh-HK" sz="4400"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sym typeface="+mn-ea"/>
              </a:rPr>
              <a:t>c, Ưu điểm của Vigenère Cipher:</a:t>
            </a:r>
            <a:endParaRPr lang="en-US" altLang="zh-HK" sz="4400"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sym typeface="+mn-ea"/>
            </a:endParaRPr>
          </a:p>
          <a:p>
            <a:pPr lvl="0" indent="0" algn="just">
              <a:lnSpc>
                <a:spcPct val="110000"/>
              </a:lnSpc>
              <a:spcBef>
                <a:spcPts val="600"/>
              </a:spcBef>
              <a:spcAft>
                <a:spcPts val="0"/>
              </a:spcAft>
              <a:buFont typeface="Wingdings" panose="05000000000000000000" charset="0"/>
              <a:buNone/>
            </a:pPr>
            <a:r>
              <a:rPr lang="en-US" altLang="zh-HK" sz="4400"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sym typeface="+mn-ea"/>
              </a:rPr>
              <a:t>- Khó phá mã hơn so với Caesar Cipher: Do sử dụng một từ khóa để thay đổi cách dịch chuyển ký tự, Vigenère Cipher không lặp lại các mẫu dịch chuyển giống nhau, giúp tăng độ phức tạp trong việc phá mã bằng phương pháp tần số ký tự thông thường.</a:t>
            </a:r>
            <a:endParaRPr lang="en-US" altLang="zh-HK" sz="4400"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sym typeface="+mn-ea"/>
            </a:endParaRPr>
          </a:p>
          <a:p>
            <a:pPr lvl="0" indent="0" algn="just">
              <a:lnSpc>
                <a:spcPct val="110000"/>
              </a:lnSpc>
              <a:spcBef>
                <a:spcPts val="600"/>
              </a:spcBef>
              <a:spcAft>
                <a:spcPts val="0"/>
              </a:spcAft>
              <a:buFont typeface="Wingdings" panose="05000000000000000000" charset="0"/>
              <a:buNone/>
            </a:pPr>
            <a:r>
              <a:rPr lang="en-US" altLang="zh-HK" sz="4400"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sym typeface="+mn-ea"/>
              </a:rPr>
              <a:t>- Bảo mật tốt hơn cho các văn bản dài: Nhờ việc sử dụng từ khóa có độ dài khác nhau, Vigenère Cipher giúp tránh lặp lại các mẫu dịch chuyển cố định, làm cho việc nhận diện các mẫu khó hơn so với các mật mã dịch chuyển đơn giản.</a:t>
            </a:r>
            <a:endParaRPr lang="en-US" altLang="zh-HK" sz="4400"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sym typeface="+mn-ea"/>
            </a:endParaRPr>
          </a:p>
        </p:txBody>
      </p:sp>
      <p:grpSp>
        <p:nvGrpSpPr>
          <p:cNvPr id="3" name="组合 1630"/>
          <p:cNvGrpSpPr/>
          <p:nvPr/>
        </p:nvGrpSpPr>
        <p:grpSpPr bwMode="auto">
          <a:xfrm>
            <a:off x="531495" y="726440"/>
            <a:ext cx="542925" cy="594360"/>
            <a:chOff x="0" y="0"/>
            <a:chExt cx="626080" cy="625272"/>
          </a:xfrm>
          <a:solidFill>
            <a:schemeClr val="bg1"/>
          </a:solidFill>
        </p:grpSpPr>
        <p:sp>
          <p:nvSpPr>
            <p:cNvPr id="2" name="Freeform 515"/>
            <p:cNvSpPr>
              <a:spLocks noChangeArrowheads="1"/>
            </p:cNvSpPr>
            <p:nvPr/>
          </p:nvSpPr>
          <p:spPr bwMode="auto">
            <a:xfrm>
              <a:off x="0" y="56500"/>
              <a:ext cx="569676" cy="568772"/>
            </a:xfrm>
            <a:custGeom>
              <a:avLst/>
              <a:gdLst>
                <a:gd name="T0" fmla="*/ 2147483647 w 299"/>
                <a:gd name="T1" fmla="*/ 2147483647 h 298"/>
                <a:gd name="T2" fmla="*/ 2147483647 w 299"/>
                <a:gd name="T3" fmla="*/ 2147483647 h 298"/>
                <a:gd name="T4" fmla="*/ 2147483647 w 299"/>
                <a:gd name="T5" fmla="*/ 2147483647 h 298"/>
                <a:gd name="T6" fmla="*/ 2147483647 w 299"/>
                <a:gd name="T7" fmla="*/ 2147483647 h 298"/>
                <a:gd name="T8" fmla="*/ 2147483647 w 299"/>
                <a:gd name="T9" fmla="*/ 2147483647 h 298"/>
                <a:gd name="T10" fmla="*/ 2147483647 w 299"/>
                <a:gd name="T11" fmla="*/ 0 h 298"/>
                <a:gd name="T12" fmla="*/ 2147483647 w 299"/>
                <a:gd name="T13" fmla="*/ 2147483647 h 298"/>
                <a:gd name="T14" fmla="*/ 0 60000 65536"/>
                <a:gd name="T15" fmla="*/ 0 60000 65536"/>
                <a:gd name="T16" fmla="*/ 0 60000 65536"/>
                <a:gd name="T17" fmla="*/ 0 60000 65536"/>
                <a:gd name="T18" fmla="*/ 0 60000 65536"/>
                <a:gd name="T19" fmla="*/ 0 60000 65536"/>
                <a:gd name="T20" fmla="*/ 0 60000 65536"/>
                <a:gd name="T21" fmla="*/ 0 w 299"/>
                <a:gd name="T22" fmla="*/ 0 h 298"/>
                <a:gd name="T23" fmla="*/ 299 w 299"/>
                <a:gd name="T24" fmla="*/ 298 h 29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99" h="298">
                  <a:moveTo>
                    <a:pt x="5" y="24"/>
                  </a:moveTo>
                  <a:cubicBezTo>
                    <a:pt x="0" y="29"/>
                    <a:pt x="0" y="38"/>
                    <a:pt x="5" y="43"/>
                  </a:cubicBezTo>
                  <a:cubicBezTo>
                    <a:pt x="255" y="293"/>
                    <a:pt x="255" y="293"/>
                    <a:pt x="255" y="293"/>
                  </a:cubicBezTo>
                  <a:cubicBezTo>
                    <a:pt x="260" y="298"/>
                    <a:pt x="269" y="298"/>
                    <a:pt x="275" y="293"/>
                  </a:cubicBezTo>
                  <a:cubicBezTo>
                    <a:pt x="299" y="269"/>
                    <a:pt x="299" y="269"/>
                    <a:pt x="299" y="269"/>
                  </a:cubicBezTo>
                  <a:cubicBezTo>
                    <a:pt x="29" y="0"/>
                    <a:pt x="29" y="0"/>
                    <a:pt x="29" y="0"/>
                  </a:cubicBezTo>
                  <a:lnTo>
                    <a:pt x="5" y="24"/>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8" name="Freeform 516"/>
            <p:cNvSpPr>
              <a:spLocks noChangeArrowheads="1"/>
            </p:cNvSpPr>
            <p:nvPr/>
          </p:nvSpPr>
          <p:spPr bwMode="auto">
            <a:xfrm>
              <a:off x="56404" y="0"/>
              <a:ext cx="569676" cy="568772"/>
            </a:xfrm>
            <a:custGeom>
              <a:avLst/>
              <a:gdLst>
                <a:gd name="T0" fmla="*/ 2147483647 w 299"/>
                <a:gd name="T1" fmla="*/ 2147483647 h 299"/>
                <a:gd name="T2" fmla="*/ 0 w 299"/>
                <a:gd name="T3" fmla="*/ 2147483647 h 299"/>
                <a:gd name="T4" fmla="*/ 2147483647 w 299"/>
                <a:gd name="T5" fmla="*/ 2147483647 h 299"/>
                <a:gd name="T6" fmla="*/ 2147483647 w 299"/>
                <a:gd name="T7" fmla="*/ 2147483647 h 299"/>
                <a:gd name="T8" fmla="*/ 2147483647 w 299"/>
                <a:gd name="T9" fmla="*/ 2147483647 h 299"/>
                <a:gd name="T10" fmla="*/ 2147483647 w 299"/>
                <a:gd name="T11" fmla="*/ 2147483647 h 299"/>
                <a:gd name="T12" fmla="*/ 2147483647 w 299"/>
                <a:gd name="T13" fmla="*/ 2147483647 h 299"/>
                <a:gd name="T14" fmla="*/ 0 60000 65536"/>
                <a:gd name="T15" fmla="*/ 0 60000 65536"/>
                <a:gd name="T16" fmla="*/ 0 60000 65536"/>
                <a:gd name="T17" fmla="*/ 0 60000 65536"/>
                <a:gd name="T18" fmla="*/ 0 60000 65536"/>
                <a:gd name="T19" fmla="*/ 0 60000 65536"/>
                <a:gd name="T20" fmla="*/ 0 60000 65536"/>
                <a:gd name="T21" fmla="*/ 0 w 299"/>
                <a:gd name="T22" fmla="*/ 0 h 299"/>
                <a:gd name="T23" fmla="*/ 299 w 299"/>
                <a:gd name="T24" fmla="*/ 299 h 29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99" h="299">
                  <a:moveTo>
                    <a:pt x="24" y="6"/>
                  </a:moveTo>
                  <a:cubicBezTo>
                    <a:pt x="0" y="30"/>
                    <a:pt x="0" y="30"/>
                    <a:pt x="0" y="30"/>
                  </a:cubicBezTo>
                  <a:cubicBezTo>
                    <a:pt x="270" y="299"/>
                    <a:pt x="270" y="299"/>
                    <a:pt x="270" y="299"/>
                  </a:cubicBezTo>
                  <a:cubicBezTo>
                    <a:pt x="294" y="275"/>
                    <a:pt x="294" y="275"/>
                    <a:pt x="294" y="275"/>
                  </a:cubicBezTo>
                  <a:cubicBezTo>
                    <a:pt x="299" y="270"/>
                    <a:pt x="299" y="261"/>
                    <a:pt x="294" y="255"/>
                  </a:cubicBezTo>
                  <a:cubicBezTo>
                    <a:pt x="44" y="6"/>
                    <a:pt x="44" y="6"/>
                    <a:pt x="44" y="6"/>
                  </a:cubicBezTo>
                  <a:cubicBezTo>
                    <a:pt x="39" y="0"/>
                    <a:pt x="30" y="0"/>
                    <a:pt x="24" y="6"/>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9" name="Freeform 517"/>
            <p:cNvSpPr>
              <a:spLocks noEditPoints="1" noChangeArrowheads="1"/>
            </p:cNvSpPr>
            <p:nvPr/>
          </p:nvSpPr>
          <p:spPr bwMode="auto">
            <a:xfrm>
              <a:off x="31961" y="107352"/>
              <a:ext cx="486952" cy="484020"/>
            </a:xfrm>
            <a:custGeom>
              <a:avLst/>
              <a:gdLst>
                <a:gd name="T0" fmla="*/ 2147483647 w 603"/>
                <a:gd name="T1" fmla="*/ 2147483647 h 600"/>
                <a:gd name="T2" fmla="*/ 2147483647 w 603"/>
                <a:gd name="T3" fmla="*/ 2147483647 h 600"/>
                <a:gd name="T4" fmla="*/ 2147483647 w 603"/>
                <a:gd name="T5" fmla="*/ 2147483647 h 600"/>
                <a:gd name="T6" fmla="*/ 2147483647 w 603"/>
                <a:gd name="T7" fmla="*/ 2147483647 h 600"/>
                <a:gd name="T8" fmla="*/ 2147483647 w 603"/>
                <a:gd name="T9" fmla="*/ 2147483647 h 600"/>
                <a:gd name="T10" fmla="*/ 2147483647 w 603"/>
                <a:gd name="T11" fmla="*/ 2147483647 h 600"/>
                <a:gd name="T12" fmla="*/ 2147483647 w 603"/>
                <a:gd name="T13" fmla="*/ 2147483647 h 600"/>
                <a:gd name="T14" fmla="*/ 2147483647 w 603"/>
                <a:gd name="T15" fmla="*/ 2147483647 h 600"/>
                <a:gd name="T16" fmla="*/ 2147483647 w 603"/>
                <a:gd name="T17" fmla="*/ 2147483647 h 600"/>
                <a:gd name="T18" fmla="*/ 2147483647 w 603"/>
                <a:gd name="T19" fmla="*/ 2147483647 h 600"/>
                <a:gd name="T20" fmla="*/ 0 w 603"/>
                <a:gd name="T21" fmla="*/ 2147483647 h 600"/>
                <a:gd name="T22" fmla="*/ 2147483647 w 603"/>
                <a:gd name="T23" fmla="*/ 2147483647 h 600"/>
                <a:gd name="T24" fmla="*/ 2147483647 w 603"/>
                <a:gd name="T25" fmla="*/ 2147483647 h 600"/>
                <a:gd name="T26" fmla="*/ 2147483647 w 603"/>
                <a:gd name="T27" fmla="*/ 0 h 600"/>
                <a:gd name="T28" fmla="*/ 0 w 603"/>
                <a:gd name="T29" fmla="*/ 2147483647 h 600"/>
                <a:gd name="T30" fmla="*/ 2147483647 w 603"/>
                <a:gd name="T31" fmla="*/ 2147483647 h 600"/>
                <a:gd name="T32" fmla="*/ 2147483647 w 603"/>
                <a:gd name="T33" fmla="*/ 2147483647 h 600"/>
                <a:gd name="T34" fmla="*/ 2147483647 w 603"/>
                <a:gd name="T35" fmla="*/ 2147483647 h 600"/>
                <a:gd name="T36" fmla="*/ 2147483647 w 603"/>
                <a:gd name="T37" fmla="*/ 2147483647 h 600"/>
                <a:gd name="T38" fmla="*/ 2147483647 w 603"/>
                <a:gd name="T39" fmla="*/ 2147483647 h 600"/>
                <a:gd name="T40" fmla="*/ 2147483647 w 603"/>
                <a:gd name="T41" fmla="*/ 2147483647 h 600"/>
                <a:gd name="T42" fmla="*/ 2147483647 w 603"/>
                <a:gd name="T43" fmla="*/ 2147483647 h 600"/>
                <a:gd name="T44" fmla="*/ 2147483647 w 603"/>
                <a:gd name="T45" fmla="*/ 2147483647 h 600"/>
                <a:gd name="T46" fmla="*/ 2147483647 w 603"/>
                <a:gd name="T47" fmla="*/ 2147483647 h 600"/>
                <a:gd name="T48" fmla="*/ 2147483647 w 603"/>
                <a:gd name="T49" fmla="*/ 2147483647 h 600"/>
                <a:gd name="T50" fmla="*/ 2147483647 w 603"/>
                <a:gd name="T51" fmla="*/ 2147483647 h 600"/>
                <a:gd name="T52" fmla="*/ 2147483647 w 603"/>
                <a:gd name="T53" fmla="*/ 2147483647 h 600"/>
                <a:gd name="T54" fmla="*/ 2147483647 w 603"/>
                <a:gd name="T55" fmla="*/ 2147483647 h 600"/>
                <a:gd name="T56" fmla="*/ 2147483647 w 603"/>
                <a:gd name="T57" fmla="*/ 2147483647 h 600"/>
                <a:gd name="T58" fmla="*/ 2147483647 w 603"/>
                <a:gd name="T59" fmla="*/ 2147483647 h 600"/>
                <a:gd name="T60" fmla="*/ 2147483647 w 603"/>
                <a:gd name="T61" fmla="*/ 2147483647 h 600"/>
                <a:gd name="T62" fmla="*/ 2147483647 w 603"/>
                <a:gd name="T63" fmla="*/ 2147483647 h 600"/>
                <a:gd name="T64" fmla="*/ 2147483647 w 603"/>
                <a:gd name="T65" fmla="*/ 2147483647 h 600"/>
                <a:gd name="T66" fmla="*/ 2147483647 w 603"/>
                <a:gd name="T67" fmla="*/ 2147483647 h 600"/>
                <a:gd name="T68" fmla="*/ 2147483647 w 603"/>
                <a:gd name="T69" fmla="*/ 2147483647 h 600"/>
                <a:gd name="T70" fmla="*/ 2147483647 w 603"/>
                <a:gd name="T71" fmla="*/ 2147483647 h 600"/>
                <a:gd name="T72" fmla="*/ 2147483647 w 603"/>
                <a:gd name="T73" fmla="*/ 2147483647 h 600"/>
                <a:gd name="T74" fmla="*/ 2147483647 w 603"/>
                <a:gd name="T75" fmla="*/ 2147483647 h 600"/>
                <a:gd name="T76" fmla="*/ 2147483647 w 603"/>
                <a:gd name="T77" fmla="*/ 2147483647 h 600"/>
                <a:gd name="T78" fmla="*/ 2147483647 w 603"/>
                <a:gd name="T79" fmla="*/ 2147483647 h 600"/>
                <a:gd name="T80" fmla="*/ 2147483647 w 603"/>
                <a:gd name="T81" fmla="*/ 2147483647 h 600"/>
                <a:gd name="T82" fmla="*/ 2147483647 w 603"/>
                <a:gd name="T83" fmla="*/ 2147483647 h 600"/>
                <a:gd name="T84" fmla="*/ 2147483647 w 603"/>
                <a:gd name="T85" fmla="*/ 2147483647 h 600"/>
                <a:gd name="T86" fmla="*/ 2147483647 w 603"/>
                <a:gd name="T87" fmla="*/ 2147483647 h 600"/>
                <a:gd name="T88" fmla="*/ 2147483647 w 603"/>
                <a:gd name="T89" fmla="*/ 2147483647 h 600"/>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603"/>
                <a:gd name="T136" fmla="*/ 0 h 600"/>
                <a:gd name="T137" fmla="*/ 603 w 603"/>
                <a:gd name="T138" fmla="*/ 600 h 600"/>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603" h="600">
                  <a:moveTo>
                    <a:pt x="275" y="341"/>
                  </a:moveTo>
                  <a:lnTo>
                    <a:pt x="343" y="274"/>
                  </a:lnTo>
                  <a:lnTo>
                    <a:pt x="329" y="260"/>
                  </a:lnTo>
                  <a:lnTo>
                    <a:pt x="260" y="326"/>
                  </a:lnTo>
                  <a:lnTo>
                    <a:pt x="275" y="341"/>
                  </a:lnTo>
                  <a:close/>
                  <a:moveTo>
                    <a:pt x="232" y="227"/>
                  </a:moveTo>
                  <a:lnTo>
                    <a:pt x="197" y="263"/>
                  </a:lnTo>
                  <a:lnTo>
                    <a:pt x="211" y="277"/>
                  </a:lnTo>
                  <a:lnTo>
                    <a:pt x="246" y="241"/>
                  </a:lnTo>
                  <a:lnTo>
                    <a:pt x="232" y="227"/>
                  </a:lnTo>
                  <a:close/>
                  <a:moveTo>
                    <a:pt x="0" y="66"/>
                  </a:moveTo>
                  <a:lnTo>
                    <a:pt x="14" y="81"/>
                  </a:lnTo>
                  <a:lnTo>
                    <a:pt x="83" y="14"/>
                  </a:lnTo>
                  <a:lnTo>
                    <a:pt x="69" y="0"/>
                  </a:lnTo>
                  <a:lnTo>
                    <a:pt x="0" y="66"/>
                  </a:lnTo>
                  <a:close/>
                  <a:moveTo>
                    <a:pt x="166" y="161"/>
                  </a:moveTo>
                  <a:lnTo>
                    <a:pt x="130" y="196"/>
                  </a:lnTo>
                  <a:lnTo>
                    <a:pt x="145" y="211"/>
                  </a:lnTo>
                  <a:lnTo>
                    <a:pt x="180" y="175"/>
                  </a:lnTo>
                  <a:lnTo>
                    <a:pt x="166" y="161"/>
                  </a:lnTo>
                  <a:close/>
                  <a:moveTo>
                    <a:pt x="102" y="97"/>
                  </a:moveTo>
                  <a:lnTo>
                    <a:pt x="66" y="133"/>
                  </a:lnTo>
                  <a:lnTo>
                    <a:pt x="81" y="147"/>
                  </a:lnTo>
                  <a:lnTo>
                    <a:pt x="116" y="111"/>
                  </a:lnTo>
                  <a:lnTo>
                    <a:pt x="102" y="97"/>
                  </a:lnTo>
                  <a:close/>
                  <a:moveTo>
                    <a:pt x="362" y="357"/>
                  </a:moveTo>
                  <a:lnTo>
                    <a:pt x="327" y="393"/>
                  </a:lnTo>
                  <a:lnTo>
                    <a:pt x="341" y="407"/>
                  </a:lnTo>
                  <a:lnTo>
                    <a:pt x="374" y="371"/>
                  </a:lnTo>
                  <a:lnTo>
                    <a:pt x="362" y="357"/>
                  </a:lnTo>
                  <a:close/>
                  <a:moveTo>
                    <a:pt x="492" y="487"/>
                  </a:moveTo>
                  <a:lnTo>
                    <a:pt x="457" y="523"/>
                  </a:lnTo>
                  <a:lnTo>
                    <a:pt x="471" y="537"/>
                  </a:lnTo>
                  <a:lnTo>
                    <a:pt x="504" y="501"/>
                  </a:lnTo>
                  <a:lnTo>
                    <a:pt x="492" y="487"/>
                  </a:lnTo>
                  <a:close/>
                  <a:moveTo>
                    <a:pt x="535" y="600"/>
                  </a:moveTo>
                  <a:lnTo>
                    <a:pt x="603" y="532"/>
                  </a:lnTo>
                  <a:lnTo>
                    <a:pt x="589" y="520"/>
                  </a:lnTo>
                  <a:lnTo>
                    <a:pt x="520" y="586"/>
                  </a:lnTo>
                  <a:lnTo>
                    <a:pt x="535" y="600"/>
                  </a:lnTo>
                  <a:close/>
                  <a:moveTo>
                    <a:pt x="426" y="421"/>
                  </a:moveTo>
                  <a:lnTo>
                    <a:pt x="390" y="456"/>
                  </a:lnTo>
                  <a:lnTo>
                    <a:pt x="405" y="471"/>
                  </a:lnTo>
                  <a:lnTo>
                    <a:pt x="440" y="435"/>
                  </a:lnTo>
                  <a:lnTo>
                    <a:pt x="426" y="421"/>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11" name="Freeform 518"/>
            <p:cNvSpPr>
              <a:spLocks noChangeArrowheads="1"/>
            </p:cNvSpPr>
            <p:nvPr/>
          </p:nvSpPr>
          <p:spPr bwMode="auto">
            <a:xfrm>
              <a:off x="52643" y="118652"/>
              <a:ext cx="456869" cy="455771"/>
            </a:xfrm>
            <a:custGeom>
              <a:avLst/>
              <a:gdLst>
                <a:gd name="T0" fmla="*/ 0 w 565"/>
                <a:gd name="T1" fmla="*/ 2147483647 h 565"/>
                <a:gd name="T2" fmla="*/ 2147483647 w 565"/>
                <a:gd name="T3" fmla="*/ 2147483647 h 565"/>
                <a:gd name="T4" fmla="*/ 2147483647 w 565"/>
                <a:gd name="T5" fmla="*/ 2147483647 h 565"/>
                <a:gd name="T6" fmla="*/ 2147483647 w 565"/>
                <a:gd name="T7" fmla="*/ 2147483647 h 565"/>
                <a:gd name="T8" fmla="*/ 2147483647 w 565"/>
                <a:gd name="T9" fmla="*/ 2147483647 h 565"/>
                <a:gd name="T10" fmla="*/ 2147483647 w 565"/>
                <a:gd name="T11" fmla="*/ 2147483647 h 565"/>
                <a:gd name="T12" fmla="*/ 2147483647 w 565"/>
                <a:gd name="T13" fmla="*/ 2147483647 h 565"/>
                <a:gd name="T14" fmla="*/ 2147483647 w 565"/>
                <a:gd name="T15" fmla="*/ 2147483647 h 565"/>
                <a:gd name="T16" fmla="*/ 2147483647 w 565"/>
                <a:gd name="T17" fmla="*/ 0 h 565"/>
                <a:gd name="T18" fmla="*/ 0 w 565"/>
                <a:gd name="T19" fmla="*/ 2147483647 h 56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565"/>
                <a:gd name="T31" fmla="*/ 0 h 565"/>
                <a:gd name="T32" fmla="*/ 565 w 565"/>
                <a:gd name="T33" fmla="*/ 565 h 565"/>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565" h="565">
                  <a:moveTo>
                    <a:pt x="0" y="407"/>
                  </a:moveTo>
                  <a:lnTo>
                    <a:pt x="45" y="440"/>
                  </a:lnTo>
                  <a:lnTo>
                    <a:pt x="74" y="489"/>
                  </a:lnTo>
                  <a:lnTo>
                    <a:pt x="126" y="518"/>
                  </a:lnTo>
                  <a:lnTo>
                    <a:pt x="156" y="565"/>
                  </a:lnTo>
                  <a:lnTo>
                    <a:pt x="565" y="156"/>
                  </a:lnTo>
                  <a:lnTo>
                    <a:pt x="407" y="0"/>
                  </a:lnTo>
                  <a:lnTo>
                    <a:pt x="0" y="407"/>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12" name="Freeform 519"/>
            <p:cNvSpPr>
              <a:spLocks noChangeArrowheads="1"/>
            </p:cNvSpPr>
            <p:nvPr/>
          </p:nvSpPr>
          <p:spPr bwMode="auto">
            <a:xfrm>
              <a:off x="404226" y="26367"/>
              <a:ext cx="193653" cy="195868"/>
            </a:xfrm>
            <a:custGeom>
              <a:avLst/>
              <a:gdLst>
                <a:gd name="T0" fmla="*/ 2147483647 w 102"/>
                <a:gd name="T1" fmla="*/ 2147483647 h 103"/>
                <a:gd name="T2" fmla="*/ 2147483647 w 102"/>
                <a:gd name="T3" fmla="*/ 2147483647 h 103"/>
                <a:gd name="T4" fmla="*/ 2147483647 w 102"/>
                <a:gd name="T5" fmla="*/ 2147483647 h 103"/>
                <a:gd name="T6" fmla="*/ 0 w 102"/>
                <a:gd name="T7" fmla="*/ 2147483647 h 103"/>
                <a:gd name="T8" fmla="*/ 2147483647 w 102"/>
                <a:gd name="T9" fmla="*/ 2147483647 h 103"/>
                <a:gd name="T10" fmla="*/ 2147483647 w 102"/>
                <a:gd name="T11" fmla="*/ 2147483647 h 103"/>
                <a:gd name="T12" fmla="*/ 2147483647 w 102"/>
                <a:gd name="T13" fmla="*/ 2147483647 h 103"/>
                <a:gd name="T14" fmla="*/ 0 60000 65536"/>
                <a:gd name="T15" fmla="*/ 0 60000 65536"/>
                <a:gd name="T16" fmla="*/ 0 60000 65536"/>
                <a:gd name="T17" fmla="*/ 0 60000 65536"/>
                <a:gd name="T18" fmla="*/ 0 60000 65536"/>
                <a:gd name="T19" fmla="*/ 0 60000 65536"/>
                <a:gd name="T20" fmla="*/ 0 60000 65536"/>
                <a:gd name="T21" fmla="*/ 0 w 102"/>
                <a:gd name="T22" fmla="*/ 0 h 103"/>
                <a:gd name="T23" fmla="*/ 102 w 102"/>
                <a:gd name="T24" fmla="*/ 103 h 10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2" h="103">
                  <a:moveTo>
                    <a:pt x="97" y="52"/>
                  </a:moveTo>
                  <a:cubicBezTo>
                    <a:pt x="50" y="5"/>
                    <a:pt x="50" y="5"/>
                    <a:pt x="50" y="5"/>
                  </a:cubicBezTo>
                  <a:cubicBezTo>
                    <a:pt x="45" y="0"/>
                    <a:pt x="36" y="0"/>
                    <a:pt x="30" y="5"/>
                  </a:cubicBezTo>
                  <a:cubicBezTo>
                    <a:pt x="0" y="36"/>
                    <a:pt x="0" y="36"/>
                    <a:pt x="0" y="36"/>
                  </a:cubicBezTo>
                  <a:cubicBezTo>
                    <a:pt x="66" y="103"/>
                    <a:pt x="66" y="103"/>
                    <a:pt x="66" y="103"/>
                  </a:cubicBezTo>
                  <a:cubicBezTo>
                    <a:pt x="97" y="72"/>
                    <a:pt x="97" y="72"/>
                    <a:pt x="97" y="72"/>
                  </a:cubicBezTo>
                  <a:cubicBezTo>
                    <a:pt x="102" y="66"/>
                    <a:pt x="102" y="57"/>
                    <a:pt x="97" y="52"/>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13" name="Freeform 520"/>
            <p:cNvSpPr>
              <a:spLocks noChangeArrowheads="1"/>
            </p:cNvSpPr>
            <p:nvPr/>
          </p:nvSpPr>
          <p:spPr bwMode="auto">
            <a:xfrm>
              <a:off x="28201" y="446354"/>
              <a:ext cx="150410" cy="150668"/>
            </a:xfrm>
            <a:custGeom>
              <a:avLst/>
              <a:gdLst>
                <a:gd name="T0" fmla="*/ 2147483647 w 186"/>
                <a:gd name="T1" fmla="*/ 2147483647 h 186"/>
                <a:gd name="T2" fmla="*/ 2147483647 w 186"/>
                <a:gd name="T3" fmla="*/ 2147483647 h 186"/>
                <a:gd name="T4" fmla="*/ 2147483647 w 186"/>
                <a:gd name="T5" fmla="*/ 2147483647 h 186"/>
                <a:gd name="T6" fmla="*/ 2147483647 w 186"/>
                <a:gd name="T7" fmla="*/ 2147483647 h 186"/>
                <a:gd name="T8" fmla="*/ 2147483647 w 186"/>
                <a:gd name="T9" fmla="*/ 2147483647 h 186"/>
                <a:gd name="T10" fmla="*/ 2147483647 w 186"/>
                <a:gd name="T11" fmla="*/ 0 h 186"/>
                <a:gd name="T12" fmla="*/ 0 w 186"/>
                <a:gd name="T13" fmla="*/ 2147483647 h 186"/>
                <a:gd name="T14" fmla="*/ 2147483647 w 186"/>
                <a:gd name="T15" fmla="*/ 2147483647 h 186"/>
                <a:gd name="T16" fmla="*/ 0 60000 65536"/>
                <a:gd name="T17" fmla="*/ 0 60000 65536"/>
                <a:gd name="T18" fmla="*/ 0 60000 65536"/>
                <a:gd name="T19" fmla="*/ 0 60000 65536"/>
                <a:gd name="T20" fmla="*/ 0 60000 65536"/>
                <a:gd name="T21" fmla="*/ 0 60000 65536"/>
                <a:gd name="T22" fmla="*/ 0 60000 65536"/>
                <a:gd name="T23" fmla="*/ 0 60000 65536"/>
                <a:gd name="T24" fmla="*/ 0 w 186"/>
                <a:gd name="T25" fmla="*/ 0 h 186"/>
                <a:gd name="T26" fmla="*/ 186 w 186"/>
                <a:gd name="T27" fmla="*/ 186 h 18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86" h="186">
                  <a:moveTo>
                    <a:pt x="186" y="158"/>
                  </a:moveTo>
                  <a:lnTo>
                    <a:pt x="186" y="158"/>
                  </a:lnTo>
                  <a:lnTo>
                    <a:pt x="156" y="111"/>
                  </a:lnTo>
                  <a:lnTo>
                    <a:pt x="104" y="82"/>
                  </a:lnTo>
                  <a:lnTo>
                    <a:pt x="75" y="33"/>
                  </a:lnTo>
                  <a:lnTo>
                    <a:pt x="30" y="0"/>
                  </a:lnTo>
                  <a:lnTo>
                    <a:pt x="0" y="186"/>
                  </a:lnTo>
                  <a:lnTo>
                    <a:pt x="186" y="158"/>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14" name="Freeform 521"/>
            <p:cNvSpPr>
              <a:spLocks noChangeArrowheads="1"/>
            </p:cNvSpPr>
            <p:nvPr/>
          </p:nvSpPr>
          <p:spPr bwMode="auto">
            <a:xfrm>
              <a:off x="28201" y="529222"/>
              <a:ext cx="67684" cy="67801"/>
            </a:xfrm>
            <a:custGeom>
              <a:avLst/>
              <a:gdLst>
                <a:gd name="T0" fmla="*/ 2147483647 w 82"/>
                <a:gd name="T1" fmla="*/ 2147483647 h 82"/>
                <a:gd name="T2" fmla="*/ 2147483647 w 82"/>
                <a:gd name="T3" fmla="*/ 0 h 82"/>
                <a:gd name="T4" fmla="*/ 0 w 82"/>
                <a:gd name="T5" fmla="*/ 2147483647 h 82"/>
                <a:gd name="T6" fmla="*/ 2147483647 w 82"/>
                <a:gd name="T7" fmla="*/ 2147483647 h 82"/>
                <a:gd name="T8" fmla="*/ 0 60000 65536"/>
                <a:gd name="T9" fmla="*/ 0 60000 65536"/>
                <a:gd name="T10" fmla="*/ 0 60000 65536"/>
                <a:gd name="T11" fmla="*/ 0 60000 65536"/>
                <a:gd name="T12" fmla="*/ 0 w 82"/>
                <a:gd name="T13" fmla="*/ 0 h 82"/>
                <a:gd name="T14" fmla="*/ 82 w 82"/>
                <a:gd name="T15" fmla="*/ 82 h 82"/>
              </a:gdLst>
              <a:ahLst/>
              <a:cxnLst>
                <a:cxn ang="T8">
                  <a:pos x="T0" y="T1"/>
                </a:cxn>
                <a:cxn ang="T9">
                  <a:pos x="T2" y="T3"/>
                </a:cxn>
                <a:cxn ang="T10">
                  <a:pos x="T4" y="T5"/>
                </a:cxn>
                <a:cxn ang="T11">
                  <a:pos x="T6" y="T7"/>
                </a:cxn>
              </a:cxnLst>
              <a:rect l="T12" t="T13" r="T14" b="T15"/>
              <a:pathLst>
                <a:path w="82" h="82">
                  <a:moveTo>
                    <a:pt x="82" y="70"/>
                  </a:moveTo>
                  <a:lnTo>
                    <a:pt x="14" y="0"/>
                  </a:lnTo>
                  <a:lnTo>
                    <a:pt x="0" y="82"/>
                  </a:lnTo>
                  <a:lnTo>
                    <a:pt x="82" y="70"/>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15" name="Freeform 522"/>
            <p:cNvSpPr>
              <a:spLocks noChangeArrowheads="1"/>
            </p:cNvSpPr>
            <p:nvPr/>
          </p:nvSpPr>
          <p:spPr bwMode="auto">
            <a:xfrm>
              <a:off x="381664" y="96051"/>
              <a:ext cx="148530" cy="146901"/>
            </a:xfrm>
            <a:custGeom>
              <a:avLst/>
              <a:gdLst>
                <a:gd name="T0" fmla="*/ 0 w 184"/>
                <a:gd name="T1" fmla="*/ 2147483647 h 184"/>
                <a:gd name="T2" fmla="*/ 2147483647 w 184"/>
                <a:gd name="T3" fmla="*/ 2147483647 h 184"/>
                <a:gd name="T4" fmla="*/ 2147483647 w 184"/>
                <a:gd name="T5" fmla="*/ 2147483647 h 184"/>
                <a:gd name="T6" fmla="*/ 2147483647 w 184"/>
                <a:gd name="T7" fmla="*/ 0 h 184"/>
                <a:gd name="T8" fmla="*/ 0 w 184"/>
                <a:gd name="T9" fmla="*/ 2147483647 h 184"/>
                <a:gd name="T10" fmla="*/ 0 60000 65536"/>
                <a:gd name="T11" fmla="*/ 0 60000 65536"/>
                <a:gd name="T12" fmla="*/ 0 60000 65536"/>
                <a:gd name="T13" fmla="*/ 0 60000 65536"/>
                <a:gd name="T14" fmla="*/ 0 60000 65536"/>
                <a:gd name="T15" fmla="*/ 0 w 184"/>
                <a:gd name="T16" fmla="*/ 0 h 184"/>
                <a:gd name="T17" fmla="*/ 184 w 184"/>
                <a:gd name="T18" fmla="*/ 184 h 184"/>
              </a:gdLst>
              <a:ahLst/>
              <a:cxnLst>
                <a:cxn ang="T10">
                  <a:pos x="T0" y="T1"/>
                </a:cxn>
                <a:cxn ang="T11">
                  <a:pos x="T2" y="T3"/>
                </a:cxn>
                <a:cxn ang="T12">
                  <a:pos x="T4" y="T5"/>
                </a:cxn>
                <a:cxn ang="T13">
                  <a:pos x="T6" y="T7"/>
                </a:cxn>
                <a:cxn ang="T14">
                  <a:pos x="T8" y="T9"/>
                </a:cxn>
              </a:cxnLst>
              <a:rect l="T15" t="T16" r="T17" b="T18"/>
              <a:pathLst>
                <a:path w="184" h="184">
                  <a:moveTo>
                    <a:pt x="0" y="28"/>
                  </a:moveTo>
                  <a:lnTo>
                    <a:pt x="158" y="184"/>
                  </a:lnTo>
                  <a:lnTo>
                    <a:pt x="184" y="158"/>
                  </a:lnTo>
                  <a:lnTo>
                    <a:pt x="28" y="0"/>
                  </a:lnTo>
                  <a:lnTo>
                    <a:pt x="0" y="28"/>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16" name="Freeform 523"/>
            <p:cNvSpPr>
              <a:spLocks noChangeArrowheads="1"/>
            </p:cNvSpPr>
            <p:nvPr/>
          </p:nvSpPr>
          <p:spPr bwMode="auto">
            <a:xfrm>
              <a:off x="90246" y="148785"/>
              <a:ext cx="387305" cy="386086"/>
            </a:xfrm>
            <a:custGeom>
              <a:avLst/>
              <a:gdLst>
                <a:gd name="T0" fmla="*/ 0 w 480"/>
                <a:gd name="T1" fmla="*/ 2147483647 h 480"/>
                <a:gd name="T2" fmla="*/ 2147483647 w 480"/>
                <a:gd name="T3" fmla="*/ 2147483647 h 480"/>
                <a:gd name="T4" fmla="*/ 2147483647 w 480"/>
                <a:gd name="T5" fmla="*/ 2147483647 h 480"/>
                <a:gd name="T6" fmla="*/ 2147483647 w 480"/>
                <a:gd name="T7" fmla="*/ 2147483647 h 480"/>
                <a:gd name="T8" fmla="*/ 2147483647 w 480"/>
                <a:gd name="T9" fmla="*/ 0 h 480"/>
                <a:gd name="T10" fmla="*/ 0 w 480"/>
                <a:gd name="T11" fmla="*/ 2147483647 h 480"/>
                <a:gd name="T12" fmla="*/ 0 60000 65536"/>
                <a:gd name="T13" fmla="*/ 0 60000 65536"/>
                <a:gd name="T14" fmla="*/ 0 60000 65536"/>
                <a:gd name="T15" fmla="*/ 0 60000 65536"/>
                <a:gd name="T16" fmla="*/ 0 60000 65536"/>
                <a:gd name="T17" fmla="*/ 0 60000 65536"/>
                <a:gd name="T18" fmla="*/ 0 w 480"/>
                <a:gd name="T19" fmla="*/ 0 h 480"/>
                <a:gd name="T20" fmla="*/ 480 w 480"/>
                <a:gd name="T21" fmla="*/ 480 h 480"/>
              </a:gdLst>
              <a:ahLst/>
              <a:cxnLst>
                <a:cxn ang="T12">
                  <a:pos x="T0" y="T1"/>
                </a:cxn>
                <a:cxn ang="T13">
                  <a:pos x="T2" y="T3"/>
                </a:cxn>
                <a:cxn ang="T14">
                  <a:pos x="T4" y="T5"/>
                </a:cxn>
                <a:cxn ang="T15">
                  <a:pos x="T6" y="T7"/>
                </a:cxn>
                <a:cxn ang="T16">
                  <a:pos x="T8" y="T9"/>
                </a:cxn>
                <a:cxn ang="T17">
                  <a:pos x="T10" y="T11"/>
                </a:cxn>
              </a:cxnLst>
              <a:rect l="T18" t="T19" r="T20" b="T21"/>
              <a:pathLst>
                <a:path w="480" h="480">
                  <a:moveTo>
                    <a:pt x="0" y="402"/>
                  </a:moveTo>
                  <a:lnTo>
                    <a:pt x="29" y="451"/>
                  </a:lnTo>
                  <a:lnTo>
                    <a:pt x="81" y="480"/>
                  </a:lnTo>
                  <a:lnTo>
                    <a:pt x="480" y="80"/>
                  </a:lnTo>
                  <a:lnTo>
                    <a:pt x="402" y="0"/>
                  </a:lnTo>
                  <a:lnTo>
                    <a:pt x="0" y="402"/>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17" name="Freeform 524"/>
            <p:cNvSpPr>
              <a:spLocks noChangeArrowheads="1"/>
            </p:cNvSpPr>
            <p:nvPr/>
          </p:nvSpPr>
          <p:spPr bwMode="auto">
            <a:xfrm>
              <a:off x="310220" y="376670"/>
              <a:ext cx="133489" cy="67801"/>
            </a:xfrm>
            <a:custGeom>
              <a:avLst/>
              <a:gdLst>
                <a:gd name="T0" fmla="*/ 0 w 164"/>
                <a:gd name="T1" fmla="*/ 2147483647 h 83"/>
                <a:gd name="T2" fmla="*/ 2147483647 w 164"/>
                <a:gd name="T3" fmla="*/ 2147483647 h 83"/>
                <a:gd name="T4" fmla="*/ 2147483647 w 164"/>
                <a:gd name="T5" fmla="*/ 2147483647 h 83"/>
                <a:gd name="T6" fmla="*/ 2147483647 w 164"/>
                <a:gd name="T7" fmla="*/ 0 h 83"/>
                <a:gd name="T8" fmla="*/ 0 w 164"/>
                <a:gd name="T9" fmla="*/ 2147483647 h 83"/>
                <a:gd name="T10" fmla="*/ 0 60000 65536"/>
                <a:gd name="T11" fmla="*/ 0 60000 65536"/>
                <a:gd name="T12" fmla="*/ 0 60000 65536"/>
                <a:gd name="T13" fmla="*/ 0 60000 65536"/>
                <a:gd name="T14" fmla="*/ 0 60000 65536"/>
                <a:gd name="T15" fmla="*/ 0 w 164"/>
                <a:gd name="T16" fmla="*/ 0 h 83"/>
                <a:gd name="T17" fmla="*/ 164 w 164"/>
                <a:gd name="T18" fmla="*/ 83 h 83"/>
              </a:gdLst>
              <a:ahLst/>
              <a:cxnLst>
                <a:cxn ang="T10">
                  <a:pos x="T0" y="T1"/>
                </a:cxn>
                <a:cxn ang="T11">
                  <a:pos x="T2" y="T3"/>
                </a:cxn>
                <a:cxn ang="T12">
                  <a:pos x="T4" y="T5"/>
                </a:cxn>
                <a:cxn ang="T13">
                  <a:pos x="T6" y="T7"/>
                </a:cxn>
                <a:cxn ang="T14">
                  <a:pos x="T8" y="T9"/>
                </a:cxn>
              </a:cxnLst>
              <a:rect l="T15" t="T16" r="T17" b="T18"/>
              <a:pathLst>
                <a:path w="164" h="83">
                  <a:moveTo>
                    <a:pt x="0" y="78"/>
                  </a:moveTo>
                  <a:lnTo>
                    <a:pt x="5" y="83"/>
                  </a:lnTo>
                  <a:lnTo>
                    <a:pt x="164" y="83"/>
                  </a:lnTo>
                  <a:lnTo>
                    <a:pt x="81" y="0"/>
                  </a:lnTo>
                  <a:lnTo>
                    <a:pt x="0" y="78"/>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18" name="Freeform 525"/>
            <p:cNvSpPr>
              <a:spLocks noChangeArrowheads="1"/>
            </p:cNvSpPr>
            <p:nvPr/>
          </p:nvSpPr>
          <p:spPr bwMode="auto">
            <a:xfrm>
              <a:off x="376024" y="312636"/>
              <a:ext cx="195533" cy="131834"/>
            </a:xfrm>
            <a:custGeom>
              <a:avLst/>
              <a:gdLst>
                <a:gd name="T0" fmla="*/ 2147483647 w 243"/>
                <a:gd name="T1" fmla="*/ 2147483647 h 163"/>
                <a:gd name="T2" fmla="*/ 2147483647 w 243"/>
                <a:gd name="T3" fmla="*/ 2147483647 h 163"/>
                <a:gd name="T4" fmla="*/ 2147483647 w 243"/>
                <a:gd name="T5" fmla="*/ 0 h 163"/>
                <a:gd name="T6" fmla="*/ 0 w 243"/>
                <a:gd name="T7" fmla="*/ 2147483647 h 163"/>
                <a:gd name="T8" fmla="*/ 2147483647 w 243"/>
                <a:gd name="T9" fmla="*/ 2147483647 h 163"/>
                <a:gd name="T10" fmla="*/ 0 60000 65536"/>
                <a:gd name="T11" fmla="*/ 0 60000 65536"/>
                <a:gd name="T12" fmla="*/ 0 60000 65536"/>
                <a:gd name="T13" fmla="*/ 0 60000 65536"/>
                <a:gd name="T14" fmla="*/ 0 60000 65536"/>
                <a:gd name="T15" fmla="*/ 0 w 243"/>
                <a:gd name="T16" fmla="*/ 0 h 163"/>
                <a:gd name="T17" fmla="*/ 243 w 243"/>
                <a:gd name="T18" fmla="*/ 163 h 163"/>
              </a:gdLst>
              <a:ahLst/>
              <a:cxnLst>
                <a:cxn ang="T10">
                  <a:pos x="T0" y="T1"/>
                </a:cxn>
                <a:cxn ang="T11">
                  <a:pos x="T2" y="T3"/>
                </a:cxn>
                <a:cxn ang="T12">
                  <a:pos x="T4" y="T5"/>
                </a:cxn>
                <a:cxn ang="T13">
                  <a:pos x="T6" y="T7"/>
                </a:cxn>
                <a:cxn ang="T14">
                  <a:pos x="T8" y="T9"/>
                </a:cxn>
              </a:cxnLst>
              <a:rect l="T15" t="T16" r="T17" b="T18"/>
              <a:pathLst>
                <a:path w="243" h="163">
                  <a:moveTo>
                    <a:pt x="83" y="163"/>
                  </a:moveTo>
                  <a:lnTo>
                    <a:pt x="243" y="163"/>
                  </a:lnTo>
                  <a:lnTo>
                    <a:pt x="80" y="0"/>
                  </a:lnTo>
                  <a:lnTo>
                    <a:pt x="0" y="80"/>
                  </a:lnTo>
                  <a:lnTo>
                    <a:pt x="83" y="163"/>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gr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矩形 70"/>
          <p:cNvSpPr/>
          <p:nvPr/>
        </p:nvSpPr>
        <p:spPr>
          <a:xfrm>
            <a:off x="17961936" y="607033"/>
            <a:ext cx="304799" cy="828221"/>
          </a:xfrm>
          <a:prstGeom prst="rect">
            <a:avLst/>
          </a:prstGeom>
          <a:solidFill>
            <a:srgbClr val="F024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p>
        </p:txBody>
      </p:sp>
      <p:sp>
        <p:nvSpPr>
          <p:cNvPr id="72" name="矩形 71"/>
          <p:cNvSpPr/>
          <p:nvPr/>
        </p:nvSpPr>
        <p:spPr>
          <a:xfrm>
            <a:off x="17831306" y="607033"/>
            <a:ext cx="79828" cy="828221"/>
          </a:xfrm>
          <a:prstGeom prst="rect">
            <a:avLst/>
          </a:prstGeom>
          <a:solidFill>
            <a:srgbClr val="F024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p>
        </p:txBody>
      </p:sp>
      <p:sp>
        <p:nvSpPr>
          <p:cNvPr id="73" name="文本框 72"/>
          <p:cNvSpPr txBox="1"/>
          <p:nvPr/>
        </p:nvSpPr>
        <p:spPr>
          <a:xfrm>
            <a:off x="16922977" y="604257"/>
            <a:ext cx="947405" cy="829945"/>
          </a:xfrm>
          <a:prstGeom prst="rect">
            <a:avLst/>
          </a:prstGeom>
          <a:noFill/>
        </p:spPr>
        <p:txBody>
          <a:bodyPr wrap="square" rtlCol="0">
            <a:spAutoFit/>
          </a:bodyPr>
          <a:lstStyle/>
          <a:p>
            <a:r>
              <a:rPr lang="en-US" altLang="zh-HK" sz="4800" dirty="0" smtClean="0">
                <a:solidFill>
                  <a:schemeClr val="bg1"/>
                </a:solidFill>
                <a:latin typeface="Microsoft YaHei" panose="020B0503020204020204" pitchFamily="34" charset="-122"/>
                <a:ea typeface="Microsoft YaHei" panose="020B0503020204020204" pitchFamily="34" charset="-122"/>
              </a:rPr>
              <a:t>0</a:t>
            </a:r>
            <a:r>
              <a:rPr lang="vi-VN" altLang="en-US" sz="4800" dirty="0" smtClean="0">
                <a:solidFill>
                  <a:schemeClr val="bg1"/>
                </a:solidFill>
                <a:latin typeface="Microsoft YaHei" panose="020B0503020204020204" pitchFamily="34" charset="-122"/>
                <a:ea typeface="Microsoft YaHei" panose="020B0503020204020204" pitchFamily="34" charset="-122"/>
              </a:rPr>
              <a:t>3</a:t>
            </a:r>
            <a:endParaRPr lang="vi-VN" altLang="en-US" sz="4800" dirty="0" smtClean="0">
              <a:solidFill>
                <a:schemeClr val="bg1"/>
              </a:solidFill>
              <a:latin typeface="Microsoft YaHei" panose="020B0503020204020204" pitchFamily="34" charset="-122"/>
              <a:ea typeface="Microsoft YaHei" panose="020B0503020204020204" pitchFamily="34" charset="-122"/>
            </a:endParaRPr>
          </a:p>
        </p:txBody>
      </p:sp>
      <p:grpSp>
        <p:nvGrpSpPr>
          <p:cNvPr id="4" name="组合 3"/>
          <p:cNvGrpSpPr/>
          <p:nvPr/>
        </p:nvGrpSpPr>
        <p:grpSpPr>
          <a:xfrm>
            <a:off x="14187805" y="7916545"/>
            <a:ext cx="4548505" cy="2686685"/>
            <a:chOff x="11519983" y="5270056"/>
            <a:chExt cx="5829924" cy="3299229"/>
          </a:xfrm>
        </p:grpSpPr>
        <p:grpSp>
          <p:nvGrpSpPr>
            <p:cNvPr id="97" name="组合 96"/>
            <p:cNvGrpSpPr/>
            <p:nvPr/>
          </p:nvGrpSpPr>
          <p:grpSpPr>
            <a:xfrm rot="5400000">
              <a:off x="12785331" y="4004708"/>
              <a:ext cx="3299229" cy="5829924"/>
              <a:chOff x="4862722" y="-238122"/>
              <a:chExt cx="3541407" cy="6152922"/>
            </a:xfrm>
          </p:grpSpPr>
          <p:grpSp>
            <p:nvGrpSpPr>
              <p:cNvPr id="98" name="组合 97"/>
              <p:cNvGrpSpPr/>
              <p:nvPr/>
            </p:nvGrpSpPr>
            <p:grpSpPr>
              <a:xfrm>
                <a:off x="4862722" y="-238122"/>
                <a:ext cx="3541407" cy="6152922"/>
                <a:chOff x="4862722" y="-238122"/>
                <a:chExt cx="3541407" cy="6152922"/>
              </a:xfrm>
              <a:effectLst>
                <a:outerShdw blurRad="203200" dist="101600" dir="2700000" algn="ctr" rotWithShape="0">
                  <a:schemeClr val="tx1">
                    <a:alpha val="40000"/>
                  </a:schemeClr>
                </a:outerShdw>
              </a:effectLst>
            </p:grpSpPr>
            <p:grpSp>
              <p:nvGrpSpPr>
                <p:cNvPr id="108" name="组合 107"/>
                <p:cNvGrpSpPr/>
                <p:nvPr/>
              </p:nvGrpSpPr>
              <p:grpSpPr>
                <a:xfrm>
                  <a:off x="7282083" y="1812626"/>
                  <a:ext cx="45719" cy="310161"/>
                  <a:chOff x="8020452" y="2062264"/>
                  <a:chExt cx="150782" cy="787940"/>
                </a:xfrm>
              </p:grpSpPr>
              <p:sp>
                <p:nvSpPr>
                  <p:cNvPr id="127" name="圆角矩形 126"/>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8" name="圆角矩形 127"/>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09" name="组合 108"/>
                <p:cNvGrpSpPr/>
                <p:nvPr/>
              </p:nvGrpSpPr>
              <p:grpSpPr>
                <a:xfrm>
                  <a:off x="4862722" y="2122787"/>
                  <a:ext cx="45719" cy="239059"/>
                  <a:chOff x="8020452" y="2062264"/>
                  <a:chExt cx="150782" cy="787940"/>
                </a:xfrm>
              </p:grpSpPr>
              <p:sp>
                <p:nvSpPr>
                  <p:cNvPr id="125" name="圆角矩形 124"/>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6" name="圆角矩形 125"/>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0" name="组合 109"/>
                <p:cNvGrpSpPr/>
                <p:nvPr/>
              </p:nvGrpSpPr>
              <p:grpSpPr>
                <a:xfrm>
                  <a:off x="4862722" y="1812626"/>
                  <a:ext cx="45719" cy="239059"/>
                  <a:chOff x="8020452" y="2062264"/>
                  <a:chExt cx="150782" cy="787940"/>
                </a:xfrm>
              </p:grpSpPr>
              <p:sp>
                <p:nvSpPr>
                  <p:cNvPr id="123" name="圆角矩形 122"/>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4" name="圆角矩形 123"/>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1" name="组合 110"/>
                <p:cNvGrpSpPr/>
                <p:nvPr/>
              </p:nvGrpSpPr>
              <p:grpSpPr>
                <a:xfrm>
                  <a:off x="4862722" y="1543685"/>
                  <a:ext cx="45719" cy="117603"/>
                  <a:chOff x="8020452" y="2062264"/>
                  <a:chExt cx="150782" cy="787940"/>
                </a:xfrm>
              </p:grpSpPr>
              <p:sp>
                <p:nvSpPr>
                  <p:cNvPr id="121" name="圆角矩形 120"/>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2" name="圆角矩形 121"/>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2" name="圆角矩形 111"/>
                <p:cNvSpPr/>
                <p:nvPr/>
              </p:nvSpPr>
              <p:spPr>
                <a:xfrm>
                  <a:off x="4890000" y="943200"/>
                  <a:ext cx="2412000" cy="4971600"/>
                </a:xfrm>
                <a:prstGeom prst="roundRect">
                  <a:avLst>
                    <a:gd name="adj" fmla="val 7335"/>
                  </a:avLst>
                </a:prstGeom>
                <a:solidFill>
                  <a:srgbClr val="404040"/>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3" name="圆角矩形 112"/>
                <p:cNvSpPr/>
                <p:nvPr/>
              </p:nvSpPr>
              <p:spPr>
                <a:xfrm>
                  <a:off x="4926000" y="979200"/>
                  <a:ext cx="2340000" cy="4899600"/>
                </a:xfrm>
                <a:prstGeom prst="roundRect">
                  <a:avLst>
                    <a:gd name="adj" fmla="val 7335"/>
                  </a:avLst>
                </a:prstGeom>
                <a:solidFill>
                  <a:srgbClr val="05050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4" name="矩形 113"/>
                <p:cNvSpPr/>
                <p:nvPr/>
              </p:nvSpPr>
              <p:spPr>
                <a:xfrm>
                  <a:off x="5034000" y="1540800"/>
                  <a:ext cx="2124000" cy="377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5" name="圆角矩形 114"/>
                <p:cNvSpPr/>
                <p:nvPr/>
              </p:nvSpPr>
              <p:spPr>
                <a:xfrm>
                  <a:off x="5901599" y="1206000"/>
                  <a:ext cx="388800" cy="36000"/>
                </a:xfrm>
                <a:prstGeom prst="roundRect">
                  <a:avLst>
                    <a:gd name="adj" fmla="val 50000"/>
                  </a:avLst>
                </a:prstGeom>
                <a:solidFill>
                  <a:srgbClr val="0D0D0D"/>
                </a:solidFill>
                <a:ln>
                  <a:noFill/>
                </a:ln>
                <a:scene3d>
                  <a:camera prst="orthographicFront"/>
                  <a:lightRig rig="threePt" dir="t"/>
                </a:scene3d>
                <a:sp3d>
                  <a:bevelT w="69850" h="50800" prst="coolSlan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16" name="组合 115"/>
                <p:cNvGrpSpPr/>
                <p:nvPr/>
              </p:nvGrpSpPr>
              <p:grpSpPr>
                <a:xfrm>
                  <a:off x="5905200" y="5406664"/>
                  <a:ext cx="381600" cy="381600"/>
                  <a:chOff x="5905200" y="3238200"/>
                  <a:chExt cx="381600" cy="381600"/>
                </a:xfrm>
              </p:grpSpPr>
              <p:sp>
                <p:nvSpPr>
                  <p:cNvPr id="119" name="椭圆 118"/>
                  <p:cNvSpPr/>
                  <p:nvPr/>
                </p:nvSpPr>
                <p:spPr>
                  <a:xfrm>
                    <a:off x="5905200" y="3238200"/>
                    <a:ext cx="381600" cy="381600"/>
                  </a:xfrm>
                  <a:prstGeom prst="ellipse">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0" name="椭圆 119"/>
                  <p:cNvSpPr/>
                  <p:nvPr/>
                </p:nvSpPr>
                <p:spPr>
                  <a:xfrm>
                    <a:off x="5932200" y="3265200"/>
                    <a:ext cx="327600" cy="3276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7" name="圆角矩形 116"/>
                <p:cNvSpPr/>
                <p:nvPr/>
              </p:nvSpPr>
              <p:spPr>
                <a:xfrm>
                  <a:off x="4883060" y="952391"/>
                  <a:ext cx="2376000" cy="4952144"/>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8" name="圆角矩形 117"/>
                <p:cNvSpPr/>
                <p:nvPr/>
              </p:nvSpPr>
              <p:spPr>
                <a:xfrm>
                  <a:off x="6028129" y="-238122"/>
                  <a:ext cx="2376000" cy="4935600"/>
                </a:xfrm>
                <a:prstGeom prst="roundRect">
                  <a:avLst>
                    <a:gd name="adj" fmla="val 7335"/>
                  </a:avLst>
                </a:prstGeom>
                <a:gradFill flip="none" rotWithShape="1">
                  <a:gsLst>
                    <a:gs pos="0">
                      <a:srgbClr val="FFFFFF">
                        <a:alpha val="18000"/>
                      </a:srgbClr>
                    </a:gs>
                    <a:gs pos="5000">
                      <a:srgbClr val="FFFFFF">
                        <a:alpha val="0"/>
                      </a:srgb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99" name="组合 98"/>
              <p:cNvGrpSpPr/>
              <p:nvPr/>
            </p:nvGrpSpPr>
            <p:grpSpPr>
              <a:xfrm>
                <a:off x="6856135" y="1608679"/>
                <a:ext cx="156128" cy="54425"/>
                <a:chOff x="6770056" y="1608698"/>
                <a:chExt cx="156128" cy="65855"/>
              </a:xfrm>
            </p:grpSpPr>
            <p:sp>
              <p:nvSpPr>
                <p:cNvPr id="105" name="矩形 104"/>
                <p:cNvSpPr/>
                <p:nvPr/>
              </p:nvSpPr>
              <p:spPr>
                <a:xfrm>
                  <a:off x="6770056" y="1608698"/>
                  <a:ext cx="146501" cy="65855"/>
                </a:xfrm>
                <a:prstGeom prst="rect">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6" name="矩形 105"/>
                <p:cNvSpPr/>
                <p:nvPr/>
              </p:nvSpPr>
              <p:spPr>
                <a:xfrm>
                  <a:off x="6916234" y="1633796"/>
                  <a:ext cx="9950" cy="16633"/>
                </a:xfrm>
                <a:prstGeom prst="rect">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7" name="矩形 106"/>
                <p:cNvSpPr/>
                <p:nvPr/>
              </p:nvSpPr>
              <p:spPr>
                <a:xfrm>
                  <a:off x="6770056" y="1608699"/>
                  <a:ext cx="83493" cy="6585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0" name="椭圆 99"/>
              <p:cNvSpPr/>
              <p:nvPr/>
            </p:nvSpPr>
            <p:spPr>
              <a:xfrm>
                <a:off x="5123906"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1" name="椭圆 100"/>
              <p:cNvSpPr/>
              <p:nvPr/>
            </p:nvSpPr>
            <p:spPr>
              <a:xfrm>
                <a:off x="5176565"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2" name="椭圆 101"/>
              <p:cNvSpPr/>
              <p:nvPr/>
            </p:nvSpPr>
            <p:spPr>
              <a:xfrm>
                <a:off x="5224538"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3" name="椭圆 102"/>
              <p:cNvSpPr/>
              <p:nvPr/>
            </p:nvSpPr>
            <p:spPr>
              <a:xfrm>
                <a:off x="5274547"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 name="椭圆 103"/>
              <p:cNvSpPr/>
              <p:nvPr/>
            </p:nvSpPr>
            <p:spPr>
              <a:xfrm>
                <a:off x="5324640" y="1619118"/>
                <a:ext cx="41564" cy="41564"/>
              </a:xfrm>
              <a:prstGeom prst="ellipse">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38" name="矩形 137"/>
            <p:cNvSpPr/>
            <p:nvPr/>
          </p:nvSpPr>
          <p:spPr bwMode="auto">
            <a:xfrm rot="16200000">
              <a:off x="12870306" y="4596683"/>
              <a:ext cx="1987572" cy="3635808"/>
            </a:xfrm>
            <a:prstGeom prst="rect">
              <a:avLst/>
            </a:prstGeom>
            <a:solidFill>
              <a:srgbClr val="2B7FB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 typeface="Arial" panose="020B0604020202020204" pitchFamily="34" charset="0"/>
                <a:buNone/>
                <a:defRPr/>
              </a:pPr>
              <a:endParaRPr lang="zh-CN" altLang="en-US"/>
            </a:p>
          </p:txBody>
        </p:sp>
        <p:grpSp>
          <p:nvGrpSpPr>
            <p:cNvPr id="141" name="组合 2"/>
            <p:cNvGrpSpPr/>
            <p:nvPr/>
          </p:nvGrpSpPr>
          <p:grpSpPr bwMode="auto">
            <a:xfrm>
              <a:off x="13580951" y="5774163"/>
              <a:ext cx="608013" cy="619125"/>
              <a:chOff x="7938529" y="3078391"/>
              <a:chExt cx="607404" cy="617990"/>
            </a:xfrm>
          </p:grpSpPr>
          <p:sp>
            <p:nvSpPr>
              <p:cNvPr id="142" name="object 5"/>
              <p:cNvSpPr/>
              <p:nvPr/>
            </p:nvSpPr>
            <p:spPr bwMode="auto">
              <a:xfrm>
                <a:off x="8052890" y="3078391"/>
                <a:ext cx="137478" cy="276999"/>
              </a:xfrm>
              <a:custGeom>
                <a:avLst/>
                <a:gdLst>
                  <a:gd name="T0" fmla="*/ 17874 w 226695"/>
                  <a:gd name="T1" fmla="*/ 0 h 262254"/>
                  <a:gd name="T2" fmla="*/ 0 w 226695"/>
                  <a:gd name="T3" fmla="*/ 197759 h 262254"/>
                  <a:gd name="T4" fmla="*/ 30590 w 226695"/>
                  <a:gd name="T5" fmla="*/ 326123 h 262254"/>
                  <a:gd name="T6" fmla="*/ 17874 w 226695"/>
                  <a:gd name="T7" fmla="*/ 0 h 26225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26695" h="262254">
                    <a:moveTo>
                      <a:pt x="132153" y="0"/>
                    </a:moveTo>
                    <a:lnTo>
                      <a:pt x="0" y="158895"/>
                    </a:lnTo>
                    <a:lnTo>
                      <a:pt x="226160" y="262033"/>
                    </a:lnTo>
                    <a:lnTo>
                      <a:pt x="132153" y="0"/>
                    </a:lnTo>
                    <a:close/>
                  </a:path>
                </a:pathLst>
              </a:custGeom>
              <a:solidFill>
                <a:srgbClr val="4ABA92"/>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3" name="object 6"/>
              <p:cNvSpPr/>
              <p:nvPr/>
            </p:nvSpPr>
            <p:spPr bwMode="auto">
              <a:xfrm>
                <a:off x="8090831" y="3419382"/>
                <a:ext cx="363912" cy="276999"/>
              </a:xfrm>
              <a:custGeom>
                <a:avLst/>
                <a:gdLst>
                  <a:gd name="T0" fmla="*/ 50573 w 600075"/>
                  <a:gd name="T1" fmla="*/ 0 h 479425"/>
                  <a:gd name="T2" fmla="*/ 0 w 600075"/>
                  <a:gd name="T3" fmla="*/ 50100 h 479425"/>
                  <a:gd name="T4" fmla="*/ 60332 w 600075"/>
                  <a:gd name="T5" fmla="*/ 53398 h 479425"/>
                  <a:gd name="T6" fmla="*/ 81164 w 600075"/>
                  <a:gd name="T7" fmla="*/ 11494 h 479425"/>
                  <a:gd name="T8" fmla="*/ 50573 w 600075"/>
                  <a:gd name="T9" fmla="*/ 0 h 4794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00075" h="479425">
                    <a:moveTo>
                      <a:pt x="373904" y="0"/>
                    </a:moveTo>
                    <a:lnTo>
                      <a:pt x="0" y="449588"/>
                    </a:lnTo>
                    <a:lnTo>
                      <a:pt x="446049" y="479179"/>
                    </a:lnTo>
                    <a:lnTo>
                      <a:pt x="600065" y="103138"/>
                    </a:lnTo>
                    <a:lnTo>
                      <a:pt x="373904" y="0"/>
                    </a:lnTo>
                    <a:close/>
                  </a:path>
                </a:pathLst>
              </a:custGeom>
              <a:solidFill>
                <a:srgbClr val="F94C07"/>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4" name="object 7"/>
              <p:cNvSpPr/>
              <p:nvPr/>
            </p:nvSpPr>
            <p:spPr bwMode="auto">
              <a:xfrm>
                <a:off x="8161226" y="3175050"/>
                <a:ext cx="384707" cy="276999"/>
              </a:xfrm>
              <a:custGeom>
                <a:avLst/>
                <a:gdLst>
                  <a:gd name="T0" fmla="*/ 0 w 634365"/>
                  <a:gd name="T1" fmla="*/ 0 h 229235"/>
                  <a:gd name="T2" fmla="*/ 67888 w 634365"/>
                  <a:gd name="T3" fmla="*/ 488025 h 229235"/>
                  <a:gd name="T4" fmla="*/ 85762 w 634365"/>
                  <a:gd name="T5" fmla="*/ 149257 h 229235"/>
                  <a:gd name="T6" fmla="*/ 0 w 634365"/>
                  <a:gd name="T7" fmla="*/ 0 h 22923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34365" h="229235">
                    <a:moveTo>
                      <a:pt x="0" y="0"/>
                    </a:moveTo>
                    <a:lnTo>
                      <a:pt x="501911" y="228904"/>
                    </a:lnTo>
                    <a:lnTo>
                      <a:pt x="634064" y="70008"/>
                    </a:lnTo>
                    <a:lnTo>
                      <a:pt x="0" y="0"/>
                    </a:lnTo>
                    <a:close/>
                  </a:path>
                </a:pathLst>
              </a:custGeom>
              <a:solidFill>
                <a:srgbClr val="1F4E79"/>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5" name="object 8"/>
              <p:cNvSpPr/>
              <p:nvPr/>
            </p:nvSpPr>
            <p:spPr bwMode="auto">
              <a:xfrm>
                <a:off x="7945652" y="3216890"/>
                <a:ext cx="145179" cy="193317"/>
              </a:xfrm>
              <a:custGeom>
                <a:avLst/>
                <a:gdLst>
                  <a:gd name="T0" fmla="*/ 19983 w 200025"/>
                  <a:gd name="T1" fmla="*/ 0 h 678814"/>
                  <a:gd name="T2" fmla="*/ 0 w 200025"/>
                  <a:gd name="T3" fmla="*/ 2184 h 678814"/>
                  <a:gd name="T4" fmla="*/ 55509 w 200025"/>
                  <a:gd name="T5" fmla="*/ 4463 h 678814"/>
                  <a:gd name="T6" fmla="*/ 19983 w 200025"/>
                  <a:gd name="T7" fmla="*/ 0 h 6788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0025" h="678814">
                    <a:moveTo>
                      <a:pt x="72008" y="0"/>
                    </a:moveTo>
                    <a:lnTo>
                      <a:pt x="0" y="332031"/>
                    </a:lnTo>
                    <a:lnTo>
                      <a:pt x="200025" y="678481"/>
                    </a:lnTo>
                    <a:lnTo>
                      <a:pt x="72008" y="0"/>
                    </a:lnTo>
                    <a:close/>
                  </a:path>
                </a:pathLst>
              </a:custGeom>
              <a:solidFill>
                <a:srgbClr val="00B050"/>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6" name="object 9"/>
              <p:cNvSpPr/>
              <p:nvPr/>
            </p:nvSpPr>
            <p:spPr bwMode="auto">
              <a:xfrm>
                <a:off x="7938529" y="3379992"/>
                <a:ext cx="304607" cy="276999"/>
              </a:xfrm>
              <a:custGeom>
                <a:avLst/>
                <a:gdLst>
                  <a:gd name="T0" fmla="*/ 0 w 502284"/>
                  <a:gd name="T1" fmla="*/ 0 h 678814"/>
                  <a:gd name="T2" fmla="*/ 17315 w 502284"/>
                  <a:gd name="T3" fmla="*/ 18813 h 678814"/>
                  <a:gd name="T4" fmla="*/ 67889 w 502284"/>
                  <a:gd name="T5" fmla="*/ 6347 h 678814"/>
                  <a:gd name="T6" fmla="*/ 0 w 502284"/>
                  <a:gd name="T7" fmla="*/ 0 h 6788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02284" h="678814">
                    <a:moveTo>
                      <a:pt x="0" y="0"/>
                    </a:moveTo>
                    <a:lnTo>
                      <a:pt x="128017" y="678492"/>
                    </a:lnTo>
                    <a:lnTo>
                      <a:pt x="501921" y="228904"/>
                    </a:lnTo>
                    <a:lnTo>
                      <a:pt x="0" y="0"/>
                    </a:lnTo>
                    <a:close/>
                  </a:path>
                </a:pathLst>
              </a:custGeom>
              <a:solidFill>
                <a:srgbClr val="ED7D31"/>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grpSp>
        <p:sp>
          <p:nvSpPr>
            <p:cNvPr id="147" name="矩形 23"/>
            <p:cNvSpPr>
              <a:spLocks noChangeArrowheads="1"/>
            </p:cNvSpPr>
            <p:nvPr/>
          </p:nvSpPr>
          <p:spPr bwMode="auto">
            <a:xfrm>
              <a:off x="12758941" y="6563170"/>
              <a:ext cx="2303462" cy="50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2F6583"/>
                  </a:solidFill>
                  <a:bevel/>
                </a14:hiddenLine>
              </a:ext>
            </a:extLst>
          </p:spPr>
          <p:txBody>
            <a:bodyPr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SimSun"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SimSun"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SimSun"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9pPr>
            </a:lstStyle>
            <a:p>
              <a:pPr algn="ctr">
                <a:lnSpc>
                  <a:spcPct val="100000"/>
                </a:lnSpc>
                <a:spcBef>
                  <a:spcPct val="0"/>
                </a:spcBef>
                <a:buFont typeface="Arial" panose="020B0604020202020204" pitchFamily="34" charset="0"/>
                <a:buNone/>
              </a:pPr>
              <a:r>
                <a:rPr lang="vi-VN" altLang="zh-CN" sz="2500" dirty="0">
                  <a:solidFill>
                    <a:schemeClr val="bg1"/>
                  </a:solidFill>
                  <a:latin typeface="Impact" panose="020B0806030902050204" pitchFamily="34" charset="0"/>
                  <a:ea typeface="Microsoft YaHei" panose="020B0503020204020204" pitchFamily="34" charset="-122"/>
                  <a:sym typeface="Impact" panose="020B0806030902050204" pitchFamily="34" charset="0"/>
                </a:rPr>
                <a:t>Nhóm </a:t>
              </a:r>
              <a:r>
                <a:rPr lang="vi-VN" altLang="zh-CN" sz="2500" dirty="0">
                  <a:solidFill>
                    <a:schemeClr val="bg1"/>
                  </a:solidFill>
                  <a:latin typeface="Impact" panose="020B0806030902050204" pitchFamily="34" charset="0"/>
                  <a:ea typeface="Microsoft YaHei" panose="020B0503020204020204" pitchFamily="34" charset="-122"/>
                  <a:sym typeface="Impact" panose="020B0806030902050204" pitchFamily="34" charset="0"/>
                </a:rPr>
                <a:t>6</a:t>
              </a:r>
              <a:endParaRPr lang="vi-VN" altLang="zh-CN" sz="2500" dirty="0">
                <a:solidFill>
                  <a:schemeClr val="bg1"/>
                </a:solidFill>
                <a:latin typeface="Impact" panose="020B0806030902050204" pitchFamily="34" charset="0"/>
                <a:ea typeface="Microsoft YaHei" panose="020B0503020204020204" pitchFamily="34" charset="-122"/>
                <a:sym typeface="Impact" panose="020B0806030902050204" pitchFamily="34" charset="0"/>
              </a:endParaRPr>
            </a:p>
          </p:txBody>
        </p:sp>
      </p:grpSp>
      <p:sp>
        <p:nvSpPr>
          <p:cNvPr id="5" name="Rounded Rectangle 4"/>
          <p:cNvSpPr/>
          <p:nvPr/>
        </p:nvSpPr>
        <p:spPr>
          <a:xfrm>
            <a:off x="304800" y="638810"/>
            <a:ext cx="8768080" cy="802005"/>
          </a:xfrm>
          <a:prstGeom prst="roundRect">
            <a:avLst/>
          </a:prstGeom>
          <a:solidFill>
            <a:srgbClr val="F02424"/>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6" name="object 3"/>
          <p:cNvSpPr txBox="1">
            <a:spLocks noChangeArrowheads="1"/>
          </p:cNvSpPr>
          <p:nvPr/>
        </p:nvSpPr>
        <p:spPr bwMode="auto">
          <a:xfrm>
            <a:off x="1071880" y="730250"/>
            <a:ext cx="7847965" cy="615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marL="6350">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SimSun"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SimSun"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SimSun"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9pPr>
          </a:lstStyle>
          <a:p>
            <a:pPr algn="ctr">
              <a:lnSpc>
                <a:spcPct val="100000"/>
              </a:lnSpc>
              <a:spcBef>
                <a:spcPct val="0"/>
              </a:spcBef>
              <a:buFont typeface="Arial" panose="020B0604020202020204" pitchFamily="34" charset="0"/>
              <a:buNone/>
            </a:pPr>
            <a:r>
              <a:rPr lang="vi-VN" altLang="zh-CN" sz="4000" dirty="0" smtClean="0">
                <a:solidFill>
                  <a:srgbClr val="FFFFFF"/>
                </a:solidFill>
                <a:latin typeface="Microsoft YaHei" panose="020B0503020204020204" pitchFamily="34" charset="-122"/>
                <a:ea typeface="Microsoft YaHei" panose="020B0503020204020204" pitchFamily="34" charset="-122"/>
                <a:sym typeface="+mn-ea"/>
              </a:rPr>
              <a:t>Vigenère Cipher</a:t>
            </a:r>
            <a:endParaRPr lang="vi-VN" altLang="zh-CN" sz="4000" dirty="0" smtClean="0">
              <a:solidFill>
                <a:srgbClr val="FFFFFF"/>
              </a:solidFill>
              <a:latin typeface="Microsoft YaHei" panose="020B0503020204020204" pitchFamily="34" charset="-122"/>
              <a:ea typeface="Microsoft YaHei" panose="020B0503020204020204" pitchFamily="34" charset="-122"/>
            </a:endParaRPr>
          </a:p>
        </p:txBody>
      </p:sp>
      <p:sp>
        <p:nvSpPr>
          <p:cNvPr id="7" name="文本框 162"/>
          <p:cNvSpPr txBox="1"/>
          <p:nvPr/>
        </p:nvSpPr>
        <p:spPr>
          <a:xfrm>
            <a:off x="297180" y="1644650"/>
            <a:ext cx="17559020" cy="5967730"/>
          </a:xfrm>
          <a:prstGeom prst="rect">
            <a:avLst/>
          </a:prstGeom>
          <a:noFill/>
        </p:spPr>
        <p:txBody>
          <a:bodyPr wrap="square" rtlCol="0">
            <a:noAutofit/>
          </a:bodyPr>
          <a:p>
            <a:pPr lvl="0" indent="0" algn="just">
              <a:lnSpc>
                <a:spcPct val="130000"/>
              </a:lnSpc>
              <a:spcBef>
                <a:spcPts val="600"/>
              </a:spcBef>
              <a:spcAft>
                <a:spcPts val="0"/>
              </a:spcAft>
              <a:buFont typeface="Wingdings" panose="05000000000000000000" charset="0"/>
              <a:buNone/>
            </a:pPr>
            <a:r>
              <a:rPr lang="en-US" altLang="zh-HK" sz="4400"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sym typeface="+mn-ea"/>
              </a:rPr>
              <a:t>d, Nhược điểm của Vigenère Cipher:</a:t>
            </a:r>
            <a:endParaRPr lang="en-US" altLang="zh-HK" sz="4400"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sym typeface="+mn-ea"/>
            </a:endParaRPr>
          </a:p>
          <a:p>
            <a:pPr lvl="0" indent="0" algn="just">
              <a:lnSpc>
                <a:spcPct val="130000"/>
              </a:lnSpc>
              <a:spcBef>
                <a:spcPts val="600"/>
              </a:spcBef>
              <a:spcAft>
                <a:spcPts val="0"/>
              </a:spcAft>
              <a:buFont typeface="Wingdings" panose="05000000000000000000" charset="0"/>
              <a:buNone/>
            </a:pPr>
            <a:r>
              <a:rPr lang="en-US" altLang="zh-HK" sz="4400"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sym typeface="+mn-ea"/>
              </a:rPr>
              <a:t>- Dễ bị phá nếu từ khóa ngắn hoặc lặp lại: Khi từ khóa ngắn hoặc được sử dụng lặp lại nhiều lần, kẻ tấn công có thể sử dụng phương pháp Kasiski hoặc phân tích tần số để phát hiện ra từ khóa và giải mã văn bản.</a:t>
            </a:r>
            <a:endParaRPr lang="en-US" altLang="zh-HK" sz="4400"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sym typeface="+mn-ea"/>
            </a:endParaRPr>
          </a:p>
          <a:p>
            <a:pPr lvl="0" indent="0" algn="just">
              <a:lnSpc>
                <a:spcPct val="130000"/>
              </a:lnSpc>
              <a:spcBef>
                <a:spcPts val="600"/>
              </a:spcBef>
              <a:spcAft>
                <a:spcPts val="0"/>
              </a:spcAft>
              <a:buFont typeface="Wingdings" panose="05000000000000000000" charset="0"/>
              <a:buNone/>
            </a:pPr>
            <a:r>
              <a:rPr lang="en-US" altLang="zh-HK" sz="4400"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sym typeface="+mn-ea"/>
              </a:rPr>
              <a:t>- Không bảo mật trước các cuộc tấn công bằng phân tích tần số hiện đại: Mặc dù Vigenère Cipher vượt trội hơn Caesar Cipher, nhưng với các phương pháp phân tích hiện đại, nó vẫn có thể bị phá mã khi kẻ tấn công có đủ văn bản mã hóa.</a:t>
            </a:r>
            <a:endParaRPr lang="en-US" altLang="zh-HK" sz="4400"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sym typeface="+mn-ea"/>
            </a:endParaRPr>
          </a:p>
        </p:txBody>
      </p:sp>
      <p:grpSp>
        <p:nvGrpSpPr>
          <p:cNvPr id="140" name="Google Shape;140;p20"/>
          <p:cNvGrpSpPr/>
          <p:nvPr/>
        </p:nvGrpSpPr>
        <p:grpSpPr>
          <a:xfrm>
            <a:off x="609785" y="730279"/>
            <a:ext cx="434725" cy="636997"/>
            <a:chOff x="6718575" y="2318625"/>
            <a:chExt cx="256950" cy="407375"/>
          </a:xfrm>
          <a:solidFill>
            <a:srgbClr val="FFFFFF"/>
          </a:solidFill>
        </p:grpSpPr>
        <p:sp>
          <p:nvSpPr>
            <p:cNvPr id="10" name="Google Shape;141;p20"/>
            <p:cNvSpPr/>
            <p:nvPr/>
          </p:nvSpPr>
          <p:spPr>
            <a:xfrm>
              <a:off x="6795900" y="2673600"/>
              <a:ext cx="102300" cy="22550"/>
            </a:xfrm>
            <a:custGeom>
              <a:avLst/>
              <a:gdLst/>
              <a:ahLst/>
              <a:cxnLst/>
              <a:rect l="l" t="t" r="r" b="b"/>
              <a:pathLst>
                <a:path w="4092" h="902" fill="none" extrusionOk="0">
                  <a:moveTo>
                    <a:pt x="4092" y="902"/>
                  </a:moveTo>
                  <a:lnTo>
                    <a:pt x="4092" y="1"/>
                  </a:lnTo>
                  <a:lnTo>
                    <a:pt x="0" y="1"/>
                  </a:lnTo>
                  <a:lnTo>
                    <a:pt x="0" y="902"/>
                  </a:lnTo>
                  <a:lnTo>
                    <a:pt x="4092" y="902"/>
                  </a:lnTo>
                  <a:close/>
                </a:path>
              </a:pathLst>
            </a:custGeom>
            <a:grpFill/>
            <a:ln w="22225">
              <a:solidFill>
                <a:srgbClr val="FFFFFF"/>
              </a:solidFill>
              <a:headEnd type="none" w="sm" len="sm"/>
              <a:tailEnd type="none" w="sm" len="sm"/>
            </a:ln>
          </p:spPr>
          <p:style>
            <a:lnRef idx="2">
              <a:schemeClr val="accent1"/>
            </a:lnRef>
            <a:fillRef idx="0">
              <a:srgbClr val="FFFFFF"/>
            </a:fillRef>
            <a:effectRef idx="0">
              <a:srgbClr val="FFFFFF"/>
            </a:effectRef>
            <a:fontRef idx="minor">
              <a:schemeClr val="dk1"/>
            </a:fontRef>
          </p:style>
          <p:txBody>
            <a:bodyPr spcFirstLastPara="1" wrap="square" lIns="91425" tIns="91425" rIns="91425" bIns="91425" anchor="ctr" anchorCtr="0">
              <a:noAutofit/>
            </a:bodyPr>
            <a:p>
              <a:pPr marL="0" lvl="0" indent="0" algn="l" rtl="0">
                <a:spcBef>
                  <a:spcPts val="0"/>
                </a:spcBef>
                <a:spcAft>
                  <a:spcPts val="0"/>
                </a:spcAft>
                <a:buNone/>
              </a:pPr>
              <a:endParaRPr>
                <a:solidFill>
                  <a:schemeClr val="accent1"/>
                </a:solidFill>
              </a:endParaRPr>
            </a:p>
          </p:txBody>
        </p:sp>
        <p:sp>
          <p:nvSpPr>
            <p:cNvPr id="19" name="Google Shape;142;p20"/>
            <p:cNvSpPr/>
            <p:nvPr/>
          </p:nvSpPr>
          <p:spPr>
            <a:xfrm>
              <a:off x="6795900" y="2650475"/>
              <a:ext cx="102300" cy="22550"/>
            </a:xfrm>
            <a:custGeom>
              <a:avLst/>
              <a:gdLst/>
              <a:ahLst/>
              <a:cxnLst/>
              <a:rect l="l" t="t" r="r" b="b"/>
              <a:pathLst>
                <a:path w="4092" h="902" fill="none" extrusionOk="0">
                  <a:moveTo>
                    <a:pt x="4092" y="901"/>
                  </a:moveTo>
                  <a:lnTo>
                    <a:pt x="4092" y="0"/>
                  </a:lnTo>
                  <a:lnTo>
                    <a:pt x="0" y="0"/>
                  </a:lnTo>
                  <a:lnTo>
                    <a:pt x="0" y="901"/>
                  </a:lnTo>
                  <a:lnTo>
                    <a:pt x="4092" y="901"/>
                  </a:lnTo>
                  <a:close/>
                </a:path>
              </a:pathLst>
            </a:custGeom>
            <a:grpFill/>
            <a:ln w="22225">
              <a:solidFill>
                <a:srgbClr val="FFFFFF"/>
              </a:solidFill>
              <a:headEnd type="none" w="sm" len="sm"/>
              <a:tailEnd type="none" w="sm" len="sm"/>
            </a:ln>
          </p:spPr>
          <p:style>
            <a:lnRef idx="2">
              <a:schemeClr val="accent1"/>
            </a:lnRef>
            <a:fillRef idx="0">
              <a:srgbClr val="FFFFFF"/>
            </a:fillRef>
            <a:effectRef idx="0">
              <a:srgbClr val="FFFFFF"/>
            </a:effectRef>
            <a:fontRef idx="minor">
              <a:schemeClr val="dk1"/>
            </a:fontRef>
          </p:style>
          <p:txBody>
            <a:bodyPr spcFirstLastPara="1" wrap="square" lIns="91425" tIns="91425" rIns="91425" bIns="91425" anchor="ctr" anchorCtr="0">
              <a:noAutofit/>
            </a:bodyPr>
            <a:p>
              <a:pPr marL="0" lvl="0" indent="0" algn="l" rtl="0">
                <a:spcBef>
                  <a:spcPts val="0"/>
                </a:spcBef>
                <a:spcAft>
                  <a:spcPts val="0"/>
                </a:spcAft>
                <a:buNone/>
              </a:pPr>
              <a:endParaRPr>
                <a:solidFill>
                  <a:schemeClr val="accent1"/>
                </a:solidFill>
              </a:endParaRPr>
            </a:p>
          </p:txBody>
        </p:sp>
        <p:sp>
          <p:nvSpPr>
            <p:cNvPr id="20" name="Google Shape;143;p20"/>
            <p:cNvSpPr/>
            <p:nvPr/>
          </p:nvSpPr>
          <p:spPr>
            <a:xfrm>
              <a:off x="6795900" y="2696125"/>
              <a:ext cx="102300" cy="29875"/>
            </a:xfrm>
            <a:custGeom>
              <a:avLst/>
              <a:gdLst/>
              <a:ahLst/>
              <a:cxnLst/>
              <a:rect l="l" t="t" r="r" b="b"/>
              <a:pathLst>
                <a:path w="4092" h="1195" fill="none" extrusionOk="0">
                  <a:moveTo>
                    <a:pt x="0" y="1"/>
                  </a:moveTo>
                  <a:lnTo>
                    <a:pt x="0" y="171"/>
                  </a:lnTo>
                  <a:lnTo>
                    <a:pt x="0" y="171"/>
                  </a:lnTo>
                  <a:lnTo>
                    <a:pt x="24" y="318"/>
                  </a:lnTo>
                  <a:lnTo>
                    <a:pt x="98" y="464"/>
                  </a:lnTo>
                  <a:lnTo>
                    <a:pt x="195" y="585"/>
                  </a:lnTo>
                  <a:lnTo>
                    <a:pt x="341" y="659"/>
                  </a:lnTo>
                  <a:lnTo>
                    <a:pt x="1875" y="1170"/>
                  </a:lnTo>
                  <a:lnTo>
                    <a:pt x="1875" y="1170"/>
                  </a:lnTo>
                  <a:lnTo>
                    <a:pt x="2046" y="1194"/>
                  </a:lnTo>
                  <a:lnTo>
                    <a:pt x="2046" y="1194"/>
                  </a:lnTo>
                  <a:lnTo>
                    <a:pt x="2216" y="1170"/>
                  </a:lnTo>
                  <a:lnTo>
                    <a:pt x="3751" y="659"/>
                  </a:lnTo>
                  <a:lnTo>
                    <a:pt x="3751" y="659"/>
                  </a:lnTo>
                  <a:lnTo>
                    <a:pt x="3897" y="585"/>
                  </a:lnTo>
                  <a:lnTo>
                    <a:pt x="3994" y="464"/>
                  </a:lnTo>
                  <a:lnTo>
                    <a:pt x="4067" y="318"/>
                  </a:lnTo>
                  <a:lnTo>
                    <a:pt x="4092" y="171"/>
                  </a:lnTo>
                  <a:lnTo>
                    <a:pt x="4092" y="1"/>
                  </a:lnTo>
                  <a:lnTo>
                    <a:pt x="0" y="1"/>
                  </a:lnTo>
                  <a:close/>
                </a:path>
              </a:pathLst>
            </a:custGeom>
            <a:grpFill/>
            <a:ln w="22225">
              <a:solidFill>
                <a:srgbClr val="FFFFFF"/>
              </a:solidFill>
              <a:headEnd type="none" w="sm" len="sm"/>
              <a:tailEnd type="none" w="sm" len="sm"/>
            </a:ln>
          </p:spPr>
          <p:style>
            <a:lnRef idx="2">
              <a:schemeClr val="accent1"/>
            </a:lnRef>
            <a:fillRef idx="0">
              <a:srgbClr val="FFFFFF"/>
            </a:fillRef>
            <a:effectRef idx="0">
              <a:srgbClr val="FFFFFF"/>
            </a:effectRef>
            <a:fontRef idx="minor">
              <a:schemeClr val="dk1"/>
            </a:fontRef>
          </p:style>
          <p:txBody>
            <a:bodyPr spcFirstLastPara="1" wrap="square" lIns="91425" tIns="91425" rIns="91425" bIns="91425" anchor="ctr" anchorCtr="0">
              <a:noAutofit/>
            </a:bodyPr>
            <a:p>
              <a:pPr marL="0" lvl="0" indent="0" algn="l" rtl="0">
                <a:spcBef>
                  <a:spcPts val="0"/>
                </a:spcBef>
                <a:spcAft>
                  <a:spcPts val="0"/>
                </a:spcAft>
                <a:buNone/>
              </a:pPr>
              <a:endParaRPr>
                <a:solidFill>
                  <a:schemeClr val="accent1"/>
                </a:solidFill>
              </a:endParaRPr>
            </a:p>
          </p:txBody>
        </p:sp>
        <p:sp>
          <p:nvSpPr>
            <p:cNvPr id="21" name="Google Shape;144;p20"/>
            <p:cNvSpPr/>
            <p:nvPr/>
          </p:nvSpPr>
          <p:spPr>
            <a:xfrm>
              <a:off x="6784925" y="2459275"/>
              <a:ext cx="35350" cy="166875"/>
            </a:xfrm>
            <a:custGeom>
              <a:avLst/>
              <a:gdLst/>
              <a:ahLst/>
              <a:cxnLst/>
              <a:rect l="l" t="t" r="r" b="b"/>
              <a:pathLst>
                <a:path w="1414" h="6675" fill="none" extrusionOk="0">
                  <a:moveTo>
                    <a:pt x="1413" y="6674"/>
                  </a:moveTo>
                  <a:lnTo>
                    <a:pt x="1413" y="6674"/>
                  </a:lnTo>
                  <a:lnTo>
                    <a:pt x="585" y="2850"/>
                  </a:lnTo>
                  <a:lnTo>
                    <a:pt x="1" y="1"/>
                  </a:lnTo>
                </a:path>
              </a:pathLst>
            </a:custGeom>
            <a:grpFill/>
            <a:ln w="22225">
              <a:solidFill>
                <a:srgbClr val="FFFFFF"/>
              </a:solidFill>
              <a:headEnd type="none" w="sm" len="sm"/>
              <a:tailEnd type="none" w="sm" len="sm"/>
            </a:ln>
          </p:spPr>
          <p:style>
            <a:lnRef idx="2">
              <a:schemeClr val="accent1"/>
            </a:lnRef>
            <a:fillRef idx="0">
              <a:srgbClr val="FFFFFF"/>
            </a:fillRef>
            <a:effectRef idx="0">
              <a:srgbClr val="FFFFFF"/>
            </a:effectRef>
            <a:fontRef idx="minor">
              <a:schemeClr val="dk1"/>
            </a:fontRef>
          </p:style>
          <p:txBody>
            <a:bodyPr spcFirstLastPara="1" wrap="square" lIns="91425" tIns="91425" rIns="91425" bIns="91425" anchor="ctr" anchorCtr="0">
              <a:noAutofit/>
            </a:bodyPr>
            <a:p>
              <a:pPr marL="0" lvl="0" indent="0" algn="l" rtl="0">
                <a:spcBef>
                  <a:spcPts val="0"/>
                </a:spcBef>
                <a:spcAft>
                  <a:spcPts val="0"/>
                </a:spcAft>
                <a:buNone/>
              </a:pPr>
              <a:endParaRPr>
                <a:solidFill>
                  <a:schemeClr val="accent1"/>
                </a:solidFill>
              </a:endParaRPr>
            </a:p>
          </p:txBody>
        </p:sp>
        <p:sp>
          <p:nvSpPr>
            <p:cNvPr id="22" name="Google Shape;145;p20"/>
            <p:cNvSpPr/>
            <p:nvPr/>
          </p:nvSpPr>
          <p:spPr>
            <a:xfrm>
              <a:off x="6718575" y="2318625"/>
              <a:ext cx="256950" cy="307525"/>
            </a:xfrm>
            <a:custGeom>
              <a:avLst/>
              <a:gdLst/>
              <a:ahLst/>
              <a:cxnLst/>
              <a:rect l="l" t="t" r="r" b="b"/>
              <a:pathLst>
                <a:path w="10278" h="12301" fill="none" extrusionOk="0">
                  <a:moveTo>
                    <a:pt x="7185" y="12300"/>
                  </a:moveTo>
                  <a:lnTo>
                    <a:pt x="7185" y="12300"/>
                  </a:lnTo>
                  <a:lnTo>
                    <a:pt x="7307" y="11764"/>
                  </a:lnTo>
                  <a:lnTo>
                    <a:pt x="7477" y="11253"/>
                  </a:lnTo>
                  <a:lnTo>
                    <a:pt x="7672" y="10766"/>
                  </a:lnTo>
                  <a:lnTo>
                    <a:pt x="7891" y="10327"/>
                  </a:lnTo>
                  <a:lnTo>
                    <a:pt x="8135" y="9913"/>
                  </a:lnTo>
                  <a:lnTo>
                    <a:pt x="8378" y="9499"/>
                  </a:lnTo>
                  <a:lnTo>
                    <a:pt x="8914" y="8720"/>
                  </a:lnTo>
                  <a:lnTo>
                    <a:pt x="9182" y="8330"/>
                  </a:lnTo>
                  <a:lnTo>
                    <a:pt x="9425" y="7941"/>
                  </a:lnTo>
                  <a:lnTo>
                    <a:pt x="9645" y="7551"/>
                  </a:lnTo>
                  <a:lnTo>
                    <a:pt x="9864" y="7113"/>
                  </a:lnTo>
                  <a:lnTo>
                    <a:pt x="10034" y="6674"/>
                  </a:lnTo>
                  <a:lnTo>
                    <a:pt x="10156" y="6187"/>
                  </a:lnTo>
                  <a:lnTo>
                    <a:pt x="10229" y="5676"/>
                  </a:lnTo>
                  <a:lnTo>
                    <a:pt x="10253" y="5408"/>
                  </a:lnTo>
                  <a:lnTo>
                    <a:pt x="10278" y="5140"/>
                  </a:lnTo>
                  <a:lnTo>
                    <a:pt x="10278" y="5140"/>
                  </a:lnTo>
                  <a:lnTo>
                    <a:pt x="10229" y="4604"/>
                  </a:lnTo>
                  <a:lnTo>
                    <a:pt x="10156" y="4093"/>
                  </a:lnTo>
                  <a:lnTo>
                    <a:pt x="10034" y="3605"/>
                  </a:lnTo>
                  <a:lnTo>
                    <a:pt x="9864" y="3143"/>
                  </a:lnTo>
                  <a:lnTo>
                    <a:pt x="9645" y="2680"/>
                  </a:lnTo>
                  <a:lnTo>
                    <a:pt x="9401" y="2266"/>
                  </a:lnTo>
                  <a:lnTo>
                    <a:pt x="9084" y="1876"/>
                  </a:lnTo>
                  <a:lnTo>
                    <a:pt x="8768" y="1511"/>
                  </a:lnTo>
                  <a:lnTo>
                    <a:pt x="8402" y="1170"/>
                  </a:lnTo>
                  <a:lnTo>
                    <a:pt x="8013" y="878"/>
                  </a:lnTo>
                  <a:lnTo>
                    <a:pt x="7574" y="634"/>
                  </a:lnTo>
                  <a:lnTo>
                    <a:pt x="7136" y="415"/>
                  </a:lnTo>
                  <a:lnTo>
                    <a:pt x="6673" y="244"/>
                  </a:lnTo>
                  <a:lnTo>
                    <a:pt x="6162" y="98"/>
                  </a:lnTo>
                  <a:lnTo>
                    <a:pt x="5675" y="25"/>
                  </a:lnTo>
                  <a:lnTo>
                    <a:pt x="5139" y="1"/>
                  </a:lnTo>
                  <a:lnTo>
                    <a:pt x="5139" y="1"/>
                  </a:lnTo>
                  <a:lnTo>
                    <a:pt x="4603" y="25"/>
                  </a:lnTo>
                  <a:lnTo>
                    <a:pt x="4116" y="98"/>
                  </a:lnTo>
                  <a:lnTo>
                    <a:pt x="3605" y="244"/>
                  </a:lnTo>
                  <a:lnTo>
                    <a:pt x="3142" y="415"/>
                  </a:lnTo>
                  <a:lnTo>
                    <a:pt x="2703" y="634"/>
                  </a:lnTo>
                  <a:lnTo>
                    <a:pt x="2265" y="878"/>
                  </a:lnTo>
                  <a:lnTo>
                    <a:pt x="1875" y="1170"/>
                  </a:lnTo>
                  <a:lnTo>
                    <a:pt x="1510" y="1511"/>
                  </a:lnTo>
                  <a:lnTo>
                    <a:pt x="1193" y="1876"/>
                  </a:lnTo>
                  <a:lnTo>
                    <a:pt x="877" y="2266"/>
                  </a:lnTo>
                  <a:lnTo>
                    <a:pt x="633" y="2680"/>
                  </a:lnTo>
                  <a:lnTo>
                    <a:pt x="414" y="3143"/>
                  </a:lnTo>
                  <a:lnTo>
                    <a:pt x="244" y="3605"/>
                  </a:lnTo>
                  <a:lnTo>
                    <a:pt x="122" y="4093"/>
                  </a:lnTo>
                  <a:lnTo>
                    <a:pt x="49" y="4604"/>
                  </a:lnTo>
                  <a:lnTo>
                    <a:pt x="0" y="5140"/>
                  </a:lnTo>
                  <a:lnTo>
                    <a:pt x="0" y="5140"/>
                  </a:lnTo>
                  <a:lnTo>
                    <a:pt x="24" y="5408"/>
                  </a:lnTo>
                  <a:lnTo>
                    <a:pt x="49" y="5676"/>
                  </a:lnTo>
                  <a:lnTo>
                    <a:pt x="122" y="6187"/>
                  </a:lnTo>
                  <a:lnTo>
                    <a:pt x="244" y="6674"/>
                  </a:lnTo>
                  <a:lnTo>
                    <a:pt x="414" y="7113"/>
                  </a:lnTo>
                  <a:lnTo>
                    <a:pt x="633" y="7551"/>
                  </a:lnTo>
                  <a:lnTo>
                    <a:pt x="852" y="7941"/>
                  </a:lnTo>
                  <a:lnTo>
                    <a:pt x="1096" y="8330"/>
                  </a:lnTo>
                  <a:lnTo>
                    <a:pt x="1364" y="8720"/>
                  </a:lnTo>
                  <a:lnTo>
                    <a:pt x="1900" y="9499"/>
                  </a:lnTo>
                  <a:lnTo>
                    <a:pt x="2143" y="9913"/>
                  </a:lnTo>
                  <a:lnTo>
                    <a:pt x="2387" y="10327"/>
                  </a:lnTo>
                  <a:lnTo>
                    <a:pt x="2606" y="10766"/>
                  </a:lnTo>
                  <a:lnTo>
                    <a:pt x="2801" y="11253"/>
                  </a:lnTo>
                  <a:lnTo>
                    <a:pt x="2971" y="11764"/>
                  </a:lnTo>
                  <a:lnTo>
                    <a:pt x="3093" y="12300"/>
                  </a:lnTo>
                </a:path>
              </a:pathLst>
            </a:custGeom>
            <a:grpFill/>
            <a:ln w="22225">
              <a:solidFill>
                <a:srgbClr val="FFFFFF"/>
              </a:solidFill>
              <a:headEnd type="none" w="sm" len="sm"/>
              <a:tailEnd type="none" w="sm" len="sm"/>
            </a:ln>
          </p:spPr>
          <p:style>
            <a:lnRef idx="2">
              <a:schemeClr val="accent1"/>
            </a:lnRef>
            <a:fillRef idx="0">
              <a:srgbClr val="FFFFFF"/>
            </a:fillRef>
            <a:effectRef idx="0">
              <a:srgbClr val="FFFFFF"/>
            </a:effectRef>
            <a:fontRef idx="minor">
              <a:schemeClr val="dk1"/>
            </a:fontRef>
          </p:style>
          <p:txBody>
            <a:bodyPr spcFirstLastPara="1" wrap="square" lIns="91425" tIns="91425" rIns="91425" bIns="91425" anchor="ctr" anchorCtr="0">
              <a:noAutofit/>
            </a:bodyPr>
            <a:p>
              <a:pPr marL="0" lvl="0" indent="0" algn="l" rtl="0">
                <a:spcBef>
                  <a:spcPts val="0"/>
                </a:spcBef>
                <a:spcAft>
                  <a:spcPts val="0"/>
                </a:spcAft>
                <a:buNone/>
              </a:pPr>
              <a:endParaRPr>
                <a:solidFill>
                  <a:schemeClr val="accent1"/>
                </a:solidFill>
              </a:endParaRPr>
            </a:p>
          </p:txBody>
        </p:sp>
        <p:sp>
          <p:nvSpPr>
            <p:cNvPr id="23" name="Google Shape;146;p20"/>
            <p:cNvSpPr/>
            <p:nvPr/>
          </p:nvSpPr>
          <p:spPr>
            <a:xfrm>
              <a:off x="6873825" y="2459275"/>
              <a:ext cx="35350" cy="166875"/>
            </a:xfrm>
            <a:custGeom>
              <a:avLst/>
              <a:gdLst/>
              <a:ahLst/>
              <a:cxnLst/>
              <a:rect l="l" t="t" r="r" b="b"/>
              <a:pathLst>
                <a:path w="1414" h="6675" fill="none" extrusionOk="0">
                  <a:moveTo>
                    <a:pt x="1413" y="1"/>
                  </a:moveTo>
                  <a:lnTo>
                    <a:pt x="1413" y="1"/>
                  </a:lnTo>
                  <a:lnTo>
                    <a:pt x="829" y="2850"/>
                  </a:lnTo>
                  <a:lnTo>
                    <a:pt x="1" y="6674"/>
                  </a:lnTo>
                </a:path>
              </a:pathLst>
            </a:custGeom>
            <a:grpFill/>
            <a:ln w="22225">
              <a:solidFill>
                <a:srgbClr val="FFFFFF"/>
              </a:solidFill>
              <a:headEnd type="none" w="sm" len="sm"/>
              <a:tailEnd type="none" w="sm" len="sm"/>
            </a:ln>
          </p:spPr>
          <p:style>
            <a:lnRef idx="2">
              <a:schemeClr val="accent1"/>
            </a:lnRef>
            <a:fillRef idx="0">
              <a:srgbClr val="FFFFFF"/>
            </a:fillRef>
            <a:effectRef idx="0">
              <a:srgbClr val="FFFFFF"/>
            </a:effectRef>
            <a:fontRef idx="minor">
              <a:schemeClr val="dk1"/>
            </a:fontRef>
          </p:style>
          <p:txBody>
            <a:bodyPr spcFirstLastPara="1" wrap="square" lIns="91425" tIns="91425" rIns="91425" bIns="91425" anchor="ctr" anchorCtr="0">
              <a:noAutofit/>
            </a:bodyPr>
            <a:p>
              <a:pPr marL="0" lvl="0" indent="0" algn="l" rtl="0">
                <a:spcBef>
                  <a:spcPts val="0"/>
                </a:spcBef>
                <a:spcAft>
                  <a:spcPts val="0"/>
                </a:spcAft>
                <a:buNone/>
              </a:pPr>
              <a:endParaRPr>
                <a:solidFill>
                  <a:schemeClr val="accent1"/>
                </a:solidFill>
              </a:endParaRPr>
            </a:p>
          </p:txBody>
        </p:sp>
        <p:sp>
          <p:nvSpPr>
            <p:cNvPr id="24" name="Google Shape;147;p20"/>
            <p:cNvSpPr/>
            <p:nvPr/>
          </p:nvSpPr>
          <p:spPr>
            <a:xfrm>
              <a:off x="6801975" y="2453200"/>
              <a:ext cx="90150" cy="19500"/>
            </a:xfrm>
            <a:custGeom>
              <a:avLst/>
              <a:gdLst/>
              <a:ahLst/>
              <a:cxnLst/>
              <a:rect l="l" t="t" r="r" b="b"/>
              <a:pathLst>
                <a:path w="3606" h="780" fill="none" extrusionOk="0">
                  <a:moveTo>
                    <a:pt x="1" y="73"/>
                  </a:moveTo>
                  <a:lnTo>
                    <a:pt x="829" y="780"/>
                  </a:lnTo>
                  <a:lnTo>
                    <a:pt x="1657" y="73"/>
                  </a:lnTo>
                  <a:lnTo>
                    <a:pt x="1657" y="73"/>
                  </a:lnTo>
                  <a:lnTo>
                    <a:pt x="1730" y="25"/>
                  </a:lnTo>
                  <a:lnTo>
                    <a:pt x="1803" y="0"/>
                  </a:lnTo>
                  <a:lnTo>
                    <a:pt x="1876" y="25"/>
                  </a:lnTo>
                  <a:lnTo>
                    <a:pt x="1949" y="73"/>
                  </a:lnTo>
                  <a:lnTo>
                    <a:pt x="2777" y="780"/>
                  </a:lnTo>
                  <a:lnTo>
                    <a:pt x="3605" y="73"/>
                  </a:lnTo>
                </a:path>
              </a:pathLst>
            </a:custGeom>
            <a:grpFill/>
            <a:ln w="22225">
              <a:solidFill>
                <a:srgbClr val="FFFFFF"/>
              </a:solidFill>
              <a:headEnd type="none" w="sm" len="sm"/>
              <a:tailEnd type="none" w="sm" len="sm"/>
            </a:ln>
          </p:spPr>
          <p:style>
            <a:lnRef idx="2">
              <a:schemeClr val="accent1"/>
            </a:lnRef>
            <a:fillRef idx="0">
              <a:srgbClr val="FFFFFF"/>
            </a:fillRef>
            <a:effectRef idx="0">
              <a:srgbClr val="FFFFFF"/>
            </a:effectRef>
            <a:fontRef idx="minor">
              <a:schemeClr val="dk1"/>
            </a:fontRef>
          </p:style>
          <p:txBody>
            <a:bodyPr spcFirstLastPara="1" wrap="square" lIns="91425" tIns="91425" rIns="91425" bIns="91425" anchor="ctr" anchorCtr="0">
              <a:noAutofit/>
            </a:bodyPr>
            <a:p>
              <a:pPr marL="0" lvl="0" indent="0" algn="l" rtl="0">
                <a:spcBef>
                  <a:spcPts val="0"/>
                </a:spcBef>
                <a:spcAft>
                  <a:spcPts val="0"/>
                </a:spcAft>
                <a:buNone/>
              </a:pPr>
              <a:endParaRPr>
                <a:solidFill>
                  <a:schemeClr val="accent1"/>
                </a:solidFill>
              </a:endParaRPr>
            </a:p>
          </p:txBody>
        </p:sp>
        <p:sp>
          <p:nvSpPr>
            <p:cNvPr id="148" name="Google Shape;148;p20"/>
            <p:cNvSpPr/>
            <p:nvPr/>
          </p:nvSpPr>
          <p:spPr>
            <a:xfrm>
              <a:off x="6795900" y="2628550"/>
              <a:ext cx="102300" cy="25"/>
            </a:xfrm>
            <a:custGeom>
              <a:avLst/>
              <a:gdLst/>
              <a:ahLst/>
              <a:cxnLst/>
              <a:rect l="l" t="t" r="r" b="b"/>
              <a:pathLst>
                <a:path w="4092" h="1" fill="none" extrusionOk="0">
                  <a:moveTo>
                    <a:pt x="0" y="1"/>
                  </a:moveTo>
                  <a:lnTo>
                    <a:pt x="4092" y="1"/>
                  </a:lnTo>
                </a:path>
              </a:pathLst>
            </a:custGeom>
            <a:grpFill/>
            <a:ln w="22225">
              <a:solidFill>
                <a:srgbClr val="FFFFFF"/>
              </a:solidFill>
              <a:headEnd type="none" w="sm" len="sm"/>
              <a:tailEnd type="none" w="sm" len="sm"/>
            </a:ln>
          </p:spPr>
          <p:style>
            <a:lnRef idx="2">
              <a:schemeClr val="accent1"/>
            </a:lnRef>
            <a:fillRef idx="0">
              <a:srgbClr val="FFFFFF"/>
            </a:fillRef>
            <a:effectRef idx="0">
              <a:srgbClr val="FFFFFF"/>
            </a:effectRef>
            <a:fontRef idx="minor">
              <a:schemeClr val="dk1"/>
            </a:fontRef>
          </p:style>
          <p:txBody>
            <a:bodyPr spcFirstLastPara="1" wrap="square" lIns="91425" tIns="91425" rIns="91425" bIns="91425" anchor="ctr" anchorCtr="0">
              <a:noAutofit/>
            </a:bodyPr>
            <a:p>
              <a:pPr marL="0" lvl="0" indent="0" algn="l" rtl="0">
                <a:spcBef>
                  <a:spcPts val="0"/>
                </a:spcBef>
                <a:spcAft>
                  <a:spcPts val="0"/>
                </a:spcAft>
                <a:buNone/>
              </a:pPr>
              <a:endParaRPr>
                <a:solidFill>
                  <a:schemeClr val="accent1"/>
                </a:solidFill>
              </a:endParaRPr>
            </a:p>
          </p:txBody>
        </p:sp>
      </p:gr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矩形 70"/>
          <p:cNvSpPr/>
          <p:nvPr/>
        </p:nvSpPr>
        <p:spPr>
          <a:xfrm>
            <a:off x="17961936" y="607033"/>
            <a:ext cx="304799" cy="828221"/>
          </a:xfrm>
          <a:prstGeom prst="rect">
            <a:avLst/>
          </a:prstGeom>
          <a:solidFill>
            <a:srgbClr val="F024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p>
        </p:txBody>
      </p:sp>
      <p:sp>
        <p:nvSpPr>
          <p:cNvPr id="72" name="矩形 71"/>
          <p:cNvSpPr/>
          <p:nvPr/>
        </p:nvSpPr>
        <p:spPr>
          <a:xfrm>
            <a:off x="17831306" y="607033"/>
            <a:ext cx="79828" cy="828221"/>
          </a:xfrm>
          <a:prstGeom prst="rect">
            <a:avLst/>
          </a:prstGeom>
          <a:solidFill>
            <a:srgbClr val="F024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p>
        </p:txBody>
      </p:sp>
      <p:sp>
        <p:nvSpPr>
          <p:cNvPr id="73" name="文本框 72"/>
          <p:cNvSpPr txBox="1"/>
          <p:nvPr/>
        </p:nvSpPr>
        <p:spPr>
          <a:xfrm>
            <a:off x="16922977" y="604257"/>
            <a:ext cx="947405" cy="829945"/>
          </a:xfrm>
          <a:prstGeom prst="rect">
            <a:avLst/>
          </a:prstGeom>
          <a:noFill/>
        </p:spPr>
        <p:txBody>
          <a:bodyPr wrap="square" rtlCol="0">
            <a:spAutoFit/>
          </a:bodyPr>
          <a:lstStyle/>
          <a:p>
            <a:r>
              <a:rPr lang="en-US" altLang="zh-HK" sz="4800" dirty="0" smtClean="0">
                <a:solidFill>
                  <a:schemeClr val="bg1"/>
                </a:solidFill>
                <a:latin typeface="Microsoft YaHei" panose="020B0503020204020204" pitchFamily="34" charset="-122"/>
                <a:ea typeface="Microsoft YaHei" panose="020B0503020204020204" pitchFamily="34" charset="-122"/>
              </a:rPr>
              <a:t>0</a:t>
            </a:r>
            <a:r>
              <a:rPr lang="vi-VN" altLang="en-US" sz="4800" dirty="0" smtClean="0">
                <a:solidFill>
                  <a:schemeClr val="bg1"/>
                </a:solidFill>
                <a:latin typeface="Microsoft YaHei" panose="020B0503020204020204" pitchFamily="34" charset="-122"/>
                <a:ea typeface="Microsoft YaHei" panose="020B0503020204020204" pitchFamily="34" charset="-122"/>
              </a:rPr>
              <a:t>4</a:t>
            </a:r>
            <a:endParaRPr lang="vi-VN" altLang="en-US" sz="4800" dirty="0" smtClean="0">
              <a:solidFill>
                <a:schemeClr val="bg1"/>
              </a:solidFill>
              <a:latin typeface="Microsoft YaHei" panose="020B0503020204020204" pitchFamily="34" charset="-122"/>
              <a:ea typeface="Microsoft YaHei" panose="020B0503020204020204" pitchFamily="34" charset="-122"/>
            </a:endParaRPr>
          </a:p>
        </p:txBody>
      </p:sp>
      <p:grpSp>
        <p:nvGrpSpPr>
          <p:cNvPr id="4" name="组合 3"/>
          <p:cNvGrpSpPr/>
          <p:nvPr/>
        </p:nvGrpSpPr>
        <p:grpSpPr>
          <a:xfrm>
            <a:off x="14187805" y="7916545"/>
            <a:ext cx="4548505" cy="2686685"/>
            <a:chOff x="11519983" y="5270056"/>
            <a:chExt cx="5829924" cy="3299229"/>
          </a:xfrm>
        </p:grpSpPr>
        <p:grpSp>
          <p:nvGrpSpPr>
            <p:cNvPr id="97" name="组合 96"/>
            <p:cNvGrpSpPr/>
            <p:nvPr/>
          </p:nvGrpSpPr>
          <p:grpSpPr>
            <a:xfrm rot="5400000">
              <a:off x="12785331" y="4004708"/>
              <a:ext cx="3299229" cy="5829924"/>
              <a:chOff x="4862722" y="-238122"/>
              <a:chExt cx="3541407" cy="6152922"/>
            </a:xfrm>
          </p:grpSpPr>
          <p:grpSp>
            <p:nvGrpSpPr>
              <p:cNvPr id="98" name="组合 97"/>
              <p:cNvGrpSpPr/>
              <p:nvPr/>
            </p:nvGrpSpPr>
            <p:grpSpPr>
              <a:xfrm>
                <a:off x="4862722" y="-238122"/>
                <a:ext cx="3541407" cy="6152922"/>
                <a:chOff x="4862722" y="-238122"/>
                <a:chExt cx="3541407" cy="6152922"/>
              </a:xfrm>
              <a:effectLst>
                <a:outerShdw blurRad="203200" dist="101600" dir="2700000" algn="ctr" rotWithShape="0">
                  <a:schemeClr val="tx1">
                    <a:alpha val="40000"/>
                  </a:schemeClr>
                </a:outerShdw>
              </a:effectLst>
            </p:grpSpPr>
            <p:grpSp>
              <p:nvGrpSpPr>
                <p:cNvPr id="108" name="组合 107"/>
                <p:cNvGrpSpPr/>
                <p:nvPr/>
              </p:nvGrpSpPr>
              <p:grpSpPr>
                <a:xfrm>
                  <a:off x="7282083" y="1812626"/>
                  <a:ext cx="45719" cy="310161"/>
                  <a:chOff x="8020452" y="2062264"/>
                  <a:chExt cx="150782" cy="787940"/>
                </a:xfrm>
              </p:grpSpPr>
              <p:sp>
                <p:nvSpPr>
                  <p:cNvPr id="127" name="圆角矩形 126"/>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8" name="圆角矩形 127"/>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09" name="组合 108"/>
                <p:cNvGrpSpPr/>
                <p:nvPr/>
              </p:nvGrpSpPr>
              <p:grpSpPr>
                <a:xfrm>
                  <a:off x="4862722" y="2122787"/>
                  <a:ext cx="45719" cy="239059"/>
                  <a:chOff x="8020452" y="2062264"/>
                  <a:chExt cx="150782" cy="787940"/>
                </a:xfrm>
              </p:grpSpPr>
              <p:sp>
                <p:nvSpPr>
                  <p:cNvPr id="125" name="圆角矩形 124"/>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6" name="圆角矩形 125"/>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0" name="组合 109"/>
                <p:cNvGrpSpPr/>
                <p:nvPr/>
              </p:nvGrpSpPr>
              <p:grpSpPr>
                <a:xfrm>
                  <a:off x="4862722" y="1812626"/>
                  <a:ext cx="45719" cy="239059"/>
                  <a:chOff x="8020452" y="2062264"/>
                  <a:chExt cx="150782" cy="787940"/>
                </a:xfrm>
              </p:grpSpPr>
              <p:sp>
                <p:nvSpPr>
                  <p:cNvPr id="123" name="圆角矩形 122"/>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4" name="圆角矩形 123"/>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1" name="组合 110"/>
                <p:cNvGrpSpPr/>
                <p:nvPr/>
              </p:nvGrpSpPr>
              <p:grpSpPr>
                <a:xfrm>
                  <a:off x="4862722" y="1543685"/>
                  <a:ext cx="45719" cy="117603"/>
                  <a:chOff x="8020452" y="2062264"/>
                  <a:chExt cx="150782" cy="787940"/>
                </a:xfrm>
              </p:grpSpPr>
              <p:sp>
                <p:nvSpPr>
                  <p:cNvPr id="121" name="圆角矩形 120"/>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2" name="圆角矩形 121"/>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2" name="圆角矩形 111"/>
                <p:cNvSpPr/>
                <p:nvPr/>
              </p:nvSpPr>
              <p:spPr>
                <a:xfrm>
                  <a:off x="4890000" y="943200"/>
                  <a:ext cx="2412000" cy="4971600"/>
                </a:xfrm>
                <a:prstGeom prst="roundRect">
                  <a:avLst>
                    <a:gd name="adj" fmla="val 7335"/>
                  </a:avLst>
                </a:prstGeom>
                <a:solidFill>
                  <a:srgbClr val="404040"/>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3" name="圆角矩形 112"/>
                <p:cNvSpPr/>
                <p:nvPr/>
              </p:nvSpPr>
              <p:spPr>
                <a:xfrm>
                  <a:off x="4926000" y="979200"/>
                  <a:ext cx="2340000" cy="4899600"/>
                </a:xfrm>
                <a:prstGeom prst="roundRect">
                  <a:avLst>
                    <a:gd name="adj" fmla="val 7335"/>
                  </a:avLst>
                </a:prstGeom>
                <a:solidFill>
                  <a:srgbClr val="05050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4" name="矩形 113"/>
                <p:cNvSpPr/>
                <p:nvPr/>
              </p:nvSpPr>
              <p:spPr>
                <a:xfrm>
                  <a:off x="5034000" y="1540800"/>
                  <a:ext cx="2124000" cy="377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5" name="圆角矩形 114"/>
                <p:cNvSpPr/>
                <p:nvPr/>
              </p:nvSpPr>
              <p:spPr>
                <a:xfrm>
                  <a:off x="5901599" y="1206000"/>
                  <a:ext cx="388800" cy="36000"/>
                </a:xfrm>
                <a:prstGeom prst="roundRect">
                  <a:avLst>
                    <a:gd name="adj" fmla="val 50000"/>
                  </a:avLst>
                </a:prstGeom>
                <a:solidFill>
                  <a:srgbClr val="0D0D0D"/>
                </a:solidFill>
                <a:ln>
                  <a:noFill/>
                </a:ln>
                <a:scene3d>
                  <a:camera prst="orthographicFront"/>
                  <a:lightRig rig="threePt" dir="t"/>
                </a:scene3d>
                <a:sp3d>
                  <a:bevelT w="69850" h="50800" prst="coolSlan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16" name="组合 115"/>
                <p:cNvGrpSpPr/>
                <p:nvPr/>
              </p:nvGrpSpPr>
              <p:grpSpPr>
                <a:xfrm>
                  <a:off x="5905200" y="5406664"/>
                  <a:ext cx="381600" cy="381600"/>
                  <a:chOff x="5905200" y="3238200"/>
                  <a:chExt cx="381600" cy="381600"/>
                </a:xfrm>
              </p:grpSpPr>
              <p:sp>
                <p:nvSpPr>
                  <p:cNvPr id="119" name="椭圆 118"/>
                  <p:cNvSpPr/>
                  <p:nvPr/>
                </p:nvSpPr>
                <p:spPr>
                  <a:xfrm>
                    <a:off x="5905200" y="3238200"/>
                    <a:ext cx="381600" cy="381600"/>
                  </a:xfrm>
                  <a:prstGeom prst="ellipse">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0" name="椭圆 119"/>
                  <p:cNvSpPr/>
                  <p:nvPr/>
                </p:nvSpPr>
                <p:spPr>
                  <a:xfrm>
                    <a:off x="5932200" y="3265200"/>
                    <a:ext cx="327600" cy="3276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7" name="圆角矩形 116"/>
                <p:cNvSpPr/>
                <p:nvPr/>
              </p:nvSpPr>
              <p:spPr>
                <a:xfrm>
                  <a:off x="4883060" y="952391"/>
                  <a:ext cx="2376000" cy="4952144"/>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8" name="圆角矩形 117"/>
                <p:cNvSpPr/>
                <p:nvPr/>
              </p:nvSpPr>
              <p:spPr>
                <a:xfrm>
                  <a:off x="6028129" y="-238122"/>
                  <a:ext cx="2376000" cy="4935600"/>
                </a:xfrm>
                <a:prstGeom prst="roundRect">
                  <a:avLst>
                    <a:gd name="adj" fmla="val 7335"/>
                  </a:avLst>
                </a:prstGeom>
                <a:gradFill flip="none" rotWithShape="1">
                  <a:gsLst>
                    <a:gs pos="0">
                      <a:srgbClr val="FFFFFF">
                        <a:alpha val="18000"/>
                      </a:srgbClr>
                    </a:gs>
                    <a:gs pos="5000">
                      <a:srgbClr val="FFFFFF">
                        <a:alpha val="0"/>
                      </a:srgb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99" name="组合 98"/>
              <p:cNvGrpSpPr/>
              <p:nvPr/>
            </p:nvGrpSpPr>
            <p:grpSpPr>
              <a:xfrm>
                <a:off x="6856135" y="1608679"/>
                <a:ext cx="156128" cy="54425"/>
                <a:chOff x="6770056" y="1608698"/>
                <a:chExt cx="156128" cy="65855"/>
              </a:xfrm>
            </p:grpSpPr>
            <p:sp>
              <p:nvSpPr>
                <p:cNvPr id="105" name="矩形 104"/>
                <p:cNvSpPr/>
                <p:nvPr/>
              </p:nvSpPr>
              <p:spPr>
                <a:xfrm>
                  <a:off x="6770056" y="1608698"/>
                  <a:ext cx="146501" cy="65855"/>
                </a:xfrm>
                <a:prstGeom prst="rect">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6" name="矩形 105"/>
                <p:cNvSpPr/>
                <p:nvPr/>
              </p:nvSpPr>
              <p:spPr>
                <a:xfrm>
                  <a:off x="6916234" y="1633796"/>
                  <a:ext cx="9950" cy="16633"/>
                </a:xfrm>
                <a:prstGeom prst="rect">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7" name="矩形 106"/>
                <p:cNvSpPr/>
                <p:nvPr/>
              </p:nvSpPr>
              <p:spPr>
                <a:xfrm>
                  <a:off x="6770056" y="1608699"/>
                  <a:ext cx="83493" cy="6585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0" name="椭圆 99"/>
              <p:cNvSpPr/>
              <p:nvPr/>
            </p:nvSpPr>
            <p:spPr>
              <a:xfrm>
                <a:off x="5123906"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1" name="椭圆 100"/>
              <p:cNvSpPr/>
              <p:nvPr/>
            </p:nvSpPr>
            <p:spPr>
              <a:xfrm>
                <a:off x="5176565"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2" name="椭圆 101"/>
              <p:cNvSpPr/>
              <p:nvPr/>
            </p:nvSpPr>
            <p:spPr>
              <a:xfrm>
                <a:off x="5224538"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3" name="椭圆 102"/>
              <p:cNvSpPr/>
              <p:nvPr/>
            </p:nvSpPr>
            <p:spPr>
              <a:xfrm>
                <a:off x="5274547"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 name="椭圆 103"/>
              <p:cNvSpPr/>
              <p:nvPr/>
            </p:nvSpPr>
            <p:spPr>
              <a:xfrm>
                <a:off x="5324640" y="1619118"/>
                <a:ext cx="41564" cy="41564"/>
              </a:xfrm>
              <a:prstGeom prst="ellipse">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38" name="矩形 137"/>
            <p:cNvSpPr/>
            <p:nvPr/>
          </p:nvSpPr>
          <p:spPr bwMode="auto">
            <a:xfrm rot="16200000">
              <a:off x="12870306" y="4596683"/>
              <a:ext cx="1987572" cy="3635808"/>
            </a:xfrm>
            <a:prstGeom prst="rect">
              <a:avLst/>
            </a:prstGeom>
            <a:solidFill>
              <a:srgbClr val="2B7FB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 typeface="Arial" panose="020B0604020202020204" pitchFamily="34" charset="0"/>
                <a:buNone/>
                <a:defRPr/>
              </a:pPr>
              <a:endParaRPr lang="zh-CN" altLang="en-US"/>
            </a:p>
          </p:txBody>
        </p:sp>
        <p:grpSp>
          <p:nvGrpSpPr>
            <p:cNvPr id="141" name="组合 2"/>
            <p:cNvGrpSpPr/>
            <p:nvPr/>
          </p:nvGrpSpPr>
          <p:grpSpPr bwMode="auto">
            <a:xfrm>
              <a:off x="13580951" y="5774163"/>
              <a:ext cx="608013" cy="619125"/>
              <a:chOff x="7938529" y="3078391"/>
              <a:chExt cx="607404" cy="617990"/>
            </a:xfrm>
          </p:grpSpPr>
          <p:sp>
            <p:nvSpPr>
              <p:cNvPr id="142" name="object 5"/>
              <p:cNvSpPr/>
              <p:nvPr/>
            </p:nvSpPr>
            <p:spPr bwMode="auto">
              <a:xfrm>
                <a:off x="8052890" y="3078391"/>
                <a:ext cx="137478" cy="276999"/>
              </a:xfrm>
              <a:custGeom>
                <a:avLst/>
                <a:gdLst>
                  <a:gd name="T0" fmla="*/ 17874 w 226695"/>
                  <a:gd name="T1" fmla="*/ 0 h 262254"/>
                  <a:gd name="T2" fmla="*/ 0 w 226695"/>
                  <a:gd name="T3" fmla="*/ 197759 h 262254"/>
                  <a:gd name="T4" fmla="*/ 30590 w 226695"/>
                  <a:gd name="T5" fmla="*/ 326123 h 262254"/>
                  <a:gd name="T6" fmla="*/ 17874 w 226695"/>
                  <a:gd name="T7" fmla="*/ 0 h 26225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26695" h="262254">
                    <a:moveTo>
                      <a:pt x="132153" y="0"/>
                    </a:moveTo>
                    <a:lnTo>
                      <a:pt x="0" y="158895"/>
                    </a:lnTo>
                    <a:lnTo>
                      <a:pt x="226160" y="262033"/>
                    </a:lnTo>
                    <a:lnTo>
                      <a:pt x="132153" y="0"/>
                    </a:lnTo>
                    <a:close/>
                  </a:path>
                </a:pathLst>
              </a:custGeom>
              <a:solidFill>
                <a:srgbClr val="4ABA92"/>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3" name="object 6"/>
              <p:cNvSpPr/>
              <p:nvPr/>
            </p:nvSpPr>
            <p:spPr bwMode="auto">
              <a:xfrm>
                <a:off x="8090831" y="3419382"/>
                <a:ext cx="363912" cy="276999"/>
              </a:xfrm>
              <a:custGeom>
                <a:avLst/>
                <a:gdLst>
                  <a:gd name="T0" fmla="*/ 50573 w 600075"/>
                  <a:gd name="T1" fmla="*/ 0 h 479425"/>
                  <a:gd name="T2" fmla="*/ 0 w 600075"/>
                  <a:gd name="T3" fmla="*/ 50100 h 479425"/>
                  <a:gd name="T4" fmla="*/ 60332 w 600075"/>
                  <a:gd name="T5" fmla="*/ 53398 h 479425"/>
                  <a:gd name="T6" fmla="*/ 81164 w 600075"/>
                  <a:gd name="T7" fmla="*/ 11494 h 479425"/>
                  <a:gd name="T8" fmla="*/ 50573 w 600075"/>
                  <a:gd name="T9" fmla="*/ 0 h 4794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00075" h="479425">
                    <a:moveTo>
                      <a:pt x="373904" y="0"/>
                    </a:moveTo>
                    <a:lnTo>
                      <a:pt x="0" y="449588"/>
                    </a:lnTo>
                    <a:lnTo>
                      <a:pt x="446049" y="479179"/>
                    </a:lnTo>
                    <a:lnTo>
                      <a:pt x="600065" y="103138"/>
                    </a:lnTo>
                    <a:lnTo>
                      <a:pt x="373904" y="0"/>
                    </a:lnTo>
                    <a:close/>
                  </a:path>
                </a:pathLst>
              </a:custGeom>
              <a:solidFill>
                <a:srgbClr val="F94C07"/>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4" name="object 7"/>
              <p:cNvSpPr/>
              <p:nvPr/>
            </p:nvSpPr>
            <p:spPr bwMode="auto">
              <a:xfrm>
                <a:off x="8161226" y="3175050"/>
                <a:ext cx="384707" cy="276999"/>
              </a:xfrm>
              <a:custGeom>
                <a:avLst/>
                <a:gdLst>
                  <a:gd name="T0" fmla="*/ 0 w 634365"/>
                  <a:gd name="T1" fmla="*/ 0 h 229235"/>
                  <a:gd name="T2" fmla="*/ 67888 w 634365"/>
                  <a:gd name="T3" fmla="*/ 488025 h 229235"/>
                  <a:gd name="T4" fmla="*/ 85762 w 634365"/>
                  <a:gd name="T5" fmla="*/ 149257 h 229235"/>
                  <a:gd name="T6" fmla="*/ 0 w 634365"/>
                  <a:gd name="T7" fmla="*/ 0 h 22923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34365" h="229235">
                    <a:moveTo>
                      <a:pt x="0" y="0"/>
                    </a:moveTo>
                    <a:lnTo>
                      <a:pt x="501911" y="228904"/>
                    </a:lnTo>
                    <a:lnTo>
                      <a:pt x="634064" y="70008"/>
                    </a:lnTo>
                    <a:lnTo>
                      <a:pt x="0" y="0"/>
                    </a:lnTo>
                    <a:close/>
                  </a:path>
                </a:pathLst>
              </a:custGeom>
              <a:solidFill>
                <a:srgbClr val="1F4E79"/>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5" name="object 8"/>
              <p:cNvSpPr/>
              <p:nvPr/>
            </p:nvSpPr>
            <p:spPr bwMode="auto">
              <a:xfrm>
                <a:off x="7945652" y="3216890"/>
                <a:ext cx="145179" cy="193317"/>
              </a:xfrm>
              <a:custGeom>
                <a:avLst/>
                <a:gdLst>
                  <a:gd name="T0" fmla="*/ 19983 w 200025"/>
                  <a:gd name="T1" fmla="*/ 0 h 678814"/>
                  <a:gd name="T2" fmla="*/ 0 w 200025"/>
                  <a:gd name="T3" fmla="*/ 2184 h 678814"/>
                  <a:gd name="T4" fmla="*/ 55509 w 200025"/>
                  <a:gd name="T5" fmla="*/ 4463 h 678814"/>
                  <a:gd name="T6" fmla="*/ 19983 w 200025"/>
                  <a:gd name="T7" fmla="*/ 0 h 6788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0025" h="678814">
                    <a:moveTo>
                      <a:pt x="72008" y="0"/>
                    </a:moveTo>
                    <a:lnTo>
                      <a:pt x="0" y="332031"/>
                    </a:lnTo>
                    <a:lnTo>
                      <a:pt x="200025" y="678481"/>
                    </a:lnTo>
                    <a:lnTo>
                      <a:pt x="72008" y="0"/>
                    </a:lnTo>
                    <a:close/>
                  </a:path>
                </a:pathLst>
              </a:custGeom>
              <a:solidFill>
                <a:srgbClr val="00B050"/>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6" name="object 9"/>
              <p:cNvSpPr/>
              <p:nvPr/>
            </p:nvSpPr>
            <p:spPr bwMode="auto">
              <a:xfrm>
                <a:off x="7938529" y="3379992"/>
                <a:ext cx="304607" cy="276999"/>
              </a:xfrm>
              <a:custGeom>
                <a:avLst/>
                <a:gdLst>
                  <a:gd name="T0" fmla="*/ 0 w 502284"/>
                  <a:gd name="T1" fmla="*/ 0 h 678814"/>
                  <a:gd name="T2" fmla="*/ 17315 w 502284"/>
                  <a:gd name="T3" fmla="*/ 18813 h 678814"/>
                  <a:gd name="T4" fmla="*/ 67889 w 502284"/>
                  <a:gd name="T5" fmla="*/ 6347 h 678814"/>
                  <a:gd name="T6" fmla="*/ 0 w 502284"/>
                  <a:gd name="T7" fmla="*/ 0 h 6788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02284" h="678814">
                    <a:moveTo>
                      <a:pt x="0" y="0"/>
                    </a:moveTo>
                    <a:lnTo>
                      <a:pt x="128017" y="678492"/>
                    </a:lnTo>
                    <a:lnTo>
                      <a:pt x="501921" y="228904"/>
                    </a:lnTo>
                    <a:lnTo>
                      <a:pt x="0" y="0"/>
                    </a:lnTo>
                    <a:close/>
                  </a:path>
                </a:pathLst>
              </a:custGeom>
              <a:solidFill>
                <a:srgbClr val="ED7D31"/>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grpSp>
        <p:sp>
          <p:nvSpPr>
            <p:cNvPr id="147" name="矩形 23"/>
            <p:cNvSpPr>
              <a:spLocks noChangeArrowheads="1"/>
            </p:cNvSpPr>
            <p:nvPr/>
          </p:nvSpPr>
          <p:spPr bwMode="auto">
            <a:xfrm>
              <a:off x="12758941" y="6563170"/>
              <a:ext cx="2303462" cy="50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2F6583"/>
                  </a:solidFill>
                  <a:bevel/>
                </a14:hiddenLine>
              </a:ext>
            </a:extLst>
          </p:spPr>
          <p:txBody>
            <a:bodyPr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SimSun"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SimSun"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SimSun"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9pPr>
            </a:lstStyle>
            <a:p>
              <a:pPr algn="ctr">
                <a:lnSpc>
                  <a:spcPct val="100000"/>
                </a:lnSpc>
                <a:spcBef>
                  <a:spcPct val="0"/>
                </a:spcBef>
                <a:buFont typeface="Arial" panose="020B0604020202020204" pitchFamily="34" charset="0"/>
                <a:buNone/>
              </a:pPr>
              <a:r>
                <a:rPr lang="vi-VN" altLang="zh-CN" sz="2500" dirty="0">
                  <a:solidFill>
                    <a:schemeClr val="bg1"/>
                  </a:solidFill>
                  <a:latin typeface="Impact" panose="020B0806030902050204" pitchFamily="34" charset="0"/>
                  <a:ea typeface="Microsoft YaHei" panose="020B0503020204020204" pitchFamily="34" charset="-122"/>
                  <a:sym typeface="Impact" panose="020B0806030902050204" pitchFamily="34" charset="0"/>
                </a:rPr>
                <a:t>Nhóm </a:t>
              </a:r>
              <a:r>
                <a:rPr lang="vi-VN" altLang="zh-CN" sz="2500" dirty="0">
                  <a:solidFill>
                    <a:schemeClr val="bg1"/>
                  </a:solidFill>
                  <a:latin typeface="Impact" panose="020B0806030902050204" pitchFamily="34" charset="0"/>
                  <a:ea typeface="Microsoft YaHei" panose="020B0503020204020204" pitchFamily="34" charset="-122"/>
                  <a:sym typeface="Impact" panose="020B0806030902050204" pitchFamily="34" charset="0"/>
                </a:rPr>
                <a:t>6</a:t>
              </a:r>
              <a:endParaRPr lang="vi-VN" altLang="zh-CN" sz="2500" dirty="0">
                <a:solidFill>
                  <a:schemeClr val="bg1"/>
                </a:solidFill>
                <a:latin typeface="Impact" panose="020B0806030902050204" pitchFamily="34" charset="0"/>
                <a:ea typeface="Microsoft YaHei" panose="020B0503020204020204" pitchFamily="34" charset="-122"/>
                <a:sym typeface="Impact" panose="020B0806030902050204" pitchFamily="34" charset="0"/>
              </a:endParaRPr>
            </a:p>
          </p:txBody>
        </p:sp>
      </p:grpSp>
      <p:sp>
        <p:nvSpPr>
          <p:cNvPr id="5" name="Rounded Rectangle 4"/>
          <p:cNvSpPr/>
          <p:nvPr/>
        </p:nvSpPr>
        <p:spPr>
          <a:xfrm>
            <a:off x="304800" y="638810"/>
            <a:ext cx="8768080" cy="802005"/>
          </a:xfrm>
          <a:prstGeom prst="roundRect">
            <a:avLst/>
          </a:prstGeom>
          <a:solidFill>
            <a:srgbClr val="F02424"/>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6" name="object 3"/>
          <p:cNvSpPr txBox="1">
            <a:spLocks noChangeArrowheads="1"/>
          </p:cNvSpPr>
          <p:nvPr/>
        </p:nvSpPr>
        <p:spPr bwMode="auto">
          <a:xfrm>
            <a:off x="1071880" y="730250"/>
            <a:ext cx="7847965" cy="615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marL="6350">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SimSun"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SimSun"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SimSun"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9pPr>
          </a:lstStyle>
          <a:p>
            <a:pPr algn="ctr">
              <a:lnSpc>
                <a:spcPct val="100000"/>
              </a:lnSpc>
              <a:spcBef>
                <a:spcPct val="0"/>
              </a:spcBef>
              <a:buFont typeface="Arial" panose="020B0604020202020204" pitchFamily="34" charset="0"/>
              <a:buNone/>
            </a:pPr>
            <a:r>
              <a:rPr lang="vi-VN" altLang="zh-CN" sz="4000" dirty="0" smtClean="0">
                <a:solidFill>
                  <a:srgbClr val="FFFFFF"/>
                </a:solidFill>
                <a:latin typeface="Microsoft YaHei" panose="020B0503020204020204" pitchFamily="34" charset="-122"/>
                <a:ea typeface="Microsoft YaHei" panose="020B0503020204020204" pitchFamily="34" charset="-122"/>
                <a:sym typeface="+mn-ea"/>
              </a:rPr>
              <a:t>Vigenère Cipher</a:t>
            </a:r>
            <a:endParaRPr lang="vi-VN" altLang="zh-CN" sz="4000" dirty="0" smtClean="0">
              <a:solidFill>
                <a:srgbClr val="FFFFFF"/>
              </a:solidFill>
              <a:latin typeface="Microsoft YaHei" panose="020B0503020204020204" pitchFamily="34" charset="-122"/>
              <a:ea typeface="Microsoft YaHei" panose="020B0503020204020204" pitchFamily="34" charset="-122"/>
            </a:endParaRPr>
          </a:p>
        </p:txBody>
      </p:sp>
      <p:sp>
        <p:nvSpPr>
          <p:cNvPr id="2" name="文本框 162"/>
          <p:cNvSpPr txBox="1"/>
          <p:nvPr/>
        </p:nvSpPr>
        <p:spPr>
          <a:xfrm>
            <a:off x="272415" y="1720850"/>
            <a:ext cx="17559020" cy="5858510"/>
          </a:xfrm>
          <a:prstGeom prst="rect">
            <a:avLst/>
          </a:prstGeom>
          <a:noFill/>
        </p:spPr>
        <p:txBody>
          <a:bodyPr wrap="square" rtlCol="0">
            <a:noAutofit/>
          </a:bodyPr>
          <a:p>
            <a:pPr lvl="0" indent="0" algn="just">
              <a:lnSpc>
                <a:spcPct val="150000"/>
              </a:lnSpc>
              <a:spcBef>
                <a:spcPts val="600"/>
              </a:spcBef>
              <a:buFont typeface="Wingdings" panose="05000000000000000000" charset="0"/>
              <a:buNone/>
            </a:pPr>
            <a:endParaRPr lang="en-US" altLang="zh-HK" sz="3000" dirty="0">
              <a:solidFill>
                <a:schemeClr val="bg1"/>
              </a:solidFill>
              <a:latin typeface="Microsoft YaHei" panose="020B0503020204020204" pitchFamily="34" charset="-122"/>
              <a:ea typeface="Microsoft YaHei" panose="020B0503020204020204" pitchFamily="34" charset="-122"/>
              <a:cs typeface="Times New Roman" panose="02020603050405020304" pitchFamily="18" charset="0"/>
              <a:sym typeface="+mn-ea"/>
            </a:endParaRPr>
          </a:p>
        </p:txBody>
      </p:sp>
      <p:grpSp>
        <p:nvGrpSpPr>
          <p:cNvPr id="862" name="组合 1638"/>
          <p:cNvGrpSpPr/>
          <p:nvPr/>
        </p:nvGrpSpPr>
        <p:grpSpPr bwMode="auto">
          <a:xfrm>
            <a:off x="531495" y="768350"/>
            <a:ext cx="681355" cy="541655"/>
            <a:chOff x="0" y="0"/>
            <a:chExt cx="709986" cy="558307"/>
          </a:xfrm>
          <a:solidFill>
            <a:schemeClr val="bg1"/>
          </a:solidFill>
        </p:grpSpPr>
        <p:sp>
          <p:nvSpPr>
            <p:cNvPr id="863" name="Freeform 542"/>
            <p:cNvSpPr>
              <a:spLocks noChangeArrowheads="1"/>
            </p:cNvSpPr>
            <p:nvPr/>
          </p:nvSpPr>
          <p:spPr bwMode="auto">
            <a:xfrm>
              <a:off x="0" y="0"/>
              <a:ext cx="311564" cy="310171"/>
            </a:xfrm>
            <a:custGeom>
              <a:avLst/>
              <a:gdLst>
                <a:gd name="T0" fmla="*/ 2147483647 w 163"/>
                <a:gd name="T1" fmla="*/ 2147483647 h 163"/>
                <a:gd name="T2" fmla="*/ 2147483647 w 163"/>
                <a:gd name="T3" fmla="*/ 2147483647 h 163"/>
                <a:gd name="T4" fmla="*/ 2147483647 w 163"/>
                <a:gd name="T5" fmla="*/ 2147483647 h 163"/>
                <a:gd name="T6" fmla="*/ 2147483647 w 163"/>
                <a:gd name="T7" fmla="*/ 2147483647 h 163"/>
                <a:gd name="T8" fmla="*/ 2147483647 w 163"/>
                <a:gd name="T9" fmla="*/ 2147483647 h 163"/>
                <a:gd name="T10" fmla="*/ 2147483647 w 163"/>
                <a:gd name="T11" fmla="*/ 2147483647 h 163"/>
                <a:gd name="T12" fmla="*/ 2147483647 w 163"/>
                <a:gd name="T13" fmla="*/ 2147483647 h 163"/>
                <a:gd name="T14" fmla="*/ 2147483647 w 163"/>
                <a:gd name="T15" fmla="*/ 2147483647 h 163"/>
                <a:gd name="T16" fmla="*/ 2147483647 w 163"/>
                <a:gd name="T17" fmla="*/ 2147483647 h 163"/>
                <a:gd name="T18" fmla="*/ 2147483647 w 163"/>
                <a:gd name="T19" fmla="*/ 2147483647 h 16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63"/>
                <a:gd name="T31" fmla="*/ 0 h 163"/>
                <a:gd name="T32" fmla="*/ 163 w 163"/>
                <a:gd name="T33" fmla="*/ 163 h 16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63" h="163">
                  <a:moveTo>
                    <a:pt x="48" y="14"/>
                  </a:moveTo>
                  <a:cubicBezTo>
                    <a:pt x="92" y="58"/>
                    <a:pt x="92" y="58"/>
                    <a:pt x="92" y="58"/>
                  </a:cubicBezTo>
                  <a:cubicBezTo>
                    <a:pt x="97" y="63"/>
                    <a:pt x="97" y="72"/>
                    <a:pt x="92" y="77"/>
                  </a:cubicBezTo>
                  <a:cubicBezTo>
                    <a:pt x="77" y="91"/>
                    <a:pt x="77" y="91"/>
                    <a:pt x="77" y="91"/>
                  </a:cubicBezTo>
                  <a:cubicBezTo>
                    <a:pt x="72" y="96"/>
                    <a:pt x="64" y="96"/>
                    <a:pt x="58" y="91"/>
                  </a:cubicBezTo>
                  <a:cubicBezTo>
                    <a:pt x="14" y="47"/>
                    <a:pt x="14" y="47"/>
                    <a:pt x="14" y="47"/>
                  </a:cubicBezTo>
                  <a:cubicBezTo>
                    <a:pt x="0" y="75"/>
                    <a:pt x="5" y="110"/>
                    <a:pt x="28" y="134"/>
                  </a:cubicBezTo>
                  <a:cubicBezTo>
                    <a:pt x="58" y="163"/>
                    <a:pt x="105" y="163"/>
                    <a:pt x="134" y="134"/>
                  </a:cubicBezTo>
                  <a:cubicBezTo>
                    <a:pt x="163" y="104"/>
                    <a:pt x="163" y="57"/>
                    <a:pt x="134" y="28"/>
                  </a:cubicBezTo>
                  <a:cubicBezTo>
                    <a:pt x="111" y="5"/>
                    <a:pt x="76" y="0"/>
                    <a:pt x="48" y="14"/>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864" name="Freeform 543"/>
            <p:cNvSpPr>
              <a:spLocks noEditPoints="1" noChangeArrowheads="1"/>
            </p:cNvSpPr>
            <p:nvPr/>
          </p:nvSpPr>
          <p:spPr bwMode="auto">
            <a:xfrm>
              <a:off x="198268" y="195501"/>
              <a:ext cx="362546" cy="362806"/>
            </a:xfrm>
            <a:custGeom>
              <a:avLst/>
              <a:gdLst>
                <a:gd name="T0" fmla="*/ 2147483647 w 190"/>
                <a:gd name="T1" fmla="*/ 2147483647 h 190"/>
                <a:gd name="T2" fmla="*/ 0 w 190"/>
                <a:gd name="T3" fmla="*/ 2147483647 h 190"/>
                <a:gd name="T4" fmla="*/ 2147483647 w 190"/>
                <a:gd name="T5" fmla="*/ 2147483647 h 190"/>
                <a:gd name="T6" fmla="*/ 2147483647 w 190"/>
                <a:gd name="T7" fmla="*/ 2147483647 h 190"/>
                <a:gd name="T8" fmla="*/ 2147483647 w 190"/>
                <a:gd name="T9" fmla="*/ 2147483647 h 190"/>
                <a:gd name="T10" fmla="*/ 2147483647 w 190"/>
                <a:gd name="T11" fmla="*/ 2147483647 h 190"/>
                <a:gd name="T12" fmla="*/ 2147483647 w 190"/>
                <a:gd name="T13" fmla="*/ 0 h 190"/>
                <a:gd name="T14" fmla="*/ 2147483647 w 190"/>
                <a:gd name="T15" fmla="*/ 2147483647 h 190"/>
                <a:gd name="T16" fmla="*/ 2147483647 w 190"/>
                <a:gd name="T17" fmla="*/ 2147483647 h 190"/>
                <a:gd name="T18" fmla="*/ 2147483647 w 190"/>
                <a:gd name="T19" fmla="*/ 2147483647 h 190"/>
                <a:gd name="T20" fmla="*/ 2147483647 w 190"/>
                <a:gd name="T21" fmla="*/ 2147483647 h 190"/>
                <a:gd name="T22" fmla="*/ 2147483647 w 190"/>
                <a:gd name="T23" fmla="*/ 2147483647 h 190"/>
                <a:gd name="T24" fmla="*/ 2147483647 w 190"/>
                <a:gd name="T25" fmla="*/ 2147483647 h 19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90"/>
                <a:gd name="T40" fmla="*/ 0 h 190"/>
                <a:gd name="T41" fmla="*/ 190 w 190"/>
                <a:gd name="T42" fmla="*/ 190 h 19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90" h="190">
                  <a:moveTo>
                    <a:pt x="30" y="31"/>
                  </a:moveTo>
                  <a:cubicBezTo>
                    <a:pt x="21" y="39"/>
                    <a:pt x="11" y="46"/>
                    <a:pt x="0" y="49"/>
                  </a:cubicBezTo>
                  <a:cubicBezTo>
                    <a:pt x="138" y="188"/>
                    <a:pt x="138" y="188"/>
                    <a:pt x="138" y="188"/>
                  </a:cubicBezTo>
                  <a:cubicBezTo>
                    <a:pt x="141" y="190"/>
                    <a:pt x="145" y="190"/>
                    <a:pt x="148" y="188"/>
                  </a:cubicBezTo>
                  <a:cubicBezTo>
                    <a:pt x="187" y="148"/>
                    <a:pt x="187" y="148"/>
                    <a:pt x="187" y="148"/>
                  </a:cubicBezTo>
                  <a:cubicBezTo>
                    <a:pt x="190" y="146"/>
                    <a:pt x="190" y="141"/>
                    <a:pt x="187" y="139"/>
                  </a:cubicBezTo>
                  <a:cubicBezTo>
                    <a:pt x="48" y="0"/>
                    <a:pt x="48" y="0"/>
                    <a:pt x="48" y="0"/>
                  </a:cubicBezTo>
                  <a:cubicBezTo>
                    <a:pt x="45" y="11"/>
                    <a:pt x="39" y="22"/>
                    <a:pt x="30" y="31"/>
                  </a:cubicBezTo>
                  <a:close/>
                  <a:moveTo>
                    <a:pt x="156" y="157"/>
                  </a:moveTo>
                  <a:cubicBezTo>
                    <a:pt x="153" y="160"/>
                    <a:pt x="147" y="160"/>
                    <a:pt x="143" y="157"/>
                  </a:cubicBezTo>
                  <a:cubicBezTo>
                    <a:pt x="139" y="153"/>
                    <a:pt x="139" y="147"/>
                    <a:pt x="143" y="143"/>
                  </a:cubicBezTo>
                  <a:cubicBezTo>
                    <a:pt x="147" y="140"/>
                    <a:pt x="153" y="140"/>
                    <a:pt x="156" y="143"/>
                  </a:cubicBezTo>
                  <a:cubicBezTo>
                    <a:pt x="160" y="147"/>
                    <a:pt x="160" y="153"/>
                    <a:pt x="156" y="157"/>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865" name="Freeform 544"/>
            <p:cNvSpPr>
              <a:spLocks noEditPoints="1" noChangeArrowheads="1"/>
            </p:cNvSpPr>
            <p:nvPr/>
          </p:nvSpPr>
          <p:spPr bwMode="auto">
            <a:xfrm>
              <a:off x="219038" y="216180"/>
              <a:ext cx="330446" cy="332727"/>
            </a:xfrm>
            <a:custGeom>
              <a:avLst/>
              <a:gdLst>
                <a:gd name="T0" fmla="*/ 2147483647 w 173"/>
                <a:gd name="T1" fmla="*/ 2147483647 h 174"/>
                <a:gd name="T2" fmla="*/ 2147483647 w 173"/>
                <a:gd name="T3" fmla="*/ 2147483647 h 174"/>
                <a:gd name="T4" fmla="*/ 2147483647 w 173"/>
                <a:gd name="T5" fmla="*/ 0 h 174"/>
                <a:gd name="T6" fmla="*/ 2147483647 w 173"/>
                <a:gd name="T7" fmla="*/ 2147483647 h 174"/>
                <a:gd name="T8" fmla="*/ 0 w 173"/>
                <a:gd name="T9" fmla="*/ 2147483647 h 174"/>
                <a:gd name="T10" fmla="*/ 2147483647 w 173"/>
                <a:gd name="T11" fmla="*/ 2147483647 h 174"/>
                <a:gd name="T12" fmla="*/ 2147483647 w 173"/>
                <a:gd name="T13" fmla="*/ 2147483647 h 174"/>
                <a:gd name="T14" fmla="*/ 2147483647 w 173"/>
                <a:gd name="T15" fmla="*/ 2147483647 h 174"/>
                <a:gd name="T16" fmla="*/ 2147483647 w 173"/>
                <a:gd name="T17" fmla="*/ 2147483647 h 174"/>
                <a:gd name="T18" fmla="*/ 2147483647 w 173"/>
                <a:gd name="T19" fmla="*/ 2147483647 h 174"/>
                <a:gd name="T20" fmla="*/ 2147483647 w 173"/>
                <a:gd name="T21" fmla="*/ 2147483647 h 17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73"/>
                <a:gd name="T34" fmla="*/ 0 h 174"/>
                <a:gd name="T35" fmla="*/ 173 w 173"/>
                <a:gd name="T36" fmla="*/ 174 h 17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73" h="174">
                  <a:moveTo>
                    <a:pt x="140" y="174"/>
                  </a:moveTo>
                  <a:cubicBezTo>
                    <a:pt x="173" y="140"/>
                    <a:pt x="173" y="140"/>
                    <a:pt x="173" y="140"/>
                  </a:cubicBezTo>
                  <a:cubicBezTo>
                    <a:pt x="33" y="0"/>
                    <a:pt x="33" y="0"/>
                    <a:pt x="33" y="0"/>
                  </a:cubicBezTo>
                  <a:cubicBezTo>
                    <a:pt x="29" y="7"/>
                    <a:pt x="25" y="14"/>
                    <a:pt x="19" y="20"/>
                  </a:cubicBezTo>
                  <a:cubicBezTo>
                    <a:pt x="13" y="25"/>
                    <a:pt x="7" y="30"/>
                    <a:pt x="0" y="33"/>
                  </a:cubicBezTo>
                  <a:lnTo>
                    <a:pt x="140" y="174"/>
                  </a:lnTo>
                  <a:close/>
                  <a:moveTo>
                    <a:pt x="132" y="132"/>
                  </a:moveTo>
                  <a:cubicBezTo>
                    <a:pt x="136" y="129"/>
                    <a:pt x="142" y="129"/>
                    <a:pt x="145" y="132"/>
                  </a:cubicBezTo>
                  <a:cubicBezTo>
                    <a:pt x="149" y="136"/>
                    <a:pt x="149" y="142"/>
                    <a:pt x="145" y="146"/>
                  </a:cubicBezTo>
                  <a:cubicBezTo>
                    <a:pt x="142" y="149"/>
                    <a:pt x="136" y="149"/>
                    <a:pt x="132" y="146"/>
                  </a:cubicBezTo>
                  <a:cubicBezTo>
                    <a:pt x="128" y="142"/>
                    <a:pt x="128" y="136"/>
                    <a:pt x="132" y="132"/>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866" name="Freeform 545"/>
            <p:cNvSpPr>
              <a:spLocks noEditPoints="1" noChangeArrowheads="1"/>
            </p:cNvSpPr>
            <p:nvPr/>
          </p:nvSpPr>
          <p:spPr bwMode="auto">
            <a:xfrm>
              <a:off x="254916" y="251896"/>
              <a:ext cx="200156" cy="203021"/>
            </a:xfrm>
            <a:custGeom>
              <a:avLst/>
              <a:gdLst>
                <a:gd name="T0" fmla="*/ 2147483647 w 250"/>
                <a:gd name="T1" fmla="*/ 0 h 253"/>
                <a:gd name="T2" fmla="*/ 2147483647 w 250"/>
                <a:gd name="T3" fmla="*/ 2147483647 h 253"/>
                <a:gd name="T4" fmla="*/ 2147483647 w 250"/>
                <a:gd name="T5" fmla="*/ 2147483647 h 253"/>
                <a:gd name="T6" fmla="*/ 2147483647 w 250"/>
                <a:gd name="T7" fmla="*/ 2147483647 h 253"/>
                <a:gd name="T8" fmla="*/ 2147483647 w 250"/>
                <a:gd name="T9" fmla="*/ 0 h 253"/>
                <a:gd name="T10" fmla="*/ 0 w 250"/>
                <a:gd name="T11" fmla="*/ 2147483647 h 253"/>
                <a:gd name="T12" fmla="*/ 2147483647 w 250"/>
                <a:gd name="T13" fmla="*/ 2147483647 h 253"/>
                <a:gd name="T14" fmla="*/ 2147483647 w 250"/>
                <a:gd name="T15" fmla="*/ 2147483647 h 253"/>
                <a:gd name="T16" fmla="*/ 2147483647 w 250"/>
                <a:gd name="T17" fmla="*/ 2147483647 h 253"/>
                <a:gd name="T18" fmla="*/ 0 w 250"/>
                <a:gd name="T19" fmla="*/ 2147483647 h 25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50"/>
                <a:gd name="T31" fmla="*/ 0 h 253"/>
                <a:gd name="T32" fmla="*/ 250 w 250"/>
                <a:gd name="T33" fmla="*/ 253 h 25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50" h="253">
                  <a:moveTo>
                    <a:pt x="115" y="0"/>
                  </a:moveTo>
                  <a:lnTo>
                    <a:pt x="96" y="19"/>
                  </a:lnTo>
                  <a:lnTo>
                    <a:pt x="234" y="156"/>
                  </a:lnTo>
                  <a:lnTo>
                    <a:pt x="250" y="137"/>
                  </a:lnTo>
                  <a:lnTo>
                    <a:pt x="115" y="0"/>
                  </a:lnTo>
                  <a:close/>
                  <a:moveTo>
                    <a:pt x="0" y="116"/>
                  </a:moveTo>
                  <a:lnTo>
                    <a:pt x="134" y="253"/>
                  </a:lnTo>
                  <a:lnTo>
                    <a:pt x="153" y="234"/>
                  </a:lnTo>
                  <a:lnTo>
                    <a:pt x="18" y="97"/>
                  </a:lnTo>
                  <a:lnTo>
                    <a:pt x="0" y="116"/>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867" name="Freeform 546"/>
            <p:cNvSpPr>
              <a:spLocks noChangeArrowheads="1"/>
            </p:cNvSpPr>
            <p:nvPr/>
          </p:nvSpPr>
          <p:spPr bwMode="auto">
            <a:xfrm>
              <a:off x="268133" y="266934"/>
              <a:ext cx="175609" cy="172943"/>
            </a:xfrm>
            <a:custGeom>
              <a:avLst/>
              <a:gdLst>
                <a:gd name="T0" fmla="*/ 0 w 216"/>
                <a:gd name="T1" fmla="*/ 2147483647 h 215"/>
                <a:gd name="T2" fmla="*/ 2147483647 w 216"/>
                <a:gd name="T3" fmla="*/ 2147483647 h 215"/>
                <a:gd name="T4" fmla="*/ 2147483647 w 216"/>
                <a:gd name="T5" fmla="*/ 2147483647 h 215"/>
                <a:gd name="T6" fmla="*/ 2147483647 w 216"/>
                <a:gd name="T7" fmla="*/ 0 h 215"/>
                <a:gd name="T8" fmla="*/ 0 w 216"/>
                <a:gd name="T9" fmla="*/ 2147483647 h 215"/>
                <a:gd name="T10" fmla="*/ 0 60000 65536"/>
                <a:gd name="T11" fmla="*/ 0 60000 65536"/>
                <a:gd name="T12" fmla="*/ 0 60000 65536"/>
                <a:gd name="T13" fmla="*/ 0 60000 65536"/>
                <a:gd name="T14" fmla="*/ 0 60000 65536"/>
                <a:gd name="T15" fmla="*/ 0 w 216"/>
                <a:gd name="T16" fmla="*/ 0 h 215"/>
                <a:gd name="T17" fmla="*/ 216 w 216"/>
                <a:gd name="T18" fmla="*/ 215 h 215"/>
              </a:gdLst>
              <a:ahLst/>
              <a:cxnLst>
                <a:cxn ang="T10">
                  <a:pos x="T0" y="T1"/>
                </a:cxn>
                <a:cxn ang="T11">
                  <a:pos x="T2" y="T3"/>
                </a:cxn>
                <a:cxn ang="T12">
                  <a:pos x="T4" y="T5"/>
                </a:cxn>
                <a:cxn ang="T13">
                  <a:pos x="T6" y="T7"/>
                </a:cxn>
                <a:cxn ang="T14">
                  <a:pos x="T8" y="T9"/>
                </a:cxn>
              </a:cxnLst>
              <a:rect l="T15" t="T16" r="T17" b="T18"/>
              <a:pathLst>
                <a:path w="216" h="215">
                  <a:moveTo>
                    <a:pt x="0" y="78"/>
                  </a:moveTo>
                  <a:lnTo>
                    <a:pt x="135" y="215"/>
                  </a:lnTo>
                  <a:lnTo>
                    <a:pt x="216" y="137"/>
                  </a:lnTo>
                  <a:lnTo>
                    <a:pt x="78" y="0"/>
                  </a:lnTo>
                  <a:lnTo>
                    <a:pt x="0" y="78"/>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868" name="Freeform 547"/>
            <p:cNvSpPr>
              <a:spLocks noChangeArrowheads="1"/>
            </p:cNvSpPr>
            <p:nvPr/>
          </p:nvSpPr>
          <p:spPr bwMode="auto">
            <a:xfrm>
              <a:off x="398424" y="0"/>
              <a:ext cx="311562" cy="310171"/>
            </a:xfrm>
            <a:custGeom>
              <a:avLst/>
              <a:gdLst>
                <a:gd name="T0" fmla="*/ 2147483647 w 163"/>
                <a:gd name="T1" fmla="*/ 2147483647 h 163"/>
                <a:gd name="T2" fmla="*/ 2147483647 w 163"/>
                <a:gd name="T3" fmla="*/ 2147483647 h 163"/>
                <a:gd name="T4" fmla="*/ 2147483647 w 163"/>
                <a:gd name="T5" fmla="*/ 2147483647 h 163"/>
                <a:gd name="T6" fmla="*/ 2147483647 w 163"/>
                <a:gd name="T7" fmla="*/ 2147483647 h 163"/>
                <a:gd name="T8" fmla="*/ 2147483647 w 163"/>
                <a:gd name="T9" fmla="*/ 2147483647 h 163"/>
                <a:gd name="T10" fmla="*/ 2147483647 w 163"/>
                <a:gd name="T11" fmla="*/ 2147483647 h 163"/>
                <a:gd name="T12" fmla="*/ 2147483647 w 163"/>
                <a:gd name="T13" fmla="*/ 2147483647 h 163"/>
                <a:gd name="T14" fmla="*/ 2147483647 w 163"/>
                <a:gd name="T15" fmla="*/ 2147483647 h 163"/>
                <a:gd name="T16" fmla="*/ 2147483647 w 163"/>
                <a:gd name="T17" fmla="*/ 2147483647 h 163"/>
                <a:gd name="T18" fmla="*/ 2147483647 w 163"/>
                <a:gd name="T19" fmla="*/ 2147483647 h 16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63"/>
                <a:gd name="T31" fmla="*/ 0 h 163"/>
                <a:gd name="T32" fmla="*/ 163 w 163"/>
                <a:gd name="T33" fmla="*/ 163 h 16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63" h="163">
                  <a:moveTo>
                    <a:pt x="149" y="47"/>
                  </a:moveTo>
                  <a:cubicBezTo>
                    <a:pt x="105" y="91"/>
                    <a:pt x="105" y="91"/>
                    <a:pt x="105" y="91"/>
                  </a:cubicBezTo>
                  <a:cubicBezTo>
                    <a:pt x="100" y="96"/>
                    <a:pt x="91" y="96"/>
                    <a:pt x="86" y="91"/>
                  </a:cubicBezTo>
                  <a:cubicBezTo>
                    <a:pt x="72" y="77"/>
                    <a:pt x="72" y="77"/>
                    <a:pt x="72" y="77"/>
                  </a:cubicBezTo>
                  <a:cubicBezTo>
                    <a:pt x="66" y="72"/>
                    <a:pt x="66" y="63"/>
                    <a:pt x="72" y="58"/>
                  </a:cubicBezTo>
                  <a:cubicBezTo>
                    <a:pt x="115" y="14"/>
                    <a:pt x="115" y="14"/>
                    <a:pt x="115" y="14"/>
                  </a:cubicBezTo>
                  <a:cubicBezTo>
                    <a:pt x="87" y="0"/>
                    <a:pt x="52" y="5"/>
                    <a:pt x="29" y="28"/>
                  </a:cubicBezTo>
                  <a:cubicBezTo>
                    <a:pt x="0" y="57"/>
                    <a:pt x="0" y="104"/>
                    <a:pt x="29" y="134"/>
                  </a:cubicBezTo>
                  <a:cubicBezTo>
                    <a:pt x="58" y="163"/>
                    <a:pt x="106" y="163"/>
                    <a:pt x="135" y="134"/>
                  </a:cubicBezTo>
                  <a:cubicBezTo>
                    <a:pt x="158" y="110"/>
                    <a:pt x="163" y="75"/>
                    <a:pt x="149" y="47"/>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869" name="Freeform 548"/>
            <p:cNvSpPr>
              <a:spLocks noEditPoints="1" noChangeArrowheads="1"/>
            </p:cNvSpPr>
            <p:nvPr/>
          </p:nvSpPr>
          <p:spPr bwMode="auto">
            <a:xfrm>
              <a:off x="149173" y="195501"/>
              <a:ext cx="364434" cy="362806"/>
            </a:xfrm>
            <a:custGeom>
              <a:avLst/>
              <a:gdLst>
                <a:gd name="T0" fmla="*/ 2147483647 w 191"/>
                <a:gd name="T1" fmla="*/ 2147483647 h 190"/>
                <a:gd name="T2" fmla="*/ 2147483647 w 191"/>
                <a:gd name="T3" fmla="*/ 0 h 190"/>
                <a:gd name="T4" fmla="*/ 2147483647 w 191"/>
                <a:gd name="T5" fmla="*/ 2147483647 h 190"/>
                <a:gd name="T6" fmla="*/ 2147483647 w 191"/>
                <a:gd name="T7" fmla="*/ 2147483647 h 190"/>
                <a:gd name="T8" fmla="*/ 2147483647 w 191"/>
                <a:gd name="T9" fmla="*/ 2147483647 h 190"/>
                <a:gd name="T10" fmla="*/ 2147483647 w 191"/>
                <a:gd name="T11" fmla="*/ 2147483647 h 190"/>
                <a:gd name="T12" fmla="*/ 2147483647 w 191"/>
                <a:gd name="T13" fmla="*/ 2147483647 h 190"/>
                <a:gd name="T14" fmla="*/ 2147483647 w 191"/>
                <a:gd name="T15" fmla="*/ 2147483647 h 190"/>
                <a:gd name="T16" fmla="*/ 2147483647 w 191"/>
                <a:gd name="T17" fmla="*/ 2147483647 h 190"/>
                <a:gd name="T18" fmla="*/ 2147483647 w 191"/>
                <a:gd name="T19" fmla="*/ 2147483647 h 190"/>
                <a:gd name="T20" fmla="*/ 2147483647 w 191"/>
                <a:gd name="T21" fmla="*/ 2147483647 h 190"/>
                <a:gd name="T22" fmla="*/ 2147483647 w 191"/>
                <a:gd name="T23" fmla="*/ 2147483647 h 190"/>
                <a:gd name="T24" fmla="*/ 2147483647 w 191"/>
                <a:gd name="T25" fmla="*/ 2147483647 h 19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91"/>
                <a:gd name="T40" fmla="*/ 0 h 190"/>
                <a:gd name="T41" fmla="*/ 191 w 191"/>
                <a:gd name="T42" fmla="*/ 190 h 19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91" h="190">
                  <a:moveTo>
                    <a:pt x="160" y="31"/>
                  </a:moveTo>
                  <a:cubicBezTo>
                    <a:pt x="151" y="22"/>
                    <a:pt x="145" y="11"/>
                    <a:pt x="142" y="0"/>
                  </a:cubicBezTo>
                  <a:cubicBezTo>
                    <a:pt x="3" y="139"/>
                    <a:pt x="3" y="139"/>
                    <a:pt x="3" y="139"/>
                  </a:cubicBezTo>
                  <a:cubicBezTo>
                    <a:pt x="0" y="141"/>
                    <a:pt x="0" y="146"/>
                    <a:pt x="3" y="148"/>
                  </a:cubicBezTo>
                  <a:cubicBezTo>
                    <a:pt x="42" y="188"/>
                    <a:pt x="42" y="188"/>
                    <a:pt x="42" y="188"/>
                  </a:cubicBezTo>
                  <a:cubicBezTo>
                    <a:pt x="45" y="190"/>
                    <a:pt x="49" y="190"/>
                    <a:pt x="52" y="188"/>
                  </a:cubicBezTo>
                  <a:cubicBezTo>
                    <a:pt x="191" y="49"/>
                    <a:pt x="191" y="49"/>
                    <a:pt x="191" y="49"/>
                  </a:cubicBezTo>
                  <a:cubicBezTo>
                    <a:pt x="179" y="46"/>
                    <a:pt x="169" y="39"/>
                    <a:pt x="160" y="31"/>
                  </a:cubicBezTo>
                  <a:close/>
                  <a:moveTo>
                    <a:pt x="34" y="157"/>
                  </a:moveTo>
                  <a:cubicBezTo>
                    <a:pt x="30" y="153"/>
                    <a:pt x="30" y="147"/>
                    <a:pt x="34" y="143"/>
                  </a:cubicBezTo>
                  <a:cubicBezTo>
                    <a:pt x="38" y="140"/>
                    <a:pt x="44" y="140"/>
                    <a:pt x="47" y="143"/>
                  </a:cubicBezTo>
                  <a:cubicBezTo>
                    <a:pt x="51" y="147"/>
                    <a:pt x="51" y="153"/>
                    <a:pt x="47" y="157"/>
                  </a:cubicBezTo>
                  <a:cubicBezTo>
                    <a:pt x="44" y="160"/>
                    <a:pt x="38" y="160"/>
                    <a:pt x="34" y="157"/>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870" name="Freeform 549"/>
            <p:cNvSpPr>
              <a:spLocks noEditPoints="1" noChangeArrowheads="1"/>
            </p:cNvSpPr>
            <p:nvPr/>
          </p:nvSpPr>
          <p:spPr bwMode="auto">
            <a:xfrm>
              <a:off x="160503" y="216180"/>
              <a:ext cx="332334" cy="332727"/>
            </a:xfrm>
            <a:custGeom>
              <a:avLst/>
              <a:gdLst>
                <a:gd name="T0" fmla="*/ 0 w 174"/>
                <a:gd name="T1" fmla="*/ 2147483647 h 174"/>
                <a:gd name="T2" fmla="*/ 2147483647 w 174"/>
                <a:gd name="T3" fmla="*/ 2147483647 h 174"/>
                <a:gd name="T4" fmla="*/ 2147483647 w 174"/>
                <a:gd name="T5" fmla="*/ 2147483647 h 174"/>
                <a:gd name="T6" fmla="*/ 2147483647 w 174"/>
                <a:gd name="T7" fmla="*/ 2147483647 h 174"/>
                <a:gd name="T8" fmla="*/ 2147483647 w 174"/>
                <a:gd name="T9" fmla="*/ 0 h 174"/>
                <a:gd name="T10" fmla="*/ 0 w 174"/>
                <a:gd name="T11" fmla="*/ 2147483647 h 174"/>
                <a:gd name="T12" fmla="*/ 2147483647 w 174"/>
                <a:gd name="T13" fmla="*/ 2147483647 h 174"/>
                <a:gd name="T14" fmla="*/ 2147483647 w 174"/>
                <a:gd name="T15" fmla="*/ 2147483647 h 174"/>
                <a:gd name="T16" fmla="*/ 2147483647 w 174"/>
                <a:gd name="T17" fmla="*/ 2147483647 h 174"/>
                <a:gd name="T18" fmla="*/ 2147483647 w 174"/>
                <a:gd name="T19" fmla="*/ 2147483647 h 174"/>
                <a:gd name="T20" fmla="*/ 2147483647 w 174"/>
                <a:gd name="T21" fmla="*/ 2147483647 h 17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74"/>
                <a:gd name="T34" fmla="*/ 0 h 174"/>
                <a:gd name="T35" fmla="*/ 174 w 174"/>
                <a:gd name="T36" fmla="*/ 174 h 17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74" h="174">
                  <a:moveTo>
                    <a:pt x="0" y="140"/>
                  </a:moveTo>
                  <a:cubicBezTo>
                    <a:pt x="33" y="174"/>
                    <a:pt x="33" y="174"/>
                    <a:pt x="33" y="174"/>
                  </a:cubicBezTo>
                  <a:cubicBezTo>
                    <a:pt x="174" y="33"/>
                    <a:pt x="174" y="33"/>
                    <a:pt x="174" y="33"/>
                  </a:cubicBezTo>
                  <a:cubicBezTo>
                    <a:pt x="167" y="30"/>
                    <a:pt x="160" y="25"/>
                    <a:pt x="154" y="20"/>
                  </a:cubicBezTo>
                  <a:cubicBezTo>
                    <a:pt x="148" y="14"/>
                    <a:pt x="144" y="7"/>
                    <a:pt x="140" y="0"/>
                  </a:cubicBezTo>
                  <a:lnTo>
                    <a:pt x="0" y="140"/>
                  </a:lnTo>
                  <a:close/>
                  <a:moveTo>
                    <a:pt x="41" y="132"/>
                  </a:moveTo>
                  <a:cubicBezTo>
                    <a:pt x="45" y="136"/>
                    <a:pt x="45" y="142"/>
                    <a:pt x="41" y="146"/>
                  </a:cubicBezTo>
                  <a:cubicBezTo>
                    <a:pt x="38" y="149"/>
                    <a:pt x="32" y="149"/>
                    <a:pt x="28" y="146"/>
                  </a:cubicBezTo>
                  <a:cubicBezTo>
                    <a:pt x="24" y="142"/>
                    <a:pt x="24" y="136"/>
                    <a:pt x="28" y="132"/>
                  </a:cubicBezTo>
                  <a:cubicBezTo>
                    <a:pt x="32" y="129"/>
                    <a:pt x="38" y="129"/>
                    <a:pt x="41" y="132"/>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871" name="Freeform 550"/>
            <p:cNvSpPr>
              <a:spLocks noChangeArrowheads="1"/>
            </p:cNvSpPr>
            <p:nvPr/>
          </p:nvSpPr>
          <p:spPr bwMode="auto">
            <a:xfrm>
              <a:off x="198268" y="195501"/>
              <a:ext cx="107630" cy="107150"/>
            </a:xfrm>
            <a:custGeom>
              <a:avLst/>
              <a:gdLst>
                <a:gd name="T0" fmla="*/ 2147483647 w 56"/>
                <a:gd name="T1" fmla="*/ 0 h 56"/>
                <a:gd name="T2" fmla="*/ 2147483647 w 56"/>
                <a:gd name="T3" fmla="*/ 2147483647 h 56"/>
                <a:gd name="T4" fmla="*/ 0 w 56"/>
                <a:gd name="T5" fmla="*/ 2147483647 h 56"/>
                <a:gd name="T6" fmla="*/ 2147483647 w 56"/>
                <a:gd name="T7" fmla="*/ 2147483647 h 56"/>
                <a:gd name="T8" fmla="*/ 2147483647 w 56"/>
                <a:gd name="T9" fmla="*/ 2147483647 h 56"/>
                <a:gd name="T10" fmla="*/ 2147483647 w 56"/>
                <a:gd name="T11" fmla="*/ 2147483647 h 56"/>
                <a:gd name="T12" fmla="*/ 2147483647 w 56"/>
                <a:gd name="T13" fmla="*/ 0 h 56"/>
                <a:gd name="T14" fmla="*/ 0 60000 65536"/>
                <a:gd name="T15" fmla="*/ 0 60000 65536"/>
                <a:gd name="T16" fmla="*/ 0 60000 65536"/>
                <a:gd name="T17" fmla="*/ 0 60000 65536"/>
                <a:gd name="T18" fmla="*/ 0 60000 65536"/>
                <a:gd name="T19" fmla="*/ 0 60000 65536"/>
                <a:gd name="T20" fmla="*/ 0 60000 65536"/>
                <a:gd name="T21" fmla="*/ 0 w 56"/>
                <a:gd name="T22" fmla="*/ 0 h 56"/>
                <a:gd name="T23" fmla="*/ 56 w 56"/>
                <a:gd name="T24" fmla="*/ 56 h 5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6" h="56">
                  <a:moveTo>
                    <a:pt x="48" y="0"/>
                  </a:moveTo>
                  <a:cubicBezTo>
                    <a:pt x="45" y="11"/>
                    <a:pt x="39" y="22"/>
                    <a:pt x="30" y="31"/>
                  </a:cubicBezTo>
                  <a:cubicBezTo>
                    <a:pt x="21" y="39"/>
                    <a:pt x="11" y="46"/>
                    <a:pt x="0" y="49"/>
                  </a:cubicBezTo>
                  <a:cubicBezTo>
                    <a:pt x="7" y="56"/>
                    <a:pt x="7" y="56"/>
                    <a:pt x="7" y="56"/>
                  </a:cubicBezTo>
                  <a:cubicBezTo>
                    <a:pt x="18" y="53"/>
                    <a:pt x="28" y="47"/>
                    <a:pt x="37" y="38"/>
                  </a:cubicBezTo>
                  <a:cubicBezTo>
                    <a:pt x="46" y="29"/>
                    <a:pt x="52" y="18"/>
                    <a:pt x="56" y="7"/>
                  </a:cubicBezTo>
                  <a:lnTo>
                    <a:pt x="48" y="0"/>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872" name="Freeform 551"/>
            <p:cNvSpPr>
              <a:spLocks noChangeArrowheads="1"/>
            </p:cNvSpPr>
            <p:nvPr/>
          </p:nvSpPr>
          <p:spPr bwMode="auto">
            <a:xfrm>
              <a:off x="219038" y="216180"/>
              <a:ext cx="77419" cy="78952"/>
            </a:xfrm>
            <a:custGeom>
              <a:avLst/>
              <a:gdLst>
                <a:gd name="T0" fmla="*/ 2147483647 w 40"/>
                <a:gd name="T1" fmla="*/ 2147483647 h 41"/>
                <a:gd name="T2" fmla="*/ 2147483647 w 40"/>
                <a:gd name="T3" fmla="*/ 2147483647 h 41"/>
                <a:gd name="T4" fmla="*/ 0 w 40"/>
                <a:gd name="T5" fmla="*/ 2147483647 h 41"/>
                <a:gd name="T6" fmla="*/ 2147483647 w 40"/>
                <a:gd name="T7" fmla="*/ 2147483647 h 41"/>
                <a:gd name="T8" fmla="*/ 2147483647 w 40"/>
                <a:gd name="T9" fmla="*/ 2147483647 h 41"/>
                <a:gd name="T10" fmla="*/ 2147483647 w 40"/>
                <a:gd name="T11" fmla="*/ 2147483647 h 41"/>
                <a:gd name="T12" fmla="*/ 2147483647 w 40"/>
                <a:gd name="T13" fmla="*/ 0 h 41"/>
                <a:gd name="T14" fmla="*/ 2147483647 w 40"/>
                <a:gd name="T15" fmla="*/ 2147483647 h 41"/>
                <a:gd name="T16" fmla="*/ 2147483647 w 40"/>
                <a:gd name="T17" fmla="*/ 2147483647 h 41"/>
                <a:gd name="T18" fmla="*/ 2147483647 w 40"/>
                <a:gd name="T19" fmla="*/ 2147483647 h 41"/>
                <a:gd name="T20" fmla="*/ 2147483647 w 40"/>
                <a:gd name="T21" fmla="*/ 2147483647 h 41"/>
                <a:gd name="T22" fmla="*/ 2147483647 w 40"/>
                <a:gd name="T23" fmla="*/ 2147483647 h 41"/>
                <a:gd name="T24" fmla="*/ 2147483647 w 40"/>
                <a:gd name="T25" fmla="*/ 2147483647 h 4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0"/>
                <a:gd name="T40" fmla="*/ 0 h 41"/>
                <a:gd name="T41" fmla="*/ 40 w 40"/>
                <a:gd name="T42" fmla="*/ 41 h 41"/>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0" h="41">
                  <a:moveTo>
                    <a:pt x="15" y="23"/>
                  </a:moveTo>
                  <a:cubicBezTo>
                    <a:pt x="15" y="24"/>
                    <a:pt x="14" y="24"/>
                    <a:pt x="14" y="24"/>
                  </a:cubicBezTo>
                  <a:cubicBezTo>
                    <a:pt x="9" y="28"/>
                    <a:pt x="5" y="31"/>
                    <a:pt x="0" y="34"/>
                  </a:cubicBezTo>
                  <a:cubicBezTo>
                    <a:pt x="7" y="41"/>
                    <a:pt x="7" y="41"/>
                    <a:pt x="7" y="41"/>
                  </a:cubicBezTo>
                  <a:cubicBezTo>
                    <a:pt x="14" y="37"/>
                    <a:pt x="20" y="33"/>
                    <a:pt x="26" y="27"/>
                  </a:cubicBezTo>
                  <a:cubicBezTo>
                    <a:pt x="32" y="21"/>
                    <a:pt x="37" y="14"/>
                    <a:pt x="40" y="7"/>
                  </a:cubicBezTo>
                  <a:cubicBezTo>
                    <a:pt x="33" y="0"/>
                    <a:pt x="33" y="0"/>
                    <a:pt x="33" y="0"/>
                  </a:cubicBezTo>
                  <a:cubicBezTo>
                    <a:pt x="31" y="5"/>
                    <a:pt x="27" y="10"/>
                    <a:pt x="24" y="14"/>
                  </a:cubicBezTo>
                  <a:cubicBezTo>
                    <a:pt x="23" y="15"/>
                    <a:pt x="23" y="15"/>
                    <a:pt x="23" y="15"/>
                  </a:cubicBezTo>
                  <a:cubicBezTo>
                    <a:pt x="22" y="16"/>
                    <a:pt x="22" y="16"/>
                    <a:pt x="22" y="17"/>
                  </a:cubicBezTo>
                  <a:cubicBezTo>
                    <a:pt x="21" y="18"/>
                    <a:pt x="20" y="19"/>
                    <a:pt x="19" y="20"/>
                  </a:cubicBezTo>
                  <a:cubicBezTo>
                    <a:pt x="18" y="20"/>
                    <a:pt x="17" y="21"/>
                    <a:pt x="16" y="22"/>
                  </a:cubicBezTo>
                  <a:cubicBezTo>
                    <a:pt x="16" y="23"/>
                    <a:pt x="15" y="23"/>
                    <a:pt x="15" y="23"/>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873" name="Freeform 552"/>
            <p:cNvSpPr>
              <a:spLocks noChangeArrowheads="1"/>
            </p:cNvSpPr>
            <p:nvPr/>
          </p:nvSpPr>
          <p:spPr bwMode="auto">
            <a:xfrm>
              <a:off x="404088" y="195501"/>
              <a:ext cx="109519" cy="107150"/>
            </a:xfrm>
            <a:custGeom>
              <a:avLst/>
              <a:gdLst>
                <a:gd name="T0" fmla="*/ 2147483647 w 57"/>
                <a:gd name="T1" fmla="*/ 2147483647 h 56"/>
                <a:gd name="T2" fmla="*/ 2147483647 w 57"/>
                <a:gd name="T3" fmla="*/ 2147483647 h 56"/>
                <a:gd name="T4" fmla="*/ 2147483647 w 57"/>
                <a:gd name="T5" fmla="*/ 0 h 56"/>
                <a:gd name="T6" fmla="*/ 0 w 57"/>
                <a:gd name="T7" fmla="*/ 2147483647 h 56"/>
                <a:gd name="T8" fmla="*/ 2147483647 w 57"/>
                <a:gd name="T9" fmla="*/ 2147483647 h 56"/>
                <a:gd name="T10" fmla="*/ 2147483647 w 57"/>
                <a:gd name="T11" fmla="*/ 2147483647 h 56"/>
                <a:gd name="T12" fmla="*/ 2147483647 w 57"/>
                <a:gd name="T13" fmla="*/ 2147483647 h 56"/>
                <a:gd name="T14" fmla="*/ 0 60000 65536"/>
                <a:gd name="T15" fmla="*/ 0 60000 65536"/>
                <a:gd name="T16" fmla="*/ 0 60000 65536"/>
                <a:gd name="T17" fmla="*/ 0 60000 65536"/>
                <a:gd name="T18" fmla="*/ 0 60000 65536"/>
                <a:gd name="T19" fmla="*/ 0 60000 65536"/>
                <a:gd name="T20" fmla="*/ 0 60000 65536"/>
                <a:gd name="T21" fmla="*/ 0 w 57"/>
                <a:gd name="T22" fmla="*/ 0 h 56"/>
                <a:gd name="T23" fmla="*/ 57 w 57"/>
                <a:gd name="T24" fmla="*/ 56 h 5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7" h="56">
                  <a:moveTo>
                    <a:pt x="57" y="49"/>
                  </a:moveTo>
                  <a:cubicBezTo>
                    <a:pt x="45" y="46"/>
                    <a:pt x="35" y="39"/>
                    <a:pt x="26" y="31"/>
                  </a:cubicBezTo>
                  <a:cubicBezTo>
                    <a:pt x="17" y="22"/>
                    <a:pt x="11" y="11"/>
                    <a:pt x="8" y="0"/>
                  </a:cubicBezTo>
                  <a:cubicBezTo>
                    <a:pt x="0" y="7"/>
                    <a:pt x="0" y="7"/>
                    <a:pt x="0" y="7"/>
                  </a:cubicBezTo>
                  <a:cubicBezTo>
                    <a:pt x="4" y="18"/>
                    <a:pt x="10" y="29"/>
                    <a:pt x="19" y="38"/>
                  </a:cubicBezTo>
                  <a:cubicBezTo>
                    <a:pt x="28" y="47"/>
                    <a:pt x="38" y="53"/>
                    <a:pt x="49" y="56"/>
                  </a:cubicBezTo>
                  <a:lnTo>
                    <a:pt x="57" y="49"/>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874" name="Freeform 553"/>
            <p:cNvSpPr>
              <a:spLocks noChangeArrowheads="1"/>
            </p:cNvSpPr>
            <p:nvPr/>
          </p:nvSpPr>
          <p:spPr bwMode="auto">
            <a:xfrm>
              <a:off x="413530" y="216180"/>
              <a:ext cx="77418" cy="78952"/>
            </a:xfrm>
            <a:custGeom>
              <a:avLst/>
              <a:gdLst>
                <a:gd name="T0" fmla="*/ 2147483647 w 40"/>
                <a:gd name="T1" fmla="*/ 2147483647 h 41"/>
                <a:gd name="T2" fmla="*/ 2147483647 w 40"/>
                <a:gd name="T3" fmla="*/ 2147483647 h 41"/>
                <a:gd name="T4" fmla="*/ 2147483647 w 40"/>
                <a:gd name="T5" fmla="*/ 0 h 41"/>
                <a:gd name="T6" fmla="*/ 0 w 40"/>
                <a:gd name="T7" fmla="*/ 2147483647 h 41"/>
                <a:gd name="T8" fmla="*/ 2147483647 w 40"/>
                <a:gd name="T9" fmla="*/ 2147483647 h 41"/>
                <a:gd name="T10" fmla="*/ 2147483647 w 40"/>
                <a:gd name="T11" fmla="*/ 2147483647 h 41"/>
                <a:gd name="T12" fmla="*/ 2147483647 w 40"/>
                <a:gd name="T13" fmla="*/ 2147483647 h 41"/>
                <a:gd name="T14" fmla="*/ 2147483647 w 40"/>
                <a:gd name="T15" fmla="*/ 2147483647 h 41"/>
                <a:gd name="T16" fmla="*/ 2147483647 w 40"/>
                <a:gd name="T17" fmla="*/ 2147483647 h 41"/>
                <a:gd name="T18" fmla="*/ 2147483647 w 40"/>
                <a:gd name="T19" fmla="*/ 2147483647 h 41"/>
                <a:gd name="T20" fmla="*/ 2147483647 w 40"/>
                <a:gd name="T21" fmla="*/ 2147483647 h 41"/>
                <a:gd name="T22" fmla="*/ 2147483647 w 40"/>
                <a:gd name="T23" fmla="*/ 2147483647 h 41"/>
                <a:gd name="T24" fmla="*/ 2147483647 w 40"/>
                <a:gd name="T25" fmla="*/ 2147483647 h 4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0"/>
                <a:gd name="T40" fmla="*/ 0 h 41"/>
                <a:gd name="T41" fmla="*/ 40 w 40"/>
                <a:gd name="T42" fmla="*/ 41 h 41"/>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0" h="41">
                  <a:moveTo>
                    <a:pt x="17" y="16"/>
                  </a:moveTo>
                  <a:cubicBezTo>
                    <a:pt x="17" y="15"/>
                    <a:pt x="17" y="15"/>
                    <a:pt x="16" y="14"/>
                  </a:cubicBezTo>
                  <a:cubicBezTo>
                    <a:pt x="13" y="10"/>
                    <a:pt x="10" y="5"/>
                    <a:pt x="7" y="0"/>
                  </a:cubicBezTo>
                  <a:cubicBezTo>
                    <a:pt x="0" y="7"/>
                    <a:pt x="0" y="7"/>
                    <a:pt x="0" y="7"/>
                  </a:cubicBezTo>
                  <a:cubicBezTo>
                    <a:pt x="3" y="14"/>
                    <a:pt x="8" y="21"/>
                    <a:pt x="14" y="27"/>
                  </a:cubicBezTo>
                  <a:cubicBezTo>
                    <a:pt x="20" y="33"/>
                    <a:pt x="26" y="37"/>
                    <a:pt x="33" y="41"/>
                  </a:cubicBezTo>
                  <a:cubicBezTo>
                    <a:pt x="40" y="34"/>
                    <a:pt x="40" y="34"/>
                    <a:pt x="40" y="34"/>
                  </a:cubicBezTo>
                  <a:cubicBezTo>
                    <a:pt x="35" y="31"/>
                    <a:pt x="31" y="28"/>
                    <a:pt x="26" y="24"/>
                  </a:cubicBezTo>
                  <a:cubicBezTo>
                    <a:pt x="25" y="23"/>
                    <a:pt x="25" y="23"/>
                    <a:pt x="25" y="23"/>
                  </a:cubicBezTo>
                  <a:cubicBezTo>
                    <a:pt x="25" y="23"/>
                    <a:pt x="24" y="23"/>
                    <a:pt x="24" y="22"/>
                  </a:cubicBezTo>
                  <a:cubicBezTo>
                    <a:pt x="23" y="21"/>
                    <a:pt x="22" y="20"/>
                    <a:pt x="21" y="20"/>
                  </a:cubicBezTo>
                  <a:cubicBezTo>
                    <a:pt x="20" y="19"/>
                    <a:pt x="19" y="18"/>
                    <a:pt x="18" y="17"/>
                  </a:cubicBezTo>
                  <a:cubicBezTo>
                    <a:pt x="18" y="16"/>
                    <a:pt x="18" y="16"/>
                    <a:pt x="17" y="16"/>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grpSp>
      <p:sp>
        <p:nvSpPr>
          <p:cNvPr id="8" name="Text Box 7"/>
          <p:cNvSpPr txBox="1"/>
          <p:nvPr/>
        </p:nvSpPr>
        <p:spPr>
          <a:xfrm>
            <a:off x="304800" y="1557020"/>
            <a:ext cx="17607280" cy="7632065"/>
          </a:xfrm>
          <a:prstGeom prst="rect">
            <a:avLst/>
          </a:prstGeom>
        </p:spPr>
        <p:txBody>
          <a:bodyPr wrap="square">
            <a:spAutoFit/>
          </a:bodyPr>
          <a:p>
            <a:pPr marL="0" indent="0" algn="just">
              <a:spcBef>
                <a:spcPts val="500"/>
              </a:spcBef>
              <a:spcAft>
                <a:spcPts val="1000"/>
              </a:spcAft>
            </a:pPr>
            <a:r>
              <a:rPr lang="en-US" altLang="zh-CN" sz="4400" b="0" i="0">
                <a:solidFill>
                  <a:schemeClr val="bg1"/>
                </a:solidFill>
                <a:latin typeface="Times New Roman" panose="02020603050405020304" pitchFamily="18" charset="0"/>
                <a:ea typeface="sans-serif"/>
                <a:cs typeface="Times New Roman" panose="02020603050405020304" pitchFamily="18" charset="0"/>
              </a:rPr>
              <a:t>Cách thức thực hiện: </a:t>
            </a:r>
            <a:endParaRPr lang="en-US" altLang="zh-CN" sz="4400" b="0" i="0">
              <a:solidFill>
                <a:schemeClr val="bg1"/>
              </a:solidFill>
              <a:latin typeface="Times New Roman" panose="02020603050405020304" pitchFamily="18" charset="0"/>
              <a:ea typeface="sans-serif"/>
              <a:cs typeface="Times New Roman" panose="02020603050405020304" pitchFamily="18" charset="0"/>
            </a:endParaRPr>
          </a:p>
          <a:p>
            <a:pPr marL="0" indent="0" algn="just">
              <a:spcBef>
                <a:spcPts val="500"/>
              </a:spcBef>
              <a:spcAft>
                <a:spcPts val="1000"/>
              </a:spcAft>
            </a:pPr>
            <a:r>
              <a:rPr lang="en-US" altLang="zh-CN" sz="4400" b="0" i="0">
                <a:solidFill>
                  <a:schemeClr val="bg1"/>
                </a:solidFill>
                <a:latin typeface="Times New Roman" panose="02020603050405020304" pitchFamily="18" charset="0"/>
                <a:ea typeface="sans-serif"/>
                <a:cs typeface="Times New Roman" panose="02020603050405020304" pitchFamily="18" charset="0"/>
              </a:rPr>
              <a:t>Để mã hóa, ta dùng một hình vuông Vigenère. Nó gồm 26 hàng, mỗi hàng dịch về bên trái một bước so với hàng phía trên, tạo thành 26 bảng mã Caesar. Trong quá trình mã hóa, tùy theo từ khóa mà mỗi thời điểm ta dùng một dòng khác nhau để mã hóa văn bản.</a:t>
            </a:r>
            <a:endParaRPr lang="en-US" altLang="zh-CN" sz="4400" b="0" i="0">
              <a:solidFill>
                <a:schemeClr val="bg1"/>
              </a:solidFill>
              <a:latin typeface="Times New Roman" panose="02020603050405020304" pitchFamily="18" charset="0"/>
              <a:ea typeface="sans-serif"/>
              <a:cs typeface="Times New Roman" panose="02020603050405020304" pitchFamily="18" charset="0"/>
            </a:endParaRPr>
          </a:p>
          <a:p>
            <a:pPr marL="0" indent="0" algn="just">
              <a:spcBef>
                <a:spcPts val="500"/>
              </a:spcBef>
              <a:spcAft>
                <a:spcPts val="1000"/>
              </a:spcAft>
            </a:pPr>
            <a:r>
              <a:rPr lang="en-US" altLang="zh-CN" sz="4400" b="0" i="0">
                <a:solidFill>
                  <a:schemeClr val="bg1"/>
                </a:solidFill>
                <a:latin typeface="Times New Roman" panose="02020603050405020304" pitchFamily="18" charset="0"/>
                <a:ea typeface="sans-serif"/>
                <a:cs typeface="Times New Roman" panose="02020603050405020304" pitchFamily="18" charset="0"/>
              </a:rPr>
              <a:t>Ví dụ, ta có văn bản cần mã hóa như sau: ATTACKATDAWN</a:t>
            </a:r>
            <a:endParaRPr lang="en-US" altLang="zh-CN" sz="4400" b="0" i="0">
              <a:solidFill>
                <a:schemeClr val="bg1"/>
              </a:solidFill>
              <a:latin typeface="Times New Roman" panose="02020603050405020304" pitchFamily="18" charset="0"/>
              <a:ea typeface="sans-serif"/>
              <a:cs typeface="Times New Roman" panose="02020603050405020304" pitchFamily="18" charset="0"/>
            </a:endParaRPr>
          </a:p>
          <a:p>
            <a:pPr marL="0" indent="0" algn="just">
              <a:spcBef>
                <a:spcPts val="500"/>
              </a:spcBef>
              <a:spcAft>
                <a:spcPts val="1000"/>
              </a:spcAft>
            </a:pPr>
            <a:r>
              <a:rPr lang="en-US" altLang="zh-CN" sz="4400" b="0" i="0">
                <a:solidFill>
                  <a:schemeClr val="bg1"/>
                </a:solidFill>
                <a:latin typeface="Times New Roman" panose="02020603050405020304" pitchFamily="18" charset="0"/>
                <a:ea typeface="sans-serif"/>
                <a:cs typeface="Times New Roman" panose="02020603050405020304" pitchFamily="18" charset="0"/>
              </a:rPr>
              <a:t>Người gửi lựa chọn một từ khóa và viết nó lặp lại nhiều lần trên một dòng đến khi số chữ cái trên dòng bằng số chữ cái trong thông điệp, với từ khóa "LEMON" thì:</a:t>
            </a:r>
            <a:endParaRPr lang="en-US" altLang="zh-CN" sz="4400" b="0" i="0">
              <a:solidFill>
                <a:schemeClr val="bg1"/>
              </a:solidFill>
              <a:latin typeface="Times New Roman" panose="02020603050405020304" pitchFamily="18" charset="0"/>
              <a:ea typeface="sans-serif"/>
              <a:cs typeface="Times New Roman" panose="02020603050405020304" pitchFamily="18" charset="0"/>
            </a:endParaRPr>
          </a:p>
          <a:p>
            <a:pPr marL="0" indent="0" algn="just">
              <a:spcBef>
                <a:spcPts val="500"/>
              </a:spcBef>
              <a:spcAft>
                <a:spcPts val="1000"/>
              </a:spcAft>
            </a:pPr>
            <a:endParaRPr lang="en-US" altLang="zh-CN" sz="4400" b="0" i="0">
              <a:solidFill>
                <a:schemeClr val="bg1"/>
              </a:solidFill>
              <a:latin typeface="Times New Roman" panose="02020603050405020304" pitchFamily="18" charset="0"/>
              <a:ea typeface="sans-serif"/>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矩形 70"/>
          <p:cNvSpPr/>
          <p:nvPr/>
        </p:nvSpPr>
        <p:spPr>
          <a:xfrm>
            <a:off x="17961936" y="607033"/>
            <a:ext cx="304799" cy="828221"/>
          </a:xfrm>
          <a:prstGeom prst="rect">
            <a:avLst/>
          </a:prstGeom>
          <a:solidFill>
            <a:srgbClr val="F024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p>
        </p:txBody>
      </p:sp>
      <p:sp>
        <p:nvSpPr>
          <p:cNvPr id="72" name="矩形 71"/>
          <p:cNvSpPr/>
          <p:nvPr/>
        </p:nvSpPr>
        <p:spPr>
          <a:xfrm>
            <a:off x="17831306" y="607033"/>
            <a:ext cx="79828" cy="828221"/>
          </a:xfrm>
          <a:prstGeom prst="rect">
            <a:avLst/>
          </a:prstGeom>
          <a:solidFill>
            <a:srgbClr val="F024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p>
        </p:txBody>
      </p:sp>
      <p:sp>
        <p:nvSpPr>
          <p:cNvPr id="73" name="文本框 72"/>
          <p:cNvSpPr txBox="1"/>
          <p:nvPr/>
        </p:nvSpPr>
        <p:spPr>
          <a:xfrm>
            <a:off x="16922977" y="604257"/>
            <a:ext cx="947405" cy="829945"/>
          </a:xfrm>
          <a:prstGeom prst="rect">
            <a:avLst/>
          </a:prstGeom>
          <a:noFill/>
        </p:spPr>
        <p:txBody>
          <a:bodyPr wrap="square" rtlCol="0">
            <a:spAutoFit/>
          </a:bodyPr>
          <a:lstStyle/>
          <a:p>
            <a:r>
              <a:rPr lang="en-US" sz="4800" dirty="0" smtClean="0">
                <a:solidFill>
                  <a:schemeClr val="bg1"/>
                </a:solidFill>
                <a:latin typeface="Microsoft YaHei" panose="020B0503020204020204" pitchFamily="34" charset="-122"/>
                <a:ea typeface="Microsoft YaHei" panose="020B0503020204020204" pitchFamily="34" charset="-122"/>
              </a:rPr>
              <a:t>05</a:t>
            </a:r>
            <a:endParaRPr lang="en-US" sz="4800" dirty="0" smtClean="0">
              <a:solidFill>
                <a:schemeClr val="bg1"/>
              </a:solidFill>
              <a:latin typeface="Microsoft YaHei" panose="020B0503020204020204" pitchFamily="34" charset="-122"/>
              <a:ea typeface="Microsoft YaHei" panose="020B0503020204020204" pitchFamily="34" charset="-122"/>
            </a:endParaRPr>
          </a:p>
        </p:txBody>
      </p:sp>
      <p:grpSp>
        <p:nvGrpSpPr>
          <p:cNvPr id="4" name="组合 3"/>
          <p:cNvGrpSpPr/>
          <p:nvPr/>
        </p:nvGrpSpPr>
        <p:grpSpPr>
          <a:xfrm>
            <a:off x="14187805" y="7916545"/>
            <a:ext cx="4548505" cy="2686685"/>
            <a:chOff x="11519983" y="5270056"/>
            <a:chExt cx="5829924" cy="3299229"/>
          </a:xfrm>
        </p:grpSpPr>
        <p:grpSp>
          <p:nvGrpSpPr>
            <p:cNvPr id="97" name="组合 96"/>
            <p:cNvGrpSpPr/>
            <p:nvPr/>
          </p:nvGrpSpPr>
          <p:grpSpPr>
            <a:xfrm rot="5400000">
              <a:off x="12785331" y="4004708"/>
              <a:ext cx="3299229" cy="5829924"/>
              <a:chOff x="4862722" y="-238122"/>
              <a:chExt cx="3541407" cy="6152922"/>
            </a:xfrm>
          </p:grpSpPr>
          <p:grpSp>
            <p:nvGrpSpPr>
              <p:cNvPr id="98" name="组合 97"/>
              <p:cNvGrpSpPr/>
              <p:nvPr/>
            </p:nvGrpSpPr>
            <p:grpSpPr>
              <a:xfrm>
                <a:off x="4862722" y="-238122"/>
                <a:ext cx="3541407" cy="6152922"/>
                <a:chOff x="4862722" y="-238122"/>
                <a:chExt cx="3541407" cy="6152922"/>
              </a:xfrm>
              <a:effectLst>
                <a:outerShdw blurRad="203200" dist="101600" dir="2700000" algn="ctr" rotWithShape="0">
                  <a:schemeClr val="tx1">
                    <a:alpha val="40000"/>
                  </a:schemeClr>
                </a:outerShdw>
              </a:effectLst>
            </p:grpSpPr>
            <p:grpSp>
              <p:nvGrpSpPr>
                <p:cNvPr id="108" name="组合 107"/>
                <p:cNvGrpSpPr/>
                <p:nvPr/>
              </p:nvGrpSpPr>
              <p:grpSpPr>
                <a:xfrm>
                  <a:off x="7282083" y="1812626"/>
                  <a:ext cx="45719" cy="310161"/>
                  <a:chOff x="8020452" y="2062264"/>
                  <a:chExt cx="150782" cy="787940"/>
                </a:xfrm>
              </p:grpSpPr>
              <p:sp>
                <p:nvSpPr>
                  <p:cNvPr id="127" name="圆角矩形 126"/>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8" name="圆角矩形 127"/>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09" name="组合 108"/>
                <p:cNvGrpSpPr/>
                <p:nvPr/>
              </p:nvGrpSpPr>
              <p:grpSpPr>
                <a:xfrm>
                  <a:off x="4862722" y="2122787"/>
                  <a:ext cx="45719" cy="239059"/>
                  <a:chOff x="8020452" y="2062264"/>
                  <a:chExt cx="150782" cy="787940"/>
                </a:xfrm>
              </p:grpSpPr>
              <p:sp>
                <p:nvSpPr>
                  <p:cNvPr id="125" name="圆角矩形 124"/>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6" name="圆角矩形 125"/>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0" name="组合 109"/>
                <p:cNvGrpSpPr/>
                <p:nvPr/>
              </p:nvGrpSpPr>
              <p:grpSpPr>
                <a:xfrm>
                  <a:off x="4862722" y="1812626"/>
                  <a:ext cx="45719" cy="239059"/>
                  <a:chOff x="8020452" y="2062264"/>
                  <a:chExt cx="150782" cy="787940"/>
                </a:xfrm>
              </p:grpSpPr>
              <p:sp>
                <p:nvSpPr>
                  <p:cNvPr id="123" name="圆角矩形 122"/>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4" name="圆角矩形 123"/>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1" name="组合 110"/>
                <p:cNvGrpSpPr/>
                <p:nvPr/>
              </p:nvGrpSpPr>
              <p:grpSpPr>
                <a:xfrm>
                  <a:off x="4862722" y="1543685"/>
                  <a:ext cx="45719" cy="117603"/>
                  <a:chOff x="8020452" y="2062264"/>
                  <a:chExt cx="150782" cy="787940"/>
                </a:xfrm>
              </p:grpSpPr>
              <p:sp>
                <p:nvSpPr>
                  <p:cNvPr id="121" name="圆角矩形 120"/>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2" name="圆角矩形 121"/>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2" name="圆角矩形 111"/>
                <p:cNvSpPr/>
                <p:nvPr/>
              </p:nvSpPr>
              <p:spPr>
                <a:xfrm>
                  <a:off x="4890000" y="943200"/>
                  <a:ext cx="2412000" cy="4971600"/>
                </a:xfrm>
                <a:prstGeom prst="roundRect">
                  <a:avLst>
                    <a:gd name="adj" fmla="val 7335"/>
                  </a:avLst>
                </a:prstGeom>
                <a:solidFill>
                  <a:srgbClr val="404040"/>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3" name="圆角矩形 112"/>
                <p:cNvSpPr/>
                <p:nvPr/>
              </p:nvSpPr>
              <p:spPr>
                <a:xfrm>
                  <a:off x="4926000" y="979200"/>
                  <a:ext cx="2340000" cy="4899600"/>
                </a:xfrm>
                <a:prstGeom prst="roundRect">
                  <a:avLst>
                    <a:gd name="adj" fmla="val 7335"/>
                  </a:avLst>
                </a:prstGeom>
                <a:solidFill>
                  <a:srgbClr val="05050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4" name="矩形 113"/>
                <p:cNvSpPr/>
                <p:nvPr/>
              </p:nvSpPr>
              <p:spPr>
                <a:xfrm>
                  <a:off x="5034000" y="1540800"/>
                  <a:ext cx="2124000" cy="377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5" name="圆角矩形 114"/>
                <p:cNvSpPr/>
                <p:nvPr/>
              </p:nvSpPr>
              <p:spPr>
                <a:xfrm>
                  <a:off x="5901599" y="1206000"/>
                  <a:ext cx="388800" cy="36000"/>
                </a:xfrm>
                <a:prstGeom prst="roundRect">
                  <a:avLst>
                    <a:gd name="adj" fmla="val 50000"/>
                  </a:avLst>
                </a:prstGeom>
                <a:solidFill>
                  <a:srgbClr val="0D0D0D"/>
                </a:solidFill>
                <a:ln>
                  <a:noFill/>
                </a:ln>
                <a:scene3d>
                  <a:camera prst="orthographicFront"/>
                  <a:lightRig rig="threePt" dir="t"/>
                </a:scene3d>
                <a:sp3d>
                  <a:bevelT w="69850" h="50800" prst="coolSlan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16" name="组合 115"/>
                <p:cNvGrpSpPr/>
                <p:nvPr/>
              </p:nvGrpSpPr>
              <p:grpSpPr>
                <a:xfrm>
                  <a:off x="5905200" y="5406664"/>
                  <a:ext cx="381600" cy="381600"/>
                  <a:chOff x="5905200" y="3238200"/>
                  <a:chExt cx="381600" cy="381600"/>
                </a:xfrm>
              </p:grpSpPr>
              <p:sp>
                <p:nvSpPr>
                  <p:cNvPr id="119" name="椭圆 118"/>
                  <p:cNvSpPr/>
                  <p:nvPr/>
                </p:nvSpPr>
                <p:spPr>
                  <a:xfrm>
                    <a:off x="5905200" y="3238200"/>
                    <a:ext cx="381600" cy="381600"/>
                  </a:xfrm>
                  <a:prstGeom prst="ellipse">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0" name="椭圆 119"/>
                  <p:cNvSpPr/>
                  <p:nvPr/>
                </p:nvSpPr>
                <p:spPr>
                  <a:xfrm>
                    <a:off x="5932200" y="3265200"/>
                    <a:ext cx="327600" cy="3276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7" name="圆角矩形 116"/>
                <p:cNvSpPr/>
                <p:nvPr/>
              </p:nvSpPr>
              <p:spPr>
                <a:xfrm>
                  <a:off x="4883060" y="952391"/>
                  <a:ext cx="2376000" cy="4952144"/>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8" name="圆角矩形 117"/>
                <p:cNvSpPr/>
                <p:nvPr/>
              </p:nvSpPr>
              <p:spPr>
                <a:xfrm>
                  <a:off x="6028129" y="-238122"/>
                  <a:ext cx="2376000" cy="4935600"/>
                </a:xfrm>
                <a:prstGeom prst="roundRect">
                  <a:avLst>
                    <a:gd name="adj" fmla="val 7335"/>
                  </a:avLst>
                </a:prstGeom>
                <a:gradFill flip="none" rotWithShape="1">
                  <a:gsLst>
                    <a:gs pos="0">
                      <a:srgbClr val="FFFFFF">
                        <a:alpha val="18000"/>
                      </a:srgbClr>
                    </a:gs>
                    <a:gs pos="5000">
                      <a:srgbClr val="FFFFFF">
                        <a:alpha val="0"/>
                      </a:srgb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99" name="组合 98"/>
              <p:cNvGrpSpPr/>
              <p:nvPr/>
            </p:nvGrpSpPr>
            <p:grpSpPr>
              <a:xfrm>
                <a:off x="6856135" y="1608679"/>
                <a:ext cx="156128" cy="54425"/>
                <a:chOff x="6770056" y="1608698"/>
                <a:chExt cx="156128" cy="65855"/>
              </a:xfrm>
            </p:grpSpPr>
            <p:sp>
              <p:nvSpPr>
                <p:cNvPr id="105" name="矩形 104"/>
                <p:cNvSpPr/>
                <p:nvPr/>
              </p:nvSpPr>
              <p:spPr>
                <a:xfrm>
                  <a:off x="6770056" y="1608698"/>
                  <a:ext cx="146501" cy="65855"/>
                </a:xfrm>
                <a:prstGeom prst="rect">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6" name="矩形 105"/>
                <p:cNvSpPr/>
                <p:nvPr/>
              </p:nvSpPr>
              <p:spPr>
                <a:xfrm>
                  <a:off x="6916234" y="1633796"/>
                  <a:ext cx="9950" cy="16633"/>
                </a:xfrm>
                <a:prstGeom prst="rect">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7" name="矩形 106"/>
                <p:cNvSpPr/>
                <p:nvPr/>
              </p:nvSpPr>
              <p:spPr>
                <a:xfrm>
                  <a:off x="6770056" y="1608699"/>
                  <a:ext cx="83493" cy="6585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0" name="椭圆 99"/>
              <p:cNvSpPr/>
              <p:nvPr/>
            </p:nvSpPr>
            <p:spPr>
              <a:xfrm>
                <a:off x="5123906"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1" name="椭圆 100"/>
              <p:cNvSpPr/>
              <p:nvPr/>
            </p:nvSpPr>
            <p:spPr>
              <a:xfrm>
                <a:off x="5176565"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2" name="椭圆 101"/>
              <p:cNvSpPr/>
              <p:nvPr/>
            </p:nvSpPr>
            <p:spPr>
              <a:xfrm>
                <a:off x="5224538"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3" name="椭圆 102"/>
              <p:cNvSpPr/>
              <p:nvPr/>
            </p:nvSpPr>
            <p:spPr>
              <a:xfrm>
                <a:off x="5274547"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 name="椭圆 103"/>
              <p:cNvSpPr/>
              <p:nvPr/>
            </p:nvSpPr>
            <p:spPr>
              <a:xfrm>
                <a:off x="5324640" y="1619118"/>
                <a:ext cx="41564" cy="41564"/>
              </a:xfrm>
              <a:prstGeom prst="ellipse">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38" name="矩形 137"/>
            <p:cNvSpPr/>
            <p:nvPr/>
          </p:nvSpPr>
          <p:spPr bwMode="auto">
            <a:xfrm rot="16200000">
              <a:off x="12870306" y="4596683"/>
              <a:ext cx="1987572" cy="3635808"/>
            </a:xfrm>
            <a:prstGeom prst="rect">
              <a:avLst/>
            </a:prstGeom>
            <a:solidFill>
              <a:srgbClr val="2B7FB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 typeface="Arial" panose="020B0604020202020204" pitchFamily="34" charset="0"/>
                <a:buNone/>
                <a:defRPr/>
              </a:pPr>
              <a:endParaRPr lang="zh-CN" altLang="en-US"/>
            </a:p>
          </p:txBody>
        </p:sp>
        <p:grpSp>
          <p:nvGrpSpPr>
            <p:cNvPr id="141" name="组合 2"/>
            <p:cNvGrpSpPr/>
            <p:nvPr/>
          </p:nvGrpSpPr>
          <p:grpSpPr bwMode="auto">
            <a:xfrm>
              <a:off x="13580951" y="5774163"/>
              <a:ext cx="608013" cy="619125"/>
              <a:chOff x="7938529" y="3078391"/>
              <a:chExt cx="607404" cy="617990"/>
            </a:xfrm>
          </p:grpSpPr>
          <p:sp>
            <p:nvSpPr>
              <p:cNvPr id="142" name="object 5"/>
              <p:cNvSpPr/>
              <p:nvPr/>
            </p:nvSpPr>
            <p:spPr bwMode="auto">
              <a:xfrm>
                <a:off x="8052890" y="3078391"/>
                <a:ext cx="137478" cy="276999"/>
              </a:xfrm>
              <a:custGeom>
                <a:avLst/>
                <a:gdLst>
                  <a:gd name="T0" fmla="*/ 17874 w 226695"/>
                  <a:gd name="T1" fmla="*/ 0 h 262254"/>
                  <a:gd name="T2" fmla="*/ 0 w 226695"/>
                  <a:gd name="T3" fmla="*/ 197759 h 262254"/>
                  <a:gd name="T4" fmla="*/ 30590 w 226695"/>
                  <a:gd name="T5" fmla="*/ 326123 h 262254"/>
                  <a:gd name="T6" fmla="*/ 17874 w 226695"/>
                  <a:gd name="T7" fmla="*/ 0 h 26225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26695" h="262254">
                    <a:moveTo>
                      <a:pt x="132153" y="0"/>
                    </a:moveTo>
                    <a:lnTo>
                      <a:pt x="0" y="158895"/>
                    </a:lnTo>
                    <a:lnTo>
                      <a:pt x="226160" y="262033"/>
                    </a:lnTo>
                    <a:lnTo>
                      <a:pt x="132153" y="0"/>
                    </a:lnTo>
                    <a:close/>
                  </a:path>
                </a:pathLst>
              </a:custGeom>
              <a:solidFill>
                <a:srgbClr val="4ABA92"/>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3" name="object 6"/>
              <p:cNvSpPr/>
              <p:nvPr/>
            </p:nvSpPr>
            <p:spPr bwMode="auto">
              <a:xfrm>
                <a:off x="8090831" y="3419382"/>
                <a:ext cx="363912" cy="276999"/>
              </a:xfrm>
              <a:custGeom>
                <a:avLst/>
                <a:gdLst>
                  <a:gd name="T0" fmla="*/ 50573 w 600075"/>
                  <a:gd name="T1" fmla="*/ 0 h 479425"/>
                  <a:gd name="T2" fmla="*/ 0 w 600075"/>
                  <a:gd name="T3" fmla="*/ 50100 h 479425"/>
                  <a:gd name="T4" fmla="*/ 60332 w 600075"/>
                  <a:gd name="T5" fmla="*/ 53398 h 479425"/>
                  <a:gd name="T6" fmla="*/ 81164 w 600075"/>
                  <a:gd name="T7" fmla="*/ 11494 h 479425"/>
                  <a:gd name="T8" fmla="*/ 50573 w 600075"/>
                  <a:gd name="T9" fmla="*/ 0 h 4794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00075" h="479425">
                    <a:moveTo>
                      <a:pt x="373904" y="0"/>
                    </a:moveTo>
                    <a:lnTo>
                      <a:pt x="0" y="449588"/>
                    </a:lnTo>
                    <a:lnTo>
                      <a:pt x="446049" y="479179"/>
                    </a:lnTo>
                    <a:lnTo>
                      <a:pt x="600065" y="103138"/>
                    </a:lnTo>
                    <a:lnTo>
                      <a:pt x="373904" y="0"/>
                    </a:lnTo>
                    <a:close/>
                  </a:path>
                </a:pathLst>
              </a:custGeom>
              <a:solidFill>
                <a:srgbClr val="F94C07"/>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4" name="object 7"/>
              <p:cNvSpPr/>
              <p:nvPr/>
            </p:nvSpPr>
            <p:spPr bwMode="auto">
              <a:xfrm>
                <a:off x="8161226" y="3175050"/>
                <a:ext cx="384707" cy="276999"/>
              </a:xfrm>
              <a:custGeom>
                <a:avLst/>
                <a:gdLst>
                  <a:gd name="T0" fmla="*/ 0 w 634365"/>
                  <a:gd name="T1" fmla="*/ 0 h 229235"/>
                  <a:gd name="T2" fmla="*/ 67888 w 634365"/>
                  <a:gd name="T3" fmla="*/ 488025 h 229235"/>
                  <a:gd name="T4" fmla="*/ 85762 w 634365"/>
                  <a:gd name="T5" fmla="*/ 149257 h 229235"/>
                  <a:gd name="T6" fmla="*/ 0 w 634365"/>
                  <a:gd name="T7" fmla="*/ 0 h 22923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34365" h="229235">
                    <a:moveTo>
                      <a:pt x="0" y="0"/>
                    </a:moveTo>
                    <a:lnTo>
                      <a:pt x="501911" y="228904"/>
                    </a:lnTo>
                    <a:lnTo>
                      <a:pt x="634064" y="70008"/>
                    </a:lnTo>
                    <a:lnTo>
                      <a:pt x="0" y="0"/>
                    </a:lnTo>
                    <a:close/>
                  </a:path>
                </a:pathLst>
              </a:custGeom>
              <a:solidFill>
                <a:srgbClr val="1F4E79"/>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5" name="object 8"/>
              <p:cNvSpPr/>
              <p:nvPr/>
            </p:nvSpPr>
            <p:spPr bwMode="auto">
              <a:xfrm>
                <a:off x="7945652" y="3216890"/>
                <a:ext cx="145179" cy="193317"/>
              </a:xfrm>
              <a:custGeom>
                <a:avLst/>
                <a:gdLst>
                  <a:gd name="T0" fmla="*/ 19983 w 200025"/>
                  <a:gd name="T1" fmla="*/ 0 h 678814"/>
                  <a:gd name="T2" fmla="*/ 0 w 200025"/>
                  <a:gd name="T3" fmla="*/ 2184 h 678814"/>
                  <a:gd name="T4" fmla="*/ 55509 w 200025"/>
                  <a:gd name="T5" fmla="*/ 4463 h 678814"/>
                  <a:gd name="T6" fmla="*/ 19983 w 200025"/>
                  <a:gd name="T7" fmla="*/ 0 h 6788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0025" h="678814">
                    <a:moveTo>
                      <a:pt x="72008" y="0"/>
                    </a:moveTo>
                    <a:lnTo>
                      <a:pt x="0" y="332031"/>
                    </a:lnTo>
                    <a:lnTo>
                      <a:pt x="200025" y="678481"/>
                    </a:lnTo>
                    <a:lnTo>
                      <a:pt x="72008" y="0"/>
                    </a:lnTo>
                    <a:close/>
                  </a:path>
                </a:pathLst>
              </a:custGeom>
              <a:solidFill>
                <a:srgbClr val="00B050"/>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6" name="object 9"/>
              <p:cNvSpPr/>
              <p:nvPr/>
            </p:nvSpPr>
            <p:spPr bwMode="auto">
              <a:xfrm>
                <a:off x="7938529" y="3379992"/>
                <a:ext cx="304607" cy="276999"/>
              </a:xfrm>
              <a:custGeom>
                <a:avLst/>
                <a:gdLst>
                  <a:gd name="T0" fmla="*/ 0 w 502284"/>
                  <a:gd name="T1" fmla="*/ 0 h 678814"/>
                  <a:gd name="T2" fmla="*/ 17315 w 502284"/>
                  <a:gd name="T3" fmla="*/ 18813 h 678814"/>
                  <a:gd name="T4" fmla="*/ 67889 w 502284"/>
                  <a:gd name="T5" fmla="*/ 6347 h 678814"/>
                  <a:gd name="T6" fmla="*/ 0 w 502284"/>
                  <a:gd name="T7" fmla="*/ 0 h 6788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02284" h="678814">
                    <a:moveTo>
                      <a:pt x="0" y="0"/>
                    </a:moveTo>
                    <a:lnTo>
                      <a:pt x="128017" y="678492"/>
                    </a:lnTo>
                    <a:lnTo>
                      <a:pt x="501921" y="228904"/>
                    </a:lnTo>
                    <a:lnTo>
                      <a:pt x="0" y="0"/>
                    </a:lnTo>
                    <a:close/>
                  </a:path>
                </a:pathLst>
              </a:custGeom>
              <a:solidFill>
                <a:srgbClr val="ED7D31"/>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grpSp>
        <p:sp>
          <p:nvSpPr>
            <p:cNvPr id="147" name="矩形 23"/>
            <p:cNvSpPr>
              <a:spLocks noChangeArrowheads="1"/>
            </p:cNvSpPr>
            <p:nvPr/>
          </p:nvSpPr>
          <p:spPr bwMode="auto">
            <a:xfrm>
              <a:off x="12758941" y="6563170"/>
              <a:ext cx="2303462" cy="50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2F6583"/>
                  </a:solidFill>
                  <a:bevel/>
                </a14:hiddenLine>
              </a:ext>
            </a:extLst>
          </p:spPr>
          <p:txBody>
            <a:bodyPr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SimSun"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SimSun"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SimSun"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9pPr>
            </a:lstStyle>
            <a:p>
              <a:pPr algn="ctr">
                <a:lnSpc>
                  <a:spcPct val="100000"/>
                </a:lnSpc>
                <a:spcBef>
                  <a:spcPct val="0"/>
                </a:spcBef>
                <a:buFont typeface="Arial" panose="020B0604020202020204" pitchFamily="34" charset="0"/>
                <a:buNone/>
              </a:pPr>
              <a:r>
                <a:rPr lang="vi-VN" altLang="zh-CN" sz="2500" dirty="0">
                  <a:solidFill>
                    <a:schemeClr val="bg1"/>
                  </a:solidFill>
                  <a:latin typeface="Impact" panose="020B0806030902050204" pitchFamily="34" charset="0"/>
                  <a:ea typeface="Microsoft YaHei" panose="020B0503020204020204" pitchFamily="34" charset="-122"/>
                  <a:sym typeface="Impact" panose="020B0806030902050204" pitchFamily="34" charset="0"/>
                </a:rPr>
                <a:t>Nhóm </a:t>
              </a:r>
              <a:r>
                <a:rPr lang="vi-VN" altLang="zh-CN" sz="2500" dirty="0">
                  <a:solidFill>
                    <a:schemeClr val="bg1"/>
                  </a:solidFill>
                  <a:latin typeface="Impact" panose="020B0806030902050204" pitchFamily="34" charset="0"/>
                  <a:ea typeface="Microsoft YaHei" panose="020B0503020204020204" pitchFamily="34" charset="-122"/>
                  <a:sym typeface="Impact" panose="020B0806030902050204" pitchFamily="34" charset="0"/>
                </a:rPr>
                <a:t>6</a:t>
              </a:r>
              <a:endParaRPr lang="vi-VN" altLang="zh-CN" sz="2500" dirty="0">
                <a:solidFill>
                  <a:schemeClr val="bg1"/>
                </a:solidFill>
                <a:latin typeface="Impact" panose="020B0806030902050204" pitchFamily="34" charset="0"/>
                <a:ea typeface="Microsoft YaHei" panose="020B0503020204020204" pitchFamily="34" charset="-122"/>
                <a:sym typeface="Impact" panose="020B0806030902050204" pitchFamily="34" charset="0"/>
              </a:endParaRPr>
            </a:p>
          </p:txBody>
        </p:sp>
      </p:grpSp>
      <p:sp>
        <p:nvSpPr>
          <p:cNvPr id="5" name="Rounded Rectangle 4"/>
          <p:cNvSpPr/>
          <p:nvPr/>
        </p:nvSpPr>
        <p:spPr>
          <a:xfrm>
            <a:off x="304800" y="638810"/>
            <a:ext cx="8768080" cy="802005"/>
          </a:xfrm>
          <a:prstGeom prst="roundRect">
            <a:avLst/>
          </a:prstGeom>
          <a:solidFill>
            <a:srgbClr val="F02424"/>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6" name="object 3"/>
          <p:cNvSpPr txBox="1">
            <a:spLocks noChangeArrowheads="1"/>
          </p:cNvSpPr>
          <p:nvPr/>
        </p:nvSpPr>
        <p:spPr bwMode="auto">
          <a:xfrm>
            <a:off x="1071880" y="730250"/>
            <a:ext cx="7847965" cy="615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marL="6350">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SimSun"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SimSun"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SimSun"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9pPr>
          </a:lstStyle>
          <a:p>
            <a:pPr algn="ctr">
              <a:lnSpc>
                <a:spcPct val="100000"/>
              </a:lnSpc>
              <a:spcBef>
                <a:spcPct val="0"/>
              </a:spcBef>
              <a:buFont typeface="Arial" panose="020B0604020202020204" pitchFamily="34" charset="0"/>
              <a:buNone/>
            </a:pPr>
            <a:r>
              <a:rPr lang="vi-VN" altLang="zh-CN" sz="4000" dirty="0" smtClean="0">
                <a:solidFill>
                  <a:srgbClr val="FFFFFF"/>
                </a:solidFill>
                <a:latin typeface="Microsoft YaHei" panose="020B0503020204020204" pitchFamily="34" charset="-122"/>
                <a:ea typeface="Microsoft YaHei" panose="020B0503020204020204" pitchFamily="34" charset="-122"/>
                <a:sym typeface="+mn-ea"/>
              </a:rPr>
              <a:t>Vigenère Cipher</a:t>
            </a:r>
            <a:endParaRPr lang="vi-VN" altLang="zh-CN" sz="4000" dirty="0" smtClean="0">
              <a:solidFill>
                <a:srgbClr val="FFFFFF"/>
              </a:solidFill>
              <a:latin typeface="Microsoft YaHei" panose="020B0503020204020204" pitchFamily="34" charset="-122"/>
              <a:ea typeface="Microsoft YaHei" panose="020B0503020204020204" pitchFamily="34" charset="-122"/>
            </a:endParaRPr>
          </a:p>
        </p:txBody>
      </p:sp>
      <p:grpSp>
        <p:nvGrpSpPr>
          <p:cNvPr id="862" name="组合 1638"/>
          <p:cNvGrpSpPr/>
          <p:nvPr/>
        </p:nvGrpSpPr>
        <p:grpSpPr bwMode="auto">
          <a:xfrm>
            <a:off x="607695" y="768350"/>
            <a:ext cx="681355" cy="541655"/>
            <a:chOff x="0" y="0"/>
            <a:chExt cx="709986" cy="558307"/>
          </a:xfrm>
          <a:solidFill>
            <a:schemeClr val="bg1"/>
          </a:solidFill>
        </p:grpSpPr>
        <p:sp>
          <p:nvSpPr>
            <p:cNvPr id="863" name="Freeform 542"/>
            <p:cNvSpPr>
              <a:spLocks noChangeArrowheads="1"/>
            </p:cNvSpPr>
            <p:nvPr/>
          </p:nvSpPr>
          <p:spPr bwMode="auto">
            <a:xfrm>
              <a:off x="0" y="0"/>
              <a:ext cx="311564" cy="310171"/>
            </a:xfrm>
            <a:custGeom>
              <a:avLst/>
              <a:gdLst>
                <a:gd name="T0" fmla="*/ 2147483647 w 163"/>
                <a:gd name="T1" fmla="*/ 2147483647 h 163"/>
                <a:gd name="T2" fmla="*/ 2147483647 w 163"/>
                <a:gd name="T3" fmla="*/ 2147483647 h 163"/>
                <a:gd name="T4" fmla="*/ 2147483647 w 163"/>
                <a:gd name="T5" fmla="*/ 2147483647 h 163"/>
                <a:gd name="T6" fmla="*/ 2147483647 w 163"/>
                <a:gd name="T7" fmla="*/ 2147483647 h 163"/>
                <a:gd name="T8" fmla="*/ 2147483647 w 163"/>
                <a:gd name="T9" fmla="*/ 2147483647 h 163"/>
                <a:gd name="T10" fmla="*/ 2147483647 w 163"/>
                <a:gd name="T11" fmla="*/ 2147483647 h 163"/>
                <a:gd name="T12" fmla="*/ 2147483647 w 163"/>
                <a:gd name="T13" fmla="*/ 2147483647 h 163"/>
                <a:gd name="T14" fmla="*/ 2147483647 w 163"/>
                <a:gd name="T15" fmla="*/ 2147483647 h 163"/>
                <a:gd name="T16" fmla="*/ 2147483647 w 163"/>
                <a:gd name="T17" fmla="*/ 2147483647 h 163"/>
                <a:gd name="T18" fmla="*/ 2147483647 w 163"/>
                <a:gd name="T19" fmla="*/ 2147483647 h 16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63"/>
                <a:gd name="T31" fmla="*/ 0 h 163"/>
                <a:gd name="T32" fmla="*/ 163 w 163"/>
                <a:gd name="T33" fmla="*/ 163 h 16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63" h="163">
                  <a:moveTo>
                    <a:pt x="48" y="14"/>
                  </a:moveTo>
                  <a:cubicBezTo>
                    <a:pt x="92" y="58"/>
                    <a:pt x="92" y="58"/>
                    <a:pt x="92" y="58"/>
                  </a:cubicBezTo>
                  <a:cubicBezTo>
                    <a:pt x="97" y="63"/>
                    <a:pt x="97" y="72"/>
                    <a:pt x="92" y="77"/>
                  </a:cubicBezTo>
                  <a:cubicBezTo>
                    <a:pt x="77" y="91"/>
                    <a:pt x="77" y="91"/>
                    <a:pt x="77" y="91"/>
                  </a:cubicBezTo>
                  <a:cubicBezTo>
                    <a:pt x="72" y="96"/>
                    <a:pt x="64" y="96"/>
                    <a:pt x="58" y="91"/>
                  </a:cubicBezTo>
                  <a:cubicBezTo>
                    <a:pt x="14" y="47"/>
                    <a:pt x="14" y="47"/>
                    <a:pt x="14" y="47"/>
                  </a:cubicBezTo>
                  <a:cubicBezTo>
                    <a:pt x="0" y="75"/>
                    <a:pt x="5" y="110"/>
                    <a:pt x="28" y="134"/>
                  </a:cubicBezTo>
                  <a:cubicBezTo>
                    <a:pt x="58" y="163"/>
                    <a:pt x="105" y="163"/>
                    <a:pt x="134" y="134"/>
                  </a:cubicBezTo>
                  <a:cubicBezTo>
                    <a:pt x="163" y="104"/>
                    <a:pt x="163" y="57"/>
                    <a:pt x="134" y="28"/>
                  </a:cubicBezTo>
                  <a:cubicBezTo>
                    <a:pt x="111" y="5"/>
                    <a:pt x="76" y="0"/>
                    <a:pt x="48" y="14"/>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864" name="Freeform 543"/>
            <p:cNvSpPr>
              <a:spLocks noEditPoints="1" noChangeArrowheads="1"/>
            </p:cNvSpPr>
            <p:nvPr/>
          </p:nvSpPr>
          <p:spPr bwMode="auto">
            <a:xfrm>
              <a:off x="198268" y="195501"/>
              <a:ext cx="362546" cy="362806"/>
            </a:xfrm>
            <a:custGeom>
              <a:avLst/>
              <a:gdLst>
                <a:gd name="T0" fmla="*/ 2147483647 w 190"/>
                <a:gd name="T1" fmla="*/ 2147483647 h 190"/>
                <a:gd name="T2" fmla="*/ 0 w 190"/>
                <a:gd name="T3" fmla="*/ 2147483647 h 190"/>
                <a:gd name="T4" fmla="*/ 2147483647 w 190"/>
                <a:gd name="T5" fmla="*/ 2147483647 h 190"/>
                <a:gd name="T6" fmla="*/ 2147483647 w 190"/>
                <a:gd name="T7" fmla="*/ 2147483647 h 190"/>
                <a:gd name="T8" fmla="*/ 2147483647 w 190"/>
                <a:gd name="T9" fmla="*/ 2147483647 h 190"/>
                <a:gd name="T10" fmla="*/ 2147483647 w 190"/>
                <a:gd name="T11" fmla="*/ 2147483647 h 190"/>
                <a:gd name="T12" fmla="*/ 2147483647 w 190"/>
                <a:gd name="T13" fmla="*/ 0 h 190"/>
                <a:gd name="T14" fmla="*/ 2147483647 w 190"/>
                <a:gd name="T15" fmla="*/ 2147483647 h 190"/>
                <a:gd name="T16" fmla="*/ 2147483647 w 190"/>
                <a:gd name="T17" fmla="*/ 2147483647 h 190"/>
                <a:gd name="T18" fmla="*/ 2147483647 w 190"/>
                <a:gd name="T19" fmla="*/ 2147483647 h 190"/>
                <a:gd name="T20" fmla="*/ 2147483647 w 190"/>
                <a:gd name="T21" fmla="*/ 2147483647 h 190"/>
                <a:gd name="T22" fmla="*/ 2147483647 w 190"/>
                <a:gd name="T23" fmla="*/ 2147483647 h 190"/>
                <a:gd name="T24" fmla="*/ 2147483647 w 190"/>
                <a:gd name="T25" fmla="*/ 2147483647 h 19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90"/>
                <a:gd name="T40" fmla="*/ 0 h 190"/>
                <a:gd name="T41" fmla="*/ 190 w 190"/>
                <a:gd name="T42" fmla="*/ 190 h 19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90" h="190">
                  <a:moveTo>
                    <a:pt x="30" y="31"/>
                  </a:moveTo>
                  <a:cubicBezTo>
                    <a:pt x="21" y="39"/>
                    <a:pt x="11" y="46"/>
                    <a:pt x="0" y="49"/>
                  </a:cubicBezTo>
                  <a:cubicBezTo>
                    <a:pt x="138" y="188"/>
                    <a:pt x="138" y="188"/>
                    <a:pt x="138" y="188"/>
                  </a:cubicBezTo>
                  <a:cubicBezTo>
                    <a:pt x="141" y="190"/>
                    <a:pt x="145" y="190"/>
                    <a:pt x="148" y="188"/>
                  </a:cubicBezTo>
                  <a:cubicBezTo>
                    <a:pt x="187" y="148"/>
                    <a:pt x="187" y="148"/>
                    <a:pt x="187" y="148"/>
                  </a:cubicBezTo>
                  <a:cubicBezTo>
                    <a:pt x="190" y="146"/>
                    <a:pt x="190" y="141"/>
                    <a:pt x="187" y="139"/>
                  </a:cubicBezTo>
                  <a:cubicBezTo>
                    <a:pt x="48" y="0"/>
                    <a:pt x="48" y="0"/>
                    <a:pt x="48" y="0"/>
                  </a:cubicBezTo>
                  <a:cubicBezTo>
                    <a:pt x="45" y="11"/>
                    <a:pt x="39" y="22"/>
                    <a:pt x="30" y="31"/>
                  </a:cubicBezTo>
                  <a:close/>
                  <a:moveTo>
                    <a:pt x="156" y="157"/>
                  </a:moveTo>
                  <a:cubicBezTo>
                    <a:pt x="153" y="160"/>
                    <a:pt x="147" y="160"/>
                    <a:pt x="143" y="157"/>
                  </a:cubicBezTo>
                  <a:cubicBezTo>
                    <a:pt x="139" y="153"/>
                    <a:pt x="139" y="147"/>
                    <a:pt x="143" y="143"/>
                  </a:cubicBezTo>
                  <a:cubicBezTo>
                    <a:pt x="147" y="140"/>
                    <a:pt x="153" y="140"/>
                    <a:pt x="156" y="143"/>
                  </a:cubicBezTo>
                  <a:cubicBezTo>
                    <a:pt x="160" y="147"/>
                    <a:pt x="160" y="153"/>
                    <a:pt x="156" y="157"/>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865" name="Freeform 544"/>
            <p:cNvSpPr>
              <a:spLocks noEditPoints="1" noChangeArrowheads="1"/>
            </p:cNvSpPr>
            <p:nvPr/>
          </p:nvSpPr>
          <p:spPr bwMode="auto">
            <a:xfrm>
              <a:off x="219038" y="216180"/>
              <a:ext cx="330446" cy="332727"/>
            </a:xfrm>
            <a:custGeom>
              <a:avLst/>
              <a:gdLst>
                <a:gd name="T0" fmla="*/ 2147483647 w 173"/>
                <a:gd name="T1" fmla="*/ 2147483647 h 174"/>
                <a:gd name="T2" fmla="*/ 2147483647 w 173"/>
                <a:gd name="T3" fmla="*/ 2147483647 h 174"/>
                <a:gd name="T4" fmla="*/ 2147483647 w 173"/>
                <a:gd name="T5" fmla="*/ 0 h 174"/>
                <a:gd name="T6" fmla="*/ 2147483647 w 173"/>
                <a:gd name="T7" fmla="*/ 2147483647 h 174"/>
                <a:gd name="T8" fmla="*/ 0 w 173"/>
                <a:gd name="T9" fmla="*/ 2147483647 h 174"/>
                <a:gd name="T10" fmla="*/ 2147483647 w 173"/>
                <a:gd name="T11" fmla="*/ 2147483647 h 174"/>
                <a:gd name="T12" fmla="*/ 2147483647 w 173"/>
                <a:gd name="T13" fmla="*/ 2147483647 h 174"/>
                <a:gd name="T14" fmla="*/ 2147483647 w 173"/>
                <a:gd name="T15" fmla="*/ 2147483647 h 174"/>
                <a:gd name="T16" fmla="*/ 2147483647 w 173"/>
                <a:gd name="T17" fmla="*/ 2147483647 h 174"/>
                <a:gd name="T18" fmla="*/ 2147483647 w 173"/>
                <a:gd name="T19" fmla="*/ 2147483647 h 174"/>
                <a:gd name="T20" fmla="*/ 2147483647 w 173"/>
                <a:gd name="T21" fmla="*/ 2147483647 h 17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73"/>
                <a:gd name="T34" fmla="*/ 0 h 174"/>
                <a:gd name="T35" fmla="*/ 173 w 173"/>
                <a:gd name="T36" fmla="*/ 174 h 17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73" h="174">
                  <a:moveTo>
                    <a:pt x="140" y="174"/>
                  </a:moveTo>
                  <a:cubicBezTo>
                    <a:pt x="173" y="140"/>
                    <a:pt x="173" y="140"/>
                    <a:pt x="173" y="140"/>
                  </a:cubicBezTo>
                  <a:cubicBezTo>
                    <a:pt x="33" y="0"/>
                    <a:pt x="33" y="0"/>
                    <a:pt x="33" y="0"/>
                  </a:cubicBezTo>
                  <a:cubicBezTo>
                    <a:pt x="29" y="7"/>
                    <a:pt x="25" y="14"/>
                    <a:pt x="19" y="20"/>
                  </a:cubicBezTo>
                  <a:cubicBezTo>
                    <a:pt x="13" y="25"/>
                    <a:pt x="7" y="30"/>
                    <a:pt x="0" y="33"/>
                  </a:cubicBezTo>
                  <a:lnTo>
                    <a:pt x="140" y="174"/>
                  </a:lnTo>
                  <a:close/>
                  <a:moveTo>
                    <a:pt x="132" y="132"/>
                  </a:moveTo>
                  <a:cubicBezTo>
                    <a:pt x="136" y="129"/>
                    <a:pt x="142" y="129"/>
                    <a:pt x="145" y="132"/>
                  </a:cubicBezTo>
                  <a:cubicBezTo>
                    <a:pt x="149" y="136"/>
                    <a:pt x="149" y="142"/>
                    <a:pt x="145" y="146"/>
                  </a:cubicBezTo>
                  <a:cubicBezTo>
                    <a:pt x="142" y="149"/>
                    <a:pt x="136" y="149"/>
                    <a:pt x="132" y="146"/>
                  </a:cubicBezTo>
                  <a:cubicBezTo>
                    <a:pt x="128" y="142"/>
                    <a:pt x="128" y="136"/>
                    <a:pt x="132" y="132"/>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866" name="Freeform 545"/>
            <p:cNvSpPr>
              <a:spLocks noEditPoints="1" noChangeArrowheads="1"/>
            </p:cNvSpPr>
            <p:nvPr/>
          </p:nvSpPr>
          <p:spPr bwMode="auto">
            <a:xfrm>
              <a:off x="254916" y="251896"/>
              <a:ext cx="200156" cy="203021"/>
            </a:xfrm>
            <a:custGeom>
              <a:avLst/>
              <a:gdLst>
                <a:gd name="T0" fmla="*/ 2147483647 w 250"/>
                <a:gd name="T1" fmla="*/ 0 h 253"/>
                <a:gd name="T2" fmla="*/ 2147483647 w 250"/>
                <a:gd name="T3" fmla="*/ 2147483647 h 253"/>
                <a:gd name="T4" fmla="*/ 2147483647 w 250"/>
                <a:gd name="T5" fmla="*/ 2147483647 h 253"/>
                <a:gd name="T6" fmla="*/ 2147483647 w 250"/>
                <a:gd name="T7" fmla="*/ 2147483647 h 253"/>
                <a:gd name="T8" fmla="*/ 2147483647 w 250"/>
                <a:gd name="T9" fmla="*/ 0 h 253"/>
                <a:gd name="T10" fmla="*/ 0 w 250"/>
                <a:gd name="T11" fmla="*/ 2147483647 h 253"/>
                <a:gd name="T12" fmla="*/ 2147483647 w 250"/>
                <a:gd name="T13" fmla="*/ 2147483647 h 253"/>
                <a:gd name="T14" fmla="*/ 2147483647 w 250"/>
                <a:gd name="T15" fmla="*/ 2147483647 h 253"/>
                <a:gd name="T16" fmla="*/ 2147483647 w 250"/>
                <a:gd name="T17" fmla="*/ 2147483647 h 253"/>
                <a:gd name="T18" fmla="*/ 0 w 250"/>
                <a:gd name="T19" fmla="*/ 2147483647 h 25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50"/>
                <a:gd name="T31" fmla="*/ 0 h 253"/>
                <a:gd name="T32" fmla="*/ 250 w 250"/>
                <a:gd name="T33" fmla="*/ 253 h 25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50" h="253">
                  <a:moveTo>
                    <a:pt x="115" y="0"/>
                  </a:moveTo>
                  <a:lnTo>
                    <a:pt x="96" y="19"/>
                  </a:lnTo>
                  <a:lnTo>
                    <a:pt x="234" y="156"/>
                  </a:lnTo>
                  <a:lnTo>
                    <a:pt x="250" y="137"/>
                  </a:lnTo>
                  <a:lnTo>
                    <a:pt x="115" y="0"/>
                  </a:lnTo>
                  <a:close/>
                  <a:moveTo>
                    <a:pt x="0" y="116"/>
                  </a:moveTo>
                  <a:lnTo>
                    <a:pt x="134" y="253"/>
                  </a:lnTo>
                  <a:lnTo>
                    <a:pt x="153" y="234"/>
                  </a:lnTo>
                  <a:lnTo>
                    <a:pt x="18" y="97"/>
                  </a:lnTo>
                  <a:lnTo>
                    <a:pt x="0" y="116"/>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867" name="Freeform 546"/>
            <p:cNvSpPr>
              <a:spLocks noChangeArrowheads="1"/>
            </p:cNvSpPr>
            <p:nvPr/>
          </p:nvSpPr>
          <p:spPr bwMode="auto">
            <a:xfrm>
              <a:off x="268133" y="266934"/>
              <a:ext cx="175609" cy="172943"/>
            </a:xfrm>
            <a:custGeom>
              <a:avLst/>
              <a:gdLst>
                <a:gd name="T0" fmla="*/ 0 w 216"/>
                <a:gd name="T1" fmla="*/ 2147483647 h 215"/>
                <a:gd name="T2" fmla="*/ 2147483647 w 216"/>
                <a:gd name="T3" fmla="*/ 2147483647 h 215"/>
                <a:gd name="T4" fmla="*/ 2147483647 w 216"/>
                <a:gd name="T5" fmla="*/ 2147483647 h 215"/>
                <a:gd name="T6" fmla="*/ 2147483647 w 216"/>
                <a:gd name="T7" fmla="*/ 0 h 215"/>
                <a:gd name="T8" fmla="*/ 0 w 216"/>
                <a:gd name="T9" fmla="*/ 2147483647 h 215"/>
                <a:gd name="T10" fmla="*/ 0 60000 65536"/>
                <a:gd name="T11" fmla="*/ 0 60000 65536"/>
                <a:gd name="T12" fmla="*/ 0 60000 65536"/>
                <a:gd name="T13" fmla="*/ 0 60000 65536"/>
                <a:gd name="T14" fmla="*/ 0 60000 65536"/>
                <a:gd name="T15" fmla="*/ 0 w 216"/>
                <a:gd name="T16" fmla="*/ 0 h 215"/>
                <a:gd name="T17" fmla="*/ 216 w 216"/>
                <a:gd name="T18" fmla="*/ 215 h 215"/>
              </a:gdLst>
              <a:ahLst/>
              <a:cxnLst>
                <a:cxn ang="T10">
                  <a:pos x="T0" y="T1"/>
                </a:cxn>
                <a:cxn ang="T11">
                  <a:pos x="T2" y="T3"/>
                </a:cxn>
                <a:cxn ang="T12">
                  <a:pos x="T4" y="T5"/>
                </a:cxn>
                <a:cxn ang="T13">
                  <a:pos x="T6" y="T7"/>
                </a:cxn>
                <a:cxn ang="T14">
                  <a:pos x="T8" y="T9"/>
                </a:cxn>
              </a:cxnLst>
              <a:rect l="T15" t="T16" r="T17" b="T18"/>
              <a:pathLst>
                <a:path w="216" h="215">
                  <a:moveTo>
                    <a:pt x="0" y="78"/>
                  </a:moveTo>
                  <a:lnTo>
                    <a:pt x="135" y="215"/>
                  </a:lnTo>
                  <a:lnTo>
                    <a:pt x="216" y="137"/>
                  </a:lnTo>
                  <a:lnTo>
                    <a:pt x="78" y="0"/>
                  </a:lnTo>
                  <a:lnTo>
                    <a:pt x="0" y="78"/>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868" name="Freeform 547"/>
            <p:cNvSpPr>
              <a:spLocks noChangeArrowheads="1"/>
            </p:cNvSpPr>
            <p:nvPr/>
          </p:nvSpPr>
          <p:spPr bwMode="auto">
            <a:xfrm>
              <a:off x="398424" y="0"/>
              <a:ext cx="311562" cy="310171"/>
            </a:xfrm>
            <a:custGeom>
              <a:avLst/>
              <a:gdLst>
                <a:gd name="T0" fmla="*/ 2147483647 w 163"/>
                <a:gd name="T1" fmla="*/ 2147483647 h 163"/>
                <a:gd name="T2" fmla="*/ 2147483647 w 163"/>
                <a:gd name="T3" fmla="*/ 2147483647 h 163"/>
                <a:gd name="T4" fmla="*/ 2147483647 w 163"/>
                <a:gd name="T5" fmla="*/ 2147483647 h 163"/>
                <a:gd name="T6" fmla="*/ 2147483647 w 163"/>
                <a:gd name="T7" fmla="*/ 2147483647 h 163"/>
                <a:gd name="T8" fmla="*/ 2147483647 w 163"/>
                <a:gd name="T9" fmla="*/ 2147483647 h 163"/>
                <a:gd name="T10" fmla="*/ 2147483647 w 163"/>
                <a:gd name="T11" fmla="*/ 2147483647 h 163"/>
                <a:gd name="T12" fmla="*/ 2147483647 w 163"/>
                <a:gd name="T13" fmla="*/ 2147483647 h 163"/>
                <a:gd name="T14" fmla="*/ 2147483647 w 163"/>
                <a:gd name="T15" fmla="*/ 2147483647 h 163"/>
                <a:gd name="T16" fmla="*/ 2147483647 w 163"/>
                <a:gd name="T17" fmla="*/ 2147483647 h 163"/>
                <a:gd name="T18" fmla="*/ 2147483647 w 163"/>
                <a:gd name="T19" fmla="*/ 2147483647 h 16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63"/>
                <a:gd name="T31" fmla="*/ 0 h 163"/>
                <a:gd name="T32" fmla="*/ 163 w 163"/>
                <a:gd name="T33" fmla="*/ 163 h 16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63" h="163">
                  <a:moveTo>
                    <a:pt x="149" y="47"/>
                  </a:moveTo>
                  <a:cubicBezTo>
                    <a:pt x="105" y="91"/>
                    <a:pt x="105" y="91"/>
                    <a:pt x="105" y="91"/>
                  </a:cubicBezTo>
                  <a:cubicBezTo>
                    <a:pt x="100" y="96"/>
                    <a:pt x="91" y="96"/>
                    <a:pt x="86" y="91"/>
                  </a:cubicBezTo>
                  <a:cubicBezTo>
                    <a:pt x="72" y="77"/>
                    <a:pt x="72" y="77"/>
                    <a:pt x="72" y="77"/>
                  </a:cubicBezTo>
                  <a:cubicBezTo>
                    <a:pt x="66" y="72"/>
                    <a:pt x="66" y="63"/>
                    <a:pt x="72" y="58"/>
                  </a:cubicBezTo>
                  <a:cubicBezTo>
                    <a:pt x="115" y="14"/>
                    <a:pt x="115" y="14"/>
                    <a:pt x="115" y="14"/>
                  </a:cubicBezTo>
                  <a:cubicBezTo>
                    <a:pt x="87" y="0"/>
                    <a:pt x="52" y="5"/>
                    <a:pt x="29" y="28"/>
                  </a:cubicBezTo>
                  <a:cubicBezTo>
                    <a:pt x="0" y="57"/>
                    <a:pt x="0" y="104"/>
                    <a:pt x="29" y="134"/>
                  </a:cubicBezTo>
                  <a:cubicBezTo>
                    <a:pt x="58" y="163"/>
                    <a:pt x="106" y="163"/>
                    <a:pt x="135" y="134"/>
                  </a:cubicBezTo>
                  <a:cubicBezTo>
                    <a:pt x="158" y="110"/>
                    <a:pt x="163" y="75"/>
                    <a:pt x="149" y="47"/>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869" name="Freeform 548"/>
            <p:cNvSpPr>
              <a:spLocks noEditPoints="1" noChangeArrowheads="1"/>
            </p:cNvSpPr>
            <p:nvPr/>
          </p:nvSpPr>
          <p:spPr bwMode="auto">
            <a:xfrm>
              <a:off x="149173" y="195501"/>
              <a:ext cx="364434" cy="362806"/>
            </a:xfrm>
            <a:custGeom>
              <a:avLst/>
              <a:gdLst>
                <a:gd name="T0" fmla="*/ 2147483647 w 191"/>
                <a:gd name="T1" fmla="*/ 2147483647 h 190"/>
                <a:gd name="T2" fmla="*/ 2147483647 w 191"/>
                <a:gd name="T3" fmla="*/ 0 h 190"/>
                <a:gd name="T4" fmla="*/ 2147483647 w 191"/>
                <a:gd name="T5" fmla="*/ 2147483647 h 190"/>
                <a:gd name="T6" fmla="*/ 2147483647 w 191"/>
                <a:gd name="T7" fmla="*/ 2147483647 h 190"/>
                <a:gd name="T8" fmla="*/ 2147483647 w 191"/>
                <a:gd name="T9" fmla="*/ 2147483647 h 190"/>
                <a:gd name="T10" fmla="*/ 2147483647 w 191"/>
                <a:gd name="T11" fmla="*/ 2147483647 h 190"/>
                <a:gd name="T12" fmla="*/ 2147483647 w 191"/>
                <a:gd name="T13" fmla="*/ 2147483647 h 190"/>
                <a:gd name="T14" fmla="*/ 2147483647 w 191"/>
                <a:gd name="T15" fmla="*/ 2147483647 h 190"/>
                <a:gd name="T16" fmla="*/ 2147483647 w 191"/>
                <a:gd name="T17" fmla="*/ 2147483647 h 190"/>
                <a:gd name="T18" fmla="*/ 2147483647 w 191"/>
                <a:gd name="T19" fmla="*/ 2147483647 h 190"/>
                <a:gd name="T20" fmla="*/ 2147483647 w 191"/>
                <a:gd name="T21" fmla="*/ 2147483647 h 190"/>
                <a:gd name="T22" fmla="*/ 2147483647 w 191"/>
                <a:gd name="T23" fmla="*/ 2147483647 h 190"/>
                <a:gd name="T24" fmla="*/ 2147483647 w 191"/>
                <a:gd name="T25" fmla="*/ 2147483647 h 19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91"/>
                <a:gd name="T40" fmla="*/ 0 h 190"/>
                <a:gd name="T41" fmla="*/ 191 w 191"/>
                <a:gd name="T42" fmla="*/ 190 h 19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91" h="190">
                  <a:moveTo>
                    <a:pt x="160" y="31"/>
                  </a:moveTo>
                  <a:cubicBezTo>
                    <a:pt x="151" y="22"/>
                    <a:pt x="145" y="11"/>
                    <a:pt x="142" y="0"/>
                  </a:cubicBezTo>
                  <a:cubicBezTo>
                    <a:pt x="3" y="139"/>
                    <a:pt x="3" y="139"/>
                    <a:pt x="3" y="139"/>
                  </a:cubicBezTo>
                  <a:cubicBezTo>
                    <a:pt x="0" y="141"/>
                    <a:pt x="0" y="146"/>
                    <a:pt x="3" y="148"/>
                  </a:cubicBezTo>
                  <a:cubicBezTo>
                    <a:pt x="42" y="188"/>
                    <a:pt x="42" y="188"/>
                    <a:pt x="42" y="188"/>
                  </a:cubicBezTo>
                  <a:cubicBezTo>
                    <a:pt x="45" y="190"/>
                    <a:pt x="49" y="190"/>
                    <a:pt x="52" y="188"/>
                  </a:cubicBezTo>
                  <a:cubicBezTo>
                    <a:pt x="191" y="49"/>
                    <a:pt x="191" y="49"/>
                    <a:pt x="191" y="49"/>
                  </a:cubicBezTo>
                  <a:cubicBezTo>
                    <a:pt x="179" y="46"/>
                    <a:pt x="169" y="39"/>
                    <a:pt x="160" y="31"/>
                  </a:cubicBezTo>
                  <a:close/>
                  <a:moveTo>
                    <a:pt x="34" y="157"/>
                  </a:moveTo>
                  <a:cubicBezTo>
                    <a:pt x="30" y="153"/>
                    <a:pt x="30" y="147"/>
                    <a:pt x="34" y="143"/>
                  </a:cubicBezTo>
                  <a:cubicBezTo>
                    <a:pt x="38" y="140"/>
                    <a:pt x="44" y="140"/>
                    <a:pt x="47" y="143"/>
                  </a:cubicBezTo>
                  <a:cubicBezTo>
                    <a:pt x="51" y="147"/>
                    <a:pt x="51" y="153"/>
                    <a:pt x="47" y="157"/>
                  </a:cubicBezTo>
                  <a:cubicBezTo>
                    <a:pt x="44" y="160"/>
                    <a:pt x="38" y="160"/>
                    <a:pt x="34" y="157"/>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870" name="Freeform 549"/>
            <p:cNvSpPr>
              <a:spLocks noEditPoints="1" noChangeArrowheads="1"/>
            </p:cNvSpPr>
            <p:nvPr/>
          </p:nvSpPr>
          <p:spPr bwMode="auto">
            <a:xfrm>
              <a:off x="160503" y="216180"/>
              <a:ext cx="332334" cy="332727"/>
            </a:xfrm>
            <a:custGeom>
              <a:avLst/>
              <a:gdLst>
                <a:gd name="T0" fmla="*/ 0 w 174"/>
                <a:gd name="T1" fmla="*/ 2147483647 h 174"/>
                <a:gd name="T2" fmla="*/ 2147483647 w 174"/>
                <a:gd name="T3" fmla="*/ 2147483647 h 174"/>
                <a:gd name="T4" fmla="*/ 2147483647 w 174"/>
                <a:gd name="T5" fmla="*/ 2147483647 h 174"/>
                <a:gd name="T6" fmla="*/ 2147483647 w 174"/>
                <a:gd name="T7" fmla="*/ 2147483647 h 174"/>
                <a:gd name="T8" fmla="*/ 2147483647 w 174"/>
                <a:gd name="T9" fmla="*/ 0 h 174"/>
                <a:gd name="T10" fmla="*/ 0 w 174"/>
                <a:gd name="T11" fmla="*/ 2147483647 h 174"/>
                <a:gd name="T12" fmla="*/ 2147483647 w 174"/>
                <a:gd name="T13" fmla="*/ 2147483647 h 174"/>
                <a:gd name="T14" fmla="*/ 2147483647 w 174"/>
                <a:gd name="T15" fmla="*/ 2147483647 h 174"/>
                <a:gd name="T16" fmla="*/ 2147483647 w 174"/>
                <a:gd name="T17" fmla="*/ 2147483647 h 174"/>
                <a:gd name="T18" fmla="*/ 2147483647 w 174"/>
                <a:gd name="T19" fmla="*/ 2147483647 h 174"/>
                <a:gd name="T20" fmla="*/ 2147483647 w 174"/>
                <a:gd name="T21" fmla="*/ 2147483647 h 17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74"/>
                <a:gd name="T34" fmla="*/ 0 h 174"/>
                <a:gd name="T35" fmla="*/ 174 w 174"/>
                <a:gd name="T36" fmla="*/ 174 h 17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74" h="174">
                  <a:moveTo>
                    <a:pt x="0" y="140"/>
                  </a:moveTo>
                  <a:cubicBezTo>
                    <a:pt x="33" y="174"/>
                    <a:pt x="33" y="174"/>
                    <a:pt x="33" y="174"/>
                  </a:cubicBezTo>
                  <a:cubicBezTo>
                    <a:pt x="174" y="33"/>
                    <a:pt x="174" y="33"/>
                    <a:pt x="174" y="33"/>
                  </a:cubicBezTo>
                  <a:cubicBezTo>
                    <a:pt x="167" y="30"/>
                    <a:pt x="160" y="25"/>
                    <a:pt x="154" y="20"/>
                  </a:cubicBezTo>
                  <a:cubicBezTo>
                    <a:pt x="148" y="14"/>
                    <a:pt x="144" y="7"/>
                    <a:pt x="140" y="0"/>
                  </a:cubicBezTo>
                  <a:lnTo>
                    <a:pt x="0" y="140"/>
                  </a:lnTo>
                  <a:close/>
                  <a:moveTo>
                    <a:pt x="41" y="132"/>
                  </a:moveTo>
                  <a:cubicBezTo>
                    <a:pt x="45" y="136"/>
                    <a:pt x="45" y="142"/>
                    <a:pt x="41" y="146"/>
                  </a:cubicBezTo>
                  <a:cubicBezTo>
                    <a:pt x="38" y="149"/>
                    <a:pt x="32" y="149"/>
                    <a:pt x="28" y="146"/>
                  </a:cubicBezTo>
                  <a:cubicBezTo>
                    <a:pt x="24" y="142"/>
                    <a:pt x="24" y="136"/>
                    <a:pt x="28" y="132"/>
                  </a:cubicBezTo>
                  <a:cubicBezTo>
                    <a:pt x="32" y="129"/>
                    <a:pt x="38" y="129"/>
                    <a:pt x="41" y="132"/>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871" name="Freeform 550"/>
            <p:cNvSpPr>
              <a:spLocks noChangeArrowheads="1"/>
            </p:cNvSpPr>
            <p:nvPr/>
          </p:nvSpPr>
          <p:spPr bwMode="auto">
            <a:xfrm>
              <a:off x="198268" y="195501"/>
              <a:ext cx="107630" cy="107150"/>
            </a:xfrm>
            <a:custGeom>
              <a:avLst/>
              <a:gdLst>
                <a:gd name="T0" fmla="*/ 2147483647 w 56"/>
                <a:gd name="T1" fmla="*/ 0 h 56"/>
                <a:gd name="T2" fmla="*/ 2147483647 w 56"/>
                <a:gd name="T3" fmla="*/ 2147483647 h 56"/>
                <a:gd name="T4" fmla="*/ 0 w 56"/>
                <a:gd name="T5" fmla="*/ 2147483647 h 56"/>
                <a:gd name="T6" fmla="*/ 2147483647 w 56"/>
                <a:gd name="T7" fmla="*/ 2147483647 h 56"/>
                <a:gd name="T8" fmla="*/ 2147483647 w 56"/>
                <a:gd name="T9" fmla="*/ 2147483647 h 56"/>
                <a:gd name="T10" fmla="*/ 2147483647 w 56"/>
                <a:gd name="T11" fmla="*/ 2147483647 h 56"/>
                <a:gd name="T12" fmla="*/ 2147483647 w 56"/>
                <a:gd name="T13" fmla="*/ 0 h 56"/>
                <a:gd name="T14" fmla="*/ 0 60000 65536"/>
                <a:gd name="T15" fmla="*/ 0 60000 65536"/>
                <a:gd name="T16" fmla="*/ 0 60000 65536"/>
                <a:gd name="T17" fmla="*/ 0 60000 65536"/>
                <a:gd name="T18" fmla="*/ 0 60000 65536"/>
                <a:gd name="T19" fmla="*/ 0 60000 65536"/>
                <a:gd name="T20" fmla="*/ 0 60000 65536"/>
                <a:gd name="T21" fmla="*/ 0 w 56"/>
                <a:gd name="T22" fmla="*/ 0 h 56"/>
                <a:gd name="T23" fmla="*/ 56 w 56"/>
                <a:gd name="T24" fmla="*/ 56 h 5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6" h="56">
                  <a:moveTo>
                    <a:pt x="48" y="0"/>
                  </a:moveTo>
                  <a:cubicBezTo>
                    <a:pt x="45" y="11"/>
                    <a:pt x="39" y="22"/>
                    <a:pt x="30" y="31"/>
                  </a:cubicBezTo>
                  <a:cubicBezTo>
                    <a:pt x="21" y="39"/>
                    <a:pt x="11" y="46"/>
                    <a:pt x="0" y="49"/>
                  </a:cubicBezTo>
                  <a:cubicBezTo>
                    <a:pt x="7" y="56"/>
                    <a:pt x="7" y="56"/>
                    <a:pt x="7" y="56"/>
                  </a:cubicBezTo>
                  <a:cubicBezTo>
                    <a:pt x="18" y="53"/>
                    <a:pt x="28" y="47"/>
                    <a:pt x="37" y="38"/>
                  </a:cubicBezTo>
                  <a:cubicBezTo>
                    <a:pt x="46" y="29"/>
                    <a:pt x="52" y="18"/>
                    <a:pt x="56" y="7"/>
                  </a:cubicBezTo>
                  <a:lnTo>
                    <a:pt x="48" y="0"/>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872" name="Freeform 551"/>
            <p:cNvSpPr>
              <a:spLocks noChangeArrowheads="1"/>
            </p:cNvSpPr>
            <p:nvPr/>
          </p:nvSpPr>
          <p:spPr bwMode="auto">
            <a:xfrm>
              <a:off x="219038" y="216180"/>
              <a:ext cx="77419" cy="78952"/>
            </a:xfrm>
            <a:custGeom>
              <a:avLst/>
              <a:gdLst>
                <a:gd name="T0" fmla="*/ 2147483647 w 40"/>
                <a:gd name="T1" fmla="*/ 2147483647 h 41"/>
                <a:gd name="T2" fmla="*/ 2147483647 w 40"/>
                <a:gd name="T3" fmla="*/ 2147483647 h 41"/>
                <a:gd name="T4" fmla="*/ 0 w 40"/>
                <a:gd name="T5" fmla="*/ 2147483647 h 41"/>
                <a:gd name="T6" fmla="*/ 2147483647 w 40"/>
                <a:gd name="T7" fmla="*/ 2147483647 h 41"/>
                <a:gd name="T8" fmla="*/ 2147483647 w 40"/>
                <a:gd name="T9" fmla="*/ 2147483647 h 41"/>
                <a:gd name="T10" fmla="*/ 2147483647 w 40"/>
                <a:gd name="T11" fmla="*/ 2147483647 h 41"/>
                <a:gd name="T12" fmla="*/ 2147483647 w 40"/>
                <a:gd name="T13" fmla="*/ 0 h 41"/>
                <a:gd name="T14" fmla="*/ 2147483647 w 40"/>
                <a:gd name="T15" fmla="*/ 2147483647 h 41"/>
                <a:gd name="T16" fmla="*/ 2147483647 w 40"/>
                <a:gd name="T17" fmla="*/ 2147483647 h 41"/>
                <a:gd name="T18" fmla="*/ 2147483647 w 40"/>
                <a:gd name="T19" fmla="*/ 2147483647 h 41"/>
                <a:gd name="T20" fmla="*/ 2147483647 w 40"/>
                <a:gd name="T21" fmla="*/ 2147483647 h 41"/>
                <a:gd name="T22" fmla="*/ 2147483647 w 40"/>
                <a:gd name="T23" fmla="*/ 2147483647 h 41"/>
                <a:gd name="T24" fmla="*/ 2147483647 w 40"/>
                <a:gd name="T25" fmla="*/ 2147483647 h 4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0"/>
                <a:gd name="T40" fmla="*/ 0 h 41"/>
                <a:gd name="T41" fmla="*/ 40 w 40"/>
                <a:gd name="T42" fmla="*/ 41 h 41"/>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0" h="41">
                  <a:moveTo>
                    <a:pt x="15" y="23"/>
                  </a:moveTo>
                  <a:cubicBezTo>
                    <a:pt x="15" y="24"/>
                    <a:pt x="14" y="24"/>
                    <a:pt x="14" y="24"/>
                  </a:cubicBezTo>
                  <a:cubicBezTo>
                    <a:pt x="9" y="28"/>
                    <a:pt x="5" y="31"/>
                    <a:pt x="0" y="34"/>
                  </a:cubicBezTo>
                  <a:cubicBezTo>
                    <a:pt x="7" y="41"/>
                    <a:pt x="7" y="41"/>
                    <a:pt x="7" y="41"/>
                  </a:cubicBezTo>
                  <a:cubicBezTo>
                    <a:pt x="14" y="37"/>
                    <a:pt x="20" y="33"/>
                    <a:pt x="26" y="27"/>
                  </a:cubicBezTo>
                  <a:cubicBezTo>
                    <a:pt x="32" y="21"/>
                    <a:pt x="37" y="14"/>
                    <a:pt x="40" y="7"/>
                  </a:cubicBezTo>
                  <a:cubicBezTo>
                    <a:pt x="33" y="0"/>
                    <a:pt x="33" y="0"/>
                    <a:pt x="33" y="0"/>
                  </a:cubicBezTo>
                  <a:cubicBezTo>
                    <a:pt x="31" y="5"/>
                    <a:pt x="27" y="10"/>
                    <a:pt x="24" y="14"/>
                  </a:cubicBezTo>
                  <a:cubicBezTo>
                    <a:pt x="23" y="15"/>
                    <a:pt x="23" y="15"/>
                    <a:pt x="23" y="15"/>
                  </a:cubicBezTo>
                  <a:cubicBezTo>
                    <a:pt x="22" y="16"/>
                    <a:pt x="22" y="16"/>
                    <a:pt x="22" y="17"/>
                  </a:cubicBezTo>
                  <a:cubicBezTo>
                    <a:pt x="21" y="18"/>
                    <a:pt x="20" y="19"/>
                    <a:pt x="19" y="20"/>
                  </a:cubicBezTo>
                  <a:cubicBezTo>
                    <a:pt x="18" y="20"/>
                    <a:pt x="17" y="21"/>
                    <a:pt x="16" y="22"/>
                  </a:cubicBezTo>
                  <a:cubicBezTo>
                    <a:pt x="16" y="23"/>
                    <a:pt x="15" y="23"/>
                    <a:pt x="15" y="23"/>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873" name="Freeform 552"/>
            <p:cNvSpPr>
              <a:spLocks noChangeArrowheads="1"/>
            </p:cNvSpPr>
            <p:nvPr/>
          </p:nvSpPr>
          <p:spPr bwMode="auto">
            <a:xfrm>
              <a:off x="404088" y="195501"/>
              <a:ext cx="109519" cy="107150"/>
            </a:xfrm>
            <a:custGeom>
              <a:avLst/>
              <a:gdLst>
                <a:gd name="T0" fmla="*/ 2147483647 w 57"/>
                <a:gd name="T1" fmla="*/ 2147483647 h 56"/>
                <a:gd name="T2" fmla="*/ 2147483647 w 57"/>
                <a:gd name="T3" fmla="*/ 2147483647 h 56"/>
                <a:gd name="T4" fmla="*/ 2147483647 w 57"/>
                <a:gd name="T5" fmla="*/ 0 h 56"/>
                <a:gd name="T6" fmla="*/ 0 w 57"/>
                <a:gd name="T7" fmla="*/ 2147483647 h 56"/>
                <a:gd name="T8" fmla="*/ 2147483647 w 57"/>
                <a:gd name="T9" fmla="*/ 2147483647 h 56"/>
                <a:gd name="T10" fmla="*/ 2147483647 w 57"/>
                <a:gd name="T11" fmla="*/ 2147483647 h 56"/>
                <a:gd name="T12" fmla="*/ 2147483647 w 57"/>
                <a:gd name="T13" fmla="*/ 2147483647 h 56"/>
                <a:gd name="T14" fmla="*/ 0 60000 65536"/>
                <a:gd name="T15" fmla="*/ 0 60000 65536"/>
                <a:gd name="T16" fmla="*/ 0 60000 65536"/>
                <a:gd name="T17" fmla="*/ 0 60000 65536"/>
                <a:gd name="T18" fmla="*/ 0 60000 65536"/>
                <a:gd name="T19" fmla="*/ 0 60000 65536"/>
                <a:gd name="T20" fmla="*/ 0 60000 65536"/>
                <a:gd name="T21" fmla="*/ 0 w 57"/>
                <a:gd name="T22" fmla="*/ 0 h 56"/>
                <a:gd name="T23" fmla="*/ 57 w 57"/>
                <a:gd name="T24" fmla="*/ 56 h 5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7" h="56">
                  <a:moveTo>
                    <a:pt x="57" y="49"/>
                  </a:moveTo>
                  <a:cubicBezTo>
                    <a:pt x="45" y="46"/>
                    <a:pt x="35" y="39"/>
                    <a:pt x="26" y="31"/>
                  </a:cubicBezTo>
                  <a:cubicBezTo>
                    <a:pt x="17" y="22"/>
                    <a:pt x="11" y="11"/>
                    <a:pt x="8" y="0"/>
                  </a:cubicBezTo>
                  <a:cubicBezTo>
                    <a:pt x="0" y="7"/>
                    <a:pt x="0" y="7"/>
                    <a:pt x="0" y="7"/>
                  </a:cubicBezTo>
                  <a:cubicBezTo>
                    <a:pt x="4" y="18"/>
                    <a:pt x="10" y="29"/>
                    <a:pt x="19" y="38"/>
                  </a:cubicBezTo>
                  <a:cubicBezTo>
                    <a:pt x="28" y="47"/>
                    <a:pt x="38" y="53"/>
                    <a:pt x="49" y="56"/>
                  </a:cubicBezTo>
                  <a:lnTo>
                    <a:pt x="57" y="49"/>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874" name="Freeform 553"/>
            <p:cNvSpPr>
              <a:spLocks noChangeArrowheads="1"/>
            </p:cNvSpPr>
            <p:nvPr/>
          </p:nvSpPr>
          <p:spPr bwMode="auto">
            <a:xfrm>
              <a:off x="413530" y="216180"/>
              <a:ext cx="77418" cy="78952"/>
            </a:xfrm>
            <a:custGeom>
              <a:avLst/>
              <a:gdLst>
                <a:gd name="T0" fmla="*/ 2147483647 w 40"/>
                <a:gd name="T1" fmla="*/ 2147483647 h 41"/>
                <a:gd name="T2" fmla="*/ 2147483647 w 40"/>
                <a:gd name="T3" fmla="*/ 2147483647 h 41"/>
                <a:gd name="T4" fmla="*/ 2147483647 w 40"/>
                <a:gd name="T5" fmla="*/ 0 h 41"/>
                <a:gd name="T6" fmla="*/ 0 w 40"/>
                <a:gd name="T7" fmla="*/ 2147483647 h 41"/>
                <a:gd name="T8" fmla="*/ 2147483647 w 40"/>
                <a:gd name="T9" fmla="*/ 2147483647 h 41"/>
                <a:gd name="T10" fmla="*/ 2147483647 w 40"/>
                <a:gd name="T11" fmla="*/ 2147483647 h 41"/>
                <a:gd name="T12" fmla="*/ 2147483647 w 40"/>
                <a:gd name="T13" fmla="*/ 2147483647 h 41"/>
                <a:gd name="T14" fmla="*/ 2147483647 w 40"/>
                <a:gd name="T15" fmla="*/ 2147483647 h 41"/>
                <a:gd name="T16" fmla="*/ 2147483647 w 40"/>
                <a:gd name="T17" fmla="*/ 2147483647 h 41"/>
                <a:gd name="T18" fmla="*/ 2147483647 w 40"/>
                <a:gd name="T19" fmla="*/ 2147483647 h 41"/>
                <a:gd name="T20" fmla="*/ 2147483647 w 40"/>
                <a:gd name="T21" fmla="*/ 2147483647 h 41"/>
                <a:gd name="T22" fmla="*/ 2147483647 w 40"/>
                <a:gd name="T23" fmla="*/ 2147483647 h 41"/>
                <a:gd name="T24" fmla="*/ 2147483647 w 40"/>
                <a:gd name="T25" fmla="*/ 2147483647 h 4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0"/>
                <a:gd name="T40" fmla="*/ 0 h 41"/>
                <a:gd name="T41" fmla="*/ 40 w 40"/>
                <a:gd name="T42" fmla="*/ 41 h 41"/>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0" h="41">
                  <a:moveTo>
                    <a:pt x="17" y="16"/>
                  </a:moveTo>
                  <a:cubicBezTo>
                    <a:pt x="17" y="15"/>
                    <a:pt x="17" y="15"/>
                    <a:pt x="16" y="14"/>
                  </a:cubicBezTo>
                  <a:cubicBezTo>
                    <a:pt x="13" y="10"/>
                    <a:pt x="10" y="5"/>
                    <a:pt x="7" y="0"/>
                  </a:cubicBezTo>
                  <a:cubicBezTo>
                    <a:pt x="0" y="7"/>
                    <a:pt x="0" y="7"/>
                    <a:pt x="0" y="7"/>
                  </a:cubicBezTo>
                  <a:cubicBezTo>
                    <a:pt x="3" y="14"/>
                    <a:pt x="8" y="21"/>
                    <a:pt x="14" y="27"/>
                  </a:cubicBezTo>
                  <a:cubicBezTo>
                    <a:pt x="20" y="33"/>
                    <a:pt x="26" y="37"/>
                    <a:pt x="33" y="41"/>
                  </a:cubicBezTo>
                  <a:cubicBezTo>
                    <a:pt x="40" y="34"/>
                    <a:pt x="40" y="34"/>
                    <a:pt x="40" y="34"/>
                  </a:cubicBezTo>
                  <a:cubicBezTo>
                    <a:pt x="35" y="31"/>
                    <a:pt x="31" y="28"/>
                    <a:pt x="26" y="24"/>
                  </a:cubicBezTo>
                  <a:cubicBezTo>
                    <a:pt x="25" y="23"/>
                    <a:pt x="25" y="23"/>
                    <a:pt x="25" y="23"/>
                  </a:cubicBezTo>
                  <a:cubicBezTo>
                    <a:pt x="25" y="23"/>
                    <a:pt x="24" y="23"/>
                    <a:pt x="24" y="22"/>
                  </a:cubicBezTo>
                  <a:cubicBezTo>
                    <a:pt x="23" y="21"/>
                    <a:pt x="22" y="20"/>
                    <a:pt x="21" y="20"/>
                  </a:cubicBezTo>
                  <a:cubicBezTo>
                    <a:pt x="20" y="19"/>
                    <a:pt x="19" y="18"/>
                    <a:pt x="18" y="17"/>
                  </a:cubicBezTo>
                  <a:cubicBezTo>
                    <a:pt x="18" y="16"/>
                    <a:pt x="18" y="16"/>
                    <a:pt x="17" y="16"/>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grpSp>
      <p:graphicFrame>
        <p:nvGraphicFramePr>
          <p:cNvPr id="9" name="Table 8"/>
          <p:cNvGraphicFramePr/>
          <p:nvPr>
            <p:custDataLst>
              <p:tags r:id="rId1"/>
            </p:custDataLst>
          </p:nvPr>
        </p:nvGraphicFramePr>
        <p:xfrm>
          <a:off x="381000" y="1720850"/>
          <a:ext cx="4318635" cy="4821555"/>
        </p:xfrm>
        <a:graphic>
          <a:graphicData uri="http://schemas.openxmlformats.org/drawingml/2006/table">
            <a:tbl>
              <a:tblPr/>
              <a:tblGrid>
                <a:gridCol w="1413510"/>
                <a:gridCol w="2905125"/>
              </a:tblGrid>
              <a:tr h="1607185">
                <a:tc>
                  <a:txBody>
                    <a:bodyPr/>
                    <a:p>
                      <a:pPr algn="ctr"/>
                      <a:r>
                        <a:rPr lang="en-US" altLang="zh-CN" sz="2400" b="0" i="0">
                          <a:solidFill>
                            <a:schemeClr val="bg1"/>
                          </a:solidFill>
                          <a:latin typeface="Times New Roman" panose="02020603050405020304" pitchFamily="18" charset="0"/>
                          <a:ea typeface="sans-serif"/>
                          <a:cs typeface="Times New Roman" panose="02020603050405020304" pitchFamily="18" charset="0"/>
                        </a:rPr>
                        <a:t>Văn bản:</a:t>
                      </a:r>
                      <a:endParaRPr lang="en-US" altLang="zh-CN" sz="2400" b="0" i="0">
                        <a:solidFill>
                          <a:schemeClr val="bg1"/>
                        </a:solidFill>
                        <a:latin typeface="Times New Roman" panose="02020603050405020304" pitchFamily="18" charset="0"/>
                        <a:ea typeface="sans-serif"/>
                        <a:cs typeface="Times New Roman" panose="02020603050405020304" pitchFamily="18" charset="0"/>
                      </a:endParaRPr>
                    </a:p>
                  </a:txBody>
                  <a:tcPr anchor="ctr" anchorCtr="0">
                    <a:lnL w="57150">
                      <a:solidFill>
                        <a:schemeClr val="bg1"/>
                      </a:solidFill>
                      <a:prstDash val="solid"/>
                    </a:lnL>
                    <a:lnR w="57150">
                      <a:solidFill>
                        <a:schemeClr val="bg1"/>
                      </a:solidFill>
                      <a:prstDash val="solid"/>
                    </a:lnR>
                    <a:lnT w="57150">
                      <a:solidFill>
                        <a:schemeClr val="bg1"/>
                      </a:solidFill>
                      <a:prstDash val="solid"/>
                    </a:lnT>
                    <a:lnB w="57150">
                      <a:solidFill>
                        <a:schemeClr val="bg1"/>
                      </a:solidFill>
                      <a:prstDash val="solid"/>
                    </a:lnB>
                    <a:noFill/>
                  </a:tcPr>
                </a:tc>
                <a:tc>
                  <a:txBody>
                    <a:bodyPr/>
                    <a:p>
                      <a:pPr algn="ctr"/>
                      <a:r>
                        <a:rPr lang="en-US" altLang="zh-CN" sz="2400" b="0" i="0">
                          <a:solidFill>
                            <a:schemeClr val="bg1"/>
                          </a:solidFill>
                          <a:latin typeface="Times New Roman" panose="02020603050405020304" pitchFamily="18" charset="0"/>
                          <a:ea typeface="sans-serif"/>
                          <a:cs typeface="Times New Roman" panose="02020603050405020304" pitchFamily="18" charset="0"/>
                        </a:rPr>
                        <a:t>ATTACKATDAWN</a:t>
                      </a:r>
                      <a:endParaRPr lang="en-US" altLang="zh-CN" sz="2400" b="0" i="0">
                        <a:solidFill>
                          <a:schemeClr val="bg1"/>
                        </a:solidFill>
                        <a:latin typeface="Times New Roman" panose="02020603050405020304" pitchFamily="18" charset="0"/>
                        <a:ea typeface="sans-serif"/>
                        <a:cs typeface="Times New Roman" panose="02020603050405020304" pitchFamily="18" charset="0"/>
                      </a:endParaRPr>
                    </a:p>
                  </a:txBody>
                  <a:tcPr anchor="ctr" anchorCtr="0">
                    <a:lnL w="57150">
                      <a:solidFill>
                        <a:schemeClr val="bg1"/>
                      </a:solidFill>
                      <a:prstDash val="solid"/>
                    </a:lnL>
                    <a:lnR w="57150">
                      <a:solidFill>
                        <a:schemeClr val="bg1"/>
                      </a:solidFill>
                      <a:prstDash val="solid"/>
                    </a:lnR>
                    <a:lnT w="57150">
                      <a:solidFill>
                        <a:schemeClr val="bg1"/>
                      </a:solidFill>
                      <a:prstDash val="solid"/>
                    </a:lnT>
                    <a:lnB w="57150">
                      <a:solidFill>
                        <a:schemeClr val="bg1"/>
                      </a:solidFill>
                      <a:prstDash val="solid"/>
                    </a:lnB>
                    <a:noFill/>
                  </a:tcPr>
                </a:tc>
              </a:tr>
              <a:tr h="1607185">
                <a:tc>
                  <a:txBody>
                    <a:bodyPr/>
                    <a:p>
                      <a:pPr algn="ctr"/>
                      <a:r>
                        <a:rPr lang="en-US" altLang="zh-CN" sz="2400" b="0" i="0">
                          <a:solidFill>
                            <a:schemeClr val="bg1"/>
                          </a:solidFill>
                          <a:latin typeface="Times New Roman" panose="02020603050405020304" pitchFamily="18" charset="0"/>
                          <a:ea typeface="sans-serif"/>
                          <a:cs typeface="Times New Roman" panose="02020603050405020304" pitchFamily="18" charset="0"/>
                        </a:rPr>
                        <a:t>Từ khóa:</a:t>
                      </a:r>
                      <a:endParaRPr lang="en-US" altLang="zh-CN" sz="2400" b="0" i="0">
                        <a:solidFill>
                          <a:schemeClr val="bg1"/>
                        </a:solidFill>
                        <a:latin typeface="Times New Roman" panose="02020603050405020304" pitchFamily="18" charset="0"/>
                        <a:ea typeface="sans-serif"/>
                        <a:cs typeface="Times New Roman" panose="02020603050405020304" pitchFamily="18" charset="0"/>
                      </a:endParaRPr>
                    </a:p>
                  </a:txBody>
                  <a:tcPr anchor="ctr" anchorCtr="0">
                    <a:lnL w="57150">
                      <a:solidFill>
                        <a:schemeClr val="bg1"/>
                      </a:solidFill>
                      <a:prstDash val="solid"/>
                    </a:lnL>
                    <a:lnR w="57150">
                      <a:solidFill>
                        <a:schemeClr val="bg1"/>
                      </a:solidFill>
                      <a:prstDash val="solid"/>
                    </a:lnR>
                    <a:lnT w="57150">
                      <a:solidFill>
                        <a:schemeClr val="bg1"/>
                      </a:solidFill>
                      <a:prstDash val="solid"/>
                    </a:lnT>
                    <a:lnB w="57150">
                      <a:solidFill>
                        <a:schemeClr val="bg1"/>
                      </a:solidFill>
                      <a:prstDash val="solid"/>
                    </a:lnB>
                    <a:noFill/>
                  </a:tcPr>
                </a:tc>
                <a:tc>
                  <a:txBody>
                    <a:bodyPr/>
                    <a:p>
                      <a:pPr algn="ctr"/>
                      <a:r>
                        <a:rPr lang="en-US" altLang="zh-CN" sz="2400" b="0" i="0">
                          <a:solidFill>
                            <a:schemeClr val="bg1"/>
                          </a:solidFill>
                          <a:latin typeface="Times New Roman" panose="02020603050405020304" pitchFamily="18" charset="0"/>
                          <a:ea typeface="sans-serif"/>
                          <a:cs typeface="Times New Roman" panose="02020603050405020304" pitchFamily="18" charset="0"/>
                        </a:rPr>
                        <a:t>LEMONLEMONLE</a:t>
                      </a:r>
                      <a:endParaRPr lang="en-US" altLang="zh-CN" sz="2400" b="0" i="0">
                        <a:solidFill>
                          <a:schemeClr val="bg1"/>
                        </a:solidFill>
                        <a:latin typeface="Times New Roman" panose="02020603050405020304" pitchFamily="18" charset="0"/>
                        <a:ea typeface="sans-serif"/>
                        <a:cs typeface="Times New Roman" panose="02020603050405020304" pitchFamily="18" charset="0"/>
                      </a:endParaRPr>
                    </a:p>
                  </a:txBody>
                  <a:tcPr anchor="ctr" anchorCtr="0">
                    <a:lnL w="57150">
                      <a:solidFill>
                        <a:schemeClr val="bg1"/>
                      </a:solidFill>
                      <a:prstDash val="solid"/>
                    </a:lnL>
                    <a:lnR w="57150">
                      <a:solidFill>
                        <a:schemeClr val="bg1"/>
                      </a:solidFill>
                      <a:prstDash val="solid"/>
                    </a:lnR>
                    <a:lnT w="57150">
                      <a:solidFill>
                        <a:schemeClr val="bg1"/>
                      </a:solidFill>
                      <a:prstDash val="solid"/>
                    </a:lnT>
                    <a:lnB w="57150">
                      <a:solidFill>
                        <a:schemeClr val="bg1"/>
                      </a:solidFill>
                      <a:prstDash val="solid"/>
                    </a:lnB>
                    <a:noFill/>
                  </a:tcPr>
                </a:tc>
              </a:tr>
              <a:tr h="1607185">
                <a:tc>
                  <a:txBody>
                    <a:bodyPr/>
                    <a:p>
                      <a:pPr algn="ctr"/>
                      <a:r>
                        <a:rPr lang="en-US" altLang="zh-CN" sz="2400" b="0" i="0">
                          <a:solidFill>
                            <a:schemeClr val="bg1"/>
                          </a:solidFill>
                          <a:latin typeface="Times New Roman" panose="02020603050405020304" pitchFamily="18" charset="0"/>
                          <a:ea typeface="sans-serif"/>
                          <a:cs typeface="Times New Roman" panose="02020603050405020304" pitchFamily="18" charset="0"/>
                        </a:rPr>
                        <a:t>Bản mã:</a:t>
                      </a:r>
                      <a:endParaRPr lang="en-US" altLang="zh-CN" sz="2400" b="0" i="0">
                        <a:solidFill>
                          <a:schemeClr val="bg1"/>
                        </a:solidFill>
                        <a:latin typeface="Times New Roman" panose="02020603050405020304" pitchFamily="18" charset="0"/>
                        <a:ea typeface="sans-serif"/>
                        <a:cs typeface="Times New Roman" panose="02020603050405020304" pitchFamily="18" charset="0"/>
                      </a:endParaRPr>
                    </a:p>
                  </a:txBody>
                  <a:tcPr anchor="ctr" anchorCtr="0">
                    <a:lnL w="57150">
                      <a:solidFill>
                        <a:schemeClr val="bg1"/>
                      </a:solidFill>
                      <a:prstDash val="solid"/>
                    </a:lnL>
                    <a:lnR w="57150">
                      <a:solidFill>
                        <a:schemeClr val="bg1"/>
                      </a:solidFill>
                      <a:prstDash val="solid"/>
                    </a:lnR>
                    <a:lnT w="57150">
                      <a:solidFill>
                        <a:schemeClr val="bg1"/>
                      </a:solidFill>
                      <a:prstDash val="solid"/>
                    </a:lnT>
                    <a:lnB w="57150">
                      <a:solidFill>
                        <a:schemeClr val="bg1"/>
                      </a:solidFill>
                      <a:prstDash val="solid"/>
                    </a:lnB>
                    <a:noFill/>
                  </a:tcPr>
                </a:tc>
                <a:tc>
                  <a:txBody>
                    <a:bodyPr/>
                    <a:p>
                      <a:pPr algn="ctr"/>
                      <a:r>
                        <a:rPr lang="en-US" altLang="zh-CN" sz="2400" b="0" i="0">
                          <a:solidFill>
                            <a:schemeClr val="bg1"/>
                          </a:solidFill>
                          <a:latin typeface="Times New Roman" panose="02020603050405020304" pitchFamily="18" charset="0"/>
                          <a:ea typeface="sans-serif"/>
                          <a:cs typeface="Times New Roman" panose="02020603050405020304" pitchFamily="18" charset="0"/>
                        </a:rPr>
                        <a:t>LXFOPVEFRNHR</a:t>
                      </a:r>
                      <a:endParaRPr lang="en-US" altLang="zh-CN" sz="2400" b="0" i="0">
                        <a:solidFill>
                          <a:schemeClr val="bg1"/>
                        </a:solidFill>
                        <a:latin typeface="Times New Roman" panose="02020603050405020304" pitchFamily="18" charset="0"/>
                        <a:ea typeface="sans-serif"/>
                        <a:cs typeface="Times New Roman" panose="02020603050405020304" pitchFamily="18" charset="0"/>
                      </a:endParaRPr>
                    </a:p>
                  </a:txBody>
                  <a:tcPr anchor="ctr" anchorCtr="0">
                    <a:lnL w="57150">
                      <a:solidFill>
                        <a:schemeClr val="bg1"/>
                      </a:solidFill>
                      <a:prstDash val="solid"/>
                    </a:lnL>
                    <a:lnR w="57150">
                      <a:solidFill>
                        <a:schemeClr val="bg1"/>
                      </a:solidFill>
                      <a:prstDash val="solid"/>
                    </a:lnR>
                    <a:lnT w="57150">
                      <a:solidFill>
                        <a:schemeClr val="bg1"/>
                      </a:solidFill>
                      <a:prstDash val="solid"/>
                    </a:lnT>
                    <a:lnB w="57150">
                      <a:solidFill>
                        <a:schemeClr val="bg1"/>
                      </a:solidFill>
                      <a:prstDash val="solid"/>
                    </a:lnB>
                    <a:noFill/>
                  </a:tcPr>
                </a:tc>
              </a:tr>
            </a:tbl>
          </a:graphicData>
        </a:graphic>
      </p:graphicFrame>
      <p:pic>
        <p:nvPicPr>
          <p:cNvPr id="3" name="Picture 2"/>
          <p:cNvPicPr>
            <a:picLocks noChangeAspect="1"/>
          </p:cNvPicPr>
          <p:nvPr/>
        </p:nvPicPr>
        <p:blipFill>
          <a:blip r:embed="rId2"/>
          <a:stretch>
            <a:fillRect/>
          </a:stretch>
        </p:blipFill>
        <p:spPr>
          <a:xfrm>
            <a:off x="5410200" y="1714500"/>
            <a:ext cx="8256905" cy="7877810"/>
          </a:xfrm>
          <a:prstGeom prst="rect">
            <a:avLst/>
          </a:prstGeom>
        </p:spPr>
      </p:pic>
      <p:sp>
        <p:nvSpPr>
          <p:cNvPr id="2" name="Text Box 1"/>
          <p:cNvSpPr txBox="1"/>
          <p:nvPr/>
        </p:nvSpPr>
        <p:spPr>
          <a:xfrm>
            <a:off x="14281150" y="1472565"/>
            <a:ext cx="3589020" cy="6290945"/>
          </a:xfrm>
          <a:prstGeom prst="rect">
            <a:avLst/>
          </a:prstGeom>
          <a:noFill/>
        </p:spPr>
        <p:txBody>
          <a:bodyPr wrap="square" rtlCol="0" anchor="t">
            <a:noAutofit/>
          </a:bodyPr>
          <a:p>
            <a:r>
              <a:rPr lang="en-US" altLang="zh-CN" sz="2800">
                <a:solidFill>
                  <a:schemeClr val="bg1"/>
                </a:solidFill>
                <a:latin typeface="Times New Roman" panose="02020603050405020304" pitchFamily="18" charset="0"/>
                <a:ea typeface="sans-serif"/>
                <a:cs typeface="Times New Roman" panose="02020603050405020304" pitchFamily="18" charset="0"/>
                <a:sym typeface="+mn-ea"/>
              </a:rPr>
              <a:t>Chữ cái đầu tiên của văn bản, </a:t>
            </a:r>
            <a:r>
              <a:rPr lang="en-US" altLang="zh-CN" sz="2800">
                <a:solidFill>
                  <a:schemeClr val="bg1"/>
                </a:solidFill>
                <a:latin typeface="Times New Roman" panose="02020603050405020304" pitchFamily="18" charset="0"/>
                <a:ea typeface="monospace"/>
                <a:cs typeface="Times New Roman" panose="02020603050405020304" pitchFamily="18" charset="0"/>
                <a:sym typeface="+mn-ea"/>
              </a:rPr>
              <a:t>A</a:t>
            </a:r>
            <a:r>
              <a:rPr lang="en-US" altLang="zh-CN" sz="2800">
                <a:solidFill>
                  <a:schemeClr val="bg1"/>
                </a:solidFill>
                <a:latin typeface="Times New Roman" panose="02020603050405020304" pitchFamily="18" charset="0"/>
                <a:ea typeface="sans-serif"/>
                <a:cs typeface="Times New Roman" panose="02020603050405020304" pitchFamily="18" charset="0"/>
                <a:sym typeface="+mn-ea"/>
              </a:rPr>
              <a:t>, được mã hóa bằng bảng bắt đầu với </a:t>
            </a:r>
            <a:r>
              <a:rPr lang="en-US" altLang="zh-CN" sz="2800">
                <a:solidFill>
                  <a:schemeClr val="bg1"/>
                </a:solidFill>
                <a:latin typeface="Times New Roman" panose="02020603050405020304" pitchFamily="18" charset="0"/>
                <a:ea typeface="monospace"/>
                <a:cs typeface="Times New Roman" panose="02020603050405020304" pitchFamily="18" charset="0"/>
                <a:sym typeface="+mn-ea"/>
              </a:rPr>
              <a:t>L</a:t>
            </a:r>
            <a:r>
              <a:rPr lang="en-US" altLang="zh-CN" sz="2800">
                <a:solidFill>
                  <a:schemeClr val="bg1"/>
                </a:solidFill>
                <a:latin typeface="Times New Roman" panose="02020603050405020304" pitchFamily="18" charset="0"/>
                <a:ea typeface="sans-serif"/>
                <a:cs typeface="Times New Roman" panose="02020603050405020304" pitchFamily="18" charset="0"/>
                <a:sym typeface="+mn-ea"/>
              </a:rPr>
              <a:t> (chữ cái đầu tiên của từ khóa). Nó sẽ được mã hóa thành chữ cái trên dòng </a:t>
            </a:r>
            <a:r>
              <a:rPr lang="en-US" altLang="zh-CN" sz="2800">
                <a:solidFill>
                  <a:schemeClr val="bg1"/>
                </a:solidFill>
                <a:latin typeface="Times New Roman" panose="02020603050405020304" pitchFamily="18" charset="0"/>
                <a:ea typeface="monospace"/>
                <a:cs typeface="Times New Roman" panose="02020603050405020304" pitchFamily="18" charset="0"/>
                <a:sym typeface="+mn-ea"/>
              </a:rPr>
              <a:t>L</a:t>
            </a:r>
            <a:r>
              <a:rPr lang="en-US" altLang="zh-CN" sz="2800">
                <a:solidFill>
                  <a:schemeClr val="bg1"/>
                </a:solidFill>
                <a:latin typeface="Times New Roman" panose="02020603050405020304" pitchFamily="18" charset="0"/>
                <a:ea typeface="sans-serif"/>
                <a:cs typeface="Times New Roman" panose="02020603050405020304" pitchFamily="18" charset="0"/>
                <a:sym typeface="+mn-ea"/>
              </a:rPr>
              <a:t> và cột </a:t>
            </a:r>
            <a:r>
              <a:rPr lang="en-US" altLang="zh-CN" sz="2800">
                <a:solidFill>
                  <a:schemeClr val="bg1"/>
                </a:solidFill>
                <a:latin typeface="Times New Roman" panose="02020603050405020304" pitchFamily="18" charset="0"/>
                <a:ea typeface="monospace"/>
                <a:cs typeface="Times New Roman" panose="02020603050405020304" pitchFamily="18" charset="0"/>
                <a:sym typeface="+mn-ea"/>
              </a:rPr>
              <a:t>A</a:t>
            </a:r>
            <a:r>
              <a:rPr lang="en-US" altLang="zh-CN" sz="2800">
                <a:solidFill>
                  <a:schemeClr val="bg1"/>
                </a:solidFill>
                <a:latin typeface="Times New Roman" panose="02020603050405020304" pitchFamily="18" charset="0"/>
                <a:ea typeface="sans-serif"/>
                <a:cs typeface="Times New Roman" panose="02020603050405020304" pitchFamily="18" charset="0"/>
                <a:sym typeface="+mn-ea"/>
              </a:rPr>
              <a:t> của hình vuông Vigenère, đó là chữ </a:t>
            </a:r>
            <a:r>
              <a:rPr lang="en-US" altLang="zh-CN" sz="2800">
                <a:solidFill>
                  <a:schemeClr val="bg1"/>
                </a:solidFill>
                <a:latin typeface="Times New Roman" panose="02020603050405020304" pitchFamily="18" charset="0"/>
                <a:ea typeface="monospace"/>
                <a:cs typeface="Times New Roman" panose="02020603050405020304" pitchFamily="18" charset="0"/>
                <a:sym typeface="+mn-ea"/>
              </a:rPr>
              <a:t>L</a:t>
            </a:r>
            <a:r>
              <a:rPr lang="en-US" altLang="zh-CN" sz="2800">
                <a:solidFill>
                  <a:schemeClr val="bg1"/>
                </a:solidFill>
                <a:latin typeface="Times New Roman" panose="02020603050405020304" pitchFamily="18" charset="0"/>
                <a:ea typeface="sans-serif"/>
                <a:cs typeface="Times New Roman" panose="02020603050405020304" pitchFamily="18" charset="0"/>
                <a:sym typeface="+mn-ea"/>
              </a:rPr>
              <a:t>. Tương tự như vậy, chữ cái thứ hai của văn bản sẽ được mã hóa bằng chữ cái thứ hai của từ khóa: chữ trên dòng </a:t>
            </a:r>
            <a:r>
              <a:rPr lang="en-US" altLang="zh-CN" sz="2800">
                <a:solidFill>
                  <a:schemeClr val="bg1"/>
                </a:solidFill>
                <a:latin typeface="Times New Roman" panose="02020603050405020304" pitchFamily="18" charset="0"/>
                <a:ea typeface="monospace"/>
                <a:cs typeface="Times New Roman" panose="02020603050405020304" pitchFamily="18" charset="0"/>
                <a:sym typeface="+mn-ea"/>
              </a:rPr>
              <a:t>E</a:t>
            </a:r>
            <a:r>
              <a:rPr lang="en-US" altLang="zh-CN" sz="2800">
                <a:solidFill>
                  <a:schemeClr val="bg1"/>
                </a:solidFill>
                <a:latin typeface="Times New Roman" panose="02020603050405020304" pitchFamily="18" charset="0"/>
                <a:ea typeface="sans-serif"/>
                <a:cs typeface="Times New Roman" panose="02020603050405020304" pitchFamily="18" charset="0"/>
                <a:sym typeface="+mn-ea"/>
              </a:rPr>
              <a:t> và cột </a:t>
            </a:r>
            <a:r>
              <a:rPr lang="en-US" altLang="zh-CN" sz="2800">
                <a:solidFill>
                  <a:schemeClr val="bg1"/>
                </a:solidFill>
                <a:latin typeface="Times New Roman" panose="02020603050405020304" pitchFamily="18" charset="0"/>
                <a:ea typeface="monospace"/>
                <a:cs typeface="Times New Roman" panose="02020603050405020304" pitchFamily="18" charset="0"/>
                <a:sym typeface="+mn-ea"/>
              </a:rPr>
              <a:t>T</a:t>
            </a:r>
            <a:r>
              <a:rPr lang="en-US" altLang="zh-CN" sz="2800">
                <a:solidFill>
                  <a:schemeClr val="bg1"/>
                </a:solidFill>
                <a:latin typeface="Times New Roman" panose="02020603050405020304" pitchFamily="18" charset="0"/>
                <a:ea typeface="sans-serif"/>
                <a:cs typeface="Times New Roman" panose="02020603050405020304" pitchFamily="18" charset="0"/>
                <a:sym typeface="+mn-ea"/>
              </a:rPr>
              <a:t> là </a:t>
            </a:r>
            <a:r>
              <a:rPr lang="en-US" altLang="zh-CN" sz="2800">
                <a:solidFill>
                  <a:schemeClr val="bg1"/>
                </a:solidFill>
                <a:latin typeface="Times New Roman" panose="02020603050405020304" pitchFamily="18" charset="0"/>
                <a:ea typeface="monospace"/>
                <a:cs typeface="Times New Roman" panose="02020603050405020304" pitchFamily="18" charset="0"/>
                <a:sym typeface="+mn-ea"/>
              </a:rPr>
              <a:t>X</a:t>
            </a:r>
            <a:r>
              <a:rPr lang="en-US" altLang="zh-CN" sz="2800">
                <a:solidFill>
                  <a:schemeClr val="bg1"/>
                </a:solidFill>
                <a:latin typeface="Times New Roman" panose="02020603050405020304" pitchFamily="18" charset="0"/>
                <a:ea typeface="sans-serif"/>
                <a:cs typeface="Times New Roman" panose="02020603050405020304" pitchFamily="18" charset="0"/>
                <a:sym typeface="+mn-ea"/>
              </a:rPr>
              <a:t>.</a:t>
            </a:r>
            <a:endParaRPr lang="en-US" altLang="zh-CN" sz="2800">
              <a:solidFill>
                <a:schemeClr val="bg1"/>
              </a:solidFill>
              <a:latin typeface="Times New Roman" panose="02020603050405020304" pitchFamily="18" charset="0"/>
              <a:ea typeface="sans-serif"/>
              <a:cs typeface="Times New Roman" panose="02020603050405020304" pitchFamily="18" charset="0"/>
              <a:sym typeface="+mn-ea"/>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矩形 70"/>
          <p:cNvSpPr/>
          <p:nvPr/>
        </p:nvSpPr>
        <p:spPr>
          <a:xfrm>
            <a:off x="17961936" y="607033"/>
            <a:ext cx="304799" cy="828221"/>
          </a:xfrm>
          <a:prstGeom prst="rect">
            <a:avLst/>
          </a:prstGeom>
          <a:solidFill>
            <a:srgbClr val="F024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p>
        </p:txBody>
      </p:sp>
      <p:sp>
        <p:nvSpPr>
          <p:cNvPr id="72" name="矩形 71"/>
          <p:cNvSpPr/>
          <p:nvPr/>
        </p:nvSpPr>
        <p:spPr>
          <a:xfrm>
            <a:off x="17831306" y="607033"/>
            <a:ext cx="79828" cy="828221"/>
          </a:xfrm>
          <a:prstGeom prst="rect">
            <a:avLst/>
          </a:prstGeom>
          <a:solidFill>
            <a:srgbClr val="F024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p>
        </p:txBody>
      </p:sp>
      <p:sp>
        <p:nvSpPr>
          <p:cNvPr id="73" name="文本框 72"/>
          <p:cNvSpPr txBox="1"/>
          <p:nvPr/>
        </p:nvSpPr>
        <p:spPr>
          <a:xfrm>
            <a:off x="16922977" y="604257"/>
            <a:ext cx="947405" cy="2306955"/>
          </a:xfrm>
          <a:prstGeom prst="rect">
            <a:avLst/>
          </a:prstGeom>
          <a:noFill/>
        </p:spPr>
        <p:txBody>
          <a:bodyPr wrap="square" rtlCol="0">
            <a:spAutoFit/>
          </a:bodyPr>
          <a:lstStyle/>
          <a:p>
            <a:r>
              <a:rPr lang="en-US" sz="4800" dirty="0" smtClean="0">
                <a:solidFill>
                  <a:schemeClr val="bg1"/>
                </a:solidFill>
                <a:latin typeface="Microsoft YaHei" panose="020B0503020204020204" pitchFamily="34" charset="-122"/>
                <a:ea typeface="Microsoft YaHei" panose="020B0503020204020204" pitchFamily="34" charset="-122"/>
              </a:rPr>
              <a:t>06		</a:t>
            </a:r>
            <a:endParaRPr lang="en-US" sz="4800" dirty="0" smtClean="0">
              <a:solidFill>
                <a:schemeClr val="bg1"/>
              </a:solidFill>
              <a:latin typeface="Microsoft YaHei" panose="020B0503020204020204" pitchFamily="34" charset="-122"/>
              <a:ea typeface="Microsoft YaHei" panose="020B0503020204020204" pitchFamily="34" charset="-122"/>
            </a:endParaRPr>
          </a:p>
        </p:txBody>
      </p:sp>
      <p:grpSp>
        <p:nvGrpSpPr>
          <p:cNvPr id="4" name="组合 3"/>
          <p:cNvGrpSpPr/>
          <p:nvPr/>
        </p:nvGrpSpPr>
        <p:grpSpPr>
          <a:xfrm>
            <a:off x="14187805" y="7916545"/>
            <a:ext cx="4548505" cy="2686685"/>
            <a:chOff x="11519983" y="5270056"/>
            <a:chExt cx="5829924" cy="3299229"/>
          </a:xfrm>
        </p:grpSpPr>
        <p:grpSp>
          <p:nvGrpSpPr>
            <p:cNvPr id="97" name="组合 96"/>
            <p:cNvGrpSpPr/>
            <p:nvPr/>
          </p:nvGrpSpPr>
          <p:grpSpPr>
            <a:xfrm rot="5400000">
              <a:off x="12785331" y="4004708"/>
              <a:ext cx="3299229" cy="5829924"/>
              <a:chOff x="4862722" y="-238122"/>
              <a:chExt cx="3541407" cy="6152922"/>
            </a:xfrm>
          </p:grpSpPr>
          <p:grpSp>
            <p:nvGrpSpPr>
              <p:cNvPr id="98" name="组合 97"/>
              <p:cNvGrpSpPr/>
              <p:nvPr/>
            </p:nvGrpSpPr>
            <p:grpSpPr>
              <a:xfrm>
                <a:off x="4862722" y="-238122"/>
                <a:ext cx="3541407" cy="6152922"/>
                <a:chOff x="4862722" y="-238122"/>
                <a:chExt cx="3541407" cy="6152922"/>
              </a:xfrm>
              <a:effectLst>
                <a:outerShdw blurRad="203200" dist="101600" dir="2700000" algn="ctr" rotWithShape="0">
                  <a:schemeClr val="tx1">
                    <a:alpha val="40000"/>
                  </a:schemeClr>
                </a:outerShdw>
              </a:effectLst>
            </p:grpSpPr>
            <p:grpSp>
              <p:nvGrpSpPr>
                <p:cNvPr id="108" name="组合 107"/>
                <p:cNvGrpSpPr/>
                <p:nvPr/>
              </p:nvGrpSpPr>
              <p:grpSpPr>
                <a:xfrm>
                  <a:off x="7282083" y="1812626"/>
                  <a:ext cx="45719" cy="310161"/>
                  <a:chOff x="8020452" y="2062264"/>
                  <a:chExt cx="150782" cy="787940"/>
                </a:xfrm>
              </p:grpSpPr>
              <p:sp>
                <p:nvSpPr>
                  <p:cNvPr id="127" name="圆角矩形 126"/>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8" name="圆角矩形 127"/>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09" name="组合 108"/>
                <p:cNvGrpSpPr/>
                <p:nvPr/>
              </p:nvGrpSpPr>
              <p:grpSpPr>
                <a:xfrm>
                  <a:off x="4862722" y="2122787"/>
                  <a:ext cx="45719" cy="239059"/>
                  <a:chOff x="8020452" y="2062264"/>
                  <a:chExt cx="150782" cy="787940"/>
                </a:xfrm>
              </p:grpSpPr>
              <p:sp>
                <p:nvSpPr>
                  <p:cNvPr id="125" name="圆角矩形 124"/>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6" name="圆角矩形 125"/>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0" name="组合 109"/>
                <p:cNvGrpSpPr/>
                <p:nvPr/>
              </p:nvGrpSpPr>
              <p:grpSpPr>
                <a:xfrm>
                  <a:off x="4862722" y="1812626"/>
                  <a:ext cx="45719" cy="239059"/>
                  <a:chOff x="8020452" y="2062264"/>
                  <a:chExt cx="150782" cy="787940"/>
                </a:xfrm>
              </p:grpSpPr>
              <p:sp>
                <p:nvSpPr>
                  <p:cNvPr id="123" name="圆角矩形 122"/>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4" name="圆角矩形 123"/>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1" name="组合 110"/>
                <p:cNvGrpSpPr/>
                <p:nvPr/>
              </p:nvGrpSpPr>
              <p:grpSpPr>
                <a:xfrm>
                  <a:off x="4862722" y="1543685"/>
                  <a:ext cx="45719" cy="117603"/>
                  <a:chOff x="8020452" y="2062264"/>
                  <a:chExt cx="150782" cy="787940"/>
                </a:xfrm>
              </p:grpSpPr>
              <p:sp>
                <p:nvSpPr>
                  <p:cNvPr id="121" name="圆角矩形 120"/>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2" name="圆角矩形 121"/>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2" name="圆角矩形 111"/>
                <p:cNvSpPr/>
                <p:nvPr/>
              </p:nvSpPr>
              <p:spPr>
                <a:xfrm>
                  <a:off x="4890000" y="943200"/>
                  <a:ext cx="2412000" cy="4971600"/>
                </a:xfrm>
                <a:prstGeom prst="roundRect">
                  <a:avLst>
                    <a:gd name="adj" fmla="val 7335"/>
                  </a:avLst>
                </a:prstGeom>
                <a:solidFill>
                  <a:srgbClr val="404040"/>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3" name="圆角矩形 112"/>
                <p:cNvSpPr/>
                <p:nvPr/>
              </p:nvSpPr>
              <p:spPr>
                <a:xfrm>
                  <a:off x="4926000" y="979200"/>
                  <a:ext cx="2340000" cy="4899600"/>
                </a:xfrm>
                <a:prstGeom prst="roundRect">
                  <a:avLst>
                    <a:gd name="adj" fmla="val 7335"/>
                  </a:avLst>
                </a:prstGeom>
                <a:solidFill>
                  <a:srgbClr val="05050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4" name="矩形 113"/>
                <p:cNvSpPr/>
                <p:nvPr/>
              </p:nvSpPr>
              <p:spPr>
                <a:xfrm>
                  <a:off x="5034000" y="1540800"/>
                  <a:ext cx="2124000" cy="377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5" name="圆角矩形 114"/>
                <p:cNvSpPr/>
                <p:nvPr/>
              </p:nvSpPr>
              <p:spPr>
                <a:xfrm>
                  <a:off x="5901599" y="1206000"/>
                  <a:ext cx="388800" cy="36000"/>
                </a:xfrm>
                <a:prstGeom prst="roundRect">
                  <a:avLst>
                    <a:gd name="adj" fmla="val 50000"/>
                  </a:avLst>
                </a:prstGeom>
                <a:solidFill>
                  <a:srgbClr val="0D0D0D"/>
                </a:solidFill>
                <a:ln>
                  <a:noFill/>
                </a:ln>
                <a:scene3d>
                  <a:camera prst="orthographicFront"/>
                  <a:lightRig rig="threePt" dir="t"/>
                </a:scene3d>
                <a:sp3d>
                  <a:bevelT w="69850" h="50800" prst="coolSlan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16" name="组合 115"/>
                <p:cNvGrpSpPr/>
                <p:nvPr/>
              </p:nvGrpSpPr>
              <p:grpSpPr>
                <a:xfrm>
                  <a:off x="5905200" y="5406664"/>
                  <a:ext cx="381600" cy="381600"/>
                  <a:chOff x="5905200" y="3238200"/>
                  <a:chExt cx="381600" cy="381600"/>
                </a:xfrm>
              </p:grpSpPr>
              <p:sp>
                <p:nvSpPr>
                  <p:cNvPr id="119" name="椭圆 118"/>
                  <p:cNvSpPr/>
                  <p:nvPr/>
                </p:nvSpPr>
                <p:spPr>
                  <a:xfrm>
                    <a:off x="5905200" y="3238200"/>
                    <a:ext cx="381600" cy="381600"/>
                  </a:xfrm>
                  <a:prstGeom prst="ellipse">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0" name="椭圆 119"/>
                  <p:cNvSpPr/>
                  <p:nvPr/>
                </p:nvSpPr>
                <p:spPr>
                  <a:xfrm>
                    <a:off x="5932200" y="3265200"/>
                    <a:ext cx="327600" cy="3276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7" name="圆角矩形 116"/>
                <p:cNvSpPr/>
                <p:nvPr/>
              </p:nvSpPr>
              <p:spPr>
                <a:xfrm>
                  <a:off x="4883060" y="952391"/>
                  <a:ext cx="2376000" cy="4952144"/>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8" name="圆角矩形 117"/>
                <p:cNvSpPr/>
                <p:nvPr/>
              </p:nvSpPr>
              <p:spPr>
                <a:xfrm>
                  <a:off x="6028129" y="-238122"/>
                  <a:ext cx="2376000" cy="4935600"/>
                </a:xfrm>
                <a:prstGeom prst="roundRect">
                  <a:avLst>
                    <a:gd name="adj" fmla="val 7335"/>
                  </a:avLst>
                </a:prstGeom>
                <a:gradFill flip="none" rotWithShape="1">
                  <a:gsLst>
                    <a:gs pos="0">
                      <a:srgbClr val="FFFFFF">
                        <a:alpha val="18000"/>
                      </a:srgbClr>
                    </a:gs>
                    <a:gs pos="5000">
                      <a:srgbClr val="FFFFFF">
                        <a:alpha val="0"/>
                      </a:srgb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99" name="组合 98"/>
              <p:cNvGrpSpPr/>
              <p:nvPr/>
            </p:nvGrpSpPr>
            <p:grpSpPr>
              <a:xfrm>
                <a:off x="6856135" y="1608679"/>
                <a:ext cx="156128" cy="54425"/>
                <a:chOff x="6770056" y="1608698"/>
                <a:chExt cx="156128" cy="65855"/>
              </a:xfrm>
            </p:grpSpPr>
            <p:sp>
              <p:nvSpPr>
                <p:cNvPr id="105" name="矩形 104"/>
                <p:cNvSpPr/>
                <p:nvPr/>
              </p:nvSpPr>
              <p:spPr>
                <a:xfrm>
                  <a:off x="6770056" y="1608698"/>
                  <a:ext cx="146501" cy="65855"/>
                </a:xfrm>
                <a:prstGeom prst="rect">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6" name="矩形 105"/>
                <p:cNvSpPr/>
                <p:nvPr/>
              </p:nvSpPr>
              <p:spPr>
                <a:xfrm>
                  <a:off x="6916234" y="1633796"/>
                  <a:ext cx="9950" cy="16633"/>
                </a:xfrm>
                <a:prstGeom prst="rect">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7" name="矩形 106"/>
                <p:cNvSpPr/>
                <p:nvPr/>
              </p:nvSpPr>
              <p:spPr>
                <a:xfrm>
                  <a:off x="6770056" y="1608699"/>
                  <a:ext cx="83493" cy="6585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0" name="椭圆 99"/>
              <p:cNvSpPr/>
              <p:nvPr/>
            </p:nvSpPr>
            <p:spPr>
              <a:xfrm>
                <a:off x="5123906"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1" name="椭圆 100"/>
              <p:cNvSpPr/>
              <p:nvPr/>
            </p:nvSpPr>
            <p:spPr>
              <a:xfrm>
                <a:off x="5176565"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2" name="椭圆 101"/>
              <p:cNvSpPr/>
              <p:nvPr/>
            </p:nvSpPr>
            <p:spPr>
              <a:xfrm>
                <a:off x="5224538"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3" name="椭圆 102"/>
              <p:cNvSpPr/>
              <p:nvPr/>
            </p:nvSpPr>
            <p:spPr>
              <a:xfrm>
                <a:off x="5274547"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 name="椭圆 103"/>
              <p:cNvSpPr/>
              <p:nvPr/>
            </p:nvSpPr>
            <p:spPr>
              <a:xfrm>
                <a:off x="5324640" y="1619118"/>
                <a:ext cx="41564" cy="41564"/>
              </a:xfrm>
              <a:prstGeom prst="ellipse">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38" name="矩形 137"/>
            <p:cNvSpPr/>
            <p:nvPr/>
          </p:nvSpPr>
          <p:spPr bwMode="auto">
            <a:xfrm rot="16200000">
              <a:off x="12870306" y="4596683"/>
              <a:ext cx="1987572" cy="3635808"/>
            </a:xfrm>
            <a:prstGeom prst="rect">
              <a:avLst/>
            </a:prstGeom>
            <a:solidFill>
              <a:srgbClr val="2B7FB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 typeface="Arial" panose="020B0604020202020204" pitchFamily="34" charset="0"/>
                <a:buNone/>
                <a:defRPr/>
              </a:pPr>
              <a:endParaRPr lang="zh-CN" altLang="en-US"/>
            </a:p>
          </p:txBody>
        </p:sp>
        <p:grpSp>
          <p:nvGrpSpPr>
            <p:cNvPr id="141" name="组合 2"/>
            <p:cNvGrpSpPr/>
            <p:nvPr/>
          </p:nvGrpSpPr>
          <p:grpSpPr bwMode="auto">
            <a:xfrm>
              <a:off x="13580951" y="5774163"/>
              <a:ext cx="608013" cy="619125"/>
              <a:chOff x="7938529" y="3078391"/>
              <a:chExt cx="607404" cy="617990"/>
            </a:xfrm>
          </p:grpSpPr>
          <p:sp>
            <p:nvSpPr>
              <p:cNvPr id="142" name="object 5"/>
              <p:cNvSpPr/>
              <p:nvPr/>
            </p:nvSpPr>
            <p:spPr bwMode="auto">
              <a:xfrm>
                <a:off x="8052890" y="3078391"/>
                <a:ext cx="137478" cy="276999"/>
              </a:xfrm>
              <a:custGeom>
                <a:avLst/>
                <a:gdLst>
                  <a:gd name="T0" fmla="*/ 17874 w 226695"/>
                  <a:gd name="T1" fmla="*/ 0 h 262254"/>
                  <a:gd name="T2" fmla="*/ 0 w 226695"/>
                  <a:gd name="T3" fmla="*/ 197759 h 262254"/>
                  <a:gd name="T4" fmla="*/ 30590 w 226695"/>
                  <a:gd name="T5" fmla="*/ 326123 h 262254"/>
                  <a:gd name="T6" fmla="*/ 17874 w 226695"/>
                  <a:gd name="T7" fmla="*/ 0 h 26225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26695" h="262254">
                    <a:moveTo>
                      <a:pt x="132153" y="0"/>
                    </a:moveTo>
                    <a:lnTo>
                      <a:pt x="0" y="158895"/>
                    </a:lnTo>
                    <a:lnTo>
                      <a:pt x="226160" y="262033"/>
                    </a:lnTo>
                    <a:lnTo>
                      <a:pt x="132153" y="0"/>
                    </a:lnTo>
                    <a:close/>
                  </a:path>
                </a:pathLst>
              </a:custGeom>
              <a:solidFill>
                <a:srgbClr val="4ABA92"/>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3" name="object 6"/>
              <p:cNvSpPr/>
              <p:nvPr/>
            </p:nvSpPr>
            <p:spPr bwMode="auto">
              <a:xfrm>
                <a:off x="8090831" y="3419382"/>
                <a:ext cx="363912" cy="276999"/>
              </a:xfrm>
              <a:custGeom>
                <a:avLst/>
                <a:gdLst>
                  <a:gd name="T0" fmla="*/ 50573 w 600075"/>
                  <a:gd name="T1" fmla="*/ 0 h 479425"/>
                  <a:gd name="T2" fmla="*/ 0 w 600075"/>
                  <a:gd name="T3" fmla="*/ 50100 h 479425"/>
                  <a:gd name="T4" fmla="*/ 60332 w 600075"/>
                  <a:gd name="T5" fmla="*/ 53398 h 479425"/>
                  <a:gd name="T6" fmla="*/ 81164 w 600075"/>
                  <a:gd name="T7" fmla="*/ 11494 h 479425"/>
                  <a:gd name="T8" fmla="*/ 50573 w 600075"/>
                  <a:gd name="T9" fmla="*/ 0 h 4794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00075" h="479425">
                    <a:moveTo>
                      <a:pt x="373904" y="0"/>
                    </a:moveTo>
                    <a:lnTo>
                      <a:pt x="0" y="449588"/>
                    </a:lnTo>
                    <a:lnTo>
                      <a:pt x="446049" y="479179"/>
                    </a:lnTo>
                    <a:lnTo>
                      <a:pt x="600065" y="103138"/>
                    </a:lnTo>
                    <a:lnTo>
                      <a:pt x="373904" y="0"/>
                    </a:lnTo>
                    <a:close/>
                  </a:path>
                </a:pathLst>
              </a:custGeom>
              <a:solidFill>
                <a:srgbClr val="F94C07"/>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4" name="object 7"/>
              <p:cNvSpPr/>
              <p:nvPr/>
            </p:nvSpPr>
            <p:spPr bwMode="auto">
              <a:xfrm>
                <a:off x="8161226" y="3175050"/>
                <a:ext cx="384707" cy="276999"/>
              </a:xfrm>
              <a:custGeom>
                <a:avLst/>
                <a:gdLst>
                  <a:gd name="T0" fmla="*/ 0 w 634365"/>
                  <a:gd name="T1" fmla="*/ 0 h 229235"/>
                  <a:gd name="T2" fmla="*/ 67888 w 634365"/>
                  <a:gd name="T3" fmla="*/ 488025 h 229235"/>
                  <a:gd name="T4" fmla="*/ 85762 w 634365"/>
                  <a:gd name="T5" fmla="*/ 149257 h 229235"/>
                  <a:gd name="T6" fmla="*/ 0 w 634365"/>
                  <a:gd name="T7" fmla="*/ 0 h 22923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34365" h="229235">
                    <a:moveTo>
                      <a:pt x="0" y="0"/>
                    </a:moveTo>
                    <a:lnTo>
                      <a:pt x="501911" y="228904"/>
                    </a:lnTo>
                    <a:lnTo>
                      <a:pt x="634064" y="70008"/>
                    </a:lnTo>
                    <a:lnTo>
                      <a:pt x="0" y="0"/>
                    </a:lnTo>
                    <a:close/>
                  </a:path>
                </a:pathLst>
              </a:custGeom>
              <a:solidFill>
                <a:srgbClr val="1F4E79"/>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5" name="object 8"/>
              <p:cNvSpPr/>
              <p:nvPr/>
            </p:nvSpPr>
            <p:spPr bwMode="auto">
              <a:xfrm>
                <a:off x="7945652" y="3216890"/>
                <a:ext cx="145179" cy="193317"/>
              </a:xfrm>
              <a:custGeom>
                <a:avLst/>
                <a:gdLst>
                  <a:gd name="T0" fmla="*/ 19983 w 200025"/>
                  <a:gd name="T1" fmla="*/ 0 h 678814"/>
                  <a:gd name="T2" fmla="*/ 0 w 200025"/>
                  <a:gd name="T3" fmla="*/ 2184 h 678814"/>
                  <a:gd name="T4" fmla="*/ 55509 w 200025"/>
                  <a:gd name="T5" fmla="*/ 4463 h 678814"/>
                  <a:gd name="T6" fmla="*/ 19983 w 200025"/>
                  <a:gd name="T7" fmla="*/ 0 h 6788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0025" h="678814">
                    <a:moveTo>
                      <a:pt x="72008" y="0"/>
                    </a:moveTo>
                    <a:lnTo>
                      <a:pt x="0" y="332031"/>
                    </a:lnTo>
                    <a:lnTo>
                      <a:pt x="200025" y="678481"/>
                    </a:lnTo>
                    <a:lnTo>
                      <a:pt x="72008" y="0"/>
                    </a:lnTo>
                    <a:close/>
                  </a:path>
                </a:pathLst>
              </a:custGeom>
              <a:solidFill>
                <a:srgbClr val="00B050"/>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6" name="object 9"/>
              <p:cNvSpPr/>
              <p:nvPr/>
            </p:nvSpPr>
            <p:spPr bwMode="auto">
              <a:xfrm>
                <a:off x="7938529" y="3379992"/>
                <a:ext cx="304607" cy="276999"/>
              </a:xfrm>
              <a:custGeom>
                <a:avLst/>
                <a:gdLst>
                  <a:gd name="T0" fmla="*/ 0 w 502284"/>
                  <a:gd name="T1" fmla="*/ 0 h 678814"/>
                  <a:gd name="T2" fmla="*/ 17315 w 502284"/>
                  <a:gd name="T3" fmla="*/ 18813 h 678814"/>
                  <a:gd name="T4" fmla="*/ 67889 w 502284"/>
                  <a:gd name="T5" fmla="*/ 6347 h 678814"/>
                  <a:gd name="T6" fmla="*/ 0 w 502284"/>
                  <a:gd name="T7" fmla="*/ 0 h 6788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02284" h="678814">
                    <a:moveTo>
                      <a:pt x="0" y="0"/>
                    </a:moveTo>
                    <a:lnTo>
                      <a:pt x="128017" y="678492"/>
                    </a:lnTo>
                    <a:lnTo>
                      <a:pt x="501921" y="228904"/>
                    </a:lnTo>
                    <a:lnTo>
                      <a:pt x="0" y="0"/>
                    </a:lnTo>
                    <a:close/>
                  </a:path>
                </a:pathLst>
              </a:custGeom>
              <a:solidFill>
                <a:srgbClr val="ED7D31"/>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grpSp>
        <p:sp>
          <p:nvSpPr>
            <p:cNvPr id="147" name="矩形 23"/>
            <p:cNvSpPr>
              <a:spLocks noChangeArrowheads="1"/>
            </p:cNvSpPr>
            <p:nvPr/>
          </p:nvSpPr>
          <p:spPr bwMode="auto">
            <a:xfrm>
              <a:off x="12758941" y="6563170"/>
              <a:ext cx="2303462" cy="50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2F6583"/>
                  </a:solidFill>
                  <a:bevel/>
                </a14:hiddenLine>
              </a:ext>
            </a:extLst>
          </p:spPr>
          <p:txBody>
            <a:bodyPr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SimSun"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SimSun"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SimSun"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9pPr>
            </a:lstStyle>
            <a:p>
              <a:pPr algn="ctr">
                <a:lnSpc>
                  <a:spcPct val="100000"/>
                </a:lnSpc>
                <a:spcBef>
                  <a:spcPct val="0"/>
                </a:spcBef>
                <a:buFont typeface="Arial" panose="020B0604020202020204" pitchFamily="34" charset="0"/>
                <a:buNone/>
              </a:pPr>
              <a:r>
                <a:rPr lang="vi-VN" altLang="zh-CN" sz="2500" dirty="0">
                  <a:solidFill>
                    <a:schemeClr val="bg1"/>
                  </a:solidFill>
                  <a:latin typeface="Impact" panose="020B0806030902050204" pitchFamily="34" charset="0"/>
                  <a:ea typeface="Microsoft YaHei" panose="020B0503020204020204" pitchFamily="34" charset="-122"/>
                  <a:sym typeface="Impact" panose="020B0806030902050204" pitchFamily="34" charset="0"/>
                </a:rPr>
                <a:t>Nhóm </a:t>
              </a:r>
              <a:r>
                <a:rPr lang="vi-VN" altLang="zh-CN" sz="2500" dirty="0">
                  <a:solidFill>
                    <a:schemeClr val="bg1"/>
                  </a:solidFill>
                  <a:latin typeface="Impact" panose="020B0806030902050204" pitchFamily="34" charset="0"/>
                  <a:ea typeface="Microsoft YaHei" panose="020B0503020204020204" pitchFamily="34" charset="-122"/>
                  <a:sym typeface="Impact" panose="020B0806030902050204" pitchFamily="34" charset="0"/>
                </a:rPr>
                <a:t>6</a:t>
              </a:r>
              <a:endParaRPr lang="vi-VN" altLang="zh-CN" sz="2500" dirty="0">
                <a:solidFill>
                  <a:schemeClr val="bg1"/>
                </a:solidFill>
                <a:latin typeface="Impact" panose="020B0806030902050204" pitchFamily="34" charset="0"/>
                <a:ea typeface="Microsoft YaHei" panose="020B0503020204020204" pitchFamily="34" charset="-122"/>
                <a:sym typeface="Impact" panose="020B0806030902050204" pitchFamily="34" charset="0"/>
              </a:endParaRPr>
            </a:p>
          </p:txBody>
        </p:sp>
      </p:grpSp>
      <p:sp>
        <p:nvSpPr>
          <p:cNvPr id="5" name="Rounded Rectangle 4"/>
          <p:cNvSpPr/>
          <p:nvPr/>
        </p:nvSpPr>
        <p:spPr>
          <a:xfrm>
            <a:off x="304800" y="638810"/>
            <a:ext cx="8768080" cy="802005"/>
          </a:xfrm>
          <a:prstGeom prst="roundRect">
            <a:avLst/>
          </a:prstGeom>
          <a:solidFill>
            <a:srgbClr val="F02424"/>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6" name="object 3"/>
          <p:cNvSpPr txBox="1">
            <a:spLocks noChangeArrowheads="1"/>
          </p:cNvSpPr>
          <p:nvPr/>
        </p:nvSpPr>
        <p:spPr bwMode="auto">
          <a:xfrm>
            <a:off x="1071880" y="730250"/>
            <a:ext cx="7847965" cy="615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marL="6350">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SimSun"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SimSun"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SimSun"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9pPr>
          </a:lstStyle>
          <a:p>
            <a:pPr algn="ctr">
              <a:lnSpc>
                <a:spcPct val="100000"/>
              </a:lnSpc>
              <a:spcBef>
                <a:spcPct val="0"/>
              </a:spcBef>
              <a:buFont typeface="Arial" panose="020B0604020202020204" pitchFamily="34" charset="0"/>
              <a:buNone/>
            </a:pPr>
            <a:r>
              <a:rPr lang="vi-VN" altLang="zh-CN" sz="4000" dirty="0" smtClean="0">
                <a:solidFill>
                  <a:srgbClr val="FFFFFF"/>
                </a:solidFill>
                <a:latin typeface="Microsoft YaHei" panose="020B0503020204020204" pitchFamily="34" charset="-122"/>
                <a:ea typeface="Microsoft YaHei" panose="020B0503020204020204" pitchFamily="34" charset="-122"/>
              </a:rPr>
              <a:t>Caesar Cipher</a:t>
            </a:r>
            <a:endParaRPr lang="vi-VN" altLang="zh-CN" sz="4000" dirty="0" smtClean="0">
              <a:solidFill>
                <a:srgbClr val="FFFFFF"/>
              </a:solidFill>
              <a:latin typeface="Microsoft YaHei" panose="020B0503020204020204" pitchFamily="34" charset="-122"/>
              <a:ea typeface="Microsoft YaHei" panose="020B0503020204020204" pitchFamily="34" charset="-122"/>
            </a:endParaRPr>
          </a:p>
        </p:txBody>
      </p:sp>
      <p:sp>
        <p:nvSpPr>
          <p:cNvPr id="2" name="文本框 162"/>
          <p:cNvSpPr txBox="1"/>
          <p:nvPr/>
        </p:nvSpPr>
        <p:spPr>
          <a:xfrm>
            <a:off x="311150" y="1720850"/>
            <a:ext cx="17559020" cy="7937500"/>
          </a:xfrm>
          <a:prstGeom prst="rect">
            <a:avLst/>
          </a:prstGeom>
          <a:noFill/>
        </p:spPr>
        <p:txBody>
          <a:bodyPr wrap="square" rtlCol="0">
            <a:noAutofit/>
          </a:bodyPr>
          <a:p>
            <a:pPr lvl="0" indent="457200" algn="l">
              <a:lnSpc>
                <a:spcPct val="150000"/>
              </a:lnSpc>
              <a:spcBef>
                <a:spcPts val="600"/>
              </a:spcBef>
              <a:buFont typeface="Wingdings" panose="05000000000000000000" charset="0"/>
              <a:buNone/>
            </a:pPr>
            <a:r>
              <a:rPr lang="en-US" altLang="vi-VN" sz="2600">
                <a:solidFill>
                  <a:schemeClr val="bg1"/>
                </a:solidFill>
                <a:latin typeface="Microsoft YaHei" panose="020B0503020204020204" pitchFamily="34" charset="-122"/>
                <a:ea typeface="Microsoft YaHei" panose="020B0503020204020204" pitchFamily="34" charset="-122"/>
                <a:sym typeface="+mn-ea"/>
              </a:rPr>
              <a:t>Khái niệm về </a:t>
            </a:r>
            <a:r>
              <a:rPr lang="vi-VN" altLang="en-US" sz="2600">
                <a:solidFill>
                  <a:schemeClr val="bg1"/>
                </a:solidFill>
                <a:latin typeface="Microsoft YaHei" panose="020B0503020204020204" pitchFamily="34" charset="-122"/>
                <a:ea typeface="Microsoft YaHei" panose="020B0503020204020204" pitchFamily="34" charset="-122"/>
                <a:sym typeface="+mn-ea"/>
              </a:rPr>
              <a:t>Caesar Cipher, còn được gọi là Caesar Shift, là một phương pháp mã hóa cổ điển, trong đó mỗi ký tự trong văn bản gốc được thay thế bằng một ký tự khác trong bảng chữ cái theo một khoảng cách cố định.</a:t>
            </a:r>
            <a:endParaRPr lang="vi-VN" altLang="en-US" sz="2600">
              <a:solidFill>
                <a:schemeClr val="bg1"/>
              </a:solidFill>
              <a:latin typeface="Microsoft YaHei" panose="020B0503020204020204" pitchFamily="34" charset="-122"/>
              <a:ea typeface="Microsoft YaHei" panose="020B0503020204020204" pitchFamily="34" charset="-122"/>
              <a:sym typeface="+mn-ea"/>
            </a:endParaRPr>
          </a:p>
        </p:txBody>
      </p:sp>
      <p:grpSp>
        <p:nvGrpSpPr>
          <p:cNvPr id="862" name="组合 1638"/>
          <p:cNvGrpSpPr/>
          <p:nvPr/>
        </p:nvGrpSpPr>
        <p:grpSpPr bwMode="auto">
          <a:xfrm>
            <a:off x="683895" y="768350"/>
            <a:ext cx="681355" cy="541655"/>
            <a:chOff x="0" y="0"/>
            <a:chExt cx="709986" cy="558307"/>
          </a:xfrm>
          <a:solidFill>
            <a:schemeClr val="bg1"/>
          </a:solidFill>
        </p:grpSpPr>
        <p:sp>
          <p:nvSpPr>
            <p:cNvPr id="863" name="Freeform 542"/>
            <p:cNvSpPr>
              <a:spLocks noChangeArrowheads="1"/>
            </p:cNvSpPr>
            <p:nvPr/>
          </p:nvSpPr>
          <p:spPr bwMode="auto">
            <a:xfrm>
              <a:off x="0" y="0"/>
              <a:ext cx="311564" cy="310171"/>
            </a:xfrm>
            <a:custGeom>
              <a:avLst/>
              <a:gdLst>
                <a:gd name="T0" fmla="*/ 2147483647 w 163"/>
                <a:gd name="T1" fmla="*/ 2147483647 h 163"/>
                <a:gd name="T2" fmla="*/ 2147483647 w 163"/>
                <a:gd name="T3" fmla="*/ 2147483647 h 163"/>
                <a:gd name="T4" fmla="*/ 2147483647 w 163"/>
                <a:gd name="T5" fmla="*/ 2147483647 h 163"/>
                <a:gd name="T6" fmla="*/ 2147483647 w 163"/>
                <a:gd name="T7" fmla="*/ 2147483647 h 163"/>
                <a:gd name="T8" fmla="*/ 2147483647 w 163"/>
                <a:gd name="T9" fmla="*/ 2147483647 h 163"/>
                <a:gd name="T10" fmla="*/ 2147483647 w 163"/>
                <a:gd name="T11" fmla="*/ 2147483647 h 163"/>
                <a:gd name="T12" fmla="*/ 2147483647 w 163"/>
                <a:gd name="T13" fmla="*/ 2147483647 h 163"/>
                <a:gd name="T14" fmla="*/ 2147483647 w 163"/>
                <a:gd name="T15" fmla="*/ 2147483647 h 163"/>
                <a:gd name="T16" fmla="*/ 2147483647 w 163"/>
                <a:gd name="T17" fmla="*/ 2147483647 h 163"/>
                <a:gd name="T18" fmla="*/ 2147483647 w 163"/>
                <a:gd name="T19" fmla="*/ 2147483647 h 16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63"/>
                <a:gd name="T31" fmla="*/ 0 h 163"/>
                <a:gd name="T32" fmla="*/ 163 w 163"/>
                <a:gd name="T33" fmla="*/ 163 h 16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63" h="163">
                  <a:moveTo>
                    <a:pt x="48" y="14"/>
                  </a:moveTo>
                  <a:cubicBezTo>
                    <a:pt x="92" y="58"/>
                    <a:pt x="92" y="58"/>
                    <a:pt x="92" y="58"/>
                  </a:cubicBezTo>
                  <a:cubicBezTo>
                    <a:pt x="97" y="63"/>
                    <a:pt x="97" y="72"/>
                    <a:pt x="92" y="77"/>
                  </a:cubicBezTo>
                  <a:cubicBezTo>
                    <a:pt x="77" y="91"/>
                    <a:pt x="77" y="91"/>
                    <a:pt x="77" y="91"/>
                  </a:cubicBezTo>
                  <a:cubicBezTo>
                    <a:pt x="72" y="96"/>
                    <a:pt x="64" y="96"/>
                    <a:pt x="58" y="91"/>
                  </a:cubicBezTo>
                  <a:cubicBezTo>
                    <a:pt x="14" y="47"/>
                    <a:pt x="14" y="47"/>
                    <a:pt x="14" y="47"/>
                  </a:cubicBezTo>
                  <a:cubicBezTo>
                    <a:pt x="0" y="75"/>
                    <a:pt x="5" y="110"/>
                    <a:pt x="28" y="134"/>
                  </a:cubicBezTo>
                  <a:cubicBezTo>
                    <a:pt x="58" y="163"/>
                    <a:pt x="105" y="163"/>
                    <a:pt x="134" y="134"/>
                  </a:cubicBezTo>
                  <a:cubicBezTo>
                    <a:pt x="163" y="104"/>
                    <a:pt x="163" y="57"/>
                    <a:pt x="134" y="28"/>
                  </a:cubicBezTo>
                  <a:cubicBezTo>
                    <a:pt x="111" y="5"/>
                    <a:pt x="76" y="0"/>
                    <a:pt x="48" y="14"/>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864" name="Freeform 543"/>
            <p:cNvSpPr>
              <a:spLocks noEditPoints="1" noChangeArrowheads="1"/>
            </p:cNvSpPr>
            <p:nvPr/>
          </p:nvSpPr>
          <p:spPr bwMode="auto">
            <a:xfrm>
              <a:off x="198268" y="195501"/>
              <a:ext cx="362546" cy="362806"/>
            </a:xfrm>
            <a:custGeom>
              <a:avLst/>
              <a:gdLst>
                <a:gd name="T0" fmla="*/ 2147483647 w 190"/>
                <a:gd name="T1" fmla="*/ 2147483647 h 190"/>
                <a:gd name="T2" fmla="*/ 0 w 190"/>
                <a:gd name="T3" fmla="*/ 2147483647 h 190"/>
                <a:gd name="T4" fmla="*/ 2147483647 w 190"/>
                <a:gd name="T5" fmla="*/ 2147483647 h 190"/>
                <a:gd name="T6" fmla="*/ 2147483647 w 190"/>
                <a:gd name="T7" fmla="*/ 2147483647 h 190"/>
                <a:gd name="T8" fmla="*/ 2147483647 w 190"/>
                <a:gd name="T9" fmla="*/ 2147483647 h 190"/>
                <a:gd name="T10" fmla="*/ 2147483647 w 190"/>
                <a:gd name="T11" fmla="*/ 2147483647 h 190"/>
                <a:gd name="T12" fmla="*/ 2147483647 w 190"/>
                <a:gd name="T13" fmla="*/ 0 h 190"/>
                <a:gd name="T14" fmla="*/ 2147483647 w 190"/>
                <a:gd name="T15" fmla="*/ 2147483647 h 190"/>
                <a:gd name="T16" fmla="*/ 2147483647 w 190"/>
                <a:gd name="T17" fmla="*/ 2147483647 h 190"/>
                <a:gd name="T18" fmla="*/ 2147483647 w 190"/>
                <a:gd name="T19" fmla="*/ 2147483647 h 190"/>
                <a:gd name="T20" fmla="*/ 2147483647 w 190"/>
                <a:gd name="T21" fmla="*/ 2147483647 h 190"/>
                <a:gd name="T22" fmla="*/ 2147483647 w 190"/>
                <a:gd name="T23" fmla="*/ 2147483647 h 190"/>
                <a:gd name="T24" fmla="*/ 2147483647 w 190"/>
                <a:gd name="T25" fmla="*/ 2147483647 h 19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90"/>
                <a:gd name="T40" fmla="*/ 0 h 190"/>
                <a:gd name="T41" fmla="*/ 190 w 190"/>
                <a:gd name="T42" fmla="*/ 190 h 19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90" h="190">
                  <a:moveTo>
                    <a:pt x="30" y="31"/>
                  </a:moveTo>
                  <a:cubicBezTo>
                    <a:pt x="21" y="39"/>
                    <a:pt x="11" y="46"/>
                    <a:pt x="0" y="49"/>
                  </a:cubicBezTo>
                  <a:cubicBezTo>
                    <a:pt x="138" y="188"/>
                    <a:pt x="138" y="188"/>
                    <a:pt x="138" y="188"/>
                  </a:cubicBezTo>
                  <a:cubicBezTo>
                    <a:pt x="141" y="190"/>
                    <a:pt x="145" y="190"/>
                    <a:pt x="148" y="188"/>
                  </a:cubicBezTo>
                  <a:cubicBezTo>
                    <a:pt x="187" y="148"/>
                    <a:pt x="187" y="148"/>
                    <a:pt x="187" y="148"/>
                  </a:cubicBezTo>
                  <a:cubicBezTo>
                    <a:pt x="190" y="146"/>
                    <a:pt x="190" y="141"/>
                    <a:pt x="187" y="139"/>
                  </a:cubicBezTo>
                  <a:cubicBezTo>
                    <a:pt x="48" y="0"/>
                    <a:pt x="48" y="0"/>
                    <a:pt x="48" y="0"/>
                  </a:cubicBezTo>
                  <a:cubicBezTo>
                    <a:pt x="45" y="11"/>
                    <a:pt x="39" y="22"/>
                    <a:pt x="30" y="31"/>
                  </a:cubicBezTo>
                  <a:close/>
                  <a:moveTo>
                    <a:pt x="156" y="157"/>
                  </a:moveTo>
                  <a:cubicBezTo>
                    <a:pt x="153" y="160"/>
                    <a:pt x="147" y="160"/>
                    <a:pt x="143" y="157"/>
                  </a:cubicBezTo>
                  <a:cubicBezTo>
                    <a:pt x="139" y="153"/>
                    <a:pt x="139" y="147"/>
                    <a:pt x="143" y="143"/>
                  </a:cubicBezTo>
                  <a:cubicBezTo>
                    <a:pt x="147" y="140"/>
                    <a:pt x="153" y="140"/>
                    <a:pt x="156" y="143"/>
                  </a:cubicBezTo>
                  <a:cubicBezTo>
                    <a:pt x="160" y="147"/>
                    <a:pt x="160" y="153"/>
                    <a:pt x="156" y="157"/>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865" name="Freeform 544"/>
            <p:cNvSpPr>
              <a:spLocks noEditPoints="1" noChangeArrowheads="1"/>
            </p:cNvSpPr>
            <p:nvPr/>
          </p:nvSpPr>
          <p:spPr bwMode="auto">
            <a:xfrm>
              <a:off x="219038" y="216180"/>
              <a:ext cx="330446" cy="332727"/>
            </a:xfrm>
            <a:custGeom>
              <a:avLst/>
              <a:gdLst>
                <a:gd name="T0" fmla="*/ 2147483647 w 173"/>
                <a:gd name="T1" fmla="*/ 2147483647 h 174"/>
                <a:gd name="T2" fmla="*/ 2147483647 w 173"/>
                <a:gd name="T3" fmla="*/ 2147483647 h 174"/>
                <a:gd name="T4" fmla="*/ 2147483647 w 173"/>
                <a:gd name="T5" fmla="*/ 0 h 174"/>
                <a:gd name="T6" fmla="*/ 2147483647 w 173"/>
                <a:gd name="T7" fmla="*/ 2147483647 h 174"/>
                <a:gd name="T8" fmla="*/ 0 w 173"/>
                <a:gd name="T9" fmla="*/ 2147483647 h 174"/>
                <a:gd name="T10" fmla="*/ 2147483647 w 173"/>
                <a:gd name="T11" fmla="*/ 2147483647 h 174"/>
                <a:gd name="T12" fmla="*/ 2147483647 w 173"/>
                <a:gd name="T13" fmla="*/ 2147483647 h 174"/>
                <a:gd name="T14" fmla="*/ 2147483647 w 173"/>
                <a:gd name="T15" fmla="*/ 2147483647 h 174"/>
                <a:gd name="T16" fmla="*/ 2147483647 w 173"/>
                <a:gd name="T17" fmla="*/ 2147483647 h 174"/>
                <a:gd name="T18" fmla="*/ 2147483647 w 173"/>
                <a:gd name="T19" fmla="*/ 2147483647 h 174"/>
                <a:gd name="T20" fmla="*/ 2147483647 w 173"/>
                <a:gd name="T21" fmla="*/ 2147483647 h 17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73"/>
                <a:gd name="T34" fmla="*/ 0 h 174"/>
                <a:gd name="T35" fmla="*/ 173 w 173"/>
                <a:gd name="T36" fmla="*/ 174 h 17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73" h="174">
                  <a:moveTo>
                    <a:pt x="140" y="174"/>
                  </a:moveTo>
                  <a:cubicBezTo>
                    <a:pt x="173" y="140"/>
                    <a:pt x="173" y="140"/>
                    <a:pt x="173" y="140"/>
                  </a:cubicBezTo>
                  <a:cubicBezTo>
                    <a:pt x="33" y="0"/>
                    <a:pt x="33" y="0"/>
                    <a:pt x="33" y="0"/>
                  </a:cubicBezTo>
                  <a:cubicBezTo>
                    <a:pt x="29" y="7"/>
                    <a:pt x="25" y="14"/>
                    <a:pt x="19" y="20"/>
                  </a:cubicBezTo>
                  <a:cubicBezTo>
                    <a:pt x="13" y="25"/>
                    <a:pt x="7" y="30"/>
                    <a:pt x="0" y="33"/>
                  </a:cubicBezTo>
                  <a:lnTo>
                    <a:pt x="140" y="174"/>
                  </a:lnTo>
                  <a:close/>
                  <a:moveTo>
                    <a:pt x="132" y="132"/>
                  </a:moveTo>
                  <a:cubicBezTo>
                    <a:pt x="136" y="129"/>
                    <a:pt x="142" y="129"/>
                    <a:pt x="145" y="132"/>
                  </a:cubicBezTo>
                  <a:cubicBezTo>
                    <a:pt x="149" y="136"/>
                    <a:pt x="149" y="142"/>
                    <a:pt x="145" y="146"/>
                  </a:cubicBezTo>
                  <a:cubicBezTo>
                    <a:pt x="142" y="149"/>
                    <a:pt x="136" y="149"/>
                    <a:pt x="132" y="146"/>
                  </a:cubicBezTo>
                  <a:cubicBezTo>
                    <a:pt x="128" y="142"/>
                    <a:pt x="128" y="136"/>
                    <a:pt x="132" y="132"/>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866" name="Freeform 545"/>
            <p:cNvSpPr>
              <a:spLocks noEditPoints="1" noChangeArrowheads="1"/>
            </p:cNvSpPr>
            <p:nvPr/>
          </p:nvSpPr>
          <p:spPr bwMode="auto">
            <a:xfrm>
              <a:off x="254916" y="251896"/>
              <a:ext cx="200156" cy="203021"/>
            </a:xfrm>
            <a:custGeom>
              <a:avLst/>
              <a:gdLst>
                <a:gd name="T0" fmla="*/ 2147483647 w 250"/>
                <a:gd name="T1" fmla="*/ 0 h 253"/>
                <a:gd name="T2" fmla="*/ 2147483647 w 250"/>
                <a:gd name="T3" fmla="*/ 2147483647 h 253"/>
                <a:gd name="T4" fmla="*/ 2147483647 w 250"/>
                <a:gd name="T5" fmla="*/ 2147483647 h 253"/>
                <a:gd name="T6" fmla="*/ 2147483647 w 250"/>
                <a:gd name="T7" fmla="*/ 2147483647 h 253"/>
                <a:gd name="T8" fmla="*/ 2147483647 w 250"/>
                <a:gd name="T9" fmla="*/ 0 h 253"/>
                <a:gd name="T10" fmla="*/ 0 w 250"/>
                <a:gd name="T11" fmla="*/ 2147483647 h 253"/>
                <a:gd name="T12" fmla="*/ 2147483647 w 250"/>
                <a:gd name="T13" fmla="*/ 2147483647 h 253"/>
                <a:gd name="T14" fmla="*/ 2147483647 w 250"/>
                <a:gd name="T15" fmla="*/ 2147483647 h 253"/>
                <a:gd name="T16" fmla="*/ 2147483647 w 250"/>
                <a:gd name="T17" fmla="*/ 2147483647 h 253"/>
                <a:gd name="T18" fmla="*/ 0 w 250"/>
                <a:gd name="T19" fmla="*/ 2147483647 h 25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50"/>
                <a:gd name="T31" fmla="*/ 0 h 253"/>
                <a:gd name="T32" fmla="*/ 250 w 250"/>
                <a:gd name="T33" fmla="*/ 253 h 25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50" h="253">
                  <a:moveTo>
                    <a:pt x="115" y="0"/>
                  </a:moveTo>
                  <a:lnTo>
                    <a:pt x="96" y="19"/>
                  </a:lnTo>
                  <a:lnTo>
                    <a:pt x="234" y="156"/>
                  </a:lnTo>
                  <a:lnTo>
                    <a:pt x="250" y="137"/>
                  </a:lnTo>
                  <a:lnTo>
                    <a:pt x="115" y="0"/>
                  </a:lnTo>
                  <a:close/>
                  <a:moveTo>
                    <a:pt x="0" y="116"/>
                  </a:moveTo>
                  <a:lnTo>
                    <a:pt x="134" y="253"/>
                  </a:lnTo>
                  <a:lnTo>
                    <a:pt x="153" y="234"/>
                  </a:lnTo>
                  <a:lnTo>
                    <a:pt x="18" y="97"/>
                  </a:lnTo>
                  <a:lnTo>
                    <a:pt x="0" y="116"/>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867" name="Freeform 546"/>
            <p:cNvSpPr>
              <a:spLocks noChangeArrowheads="1"/>
            </p:cNvSpPr>
            <p:nvPr/>
          </p:nvSpPr>
          <p:spPr bwMode="auto">
            <a:xfrm>
              <a:off x="268133" y="266934"/>
              <a:ext cx="175609" cy="172943"/>
            </a:xfrm>
            <a:custGeom>
              <a:avLst/>
              <a:gdLst>
                <a:gd name="T0" fmla="*/ 0 w 216"/>
                <a:gd name="T1" fmla="*/ 2147483647 h 215"/>
                <a:gd name="T2" fmla="*/ 2147483647 w 216"/>
                <a:gd name="T3" fmla="*/ 2147483647 h 215"/>
                <a:gd name="T4" fmla="*/ 2147483647 w 216"/>
                <a:gd name="T5" fmla="*/ 2147483647 h 215"/>
                <a:gd name="T6" fmla="*/ 2147483647 w 216"/>
                <a:gd name="T7" fmla="*/ 0 h 215"/>
                <a:gd name="T8" fmla="*/ 0 w 216"/>
                <a:gd name="T9" fmla="*/ 2147483647 h 215"/>
                <a:gd name="T10" fmla="*/ 0 60000 65536"/>
                <a:gd name="T11" fmla="*/ 0 60000 65536"/>
                <a:gd name="T12" fmla="*/ 0 60000 65536"/>
                <a:gd name="T13" fmla="*/ 0 60000 65536"/>
                <a:gd name="T14" fmla="*/ 0 60000 65536"/>
                <a:gd name="T15" fmla="*/ 0 w 216"/>
                <a:gd name="T16" fmla="*/ 0 h 215"/>
                <a:gd name="T17" fmla="*/ 216 w 216"/>
                <a:gd name="T18" fmla="*/ 215 h 215"/>
              </a:gdLst>
              <a:ahLst/>
              <a:cxnLst>
                <a:cxn ang="T10">
                  <a:pos x="T0" y="T1"/>
                </a:cxn>
                <a:cxn ang="T11">
                  <a:pos x="T2" y="T3"/>
                </a:cxn>
                <a:cxn ang="T12">
                  <a:pos x="T4" y="T5"/>
                </a:cxn>
                <a:cxn ang="T13">
                  <a:pos x="T6" y="T7"/>
                </a:cxn>
                <a:cxn ang="T14">
                  <a:pos x="T8" y="T9"/>
                </a:cxn>
              </a:cxnLst>
              <a:rect l="T15" t="T16" r="T17" b="T18"/>
              <a:pathLst>
                <a:path w="216" h="215">
                  <a:moveTo>
                    <a:pt x="0" y="78"/>
                  </a:moveTo>
                  <a:lnTo>
                    <a:pt x="135" y="215"/>
                  </a:lnTo>
                  <a:lnTo>
                    <a:pt x="216" y="137"/>
                  </a:lnTo>
                  <a:lnTo>
                    <a:pt x="78" y="0"/>
                  </a:lnTo>
                  <a:lnTo>
                    <a:pt x="0" y="78"/>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868" name="Freeform 547"/>
            <p:cNvSpPr>
              <a:spLocks noChangeArrowheads="1"/>
            </p:cNvSpPr>
            <p:nvPr/>
          </p:nvSpPr>
          <p:spPr bwMode="auto">
            <a:xfrm>
              <a:off x="398424" y="0"/>
              <a:ext cx="311562" cy="310171"/>
            </a:xfrm>
            <a:custGeom>
              <a:avLst/>
              <a:gdLst>
                <a:gd name="T0" fmla="*/ 2147483647 w 163"/>
                <a:gd name="T1" fmla="*/ 2147483647 h 163"/>
                <a:gd name="T2" fmla="*/ 2147483647 w 163"/>
                <a:gd name="T3" fmla="*/ 2147483647 h 163"/>
                <a:gd name="T4" fmla="*/ 2147483647 w 163"/>
                <a:gd name="T5" fmla="*/ 2147483647 h 163"/>
                <a:gd name="T6" fmla="*/ 2147483647 w 163"/>
                <a:gd name="T7" fmla="*/ 2147483647 h 163"/>
                <a:gd name="T8" fmla="*/ 2147483647 w 163"/>
                <a:gd name="T9" fmla="*/ 2147483647 h 163"/>
                <a:gd name="T10" fmla="*/ 2147483647 w 163"/>
                <a:gd name="T11" fmla="*/ 2147483647 h 163"/>
                <a:gd name="T12" fmla="*/ 2147483647 w 163"/>
                <a:gd name="T13" fmla="*/ 2147483647 h 163"/>
                <a:gd name="T14" fmla="*/ 2147483647 w 163"/>
                <a:gd name="T15" fmla="*/ 2147483647 h 163"/>
                <a:gd name="T16" fmla="*/ 2147483647 w 163"/>
                <a:gd name="T17" fmla="*/ 2147483647 h 163"/>
                <a:gd name="T18" fmla="*/ 2147483647 w 163"/>
                <a:gd name="T19" fmla="*/ 2147483647 h 16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63"/>
                <a:gd name="T31" fmla="*/ 0 h 163"/>
                <a:gd name="T32" fmla="*/ 163 w 163"/>
                <a:gd name="T33" fmla="*/ 163 h 16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63" h="163">
                  <a:moveTo>
                    <a:pt x="149" y="47"/>
                  </a:moveTo>
                  <a:cubicBezTo>
                    <a:pt x="105" y="91"/>
                    <a:pt x="105" y="91"/>
                    <a:pt x="105" y="91"/>
                  </a:cubicBezTo>
                  <a:cubicBezTo>
                    <a:pt x="100" y="96"/>
                    <a:pt x="91" y="96"/>
                    <a:pt x="86" y="91"/>
                  </a:cubicBezTo>
                  <a:cubicBezTo>
                    <a:pt x="72" y="77"/>
                    <a:pt x="72" y="77"/>
                    <a:pt x="72" y="77"/>
                  </a:cubicBezTo>
                  <a:cubicBezTo>
                    <a:pt x="66" y="72"/>
                    <a:pt x="66" y="63"/>
                    <a:pt x="72" y="58"/>
                  </a:cubicBezTo>
                  <a:cubicBezTo>
                    <a:pt x="115" y="14"/>
                    <a:pt x="115" y="14"/>
                    <a:pt x="115" y="14"/>
                  </a:cubicBezTo>
                  <a:cubicBezTo>
                    <a:pt x="87" y="0"/>
                    <a:pt x="52" y="5"/>
                    <a:pt x="29" y="28"/>
                  </a:cubicBezTo>
                  <a:cubicBezTo>
                    <a:pt x="0" y="57"/>
                    <a:pt x="0" y="104"/>
                    <a:pt x="29" y="134"/>
                  </a:cubicBezTo>
                  <a:cubicBezTo>
                    <a:pt x="58" y="163"/>
                    <a:pt x="106" y="163"/>
                    <a:pt x="135" y="134"/>
                  </a:cubicBezTo>
                  <a:cubicBezTo>
                    <a:pt x="158" y="110"/>
                    <a:pt x="163" y="75"/>
                    <a:pt x="149" y="47"/>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869" name="Freeform 548"/>
            <p:cNvSpPr>
              <a:spLocks noEditPoints="1" noChangeArrowheads="1"/>
            </p:cNvSpPr>
            <p:nvPr/>
          </p:nvSpPr>
          <p:spPr bwMode="auto">
            <a:xfrm>
              <a:off x="149173" y="195501"/>
              <a:ext cx="364434" cy="362806"/>
            </a:xfrm>
            <a:custGeom>
              <a:avLst/>
              <a:gdLst>
                <a:gd name="T0" fmla="*/ 2147483647 w 191"/>
                <a:gd name="T1" fmla="*/ 2147483647 h 190"/>
                <a:gd name="T2" fmla="*/ 2147483647 w 191"/>
                <a:gd name="T3" fmla="*/ 0 h 190"/>
                <a:gd name="T4" fmla="*/ 2147483647 w 191"/>
                <a:gd name="T5" fmla="*/ 2147483647 h 190"/>
                <a:gd name="T6" fmla="*/ 2147483647 w 191"/>
                <a:gd name="T7" fmla="*/ 2147483647 h 190"/>
                <a:gd name="T8" fmla="*/ 2147483647 w 191"/>
                <a:gd name="T9" fmla="*/ 2147483647 h 190"/>
                <a:gd name="T10" fmla="*/ 2147483647 w 191"/>
                <a:gd name="T11" fmla="*/ 2147483647 h 190"/>
                <a:gd name="T12" fmla="*/ 2147483647 w 191"/>
                <a:gd name="T13" fmla="*/ 2147483647 h 190"/>
                <a:gd name="T14" fmla="*/ 2147483647 w 191"/>
                <a:gd name="T15" fmla="*/ 2147483647 h 190"/>
                <a:gd name="T16" fmla="*/ 2147483647 w 191"/>
                <a:gd name="T17" fmla="*/ 2147483647 h 190"/>
                <a:gd name="T18" fmla="*/ 2147483647 w 191"/>
                <a:gd name="T19" fmla="*/ 2147483647 h 190"/>
                <a:gd name="T20" fmla="*/ 2147483647 w 191"/>
                <a:gd name="T21" fmla="*/ 2147483647 h 190"/>
                <a:gd name="T22" fmla="*/ 2147483647 w 191"/>
                <a:gd name="T23" fmla="*/ 2147483647 h 190"/>
                <a:gd name="T24" fmla="*/ 2147483647 w 191"/>
                <a:gd name="T25" fmla="*/ 2147483647 h 19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91"/>
                <a:gd name="T40" fmla="*/ 0 h 190"/>
                <a:gd name="T41" fmla="*/ 191 w 191"/>
                <a:gd name="T42" fmla="*/ 190 h 19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91" h="190">
                  <a:moveTo>
                    <a:pt x="160" y="31"/>
                  </a:moveTo>
                  <a:cubicBezTo>
                    <a:pt x="151" y="22"/>
                    <a:pt x="145" y="11"/>
                    <a:pt x="142" y="0"/>
                  </a:cubicBezTo>
                  <a:cubicBezTo>
                    <a:pt x="3" y="139"/>
                    <a:pt x="3" y="139"/>
                    <a:pt x="3" y="139"/>
                  </a:cubicBezTo>
                  <a:cubicBezTo>
                    <a:pt x="0" y="141"/>
                    <a:pt x="0" y="146"/>
                    <a:pt x="3" y="148"/>
                  </a:cubicBezTo>
                  <a:cubicBezTo>
                    <a:pt x="42" y="188"/>
                    <a:pt x="42" y="188"/>
                    <a:pt x="42" y="188"/>
                  </a:cubicBezTo>
                  <a:cubicBezTo>
                    <a:pt x="45" y="190"/>
                    <a:pt x="49" y="190"/>
                    <a:pt x="52" y="188"/>
                  </a:cubicBezTo>
                  <a:cubicBezTo>
                    <a:pt x="191" y="49"/>
                    <a:pt x="191" y="49"/>
                    <a:pt x="191" y="49"/>
                  </a:cubicBezTo>
                  <a:cubicBezTo>
                    <a:pt x="179" y="46"/>
                    <a:pt x="169" y="39"/>
                    <a:pt x="160" y="31"/>
                  </a:cubicBezTo>
                  <a:close/>
                  <a:moveTo>
                    <a:pt x="34" y="157"/>
                  </a:moveTo>
                  <a:cubicBezTo>
                    <a:pt x="30" y="153"/>
                    <a:pt x="30" y="147"/>
                    <a:pt x="34" y="143"/>
                  </a:cubicBezTo>
                  <a:cubicBezTo>
                    <a:pt x="38" y="140"/>
                    <a:pt x="44" y="140"/>
                    <a:pt x="47" y="143"/>
                  </a:cubicBezTo>
                  <a:cubicBezTo>
                    <a:pt x="51" y="147"/>
                    <a:pt x="51" y="153"/>
                    <a:pt x="47" y="157"/>
                  </a:cubicBezTo>
                  <a:cubicBezTo>
                    <a:pt x="44" y="160"/>
                    <a:pt x="38" y="160"/>
                    <a:pt x="34" y="157"/>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870" name="Freeform 549"/>
            <p:cNvSpPr>
              <a:spLocks noEditPoints="1" noChangeArrowheads="1"/>
            </p:cNvSpPr>
            <p:nvPr/>
          </p:nvSpPr>
          <p:spPr bwMode="auto">
            <a:xfrm>
              <a:off x="160503" y="216180"/>
              <a:ext cx="332334" cy="332727"/>
            </a:xfrm>
            <a:custGeom>
              <a:avLst/>
              <a:gdLst>
                <a:gd name="T0" fmla="*/ 0 w 174"/>
                <a:gd name="T1" fmla="*/ 2147483647 h 174"/>
                <a:gd name="T2" fmla="*/ 2147483647 w 174"/>
                <a:gd name="T3" fmla="*/ 2147483647 h 174"/>
                <a:gd name="T4" fmla="*/ 2147483647 w 174"/>
                <a:gd name="T5" fmla="*/ 2147483647 h 174"/>
                <a:gd name="T6" fmla="*/ 2147483647 w 174"/>
                <a:gd name="T7" fmla="*/ 2147483647 h 174"/>
                <a:gd name="T8" fmla="*/ 2147483647 w 174"/>
                <a:gd name="T9" fmla="*/ 0 h 174"/>
                <a:gd name="T10" fmla="*/ 0 w 174"/>
                <a:gd name="T11" fmla="*/ 2147483647 h 174"/>
                <a:gd name="T12" fmla="*/ 2147483647 w 174"/>
                <a:gd name="T13" fmla="*/ 2147483647 h 174"/>
                <a:gd name="T14" fmla="*/ 2147483647 w 174"/>
                <a:gd name="T15" fmla="*/ 2147483647 h 174"/>
                <a:gd name="T16" fmla="*/ 2147483647 w 174"/>
                <a:gd name="T17" fmla="*/ 2147483647 h 174"/>
                <a:gd name="T18" fmla="*/ 2147483647 w 174"/>
                <a:gd name="T19" fmla="*/ 2147483647 h 174"/>
                <a:gd name="T20" fmla="*/ 2147483647 w 174"/>
                <a:gd name="T21" fmla="*/ 2147483647 h 17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74"/>
                <a:gd name="T34" fmla="*/ 0 h 174"/>
                <a:gd name="T35" fmla="*/ 174 w 174"/>
                <a:gd name="T36" fmla="*/ 174 h 17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74" h="174">
                  <a:moveTo>
                    <a:pt x="0" y="140"/>
                  </a:moveTo>
                  <a:cubicBezTo>
                    <a:pt x="33" y="174"/>
                    <a:pt x="33" y="174"/>
                    <a:pt x="33" y="174"/>
                  </a:cubicBezTo>
                  <a:cubicBezTo>
                    <a:pt x="174" y="33"/>
                    <a:pt x="174" y="33"/>
                    <a:pt x="174" y="33"/>
                  </a:cubicBezTo>
                  <a:cubicBezTo>
                    <a:pt x="167" y="30"/>
                    <a:pt x="160" y="25"/>
                    <a:pt x="154" y="20"/>
                  </a:cubicBezTo>
                  <a:cubicBezTo>
                    <a:pt x="148" y="14"/>
                    <a:pt x="144" y="7"/>
                    <a:pt x="140" y="0"/>
                  </a:cubicBezTo>
                  <a:lnTo>
                    <a:pt x="0" y="140"/>
                  </a:lnTo>
                  <a:close/>
                  <a:moveTo>
                    <a:pt x="41" y="132"/>
                  </a:moveTo>
                  <a:cubicBezTo>
                    <a:pt x="45" y="136"/>
                    <a:pt x="45" y="142"/>
                    <a:pt x="41" y="146"/>
                  </a:cubicBezTo>
                  <a:cubicBezTo>
                    <a:pt x="38" y="149"/>
                    <a:pt x="32" y="149"/>
                    <a:pt x="28" y="146"/>
                  </a:cubicBezTo>
                  <a:cubicBezTo>
                    <a:pt x="24" y="142"/>
                    <a:pt x="24" y="136"/>
                    <a:pt x="28" y="132"/>
                  </a:cubicBezTo>
                  <a:cubicBezTo>
                    <a:pt x="32" y="129"/>
                    <a:pt x="38" y="129"/>
                    <a:pt x="41" y="132"/>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871" name="Freeform 550"/>
            <p:cNvSpPr>
              <a:spLocks noChangeArrowheads="1"/>
            </p:cNvSpPr>
            <p:nvPr/>
          </p:nvSpPr>
          <p:spPr bwMode="auto">
            <a:xfrm>
              <a:off x="198268" y="195501"/>
              <a:ext cx="107630" cy="107150"/>
            </a:xfrm>
            <a:custGeom>
              <a:avLst/>
              <a:gdLst>
                <a:gd name="T0" fmla="*/ 2147483647 w 56"/>
                <a:gd name="T1" fmla="*/ 0 h 56"/>
                <a:gd name="T2" fmla="*/ 2147483647 w 56"/>
                <a:gd name="T3" fmla="*/ 2147483647 h 56"/>
                <a:gd name="T4" fmla="*/ 0 w 56"/>
                <a:gd name="T5" fmla="*/ 2147483647 h 56"/>
                <a:gd name="T6" fmla="*/ 2147483647 w 56"/>
                <a:gd name="T7" fmla="*/ 2147483647 h 56"/>
                <a:gd name="T8" fmla="*/ 2147483647 w 56"/>
                <a:gd name="T9" fmla="*/ 2147483647 h 56"/>
                <a:gd name="T10" fmla="*/ 2147483647 w 56"/>
                <a:gd name="T11" fmla="*/ 2147483647 h 56"/>
                <a:gd name="T12" fmla="*/ 2147483647 w 56"/>
                <a:gd name="T13" fmla="*/ 0 h 56"/>
                <a:gd name="T14" fmla="*/ 0 60000 65536"/>
                <a:gd name="T15" fmla="*/ 0 60000 65536"/>
                <a:gd name="T16" fmla="*/ 0 60000 65536"/>
                <a:gd name="T17" fmla="*/ 0 60000 65536"/>
                <a:gd name="T18" fmla="*/ 0 60000 65536"/>
                <a:gd name="T19" fmla="*/ 0 60000 65536"/>
                <a:gd name="T20" fmla="*/ 0 60000 65536"/>
                <a:gd name="T21" fmla="*/ 0 w 56"/>
                <a:gd name="T22" fmla="*/ 0 h 56"/>
                <a:gd name="T23" fmla="*/ 56 w 56"/>
                <a:gd name="T24" fmla="*/ 56 h 5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6" h="56">
                  <a:moveTo>
                    <a:pt x="48" y="0"/>
                  </a:moveTo>
                  <a:cubicBezTo>
                    <a:pt x="45" y="11"/>
                    <a:pt x="39" y="22"/>
                    <a:pt x="30" y="31"/>
                  </a:cubicBezTo>
                  <a:cubicBezTo>
                    <a:pt x="21" y="39"/>
                    <a:pt x="11" y="46"/>
                    <a:pt x="0" y="49"/>
                  </a:cubicBezTo>
                  <a:cubicBezTo>
                    <a:pt x="7" y="56"/>
                    <a:pt x="7" y="56"/>
                    <a:pt x="7" y="56"/>
                  </a:cubicBezTo>
                  <a:cubicBezTo>
                    <a:pt x="18" y="53"/>
                    <a:pt x="28" y="47"/>
                    <a:pt x="37" y="38"/>
                  </a:cubicBezTo>
                  <a:cubicBezTo>
                    <a:pt x="46" y="29"/>
                    <a:pt x="52" y="18"/>
                    <a:pt x="56" y="7"/>
                  </a:cubicBezTo>
                  <a:lnTo>
                    <a:pt x="48" y="0"/>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872" name="Freeform 551"/>
            <p:cNvSpPr>
              <a:spLocks noChangeArrowheads="1"/>
            </p:cNvSpPr>
            <p:nvPr/>
          </p:nvSpPr>
          <p:spPr bwMode="auto">
            <a:xfrm>
              <a:off x="219038" y="216180"/>
              <a:ext cx="77419" cy="78952"/>
            </a:xfrm>
            <a:custGeom>
              <a:avLst/>
              <a:gdLst>
                <a:gd name="T0" fmla="*/ 2147483647 w 40"/>
                <a:gd name="T1" fmla="*/ 2147483647 h 41"/>
                <a:gd name="T2" fmla="*/ 2147483647 w 40"/>
                <a:gd name="T3" fmla="*/ 2147483647 h 41"/>
                <a:gd name="T4" fmla="*/ 0 w 40"/>
                <a:gd name="T5" fmla="*/ 2147483647 h 41"/>
                <a:gd name="T6" fmla="*/ 2147483647 w 40"/>
                <a:gd name="T7" fmla="*/ 2147483647 h 41"/>
                <a:gd name="T8" fmla="*/ 2147483647 w 40"/>
                <a:gd name="T9" fmla="*/ 2147483647 h 41"/>
                <a:gd name="T10" fmla="*/ 2147483647 w 40"/>
                <a:gd name="T11" fmla="*/ 2147483647 h 41"/>
                <a:gd name="T12" fmla="*/ 2147483647 w 40"/>
                <a:gd name="T13" fmla="*/ 0 h 41"/>
                <a:gd name="T14" fmla="*/ 2147483647 w 40"/>
                <a:gd name="T15" fmla="*/ 2147483647 h 41"/>
                <a:gd name="T16" fmla="*/ 2147483647 w 40"/>
                <a:gd name="T17" fmla="*/ 2147483647 h 41"/>
                <a:gd name="T18" fmla="*/ 2147483647 w 40"/>
                <a:gd name="T19" fmla="*/ 2147483647 h 41"/>
                <a:gd name="T20" fmla="*/ 2147483647 w 40"/>
                <a:gd name="T21" fmla="*/ 2147483647 h 41"/>
                <a:gd name="T22" fmla="*/ 2147483647 w 40"/>
                <a:gd name="T23" fmla="*/ 2147483647 h 41"/>
                <a:gd name="T24" fmla="*/ 2147483647 w 40"/>
                <a:gd name="T25" fmla="*/ 2147483647 h 4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0"/>
                <a:gd name="T40" fmla="*/ 0 h 41"/>
                <a:gd name="T41" fmla="*/ 40 w 40"/>
                <a:gd name="T42" fmla="*/ 41 h 41"/>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0" h="41">
                  <a:moveTo>
                    <a:pt x="15" y="23"/>
                  </a:moveTo>
                  <a:cubicBezTo>
                    <a:pt x="15" y="24"/>
                    <a:pt x="14" y="24"/>
                    <a:pt x="14" y="24"/>
                  </a:cubicBezTo>
                  <a:cubicBezTo>
                    <a:pt x="9" y="28"/>
                    <a:pt x="5" y="31"/>
                    <a:pt x="0" y="34"/>
                  </a:cubicBezTo>
                  <a:cubicBezTo>
                    <a:pt x="7" y="41"/>
                    <a:pt x="7" y="41"/>
                    <a:pt x="7" y="41"/>
                  </a:cubicBezTo>
                  <a:cubicBezTo>
                    <a:pt x="14" y="37"/>
                    <a:pt x="20" y="33"/>
                    <a:pt x="26" y="27"/>
                  </a:cubicBezTo>
                  <a:cubicBezTo>
                    <a:pt x="32" y="21"/>
                    <a:pt x="37" y="14"/>
                    <a:pt x="40" y="7"/>
                  </a:cubicBezTo>
                  <a:cubicBezTo>
                    <a:pt x="33" y="0"/>
                    <a:pt x="33" y="0"/>
                    <a:pt x="33" y="0"/>
                  </a:cubicBezTo>
                  <a:cubicBezTo>
                    <a:pt x="31" y="5"/>
                    <a:pt x="27" y="10"/>
                    <a:pt x="24" y="14"/>
                  </a:cubicBezTo>
                  <a:cubicBezTo>
                    <a:pt x="23" y="15"/>
                    <a:pt x="23" y="15"/>
                    <a:pt x="23" y="15"/>
                  </a:cubicBezTo>
                  <a:cubicBezTo>
                    <a:pt x="22" y="16"/>
                    <a:pt x="22" y="16"/>
                    <a:pt x="22" y="17"/>
                  </a:cubicBezTo>
                  <a:cubicBezTo>
                    <a:pt x="21" y="18"/>
                    <a:pt x="20" y="19"/>
                    <a:pt x="19" y="20"/>
                  </a:cubicBezTo>
                  <a:cubicBezTo>
                    <a:pt x="18" y="20"/>
                    <a:pt x="17" y="21"/>
                    <a:pt x="16" y="22"/>
                  </a:cubicBezTo>
                  <a:cubicBezTo>
                    <a:pt x="16" y="23"/>
                    <a:pt x="15" y="23"/>
                    <a:pt x="15" y="23"/>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873" name="Freeform 552"/>
            <p:cNvSpPr>
              <a:spLocks noChangeArrowheads="1"/>
            </p:cNvSpPr>
            <p:nvPr/>
          </p:nvSpPr>
          <p:spPr bwMode="auto">
            <a:xfrm>
              <a:off x="404088" y="195501"/>
              <a:ext cx="109519" cy="107150"/>
            </a:xfrm>
            <a:custGeom>
              <a:avLst/>
              <a:gdLst>
                <a:gd name="T0" fmla="*/ 2147483647 w 57"/>
                <a:gd name="T1" fmla="*/ 2147483647 h 56"/>
                <a:gd name="T2" fmla="*/ 2147483647 w 57"/>
                <a:gd name="T3" fmla="*/ 2147483647 h 56"/>
                <a:gd name="T4" fmla="*/ 2147483647 w 57"/>
                <a:gd name="T5" fmla="*/ 0 h 56"/>
                <a:gd name="T6" fmla="*/ 0 w 57"/>
                <a:gd name="T7" fmla="*/ 2147483647 h 56"/>
                <a:gd name="T8" fmla="*/ 2147483647 w 57"/>
                <a:gd name="T9" fmla="*/ 2147483647 h 56"/>
                <a:gd name="T10" fmla="*/ 2147483647 w 57"/>
                <a:gd name="T11" fmla="*/ 2147483647 h 56"/>
                <a:gd name="T12" fmla="*/ 2147483647 w 57"/>
                <a:gd name="T13" fmla="*/ 2147483647 h 56"/>
                <a:gd name="T14" fmla="*/ 0 60000 65536"/>
                <a:gd name="T15" fmla="*/ 0 60000 65536"/>
                <a:gd name="T16" fmla="*/ 0 60000 65536"/>
                <a:gd name="T17" fmla="*/ 0 60000 65536"/>
                <a:gd name="T18" fmla="*/ 0 60000 65536"/>
                <a:gd name="T19" fmla="*/ 0 60000 65536"/>
                <a:gd name="T20" fmla="*/ 0 60000 65536"/>
                <a:gd name="T21" fmla="*/ 0 w 57"/>
                <a:gd name="T22" fmla="*/ 0 h 56"/>
                <a:gd name="T23" fmla="*/ 57 w 57"/>
                <a:gd name="T24" fmla="*/ 56 h 5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7" h="56">
                  <a:moveTo>
                    <a:pt x="57" y="49"/>
                  </a:moveTo>
                  <a:cubicBezTo>
                    <a:pt x="45" y="46"/>
                    <a:pt x="35" y="39"/>
                    <a:pt x="26" y="31"/>
                  </a:cubicBezTo>
                  <a:cubicBezTo>
                    <a:pt x="17" y="22"/>
                    <a:pt x="11" y="11"/>
                    <a:pt x="8" y="0"/>
                  </a:cubicBezTo>
                  <a:cubicBezTo>
                    <a:pt x="0" y="7"/>
                    <a:pt x="0" y="7"/>
                    <a:pt x="0" y="7"/>
                  </a:cubicBezTo>
                  <a:cubicBezTo>
                    <a:pt x="4" y="18"/>
                    <a:pt x="10" y="29"/>
                    <a:pt x="19" y="38"/>
                  </a:cubicBezTo>
                  <a:cubicBezTo>
                    <a:pt x="28" y="47"/>
                    <a:pt x="38" y="53"/>
                    <a:pt x="49" y="56"/>
                  </a:cubicBezTo>
                  <a:lnTo>
                    <a:pt x="57" y="49"/>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874" name="Freeform 553"/>
            <p:cNvSpPr>
              <a:spLocks noChangeArrowheads="1"/>
            </p:cNvSpPr>
            <p:nvPr/>
          </p:nvSpPr>
          <p:spPr bwMode="auto">
            <a:xfrm>
              <a:off x="413530" y="216180"/>
              <a:ext cx="77418" cy="78952"/>
            </a:xfrm>
            <a:custGeom>
              <a:avLst/>
              <a:gdLst>
                <a:gd name="T0" fmla="*/ 2147483647 w 40"/>
                <a:gd name="T1" fmla="*/ 2147483647 h 41"/>
                <a:gd name="T2" fmla="*/ 2147483647 w 40"/>
                <a:gd name="T3" fmla="*/ 2147483647 h 41"/>
                <a:gd name="T4" fmla="*/ 2147483647 w 40"/>
                <a:gd name="T5" fmla="*/ 0 h 41"/>
                <a:gd name="T6" fmla="*/ 0 w 40"/>
                <a:gd name="T7" fmla="*/ 2147483647 h 41"/>
                <a:gd name="T8" fmla="*/ 2147483647 w 40"/>
                <a:gd name="T9" fmla="*/ 2147483647 h 41"/>
                <a:gd name="T10" fmla="*/ 2147483647 w 40"/>
                <a:gd name="T11" fmla="*/ 2147483647 h 41"/>
                <a:gd name="T12" fmla="*/ 2147483647 w 40"/>
                <a:gd name="T13" fmla="*/ 2147483647 h 41"/>
                <a:gd name="T14" fmla="*/ 2147483647 w 40"/>
                <a:gd name="T15" fmla="*/ 2147483647 h 41"/>
                <a:gd name="T16" fmla="*/ 2147483647 w 40"/>
                <a:gd name="T17" fmla="*/ 2147483647 h 41"/>
                <a:gd name="T18" fmla="*/ 2147483647 w 40"/>
                <a:gd name="T19" fmla="*/ 2147483647 h 41"/>
                <a:gd name="T20" fmla="*/ 2147483647 w 40"/>
                <a:gd name="T21" fmla="*/ 2147483647 h 41"/>
                <a:gd name="T22" fmla="*/ 2147483647 w 40"/>
                <a:gd name="T23" fmla="*/ 2147483647 h 41"/>
                <a:gd name="T24" fmla="*/ 2147483647 w 40"/>
                <a:gd name="T25" fmla="*/ 2147483647 h 4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0"/>
                <a:gd name="T40" fmla="*/ 0 h 41"/>
                <a:gd name="T41" fmla="*/ 40 w 40"/>
                <a:gd name="T42" fmla="*/ 41 h 41"/>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0" h="41">
                  <a:moveTo>
                    <a:pt x="17" y="16"/>
                  </a:moveTo>
                  <a:cubicBezTo>
                    <a:pt x="17" y="15"/>
                    <a:pt x="17" y="15"/>
                    <a:pt x="16" y="14"/>
                  </a:cubicBezTo>
                  <a:cubicBezTo>
                    <a:pt x="13" y="10"/>
                    <a:pt x="10" y="5"/>
                    <a:pt x="7" y="0"/>
                  </a:cubicBezTo>
                  <a:cubicBezTo>
                    <a:pt x="0" y="7"/>
                    <a:pt x="0" y="7"/>
                    <a:pt x="0" y="7"/>
                  </a:cubicBezTo>
                  <a:cubicBezTo>
                    <a:pt x="3" y="14"/>
                    <a:pt x="8" y="21"/>
                    <a:pt x="14" y="27"/>
                  </a:cubicBezTo>
                  <a:cubicBezTo>
                    <a:pt x="20" y="33"/>
                    <a:pt x="26" y="37"/>
                    <a:pt x="33" y="41"/>
                  </a:cubicBezTo>
                  <a:cubicBezTo>
                    <a:pt x="40" y="34"/>
                    <a:pt x="40" y="34"/>
                    <a:pt x="40" y="34"/>
                  </a:cubicBezTo>
                  <a:cubicBezTo>
                    <a:pt x="35" y="31"/>
                    <a:pt x="31" y="28"/>
                    <a:pt x="26" y="24"/>
                  </a:cubicBezTo>
                  <a:cubicBezTo>
                    <a:pt x="25" y="23"/>
                    <a:pt x="25" y="23"/>
                    <a:pt x="25" y="23"/>
                  </a:cubicBezTo>
                  <a:cubicBezTo>
                    <a:pt x="25" y="23"/>
                    <a:pt x="24" y="23"/>
                    <a:pt x="24" y="22"/>
                  </a:cubicBezTo>
                  <a:cubicBezTo>
                    <a:pt x="23" y="21"/>
                    <a:pt x="22" y="20"/>
                    <a:pt x="21" y="20"/>
                  </a:cubicBezTo>
                  <a:cubicBezTo>
                    <a:pt x="20" y="19"/>
                    <a:pt x="19" y="18"/>
                    <a:pt x="18" y="17"/>
                  </a:cubicBezTo>
                  <a:cubicBezTo>
                    <a:pt x="18" y="16"/>
                    <a:pt x="18" y="16"/>
                    <a:pt x="17" y="16"/>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grpSp>
      <p:pic>
        <p:nvPicPr>
          <p:cNvPr id="3" name="Picture 2"/>
          <p:cNvPicPr>
            <a:picLocks noChangeAspect="1"/>
          </p:cNvPicPr>
          <p:nvPr/>
        </p:nvPicPr>
        <p:blipFill>
          <a:blip r:embed="rId1"/>
          <a:stretch>
            <a:fillRect/>
          </a:stretch>
        </p:blipFill>
        <p:spPr>
          <a:xfrm>
            <a:off x="381000" y="3625850"/>
            <a:ext cx="13510260" cy="5861685"/>
          </a:xfrm>
          <a:prstGeom prst="rect">
            <a:avLst/>
          </a:prstGeom>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矩形 70"/>
          <p:cNvSpPr/>
          <p:nvPr/>
        </p:nvSpPr>
        <p:spPr>
          <a:xfrm>
            <a:off x="17961936" y="607033"/>
            <a:ext cx="304799" cy="828221"/>
          </a:xfrm>
          <a:prstGeom prst="rect">
            <a:avLst/>
          </a:prstGeom>
          <a:solidFill>
            <a:srgbClr val="F024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p>
        </p:txBody>
      </p:sp>
      <p:sp>
        <p:nvSpPr>
          <p:cNvPr id="72" name="矩形 71"/>
          <p:cNvSpPr/>
          <p:nvPr/>
        </p:nvSpPr>
        <p:spPr>
          <a:xfrm>
            <a:off x="17831306" y="607033"/>
            <a:ext cx="79828" cy="828221"/>
          </a:xfrm>
          <a:prstGeom prst="rect">
            <a:avLst/>
          </a:prstGeom>
          <a:solidFill>
            <a:srgbClr val="F024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p>
        </p:txBody>
      </p:sp>
      <p:sp>
        <p:nvSpPr>
          <p:cNvPr id="73" name="文本框 72"/>
          <p:cNvSpPr txBox="1"/>
          <p:nvPr/>
        </p:nvSpPr>
        <p:spPr>
          <a:xfrm>
            <a:off x="16922977" y="604257"/>
            <a:ext cx="947405" cy="829945"/>
          </a:xfrm>
          <a:prstGeom prst="rect">
            <a:avLst/>
          </a:prstGeom>
          <a:noFill/>
        </p:spPr>
        <p:txBody>
          <a:bodyPr wrap="square" rtlCol="0">
            <a:spAutoFit/>
          </a:bodyPr>
          <a:lstStyle/>
          <a:p>
            <a:r>
              <a:rPr lang="en-US" sz="4800" dirty="0" smtClean="0">
                <a:solidFill>
                  <a:schemeClr val="bg1"/>
                </a:solidFill>
                <a:latin typeface="Microsoft YaHei" panose="020B0503020204020204" pitchFamily="34" charset="-122"/>
                <a:ea typeface="Microsoft YaHei" panose="020B0503020204020204" pitchFamily="34" charset="-122"/>
              </a:rPr>
              <a:t>07</a:t>
            </a:r>
            <a:endParaRPr lang="en-US" sz="4800" dirty="0" smtClean="0">
              <a:solidFill>
                <a:schemeClr val="bg1"/>
              </a:solidFill>
              <a:latin typeface="Microsoft YaHei" panose="020B0503020204020204" pitchFamily="34" charset="-122"/>
              <a:ea typeface="Microsoft YaHei" panose="020B0503020204020204" pitchFamily="34" charset="-122"/>
            </a:endParaRPr>
          </a:p>
        </p:txBody>
      </p:sp>
      <p:grpSp>
        <p:nvGrpSpPr>
          <p:cNvPr id="4" name="组合 3"/>
          <p:cNvGrpSpPr/>
          <p:nvPr/>
        </p:nvGrpSpPr>
        <p:grpSpPr>
          <a:xfrm>
            <a:off x="14187805" y="7916545"/>
            <a:ext cx="4548505" cy="2686685"/>
            <a:chOff x="11519983" y="5270056"/>
            <a:chExt cx="5829924" cy="3299229"/>
          </a:xfrm>
        </p:grpSpPr>
        <p:grpSp>
          <p:nvGrpSpPr>
            <p:cNvPr id="97" name="组合 96"/>
            <p:cNvGrpSpPr/>
            <p:nvPr/>
          </p:nvGrpSpPr>
          <p:grpSpPr>
            <a:xfrm rot="5400000">
              <a:off x="12785331" y="4004708"/>
              <a:ext cx="3299229" cy="5829924"/>
              <a:chOff x="4862722" y="-238122"/>
              <a:chExt cx="3541407" cy="6152922"/>
            </a:xfrm>
          </p:grpSpPr>
          <p:grpSp>
            <p:nvGrpSpPr>
              <p:cNvPr id="98" name="组合 97"/>
              <p:cNvGrpSpPr/>
              <p:nvPr/>
            </p:nvGrpSpPr>
            <p:grpSpPr>
              <a:xfrm>
                <a:off x="4862722" y="-238122"/>
                <a:ext cx="3541407" cy="6152922"/>
                <a:chOff x="4862722" y="-238122"/>
                <a:chExt cx="3541407" cy="6152922"/>
              </a:xfrm>
              <a:effectLst>
                <a:outerShdw blurRad="203200" dist="101600" dir="2700000" algn="ctr" rotWithShape="0">
                  <a:schemeClr val="tx1">
                    <a:alpha val="40000"/>
                  </a:schemeClr>
                </a:outerShdw>
              </a:effectLst>
            </p:grpSpPr>
            <p:grpSp>
              <p:nvGrpSpPr>
                <p:cNvPr id="108" name="组合 107"/>
                <p:cNvGrpSpPr/>
                <p:nvPr/>
              </p:nvGrpSpPr>
              <p:grpSpPr>
                <a:xfrm>
                  <a:off x="7282083" y="1812626"/>
                  <a:ext cx="45719" cy="310161"/>
                  <a:chOff x="8020452" y="2062264"/>
                  <a:chExt cx="150782" cy="787940"/>
                </a:xfrm>
              </p:grpSpPr>
              <p:sp>
                <p:nvSpPr>
                  <p:cNvPr id="127" name="圆角矩形 126"/>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8" name="圆角矩形 127"/>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09" name="组合 108"/>
                <p:cNvGrpSpPr/>
                <p:nvPr/>
              </p:nvGrpSpPr>
              <p:grpSpPr>
                <a:xfrm>
                  <a:off x="4862722" y="2122787"/>
                  <a:ext cx="45719" cy="239059"/>
                  <a:chOff x="8020452" y="2062264"/>
                  <a:chExt cx="150782" cy="787940"/>
                </a:xfrm>
              </p:grpSpPr>
              <p:sp>
                <p:nvSpPr>
                  <p:cNvPr id="125" name="圆角矩形 124"/>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6" name="圆角矩形 125"/>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0" name="组合 109"/>
                <p:cNvGrpSpPr/>
                <p:nvPr/>
              </p:nvGrpSpPr>
              <p:grpSpPr>
                <a:xfrm>
                  <a:off x="4862722" y="1812626"/>
                  <a:ext cx="45719" cy="239059"/>
                  <a:chOff x="8020452" y="2062264"/>
                  <a:chExt cx="150782" cy="787940"/>
                </a:xfrm>
              </p:grpSpPr>
              <p:sp>
                <p:nvSpPr>
                  <p:cNvPr id="123" name="圆角矩形 122"/>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4" name="圆角矩形 123"/>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1" name="组合 110"/>
                <p:cNvGrpSpPr/>
                <p:nvPr/>
              </p:nvGrpSpPr>
              <p:grpSpPr>
                <a:xfrm>
                  <a:off x="4862722" y="1543685"/>
                  <a:ext cx="45719" cy="117603"/>
                  <a:chOff x="8020452" y="2062264"/>
                  <a:chExt cx="150782" cy="787940"/>
                </a:xfrm>
              </p:grpSpPr>
              <p:sp>
                <p:nvSpPr>
                  <p:cNvPr id="121" name="圆角矩形 120"/>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2" name="圆角矩形 121"/>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2" name="圆角矩形 111"/>
                <p:cNvSpPr/>
                <p:nvPr/>
              </p:nvSpPr>
              <p:spPr>
                <a:xfrm>
                  <a:off x="4890000" y="943200"/>
                  <a:ext cx="2412000" cy="4971600"/>
                </a:xfrm>
                <a:prstGeom prst="roundRect">
                  <a:avLst>
                    <a:gd name="adj" fmla="val 7335"/>
                  </a:avLst>
                </a:prstGeom>
                <a:solidFill>
                  <a:srgbClr val="404040"/>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3" name="圆角矩形 112"/>
                <p:cNvSpPr/>
                <p:nvPr/>
              </p:nvSpPr>
              <p:spPr>
                <a:xfrm>
                  <a:off x="4926000" y="979200"/>
                  <a:ext cx="2340000" cy="4899600"/>
                </a:xfrm>
                <a:prstGeom prst="roundRect">
                  <a:avLst>
                    <a:gd name="adj" fmla="val 7335"/>
                  </a:avLst>
                </a:prstGeom>
                <a:solidFill>
                  <a:srgbClr val="05050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4" name="矩形 113"/>
                <p:cNvSpPr/>
                <p:nvPr/>
              </p:nvSpPr>
              <p:spPr>
                <a:xfrm>
                  <a:off x="5034000" y="1540800"/>
                  <a:ext cx="2124000" cy="377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5" name="圆角矩形 114"/>
                <p:cNvSpPr/>
                <p:nvPr/>
              </p:nvSpPr>
              <p:spPr>
                <a:xfrm>
                  <a:off x="5901599" y="1206000"/>
                  <a:ext cx="388800" cy="36000"/>
                </a:xfrm>
                <a:prstGeom prst="roundRect">
                  <a:avLst>
                    <a:gd name="adj" fmla="val 50000"/>
                  </a:avLst>
                </a:prstGeom>
                <a:solidFill>
                  <a:srgbClr val="0D0D0D"/>
                </a:solidFill>
                <a:ln>
                  <a:noFill/>
                </a:ln>
                <a:scene3d>
                  <a:camera prst="orthographicFront"/>
                  <a:lightRig rig="threePt" dir="t"/>
                </a:scene3d>
                <a:sp3d>
                  <a:bevelT w="69850" h="50800" prst="coolSlan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16" name="组合 115"/>
                <p:cNvGrpSpPr/>
                <p:nvPr/>
              </p:nvGrpSpPr>
              <p:grpSpPr>
                <a:xfrm>
                  <a:off x="5905200" y="5406664"/>
                  <a:ext cx="381600" cy="381600"/>
                  <a:chOff x="5905200" y="3238200"/>
                  <a:chExt cx="381600" cy="381600"/>
                </a:xfrm>
              </p:grpSpPr>
              <p:sp>
                <p:nvSpPr>
                  <p:cNvPr id="119" name="椭圆 118"/>
                  <p:cNvSpPr/>
                  <p:nvPr/>
                </p:nvSpPr>
                <p:spPr>
                  <a:xfrm>
                    <a:off x="5905200" y="3238200"/>
                    <a:ext cx="381600" cy="381600"/>
                  </a:xfrm>
                  <a:prstGeom prst="ellipse">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0" name="椭圆 119"/>
                  <p:cNvSpPr/>
                  <p:nvPr/>
                </p:nvSpPr>
                <p:spPr>
                  <a:xfrm>
                    <a:off x="5932200" y="3265200"/>
                    <a:ext cx="327600" cy="3276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7" name="圆角矩形 116"/>
                <p:cNvSpPr/>
                <p:nvPr/>
              </p:nvSpPr>
              <p:spPr>
                <a:xfrm>
                  <a:off x="4883060" y="952391"/>
                  <a:ext cx="2376000" cy="4952144"/>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8" name="圆角矩形 117"/>
                <p:cNvSpPr/>
                <p:nvPr/>
              </p:nvSpPr>
              <p:spPr>
                <a:xfrm>
                  <a:off x="6028129" y="-238122"/>
                  <a:ext cx="2376000" cy="4935600"/>
                </a:xfrm>
                <a:prstGeom prst="roundRect">
                  <a:avLst>
                    <a:gd name="adj" fmla="val 7335"/>
                  </a:avLst>
                </a:prstGeom>
                <a:gradFill flip="none" rotWithShape="1">
                  <a:gsLst>
                    <a:gs pos="0">
                      <a:srgbClr val="FFFFFF">
                        <a:alpha val="18000"/>
                      </a:srgbClr>
                    </a:gs>
                    <a:gs pos="5000">
                      <a:srgbClr val="FFFFFF">
                        <a:alpha val="0"/>
                      </a:srgb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99" name="组合 98"/>
              <p:cNvGrpSpPr/>
              <p:nvPr/>
            </p:nvGrpSpPr>
            <p:grpSpPr>
              <a:xfrm>
                <a:off x="6856135" y="1608679"/>
                <a:ext cx="156128" cy="54425"/>
                <a:chOff x="6770056" y="1608698"/>
                <a:chExt cx="156128" cy="65855"/>
              </a:xfrm>
            </p:grpSpPr>
            <p:sp>
              <p:nvSpPr>
                <p:cNvPr id="105" name="矩形 104"/>
                <p:cNvSpPr/>
                <p:nvPr/>
              </p:nvSpPr>
              <p:spPr>
                <a:xfrm>
                  <a:off x="6770056" y="1608698"/>
                  <a:ext cx="146501" cy="65855"/>
                </a:xfrm>
                <a:prstGeom prst="rect">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6" name="矩形 105"/>
                <p:cNvSpPr/>
                <p:nvPr/>
              </p:nvSpPr>
              <p:spPr>
                <a:xfrm>
                  <a:off x="6916234" y="1633796"/>
                  <a:ext cx="9950" cy="16633"/>
                </a:xfrm>
                <a:prstGeom prst="rect">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7" name="矩形 106"/>
                <p:cNvSpPr/>
                <p:nvPr/>
              </p:nvSpPr>
              <p:spPr>
                <a:xfrm>
                  <a:off x="6770056" y="1608699"/>
                  <a:ext cx="83493" cy="6585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0" name="椭圆 99"/>
              <p:cNvSpPr/>
              <p:nvPr/>
            </p:nvSpPr>
            <p:spPr>
              <a:xfrm>
                <a:off x="5123906"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1" name="椭圆 100"/>
              <p:cNvSpPr/>
              <p:nvPr/>
            </p:nvSpPr>
            <p:spPr>
              <a:xfrm>
                <a:off x="5176565"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2" name="椭圆 101"/>
              <p:cNvSpPr/>
              <p:nvPr/>
            </p:nvSpPr>
            <p:spPr>
              <a:xfrm>
                <a:off x="5224538"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3" name="椭圆 102"/>
              <p:cNvSpPr/>
              <p:nvPr/>
            </p:nvSpPr>
            <p:spPr>
              <a:xfrm>
                <a:off x="5274547"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 name="椭圆 103"/>
              <p:cNvSpPr/>
              <p:nvPr/>
            </p:nvSpPr>
            <p:spPr>
              <a:xfrm>
                <a:off x="5324640" y="1619118"/>
                <a:ext cx="41564" cy="41564"/>
              </a:xfrm>
              <a:prstGeom prst="ellipse">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38" name="矩形 137"/>
            <p:cNvSpPr/>
            <p:nvPr/>
          </p:nvSpPr>
          <p:spPr bwMode="auto">
            <a:xfrm rot="16200000">
              <a:off x="12870306" y="4596683"/>
              <a:ext cx="1987572" cy="3635808"/>
            </a:xfrm>
            <a:prstGeom prst="rect">
              <a:avLst/>
            </a:prstGeom>
            <a:solidFill>
              <a:srgbClr val="2B7FB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 typeface="Arial" panose="020B0604020202020204" pitchFamily="34" charset="0"/>
                <a:buNone/>
                <a:defRPr/>
              </a:pPr>
              <a:endParaRPr lang="zh-CN" altLang="en-US"/>
            </a:p>
          </p:txBody>
        </p:sp>
        <p:grpSp>
          <p:nvGrpSpPr>
            <p:cNvPr id="141" name="组合 2"/>
            <p:cNvGrpSpPr/>
            <p:nvPr/>
          </p:nvGrpSpPr>
          <p:grpSpPr bwMode="auto">
            <a:xfrm>
              <a:off x="13580951" y="5774163"/>
              <a:ext cx="608013" cy="619125"/>
              <a:chOff x="7938529" y="3078391"/>
              <a:chExt cx="607404" cy="617990"/>
            </a:xfrm>
          </p:grpSpPr>
          <p:sp>
            <p:nvSpPr>
              <p:cNvPr id="142" name="object 5"/>
              <p:cNvSpPr/>
              <p:nvPr/>
            </p:nvSpPr>
            <p:spPr bwMode="auto">
              <a:xfrm>
                <a:off x="8052890" y="3078391"/>
                <a:ext cx="137478" cy="276999"/>
              </a:xfrm>
              <a:custGeom>
                <a:avLst/>
                <a:gdLst>
                  <a:gd name="T0" fmla="*/ 17874 w 226695"/>
                  <a:gd name="T1" fmla="*/ 0 h 262254"/>
                  <a:gd name="T2" fmla="*/ 0 w 226695"/>
                  <a:gd name="T3" fmla="*/ 197759 h 262254"/>
                  <a:gd name="T4" fmla="*/ 30590 w 226695"/>
                  <a:gd name="T5" fmla="*/ 326123 h 262254"/>
                  <a:gd name="T6" fmla="*/ 17874 w 226695"/>
                  <a:gd name="T7" fmla="*/ 0 h 26225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26695" h="262254">
                    <a:moveTo>
                      <a:pt x="132153" y="0"/>
                    </a:moveTo>
                    <a:lnTo>
                      <a:pt x="0" y="158895"/>
                    </a:lnTo>
                    <a:lnTo>
                      <a:pt x="226160" y="262033"/>
                    </a:lnTo>
                    <a:lnTo>
                      <a:pt x="132153" y="0"/>
                    </a:lnTo>
                    <a:close/>
                  </a:path>
                </a:pathLst>
              </a:custGeom>
              <a:solidFill>
                <a:srgbClr val="4ABA92"/>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3" name="object 6"/>
              <p:cNvSpPr/>
              <p:nvPr/>
            </p:nvSpPr>
            <p:spPr bwMode="auto">
              <a:xfrm>
                <a:off x="8090831" y="3419382"/>
                <a:ext cx="363912" cy="276999"/>
              </a:xfrm>
              <a:custGeom>
                <a:avLst/>
                <a:gdLst>
                  <a:gd name="T0" fmla="*/ 50573 w 600075"/>
                  <a:gd name="T1" fmla="*/ 0 h 479425"/>
                  <a:gd name="T2" fmla="*/ 0 w 600075"/>
                  <a:gd name="T3" fmla="*/ 50100 h 479425"/>
                  <a:gd name="T4" fmla="*/ 60332 w 600075"/>
                  <a:gd name="T5" fmla="*/ 53398 h 479425"/>
                  <a:gd name="T6" fmla="*/ 81164 w 600075"/>
                  <a:gd name="T7" fmla="*/ 11494 h 479425"/>
                  <a:gd name="T8" fmla="*/ 50573 w 600075"/>
                  <a:gd name="T9" fmla="*/ 0 h 4794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00075" h="479425">
                    <a:moveTo>
                      <a:pt x="373904" y="0"/>
                    </a:moveTo>
                    <a:lnTo>
                      <a:pt x="0" y="449588"/>
                    </a:lnTo>
                    <a:lnTo>
                      <a:pt x="446049" y="479179"/>
                    </a:lnTo>
                    <a:lnTo>
                      <a:pt x="600065" y="103138"/>
                    </a:lnTo>
                    <a:lnTo>
                      <a:pt x="373904" y="0"/>
                    </a:lnTo>
                    <a:close/>
                  </a:path>
                </a:pathLst>
              </a:custGeom>
              <a:solidFill>
                <a:srgbClr val="F94C07"/>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4" name="object 7"/>
              <p:cNvSpPr/>
              <p:nvPr/>
            </p:nvSpPr>
            <p:spPr bwMode="auto">
              <a:xfrm>
                <a:off x="8161226" y="3175050"/>
                <a:ext cx="384707" cy="276999"/>
              </a:xfrm>
              <a:custGeom>
                <a:avLst/>
                <a:gdLst>
                  <a:gd name="T0" fmla="*/ 0 w 634365"/>
                  <a:gd name="T1" fmla="*/ 0 h 229235"/>
                  <a:gd name="T2" fmla="*/ 67888 w 634365"/>
                  <a:gd name="T3" fmla="*/ 488025 h 229235"/>
                  <a:gd name="T4" fmla="*/ 85762 w 634365"/>
                  <a:gd name="T5" fmla="*/ 149257 h 229235"/>
                  <a:gd name="T6" fmla="*/ 0 w 634365"/>
                  <a:gd name="T7" fmla="*/ 0 h 22923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34365" h="229235">
                    <a:moveTo>
                      <a:pt x="0" y="0"/>
                    </a:moveTo>
                    <a:lnTo>
                      <a:pt x="501911" y="228904"/>
                    </a:lnTo>
                    <a:lnTo>
                      <a:pt x="634064" y="70008"/>
                    </a:lnTo>
                    <a:lnTo>
                      <a:pt x="0" y="0"/>
                    </a:lnTo>
                    <a:close/>
                  </a:path>
                </a:pathLst>
              </a:custGeom>
              <a:solidFill>
                <a:srgbClr val="1F4E79"/>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5" name="object 8"/>
              <p:cNvSpPr/>
              <p:nvPr/>
            </p:nvSpPr>
            <p:spPr bwMode="auto">
              <a:xfrm>
                <a:off x="7945652" y="3216890"/>
                <a:ext cx="145179" cy="193317"/>
              </a:xfrm>
              <a:custGeom>
                <a:avLst/>
                <a:gdLst>
                  <a:gd name="T0" fmla="*/ 19983 w 200025"/>
                  <a:gd name="T1" fmla="*/ 0 h 678814"/>
                  <a:gd name="T2" fmla="*/ 0 w 200025"/>
                  <a:gd name="T3" fmla="*/ 2184 h 678814"/>
                  <a:gd name="T4" fmla="*/ 55509 w 200025"/>
                  <a:gd name="T5" fmla="*/ 4463 h 678814"/>
                  <a:gd name="T6" fmla="*/ 19983 w 200025"/>
                  <a:gd name="T7" fmla="*/ 0 h 6788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0025" h="678814">
                    <a:moveTo>
                      <a:pt x="72008" y="0"/>
                    </a:moveTo>
                    <a:lnTo>
                      <a:pt x="0" y="332031"/>
                    </a:lnTo>
                    <a:lnTo>
                      <a:pt x="200025" y="678481"/>
                    </a:lnTo>
                    <a:lnTo>
                      <a:pt x="72008" y="0"/>
                    </a:lnTo>
                    <a:close/>
                  </a:path>
                </a:pathLst>
              </a:custGeom>
              <a:solidFill>
                <a:srgbClr val="00B050"/>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6" name="object 9"/>
              <p:cNvSpPr/>
              <p:nvPr/>
            </p:nvSpPr>
            <p:spPr bwMode="auto">
              <a:xfrm>
                <a:off x="7938529" y="3379992"/>
                <a:ext cx="304607" cy="276999"/>
              </a:xfrm>
              <a:custGeom>
                <a:avLst/>
                <a:gdLst>
                  <a:gd name="T0" fmla="*/ 0 w 502284"/>
                  <a:gd name="T1" fmla="*/ 0 h 678814"/>
                  <a:gd name="T2" fmla="*/ 17315 w 502284"/>
                  <a:gd name="T3" fmla="*/ 18813 h 678814"/>
                  <a:gd name="T4" fmla="*/ 67889 w 502284"/>
                  <a:gd name="T5" fmla="*/ 6347 h 678814"/>
                  <a:gd name="T6" fmla="*/ 0 w 502284"/>
                  <a:gd name="T7" fmla="*/ 0 h 6788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02284" h="678814">
                    <a:moveTo>
                      <a:pt x="0" y="0"/>
                    </a:moveTo>
                    <a:lnTo>
                      <a:pt x="128017" y="678492"/>
                    </a:lnTo>
                    <a:lnTo>
                      <a:pt x="501921" y="228904"/>
                    </a:lnTo>
                    <a:lnTo>
                      <a:pt x="0" y="0"/>
                    </a:lnTo>
                    <a:close/>
                  </a:path>
                </a:pathLst>
              </a:custGeom>
              <a:solidFill>
                <a:srgbClr val="ED7D31"/>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grpSp>
        <p:sp>
          <p:nvSpPr>
            <p:cNvPr id="147" name="矩形 23"/>
            <p:cNvSpPr>
              <a:spLocks noChangeArrowheads="1"/>
            </p:cNvSpPr>
            <p:nvPr/>
          </p:nvSpPr>
          <p:spPr bwMode="auto">
            <a:xfrm>
              <a:off x="12758941" y="6563170"/>
              <a:ext cx="2303462" cy="50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2F6583"/>
                  </a:solidFill>
                  <a:bevel/>
                </a14:hiddenLine>
              </a:ext>
            </a:extLst>
          </p:spPr>
          <p:txBody>
            <a:bodyPr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SimSun"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SimSun"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SimSun"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9pPr>
            </a:lstStyle>
            <a:p>
              <a:pPr algn="ctr">
                <a:lnSpc>
                  <a:spcPct val="100000"/>
                </a:lnSpc>
                <a:spcBef>
                  <a:spcPct val="0"/>
                </a:spcBef>
                <a:buFont typeface="Arial" panose="020B0604020202020204" pitchFamily="34" charset="0"/>
                <a:buNone/>
              </a:pPr>
              <a:r>
                <a:rPr lang="vi-VN" altLang="zh-CN" sz="2500" dirty="0">
                  <a:solidFill>
                    <a:schemeClr val="bg1"/>
                  </a:solidFill>
                  <a:latin typeface="Impact" panose="020B0806030902050204" pitchFamily="34" charset="0"/>
                  <a:ea typeface="Microsoft YaHei" panose="020B0503020204020204" pitchFamily="34" charset="-122"/>
                  <a:sym typeface="Impact" panose="020B0806030902050204" pitchFamily="34" charset="0"/>
                </a:rPr>
                <a:t>Nhóm </a:t>
              </a:r>
              <a:r>
                <a:rPr lang="vi-VN" altLang="zh-CN" sz="2500" dirty="0">
                  <a:solidFill>
                    <a:schemeClr val="bg1"/>
                  </a:solidFill>
                  <a:latin typeface="Impact" panose="020B0806030902050204" pitchFamily="34" charset="0"/>
                  <a:ea typeface="Microsoft YaHei" panose="020B0503020204020204" pitchFamily="34" charset="-122"/>
                  <a:sym typeface="Impact" panose="020B0806030902050204" pitchFamily="34" charset="0"/>
                </a:rPr>
                <a:t>6</a:t>
              </a:r>
              <a:endParaRPr lang="vi-VN" altLang="zh-CN" sz="2500" dirty="0">
                <a:solidFill>
                  <a:schemeClr val="bg1"/>
                </a:solidFill>
                <a:latin typeface="Impact" panose="020B0806030902050204" pitchFamily="34" charset="0"/>
                <a:ea typeface="Microsoft YaHei" panose="020B0503020204020204" pitchFamily="34" charset="-122"/>
                <a:sym typeface="Impact" panose="020B0806030902050204" pitchFamily="34" charset="0"/>
              </a:endParaRPr>
            </a:p>
          </p:txBody>
        </p:sp>
      </p:grpSp>
      <p:sp>
        <p:nvSpPr>
          <p:cNvPr id="5" name="Rounded Rectangle 4"/>
          <p:cNvSpPr/>
          <p:nvPr/>
        </p:nvSpPr>
        <p:spPr>
          <a:xfrm>
            <a:off x="304800" y="638810"/>
            <a:ext cx="8768080" cy="802005"/>
          </a:xfrm>
          <a:prstGeom prst="roundRect">
            <a:avLst/>
          </a:prstGeom>
          <a:solidFill>
            <a:srgbClr val="F02424"/>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6" name="object 3"/>
          <p:cNvSpPr txBox="1">
            <a:spLocks noChangeArrowheads="1"/>
          </p:cNvSpPr>
          <p:nvPr/>
        </p:nvSpPr>
        <p:spPr bwMode="auto">
          <a:xfrm>
            <a:off x="1071880" y="730250"/>
            <a:ext cx="7847965" cy="615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marL="6350">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SimSun"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SimSun"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SimSun"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9pPr>
          </a:lstStyle>
          <a:p>
            <a:pPr algn="ctr">
              <a:lnSpc>
                <a:spcPct val="100000"/>
              </a:lnSpc>
              <a:spcBef>
                <a:spcPct val="0"/>
              </a:spcBef>
              <a:buFont typeface="Arial" panose="020B0604020202020204" pitchFamily="34" charset="0"/>
              <a:buNone/>
            </a:pPr>
            <a:r>
              <a:rPr lang="vi-VN" altLang="zh-CN" sz="4000" dirty="0" smtClean="0">
                <a:solidFill>
                  <a:srgbClr val="FFFFFF"/>
                </a:solidFill>
                <a:latin typeface="Microsoft YaHei" panose="020B0503020204020204" pitchFamily="34" charset="-122"/>
                <a:ea typeface="Microsoft YaHei" panose="020B0503020204020204" pitchFamily="34" charset="-122"/>
                <a:sym typeface="+mn-ea"/>
              </a:rPr>
              <a:t>Caesar Cipher</a:t>
            </a:r>
            <a:endParaRPr lang="vi-VN" altLang="zh-CN" sz="4000" dirty="0" smtClean="0">
              <a:solidFill>
                <a:srgbClr val="FFFFFF"/>
              </a:solidFill>
              <a:latin typeface="Microsoft YaHei" panose="020B0503020204020204" pitchFamily="34" charset="-122"/>
              <a:ea typeface="Microsoft YaHei" panose="020B0503020204020204" pitchFamily="34" charset="-122"/>
            </a:endParaRPr>
          </a:p>
        </p:txBody>
      </p:sp>
      <p:sp>
        <p:nvSpPr>
          <p:cNvPr id="2" name="文本框 162"/>
          <p:cNvSpPr txBox="1"/>
          <p:nvPr/>
        </p:nvSpPr>
        <p:spPr>
          <a:xfrm>
            <a:off x="297180" y="1797050"/>
            <a:ext cx="17559020" cy="7937500"/>
          </a:xfrm>
          <a:prstGeom prst="rect">
            <a:avLst/>
          </a:prstGeom>
          <a:noFill/>
        </p:spPr>
        <p:txBody>
          <a:bodyPr wrap="square" rtlCol="0">
            <a:noAutofit/>
          </a:bodyPr>
          <a:p>
            <a:pPr lvl="0" indent="0" algn="l">
              <a:lnSpc>
                <a:spcPct val="135000"/>
              </a:lnSpc>
              <a:spcBef>
                <a:spcPts val="600"/>
              </a:spcBef>
              <a:spcAft>
                <a:spcPts val="0"/>
              </a:spcAft>
              <a:buFont typeface="Wingdings" panose="05000000000000000000" charset="0"/>
              <a:buNone/>
            </a:pPr>
            <a:r>
              <a:rPr lang="en-US" altLang="zh-HK" sz="4200" dirty="0" smtClean="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sym typeface="+mn-ea"/>
              </a:rPr>
              <a:t>a, Ưu điểm của Caesar Cipher:</a:t>
            </a:r>
            <a:endParaRPr lang="en-US" altLang="zh-HK" sz="4200" dirty="0" smtClean="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sym typeface="+mn-ea"/>
            </a:endParaRPr>
          </a:p>
          <a:p>
            <a:pPr lvl="0" indent="0" algn="l">
              <a:lnSpc>
                <a:spcPct val="200000"/>
              </a:lnSpc>
              <a:spcBef>
                <a:spcPts val="600"/>
              </a:spcBef>
              <a:buFont typeface="Wingdings" panose="05000000000000000000" charset="0"/>
              <a:buNone/>
            </a:pPr>
            <a:r>
              <a:rPr lang="en-US" altLang="zh-HK" sz="4200" dirty="0" smtClean="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sym typeface="+mn-ea"/>
              </a:rPr>
              <a:t>- Đơn giản và dễ hiểu: Phương pháp mã hóa này rất dễ thực hiện và dễ dàng hiểu. Chỉ cần dịch chuyển các ký tự trong bảng chữ cái theo một số nguyên nhất định.</a:t>
            </a:r>
            <a:endParaRPr lang="en-US" altLang="zh-HK" sz="4200" dirty="0" smtClean="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sym typeface="+mn-ea"/>
            </a:endParaRPr>
          </a:p>
          <a:p>
            <a:pPr lvl="0" indent="0" algn="l">
              <a:lnSpc>
                <a:spcPct val="200000"/>
              </a:lnSpc>
              <a:spcBef>
                <a:spcPts val="600"/>
              </a:spcBef>
              <a:buFont typeface="Wingdings" panose="05000000000000000000" charset="0"/>
              <a:buNone/>
            </a:pPr>
            <a:r>
              <a:rPr lang="en-US" altLang="zh-HK" sz="4200" dirty="0" smtClean="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sym typeface="+mn-ea"/>
              </a:rPr>
              <a:t>- Nhanh chóng: Việc mã hóa và giải mã bằng Caesar Cipher diễn ra nhanh chóng, đặc biệt với các văn bản ngắn, vì chỉ cần thực hiện phép toán số học đơn giản.</a:t>
            </a:r>
            <a:endParaRPr lang="en-US" altLang="zh-HK" sz="4200" dirty="0" smtClean="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sym typeface="+mn-ea"/>
            </a:endParaRPr>
          </a:p>
        </p:txBody>
      </p:sp>
      <p:grpSp>
        <p:nvGrpSpPr>
          <p:cNvPr id="862" name="组合 1638"/>
          <p:cNvGrpSpPr/>
          <p:nvPr/>
        </p:nvGrpSpPr>
        <p:grpSpPr bwMode="auto">
          <a:xfrm>
            <a:off x="531495" y="768350"/>
            <a:ext cx="681355" cy="541655"/>
            <a:chOff x="0" y="0"/>
            <a:chExt cx="709986" cy="558307"/>
          </a:xfrm>
          <a:solidFill>
            <a:schemeClr val="bg1"/>
          </a:solidFill>
        </p:grpSpPr>
        <p:sp>
          <p:nvSpPr>
            <p:cNvPr id="863" name="Freeform 542"/>
            <p:cNvSpPr>
              <a:spLocks noChangeArrowheads="1"/>
            </p:cNvSpPr>
            <p:nvPr/>
          </p:nvSpPr>
          <p:spPr bwMode="auto">
            <a:xfrm>
              <a:off x="0" y="0"/>
              <a:ext cx="311564" cy="310171"/>
            </a:xfrm>
            <a:custGeom>
              <a:avLst/>
              <a:gdLst>
                <a:gd name="T0" fmla="*/ 2147483647 w 163"/>
                <a:gd name="T1" fmla="*/ 2147483647 h 163"/>
                <a:gd name="T2" fmla="*/ 2147483647 w 163"/>
                <a:gd name="T3" fmla="*/ 2147483647 h 163"/>
                <a:gd name="T4" fmla="*/ 2147483647 w 163"/>
                <a:gd name="T5" fmla="*/ 2147483647 h 163"/>
                <a:gd name="T6" fmla="*/ 2147483647 w 163"/>
                <a:gd name="T7" fmla="*/ 2147483647 h 163"/>
                <a:gd name="T8" fmla="*/ 2147483647 w 163"/>
                <a:gd name="T9" fmla="*/ 2147483647 h 163"/>
                <a:gd name="T10" fmla="*/ 2147483647 w 163"/>
                <a:gd name="T11" fmla="*/ 2147483647 h 163"/>
                <a:gd name="T12" fmla="*/ 2147483647 w 163"/>
                <a:gd name="T13" fmla="*/ 2147483647 h 163"/>
                <a:gd name="T14" fmla="*/ 2147483647 w 163"/>
                <a:gd name="T15" fmla="*/ 2147483647 h 163"/>
                <a:gd name="T16" fmla="*/ 2147483647 w 163"/>
                <a:gd name="T17" fmla="*/ 2147483647 h 163"/>
                <a:gd name="T18" fmla="*/ 2147483647 w 163"/>
                <a:gd name="T19" fmla="*/ 2147483647 h 16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63"/>
                <a:gd name="T31" fmla="*/ 0 h 163"/>
                <a:gd name="T32" fmla="*/ 163 w 163"/>
                <a:gd name="T33" fmla="*/ 163 h 16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63" h="163">
                  <a:moveTo>
                    <a:pt x="48" y="14"/>
                  </a:moveTo>
                  <a:cubicBezTo>
                    <a:pt x="92" y="58"/>
                    <a:pt x="92" y="58"/>
                    <a:pt x="92" y="58"/>
                  </a:cubicBezTo>
                  <a:cubicBezTo>
                    <a:pt x="97" y="63"/>
                    <a:pt x="97" y="72"/>
                    <a:pt x="92" y="77"/>
                  </a:cubicBezTo>
                  <a:cubicBezTo>
                    <a:pt x="77" y="91"/>
                    <a:pt x="77" y="91"/>
                    <a:pt x="77" y="91"/>
                  </a:cubicBezTo>
                  <a:cubicBezTo>
                    <a:pt x="72" y="96"/>
                    <a:pt x="64" y="96"/>
                    <a:pt x="58" y="91"/>
                  </a:cubicBezTo>
                  <a:cubicBezTo>
                    <a:pt x="14" y="47"/>
                    <a:pt x="14" y="47"/>
                    <a:pt x="14" y="47"/>
                  </a:cubicBezTo>
                  <a:cubicBezTo>
                    <a:pt x="0" y="75"/>
                    <a:pt x="5" y="110"/>
                    <a:pt x="28" y="134"/>
                  </a:cubicBezTo>
                  <a:cubicBezTo>
                    <a:pt x="58" y="163"/>
                    <a:pt x="105" y="163"/>
                    <a:pt x="134" y="134"/>
                  </a:cubicBezTo>
                  <a:cubicBezTo>
                    <a:pt x="163" y="104"/>
                    <a:pt x="163" y="57"/>
                    <a:pt x="134" y="28"/>
                  </a:cubicBezTo>
                  <a:cubicBezTo>
                    <a:pt x="111" y="5"/>
                    <a:pt x="76" y="0"/>
                    <a:pt x="48" y="14"/>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864" name="Freeform 543"/>
            <p:cNvSpPr>
              <a:spLocks noEditPoints="1" noChangeArrowheads="1"/>
            </p:cNvSpPr>
            <p:nvPr/>
          </p:nvSpPr>
          <p:spPr bwMode="auto">
            <a:xfrm>
              <a:off x="198268" y="195501"/>
              <a:ext cx="362546" cy="362806"/>
            </a:xfrm>
            <a:custGeom>
              <a:avLst/>
              <a:gdLst>
                <a:gd name="T0" fmla="*/ 2147483647 w 190"/>
                <a:gd name="T1" fmla="*/ 2147483647 h 190"/>
                <a:gd name="T2" fmla="*/ 0 w 190"/>
                <a:gd name="T3" fmla="*/ 2147483647 h 190"/>
                <a:gd name="T4" fmla="*/ 2147483647 w 190"/>
                <a:gd name="T5" fmla="*/ 2147483647 h 190"/>
                <a:gd name="T6" fmla="*/ 2147483647 w 190"/>
                <a:gd name="T7" fmla="*/ 2147483647 h 190"/>
                <a:gd name="T8" fmla="*/ 2147483647 w 190"/>
                <a:gd name="T9" fmla="*/ 2147483647 h 190"/>
                <a:gd name="T10" fmla="*/ 2147483647 w 190"/>
                <a:gd name="T11" fmla="*/ 2147483647 h 190"/>
                <a:gd name="T12" fmla="*/ 2147483647 w 190"/>
                <a:gd name="T13" fmla="*/ 0 h 190"/>
                <a:gd name="T14" fmla="*/ 2147483647 w 190"/>
                <a:gd name="T15" fmla="*/ 2147483647 h 190"/>
                <a:gd name="T16" fmla="*/ 2147483647 w 190"/>
                <a:gd name="T17" fmla="*/ 2147483647 h 190"/>
                <a:gd name="T18" fmla="*/ 2147483647 w 190"/>
                <a:gd name="T19" fmla="*/ 2147483647 h 190"/>
                <a:gd name="T20" fmla="*/ 2147483647 w 190"/>
                <a:gd name="T21" fmla="*/ 2147483647 h 190"/>
                <a:gd name="T22" fmla="*/ 2147483647 w 190"/>
                <a:gd name="T23" fmla="*/ 2147483647 h 190"/>
                <a:gd name="T24" fmla="*/ 2147483647 w 190"/>
                <a:gd name="T25" fmla="*/ 2147483647 h 19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90"/>
                <a:gd name="T40" fmla="*/ 0 h 190"/>
                <a:gd name="T41" fmla="*/ 190 w 190"/>
                <a:gd name="T42" fmla="*/ 190 h 19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90" h="190">
                  <a:moveTo>
                    <a:pt x="30" y="31"/>
                  </a:moveTo>
                  <a:cubicBezTo>
                    <a:pt x="21" y="39"/>
                    <a:pt x="11" y="46"/>
                    <a:pt x="0" y="49"/>
                  </a:cubicBezTo>
                  <a:cubicBezTo>
                    <a:pt x="138" y="188"/>
                    <a:pt x="138" y="188"/>
                    <a:pt x="138" y="188"/>
                  </a:cubicBezTo>
                  <a:cubicBezTo>
                    <a:pt x="141" y="190"/>
                    <a:pt x="145" y="190"/>
                    <a:pt x="148" y="188"/>
                  </a:cubicBezTo>
                  <a:cubicBezTo>
                    <a:pt x="187" y="148"/>
                    <a:pt x="187" y="148"/>
                    <a:pt x="187" y="148"/>
                  </a:cubicBezTo>
                  <a:cubicBezTo>
                    <a:pt x="190" y="146"/>
                    <a:pt x="190" y="141"/>
                    <a:pt x="187" y="139"/>
                  </a:cubicBezTo>
                  <a:cubicBezTo>
                    <a:pt x="48" y="0"/>
                    <a:pt x="48" y="0"/>
                    <a:pt x="48" y="0"/>
                  </a:cubicBezTo>
                  <a:cubicBezTo>
                    <a:pt x="45" y="11"/>
                    <a:pt x="39" y="22"/>
                    <a:pt x="30" y="31"/>
                  </a:cubicBezTo>
                  <a:close/>
                  <a:moveTo>
                    <a:pt x="156" y="157"/>
                  </a:moveTo>
                  <a:cubicBezTo>
                    <a:pt x="153" y="160"/>
                    <a:pt x="147" y="160"/>
                    <a:pt x="143" y="157"/>
                  </a:cubicBezTo>
                  <a:cubicBezTo>
                    <a:pt x="139" y="153"/>
                    <a:pt x="139" y="147"/>
                    <a:pt x="143" y="143"/>
                  </a:cubicBezTo>
                  <a:cubicBezTo>
                    <a:pt x="147" y="140"/>
                    <a:pt x="153" y="140"/>
                    <a:pt x="156" y="143"/>
                  </a:cubicBezTo>
                  <a:cubicBezTo>
                    <a:pt x="160" y="147"/>
                    <a:pt x="160" y="153"/>
                    <a:pt x="156" y="157"/>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865" name="Freeform 544"/>
            <p:cNvSpPr>
              <a:spLocks noEditPoints="1" noChangeArrowheads="1"/>
            </p:cNvSpPr>
            <p:nvPr/>
          </p:nvSpPr>
          <p:spPr bwMode="auto">
            <a:xfrm>
              <a:off x="219038" y="216180"/>
              <a:ext cx="330446" cy="332727"/>
            </a:xfrm>
            <a:custGeom>
              <a:avLst/>
              <a:gdLst>
                <a:gd name="T0" fmla="*/ 2147483647 w 173"/>
                <a:gd name="T1" fmla="*/ 2147483647 h 174"/>
                <a:gd name="T2" fmla="*/ 2147483647 w 173"/>
                <a:gd name="T3" fmla="*/ 2147483647 h 174"/>
                <a:gd name="T4" fmla="*/ 2147483647 w 173"/>
                <a:gd name="T5" fmla="*/ 0 h 174"/>
                <a:gd name="T6" fmla="*/ 2147483647 w 173"/>
                <a:gd name="T7" fmla="*/ 2147483647 h 174"/>
                <a:gd name="T8" fmla="*/ 0 w 173"/>
                <a:gd name="T9" fmla="*/ 2147483647 h 174"/>
                <a:gd name="T10" fmla="*/ 2147483647 w 173"/>
                <a:gd name="T11" fmla="*/ 2147483647 h 174"/>
                <a:gd name="T12" fmla="*/ 2147483647 w 173"/>
                <a:gd name="T13" fmla="*/ 2147483647 h 174"/>
                <a:gd name="T14" fmla="*/ 2147483647 w 173"/>
                <a:gd name="T15" fmla="*/ 2147483647 h 174"/>
                <a:gd name="T16" fmla="*/ 2147483647 w 173"/>
                <a:gd name="T17" fmla="*/ 2147483647 h 174"/>
                <a:gd name="T18" fmla="*/ 2147483647 w 173"/>
                <a:gd name="T19" fmla="*/ 2147483647 h 174"/>
                <a:gd name="T20" fmla="*/ 2147483647 w 173"/>
                <a:gd name="T21" fmla="*/ 2147483647 h 17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73"/>
                <a:gd name="T34" fmla="*/ 0 h 174"/>
                <a:gd name="T35" fmla="*/ 173 w 173"/>
                <a:gd name="T36" fmla="*/ 174 h 17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73" h="174">
                  <a:moveTo>
                    <a:pt x="140" y="174"/>
                  </a:moveTo>
                  <a:cubicBezTo>
                    <a:pt x="173" y="140"/>
                    <a:pt x="173" y="140"/>
                    <a:pt x="173" y="140"/>
                  </a:cubicBezTo>
                  <a:cubicBezTo>
                    <a:pt x="33" y="0"/>
                    <a:pt x="33" y="0"/>
                    <a:pt x="33" y="0"/>
                  </a:cubicBezTo>
                  <a:cubicBezTo>
                    <a:pt x="29" y="7"/>
                    <a:pt x="25" y="14"/>
                    <a:pt x="19" y="20"/>
                  </a:cubicBezTo>
                  <a:cubicBezTo>
                    <a:pt x="13" y="25"/>
                    <a:pt x="7" y="30"/>
                    <a:pt x="0" y="33"/>
                  </a:cubicBezTo>
                  <a:lnTo>
                    <a:pt x="140" y="174"/>
                  </a:lnTo>
                  <a:close/>
                  <a:moveTo>
                    <a:pt x="132" y="132"/>
                  </a:moveTo>
                  <a:cubicBezTo>
                    <a:pt x="136" y="129"/>
                    <a:pt x="142" y="129"/>
                    <a:pt x="145" y="132"/>
                  </a:cubicBezTo>
                  <a:cubicBezTo>
                    <a:pt x="149" y="136"/>
                    <a:pt x="149" y="142"/>
                    <a:pt x="145" y="146"/>
                  </a:cubicBezTo>
                  <a:cubicBezTo>
                    <a:pt x="142" y="149"/>
                    <a:pt x="136" y="149"/>
                    <a:pt x="132" y="146"/>
                  </a:cubicBezTo>
                  <a:cubicBezTo>
                    <a:pt x="128" y="142"/>
                    <a:pt x="128" y="136"/>
                    <a:pt x="132" y="132"/>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866" name="Freeform 545"/>
            <p:cNvSpPr>
              <a:spLocks noEditPoints="1" noChangeArrowheads="1"/>
            </p:cNvSpPr>
            <p:nvPr/>
          </p:nvSpPr>
          <p:spPr bwMode="auto">
            <a:xfrm>
              <a:off x="254916" y="251896"/>
              <a:ext cx="200156" cy="203021"/>
            </a:xfrm>
            <a:custGeom>
              <a:avLst/>
              <a:gdLst>
                <a:gd name="T0" fmla="*/ 2147483647 w 250"/>
                <a:gd name="T1" fmla="*/ 0 h 253"/>
                <a:gd name="T2" fmla="*/ 2147483647 w 250"/>
                <a:gd name="T3" fmla="*/ 2147483647 h 253"/>
                <a:gd name="T4" fmla="*/ 2147483647 w 250"/>
                <a:gd name="T5" fmla="*/ 2147483647 h 253"/>
                <a:gd name="T6" fmla="*/ 2147483647 w 250"/>
                <a:gd name="T7" fmla="*/ 2147483647 h 253"/>
                <a:gd name="T8" fmla="*/ 2147483647 w 250"/>
                <a:gd name="T9" fmla="*/ 0 h 253"/>
                <a:gd name="T10" fmla="*/ 0 w 250"/>
                <a:gd name="T11" fmla="*/ 2147483647 h 253"/>
                <a:gd name="T12" fmla="*/ 2147483647 w 250"/>
                <a:gd name="T13" fmla="*/ 2147483647 h 253"/>
                <a:gd name="T14" fmla="*/ 2147483647 w 250"/>
                <a:gd name="T15" fmla="*/ 2147483647 h 253"/>
                <a:gd name="T16" fmla="*/ 2147483647 w 250"/>
                <a:gd name="T17" fmla="*/ 2147483647 h 253"/>
                <a:gd name="T18" fmla="*/ 0 w 250"/>
                <a:gd name="T19" fmla="*/ 2147483647 h 25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50"/>
                <a:gd name="T31" fmla="*/ 0 h 253"/>
                <a:gd name="T32" fmla="*/ 250 w 250"/>
                <a:gd name="T33" fmla="*/ 253 h 25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50" h="253">
                  <a:moveTo>
                    <a:pt x="115" y="0"/>
                  </a:moveTo>
                  <a:lnTo>
                    <a:pt x="96" y="19"/>
                  </a:lnTo>
                  <a:lnTo>
                    <a:pt x="234" y="156"/>
                  </a:lnTo>
                  <a:lnTo>
                    <a:pt x="250" y="137"/>
                  </a:lnTo>
                  <a:lnTo>
                    <a:pt x="115" y="0"/>
                  </a:lnTo>
                  <a:close/>
                  <a:moveTo>
                    <a:pt x="0" y="116"/>
                  </a:moveTo>
                  <a:lnTo>
                    <a:pt x="134" y="253"/>
                  </a:lnTo>
                  <a:lnTo>
                    <a:pt x="153" y="234"/>
                  </a:lnTo>
                  <a:lnTo>
                    <a:pt x="18" y="97"/>
                  </a:lnTo>
                  <a:lnTo>
                    <a:pt x="0" y="116"/>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867" name="Freeform 546"/>
            <p:cNvSpPr>
              <a:spLocks noChangeArrowheads="1"/>
            </p:cNvSpPr>
            <p:nvPr/>
          </p:nvSpPr>
          <p:spPr bwMode="auto">
            <a:xfrm>
              <a:off x="268133" y="266934"/>
              <a:ext cx="175609" cy="172943"/>
            </a:xfrm>
            <a:custGeom>
              <a:avLst/>
              <a:gdLst>
                <a:gd name="T0" fmla="*/ 0 w 216"/>
                <a:gd name="T1" fmla="*/ 2147483647 h 215"/>
                <a:gd name="T2" fmla="*/ 2147483647 w 216"/>
                <a:gd name="T3" fmla="*/ 2147483647 h 215"/>
                <a:gd name="T4" fmla="*/ 2147483647 w 216"/>
                <a:gd name="T5" fmla="*/ 2147483647 h 215"/>
                <a:gd name="T6" fmla="*/ 2147483647 w 216"/>
                <a:gd name="T7" fmla="*/ 0 h 215"/>
                <a:gd name="T8" fmla="*/ 0 w 216"/>
                <a:gd name="T9" fmla="*/ 2147483647 h 215"/>
                <a:gd name="T10" fmla="*/ 0 60000 65536"/>
                <a:gd name="T11" fmla="*/ 0 60000 65536"/>
                <a:gd name="T12" fmla="*/ 0 60000 65536"/>
                <a:gd name="T13" fmla="*/ 0 60000 65536"/>
                <a:gd name="T14" fmla="*/ 0 60000 65536"/>
                <a:gd name="T15" fmla="*/ 0 w 216"/>
                <a:gd name="T16" fmla="*/ 0 h 215"/>
                <a:gd name="T17" fmla="*/ 216 w 216"/>
                <a:gd name="T18" fmla="*/ 215 h 215"/>
              </a:gdLst>
              <a:ahLst/>
              <a:cxnLst>
                <a:cxn ang="T10">
                  <a:pos x="T0" y="T1"/>
                </a:cxn>
                <a:cxn ang="T11">
                  <a:pos x="T2" y="T3"/>
                </a:cxn>
                <a:cxn ang="T12">
                  <a:pos x="T4" y="T5"/>
                </a:cxn>
                <a:cxn ang="T13">
                  <a:pos x="T6" y="T7"/>
                </a:cxn>
                <a:cxn ang="T14">
                  <a:pos x="T8" y="T9"/>
                </a:cxn>
              </a:cxnLst>
              <a:rect l="T15" t="T16" r="T17" b="T18"/>
              <a:pathLst>
                <a:path w="216" h="215">
                  <a:moveTo>
                    <a:pt x="0" y="78"/>
                  </a:moveTo>
                  <a:lnTo>
                    <a:pt x="135" y="215"/>
                  </a:lnTo>
                  <a:lnTo>
                    <a:pt x="216" y="137"/>
                  </a:lnTo>
                  <a:lnTo>
                    <a:pt x="78" y="0"/>
                  </a:lnTo>
                  <a:lnTo>
                    <a:pt x="0" y="78"/>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868" name="Freeform 547"/>
            <p:cNvSpPr>
              <a:spLocks noChangeArrowheads="1"/>
            </p:cNvSpPr>
            <p:nvPr/>
          </p:nvSpPr>
          <p:spPr bwMode="auto">
            <a:xfrm>
              <a:off x="398424" y="0"/>
              <a:ext cx="311562" cy="310171"/>
            </a:xfrm>
            <a:custGeom>
              <a:avLst/>
              <a:gdLst>
                <a:gd name="T0" fmla="*/ 2147483647 w 163"/>
                <a:gd name="T1" fmla="*/ 2147483647 h 163"/>
                <a:gd name="T2" fmla="*/ 2147483647 w 163"/>
                <a:gd name="T3" fmla="*/ 2147483647 h 163"/>
                <a:gd name="T4" fmla="*/ 2147483647 w 163"/>
                <a:gd name="T5" fmla="*/ 2147483647 h 163"/>
                <a:gd name="T6" fmla="*/ 2147483647 w 163"/>
                <a:gd name="T7" fmla="*/ 2147483647 h 163"/>
                <a:gd name="T8" fmla="*/ 2147483647 w 163"/>
                <a:gd name="T9" fmla="*/ 2147483647 h 163"/>
                <a:gd name="T10" fmla="*/ 2147483647 w 163"/>
                <a:gd name="T11" fmla="*/ 2147483647 h 163"/>
                <a:gd name="T12" fmla="*/ 2147483647 w 163"/>
                <a:gd name="T13" fmla="*/ 2147483647 h 163"/>
                <a:gd name="T14" fmla="*/ 2147483647 w 163"/>
                <a:gd name="T15" fmla="*/ 2147483647 h 163"/>
                <a:gd name="T16" fmla="*/ 2147483647 w 163"/>
                <a:gd name="T17" fmla="*/ 2147483647 h 163"/>
                <a:gd name="T18" fmla="*/ 2147483647 w 163"/>
                <a:gd name="T19" fmla="*/ 2147483647 h 16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63"/>
                <a:gd name="T31" fmla="*/ 0 h 163"/>
                <a:gd name="T32" fmla="*/ 163 w 163"/>
                <a:gd name="T33" fmla="*/ 163 h 16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63" h="163">
                  <a:moveTo>
                    <a:pt x="149" y="47"/>
                  </a:moveTo>
                  <a:cubicBezTo>
                    <a:pt x="105" y="91"/>
                    <a:pt x="105" y="91"/>
                    <a:pt x="105" y="91"/>
                  </a:cubicBezTo>
                  <a:cubicBezTo>
                    <a:pt x="100" y="96"/>
                    <a:pt x="91" y="96"/>
                    <a:pt x="86" y="91"/>
                  </a:cubicBezTo>
                  <a:cubicBezTo>
                    <a:pt x="72" y="77"/>
                    <a:pt x="72" y="77"/>
                    <a:pt x="72" y="77"/>
                  </a:cubicBezTo>
                  <a:cubicBezTo>
                    <a:pt x="66" y="72"/>
                    <a:pt x="66" y="63"/>
                    <a:pt x="72" y="58"/>
                  </a:cubicBezTo>
                  <a:cubicBezTo>
                    <a:pt x="115" y="14"/>
                    <a:pt x="115" y="14"/>
                    <a:pt x="115" y="14"/>
                  </a:cubicBezTo>
                  <a:cubicBezTo>
                    <a:pt x="87" y="0"/>
                    <a:pt x="52" y="5"/>
                    <a:pt x="29" y="28"/>
                  </a:cubicBezTo>
                  <a:cubicBezTo>
                    <a:pt x="0" y="57"/>
                    <a:pt x="0" y="104"/>
                    <a:pt x="29" y="134"/>
                  </a:cubicBezTo>
                  <a:cubicBezTo>
                    <a:pt x="58" y="163"/>
                    <a:pt x="106" y="163"/>
                    <a:pt x="135" y="134"/>
                  </a:cubicBezTo>
                  <a:cubicBezTo>
                    <a:pt x="158" y="110"/>
                    <a:pt x="163" y="75"/>
                    <a:pt x="149" y="47"/>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869" name="Freeform 548"/>
            <p:cNvSpPr>
              <a:spLocks noEditPoints="1" noChangeArrowheads="1"/>
            </p:cNvSpPr>
            <p:nvPr/>
          </p:nvSpPr>
          <p:spPr bwMode="auto">
            <a:xfrm>
              <a:off x="149173" y="195501"/>
              <a:ext cx="364434" cy="362806"/>
            </a:xfrm>
            <a:custGeom>
              <a:avLst/>
              <a:gdLst>
                <a:gd name="T0" fmla="*/ 2147483647 w 191"/>
                <a:gd name="T1" fmla="*/ 2147483647 h 190"/>
                <a:gd name="T2" fmla="*/ 2147483647 w 191"/>
                <a:gd name="T3" fmla="*/ 0 h 190"/>
                <a:gd name="T4" fmla="*/ 2147483647 w 191"/>
                <a:gd name="T5" fmla="*/ 2147483647 h 190"/>
                <a:gd name="T6" fmla="*/ 2147483647 w 191"/>
                <a:gd name="T7" fmla="*/ 2147483647 h 190"/>
                <a:gd name="T8" fmla="*/ 2147483647 w 191"/>
                <a:gd name="T9" fmla="*/ 2147483647 h 190"/>
                <a:gd name="T10" fmla="*/ 2147483647 w 191"/>
                <a:gd name="T11" fmla="*/ 2147483647 h 190"/>
                <a:gd name="T12" fmla="*/ 2147483647 w 191"/>
                <a:gd name="T13" fmla="*/ 2147483647 h 190"/>
                <a:gd name="T14" fmla="*/ 2147483647 w 191"/>
                <a:gd name="T15" fmla="*/ 2147483647 h 190"/>
                <a:gd name="T16" fmla="*/ 2147483647 w 191"/>
                <a:gd name="T17" fmla="*/ 2147483647 h 190"/>
                <a:gd name="T18" fmla="*/ 2147483647 w 191"/>
                <a:gd name="T19" fmla="*/ 2147483647 h 190"/>
                <a:gd name="T20" fmla="*/ 2147483647 w 191"/>
                <a:gd name="T21" fmla="*/ 2147483647 h 190"/>
                <a:gd name="T22" fmla="*/ 2147483647 w 191"/>
                <a:gd name="T23" fmla="*/ 2147483647 h 190"/>
                <a:gd name="T24" fmla="*/ 2147483647 w 191"/>
                <a:gd name="T25" fmla="*/ 2147483647 h 19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91"/>
                <a:gd name="T40" fmla="*/ 0 h 190"/>
                <a:gd name="T41" fmla="*/ 191 w 191"/>
                <a:gd name="T42" fmla="*/ 190 h 19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91" h="190">
                  <a:moveTo>
                    <a:pt x="160" y="31"/>
                  </a:moveTo>
                  <a:cubicBezTo>
                    <a:pt x="151" y="22"/>
                    <a:pt x="145" y="11"/>
                    <a:pt x="142" y="0"/>
                  </a:cubicBezTo>
                  <a:cubicBezTo>
                    <a:pt x="3" y="139"/>
                    <a:pt x="3" y="139"/>
                    <a:pt x="3" y="139"/>
                  </a:cubicBezTo>
                  <a:cubicBezTo>
                    <a:pt x="0" y="141"/>
                    <a:pt x="0" y="146"/>
                    <a:pt x="3" y="148"/>
                  </a:cubicBezTo>
                  <a:cubicBezTo>
                    <a:pt x="42" y="188"/>
                    <a:pt x="42" y="188"/>
                    <a:pt x="42" y="188"/>
                  </a:cubicBezTo>
                  <a:cubicBezTo>
                    <a:pt x="45" y="190"/>
                    <a:pt x="49" y="190"/>
                    <a:pt x="52" y="188"/>
                  </a:cubicBezTo>
                  <a:cubicBezTo>
                    <a:pt x="191" y="49"/>
                    <a:pt x="191" y="49"/>
                    <a:pt x="191" y="49"/>
                  </a:cubicBezTo>
                  <a:cubicBezTo>
                    <a:pt x="179" y="46"/>
                    <a:pt x="169" y="39"/>
                    <a:pt x="160" y="31"/>
                  </a:cubicBezTo>
                  <a:close/>
                  <a:moveTo>
                    <a:pt x="34" y="157"/>
                  </a:moveTo>
                  <a:cubicBezTo>
                    <a:pt x="30" y="153"/>
                    <a:pt x="30" y="147"/>
                    <a:pt x="34" y="143"/>
                  </a:cubicBezTo>
                  <a:cubicBezTo>
                    <a:pt x="38" y="140"/>
                    <a:pt x="44" y="140"/>
                    <a:pt x="47" y="143"/>
                  </a:cubicBezTo>
                  <a:cubicBezTo>
                    <a:pt x="51" y="147"/>
                    <a:pt x="51" y="153"/>
                    <a:pt x="47" y="157"/>
                  </a:cubicBezTo>
                  <a:cubicBezTo>
                    <a:pt x="44" y="160"/>
                    <a:pt x="38" y="160"/>
                    <a:pt x="34" y="157"/>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870" name="Freeform 549"/>
            <p:cNvSpPr>
              <a:spLocks noEditPoints="1" noChangeArrowheads="1"/>
            </p:cNvSpPr>
            <p:nvPr/>
          </p:nvSpPr>
          <p:spPr bwMode="auto">
            <a:xfrm>
              <a:off x="160503" y="216180"/>
              <a:ext cx="332334" cy="332727"/>
            </a:xfrm>
            <a:custGeom>
              <a:avLst/>
              <a:gdLst>
                <a:gd name="T0" fmla="*/ 0 w 174"/>
                <a:gd name="T1" fmla="*/ 2147483647 h 174"/>
                <a:gd name="T2" fmla="*/ 2147483647 w 174"/>
                <a:gd name="T3" fmla="*/ 2147483647 h 174"/>
                <a:gd name="T4" fmla="*/ 2147483647 w 174"/>
                <a:gd name="T5" fmla="*/ 2147483647 h 174"/>
                <a:gd name="T6" fmla="*/ 2147483647 w 174"/>
                <a:gd name="T7" fmla="*/ 2147483647 h 174"/>
                <a:gd name="T8" fmla="*/ 2147483647 w 174"/>
                <a:gd name="T9" fmla="*/ 0 h 174"/>
                <a:gd name="T10" fmla="*/ 0 w 174"/>
                <a:gd name="T11" fmla="*/ 2147483647 h 174"/>
                <a:gd name="T12" fmla="*/ 2147483647 w 174"/>
                <a:gd name="T13" fmla="*/ 2147483647 h 174"/>
                <a:gd name="T14" fmla="*/ 2147483647 w 174"/>
                <a:gd name="T15" fmla="*/ 2147483647 h 174"/>
                <a:gd name="T16" fmla="*/ 2147483647 w 174"/>
                <a:gd name="T17" fmla="*/ 2147483647 h 174"/>
                <a:gd name="T18" fmla="*/ 2147483647 w 174"/>
                <a:gd name="T19" fmla="*/ 2147483647 h 174"/>
                <a:gd name="T20" fmla="*/ 2147483647 w 174"/>
                <a:gd name="T21" fmla="*/ 2147483647 h 17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74"/>
                <a:gd name="T34" fmla="*/ 0 h 174"/>
                <a:gd name="T35" fmla="*/ 174 w 174"/>
                <a:gd name="T36" fmla="*/ 174 h 17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74" h="174">
                  <a:moveTo>
                    <a:pt x="0" y="140"/>
                  </a:moveTo>
                  <a:cubicBezTo>
                    <a:pt x="33" y="174"/>
                    <a:pt x="33" y="174"/>
                    <a:pt x="33" y="174"/>
                  </a:cubicBezTo>
                  <a:cubicBezTo>
                    <a:pt x="174" y="33"/>
                    <a:pt x="174" y="33"/>
                    <a:pt x="174" y="33"/>
                  </a:cubicBezTo>
                  <a:cubicBezTo>
                    <a:pt x="167" y="30"/>
                    <a:pt x="160" y="25"/>
                    <a:pt x="154" y="20"/>
                  </a:cubicBezTo>
                  <a:cubicBezTo>
                    <a:pt x="148" y="14"/>
                    <a:pt x="144" y="7"/>
                    <a:pt x="140" y="0"/>
                  </a:cubicBezTo>
                  <a:lnTo>
                    <a:pt x="0" y="140"/>
                  </a:lnTo>
                  <a:close/>
                  <a:moveTo>
                    <a:pt x="41" y="132"/>
                  </a:moveTo>
                  <a:cubicBezTo>
                    <a:pt x="45" y="136"/>
                    <a:pt x="45" y="142"/>
                    <a:pt x="41" y="146"/>
                  </a:cubicBezTo>
                  <a:cubicBezTo>
                    <a:pt x="38" y="149"/>
                    <a:pt x="32" y="149"/>
                    <a:pt x="28" y="146"/>
                  </a:cubicBezTo>
                  <a:cubicBezTo>
                    <a:pt x="24" y="142"/>
                    <a:pt x="24" y="136"/>
                    <a:pt x="28" y="132"/>
                  </a:cubicBezTo>
                  <a:cubicBezTo>
                    <a:pt x="32" y="129"/>
                    <a:pt x="38" y="129"/>
                    <a:pt x="41" y="132"/>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871" name="Freeform 550"/>
            <p:cNvSpPr>
              <a:spLocks noChangeArrowheads="1"/>
            </p:cNvSpPr>
            <p:nvPr/>
          </p:nvSpPr>
          <p:spPr bwMode="auto">
            <a:xfrm>
              <a:off x="198268" y="195501"/>
              <a:ext cx="107630" cy="107150"/>
            </a:xfrm>
            <a:custGeom>
              <a:avLst/>
              <a:gdLst>
                <a:gd name="T0" fmla="*/ 2147483647 w 56"/>
                <a:gd name="T1" fmla="*/ 0 h 56"/>
                <a:gd name="T2" fmla="*/ 2147483647 w 56"/>
                <a:gd name="T3" fmla="*/ 2147483647 h 56"/>
                <a:gd name="T4" fmla="*/ 0 w 56"/>
                <a:gd name="T5" fmla="*/ 2147483647 h 56"/>
                <a:gd name="T6" fmla="*/ 2147483647 w 56"/>
                <a:gd name="T7" fmla="*/ 2147483647 h 56"/>
                <a:gd name="T8" fmla="*/ 2147483647 w 56"/>
                <a:gd name="T9" fmla="*/ 2147483647 h 56"/>
                <a:gd name="T10" fmla="*/ 2147483647 w 56"/>
                <a:gd name="T11" fmla="*/ 2147483647 h 56"/>
                <a:gd name="T12" fmla="*/ 2147483647 w 56"/>
                <a:gd name="T13" fmla="*/ 0 h 56"/>
                <a:gd name="T14" fmla="*/ 0 60000 65536"/>
                <a:gd name="T15" fmla="*/ 0 60000 65536"/>
                <a:gd name="T16" fmla="*/ 0 60000 65536"/>
                <a:gd name="T17" fmla="*/ 0 60000 65536"/>
                <a:gd name="T18" fmla="*/ 0 60000 65536"/>
                <a:gd name="T19" fmla="*/ 0 60000 65536"/>
                <a:gd name="T20" fmla="*/ 0 60000 65536"/>
                <a:gd name="T21" fmla="*/ 0 w 56"/>
                <a:gd name="T22" fmla="*/ 0 h 56"/>
                <a:gd name="T23" fmla="*/ 56 w 56"/>
                <a:gd name="T24" fmla="*/ 56 h 5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6" h="56">
                  <a:moveTo>
                    <a:pt x="48" y="0"/>
                  </a:moveTo>
                  <a:cubicBezTo>
                    <a:pt x="45" y="11"/>
                    <a:pt x="39" y="22"/>
                    <a:pt x="30" y="31"/>
                  </a:cubicBezTo>
                  <a:cubicBezTo>
                    <a:pt x="21" y="39"/>
                    <a:pt x="11" y="46"/>
                    <a:pt x="0" y="49"/>
                  </a:cubicBezTo>
                  <a:cubicBezTo>
                    <a:pt x="7" y="56"/>
                    <a:pt x="7" y="56"/>
                    <a:pt x="7" y="56"/>
                  </a:cubicBezTo>
                  <a:cubicBezTo>
                    <a:pt x="18" y="53"/>
                    <a:pt x="28" y="47"/>
                    <a:pt x="37" y="38"/>
                  </a:cubicBezTo>
                  <a:cubicBezTo>
                    <a:pt x="46" y="29"/>
                    <a:pt x="52" y="18"/>
                    <a:pt x="56" y="7"/>
                  </a:cubicBezTo>
                  <a:lnTo>
                    <a:pt x="48" y="0"/>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872" name="Freeform 551"/>
            <p:cNvSpPr>
              <a:spLocks noChangeArrowheads="1"/>
            </p:cNvSpPr>
            <p:nvPr/>
          </p:nvSpPr>
          <p:spPr bwMode="auto">
            <a:xfrm>
              <a:off x="219038" y="216180"/>
              <a:ext cx="77419" cy="78952"/>
            </a:xfrm>
            <a:custGeom>
              <a:avLst/>
              <a:gdLst>
                <a:gd name="T0" fmla="*/ 2147483647 w 40"/>
                <a:gd name="T1" fmla="*/ 2147483647 h 41"/>
                <a:gd name="T2" fmla="*/ 2147483647 w 40"/>
                <a:gd name="T3" fmla="*/ 2147483647 h 41"/>
                <a:gd name="T4" fmla="*/ 0 w 40"/>
                <a:gd name="T5" fmla="*/ 2147483647 h 41"/>
                <a:gd name="T6" fmla="*/ 2147483647 w 40"/>
                <a:gd name="T7" fmla="*/ 2147483647 h 41"/>
                <a:gd name="T8" fmla="*/ 2147483647 w 40"/>
                <a:gd name="T9" fmla="*/ 2147483647 h 41"/>
                <a:gd name="T10" fmla="*/ 2147483647 w 40"/>
                <a:gd name="T11" fmla="*/ 2147483647 h 41"/>
                <a:gd name="T12" fmla="*/ 2147483647 w 40"/>
                <a:gd name="T13" fmla="*/ 0 h 41"/>
                <a:gd name="T14" fmla="*/ 2147483647 w 40"/>
                <a:gd name="T15" fmla="*/ 2147483647 h 41"/>
                <a:gd name="T16" fmla="*/ 2147483647 w 40"/>
                <a:gd name="T17" fmla="*/ 2147483647 h 41"/>
                <a:gd name="T18" fmla="*/ 2147483647 w 40"/>
                <a:gd name="T19" fmla="*/ 2147483647 h 41"/>
                <a:gd name="T20" fmla="*/ 2147483647 w 40"/>
                <a:gd name="T21" fmla="*/ 2147483647 h 41"/>
                <a:gd name="T22" fmla="*/ 2147483647 w 40"/>
                <a:gd name="T23" fmla="*/ 2147483647 h 41"/>
                <a:gd name="T24" fmla="*/ 2147483647 w 40"/>
                <a:gd name="T25" fmla="*/ 2147483647 h 4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0"/>
                <a:gd name="T40" fmla="*/ 0 h 41"/>
                <a:gd name="T41" fmla="*/ 40 w 40"/>
                <a:gd name="T42" fmla="*/ 41 h 41"/>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0" h="41">
                  <a:moveTo>
                    <a:pt x="15" y="23"/>
                  </a:moveTo>
                  <a:cubicBezTo>
                    <a:pt x="15" y="24"/>
                    <a:pt x="14" y="24"/>
                    <a:pt x="14" y="24"/>
                  </a:cubicBezTo>
                  <a:cubicBezTo>
                    <a:pt x="9" y="28"/>
                    <a:pt x="5" y="31"/>
                    <a:pt x="0" y="34"/>
                  </a:cubicBezTo>
                  <a:cubicBezTo>
                    <a:pt x="7" y="41"/>
                    <a:pt x="7" y="41"/>
                    <a:pt x="7" y="41"/>
                  </a:cubicBezTo>
                  <a:cubicBezTo>
                    <a:pt x="14" y="37"/>
                    <a:pt x="20" y="33"/>
                    <a:pt x="26" y="27"/>
                  </a:cubicBezTo>
                  <a:cubicBezTo>
                    <a:pt x="32" y="21"/>
                    <a:pt x="37" y="14"/>
                    <a:pt x="40" y="7"/>
                  </a:cubicBezTo>
                  <a:cubicBezTo>
                    <a:pt x="33" y="0"/>
                    <a:pt x="33" y="0"/>
                    <a:pt x="33" y="0"/>
                  </a:cubicBezTo>
                  <a:cubicBezTo>
                    <a:pt x="31" y="5"/>
                    <a:pt x="27" y="10"/>
                    <a:pt x="24" y="14"/>
                  </a:cubicBezTo>
                  <a:cubicBezTo>
                    <a:pt x="23" y="15"/>
                    <a:pt x="23" y="15"/>
                    <a:pt x="23" y="15"/>
                  </a:cubicBezTo>
                  <a:cubicBezTo>
                    <a:pt x="22" y="16"/>
                    <a:pt x="22" y="16"/>
                    <a:pt x="22" y="17"/>
                  </a:cubicBezTo>
                  <a:cubicBezTo>
                    <a:pt x="21" y="18"/>
                    <a:pt x="20" y="19"/>
                    <a:pt x="19" y="20"/>
                  </a:cubicBezTo>
                  <a:cubicBezTo>
                    <a:pt x="18" y="20"/>
                    <a:pt x="17" y="21"/>
                    <a:pt x="16" y="22"/>
                  </a:cubicBezTo>
                  <a:cubicBezTo>
                    <a:pt x="16" y="23"/>
                    <a:pt x="15" y="23"/>
                    <a:pt x="15" y="23"/>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873" name="Freeform 552"/>
            <p:cNvSpPr>
              <a:spLocks noChangeArrowheads="1"/>
            </p:cNvSpPr>
            <p:nvPr/>
          </p:nvSpPr>
          <p:spPr bwMode="auto">
            <a:xfrm>
              <a:off x="404088" y="195501"/>
              <a:ext cx="109519" cy="107150"/>
            </a:xfrm>
            <a:custGeom>
              <a:avLst/>
              <a:gdLst>
                <a:gd name="T0" fmla="*/ 2147483647 w 57"/>
                <a:gd name="T1" fmla="*/ 2147483647 h 56"/>
                <a:gd name="T2" fmla="*/ 2147483647 w 57"/>
                <a:gd name="T3" fmla="*/ 2147483647 h 56"/>
                <a:gd name="T4" fmla="*/ 2147483647 w 57"/>
                <a:gd name="T5" fmla="*/ 0 h 56"/>
                <a:gd name="T6" fmla="*/ 0 w 57"/>
                <a:gd name="T7" fmla="*/ 2147483647 h 56"/>
                <a:gd name="T8" fmla="*/ 2147483647 w 57"/>
                <a:gd name="T9" fmla="*/ 2147483647 h 56"/>
                <a:gd name="T10" fmla="*/ 2147483647 w 57"/>
                <a:gd name="T11" fmla="*/ 2147483647 h 56"/>
                <a:gd name="T12" fmla="*/ 2147483647 w 57"/>
                <a:gd name="T13" fmla="*/ 2147483647 h 56"/>
                <a:gd name="T14" fmla="*/ 0 60000 65536"/>
                <a:gd name="T15" fmla="*/ 0 60000 65536"/>
                <a:gd name="T16" fmla="*/ 0 60000 65536"/>
                <a:gd name="T17" fmla="*/ 0 60000 65536"/>
                <a:gd name="T18" fmla="*/ 0 60000 65536"/>
                <a:gd name="T19" fmla="*/ 0 60000 65536"/>
                <a:gd name="T20" fmla="*/ 0 60000 65536"/>
                <a:gd name="T21" fmla="*/ 0 w 57"/>
                <a:gd name="T22" fmla="*/ 0 h 56"/>
                <a:gd name="T23" fmla="*/ 57 w 57"/>
                <a:gd name="T24" fmla="*/ 56 h 5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7" h="56">
                  <a:moveTo>
                    <a:pt x="57" y="49"/>
                  </a:moveTo>
                  <a:cubicBezTo>
                    <a:pt x="45" y="46"/>
                    <a:pt x="35" y="39"/>
                    <a:pt x="26" y="31"/>
                  </a:cubicBezTo>
                  <a:cubicBezTo>
                    <a:pt x="17" y="22"/>
                    <a:pt x="11" y="11"/>
                    <a:pt x="8" y="0"/>
                  </a:cubicBezTo>
                  <a:cubicBezTo>
                    <a:pt x="0" y="7"/>
                    <a:pt x="0" y="7"/>
                    <a:pt x="0" y="7"/>
                  </a:cubicBezTo>
                  <a:cubicBezTo>
                    <a:pt x="4" y="18"/>
                    <a:pt x="10" y="29"/>
                    <a:pt x="19" y="38"/>
                  </a:cubicBezTo>
                  <a:cubicBezTo>
                    <a:pt x="28" y="47"/>
                    <a:pt x="38" y="53"/>
                    <a:pt x="49" y="56"/>
                  </a:cubicBezTo>
                  <a:lnTo>
                    <a:pt x="57" y="49"/>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874" name="Freeform 553"/>
            <p:cNvSpPr>
              <a:spLocks noChangeArrowheads="1"/>
            </p:cNvSpPr>
            <p:nvPr/>
          </p:nvSpPr>
          <p:spPr bwMode="auto">
            <a:xfrm>
              <a:off x="413530" y="216180"/>
              <a:ext cx="77418" cy="78952"/>
            </a:xfrm>
            <a:custGeom>
              <a:avLst/>
              <a:gdLst>
                <a:gd name="T0" fmla="*/ 2147483647 w 40"/>
                <a:gd name="T1" fmla="*/ 2147483647 h 41"/>
                <a:gd name="T2" fmla="*/ 2147483647 w 40"/>
                <a:gd name="T3" fmla="*/ 2147483647 h 41"/>
                <a:gd name="T4" fmla="*/ 2147483647 w 40"/>
                <a:gd name="T5" fmla="*/ 0 h 41"/>
                <a:gd name="T6" fmla="*/ 0 w 40"/>
                <a:gd name="T7" fmla="*/ 2147483647 h 41"/>
                <a:gd name="T8" fmla="*/ 2147483647 w 40"/>
                <a:gd name="T9" fmla="*/ 2147483647 h 41"/>
                <a:gd name="T10" fmla="*/ 2147483647 w 40"/>
                <a:gd name="T11" fmla="*/ 2147483647 h 41"/>
                <a:gd name="T12" fmla="*/ 2147483647 w 40"/>
                <a:gd name="T13" fmla="*/ 2147483647 h 41"/>
                <a:gd name="T14" fmla="*/ 2147483647 w 40"/>
                <a:gd name="T15" fmla="*/ 2147483647 h 41"/>
                <a:gd name="T16" fmla="*/ 2147483647 w 40"/>
                <a:gd name="T17" fmla="*/ 2147483647 h 41"/>
                <a:gd name="T18" fmla="*/ 2147483647 w 40"/>
                <a:gd name="T19" fmla="*/ 2147483647 h 41"/>
                <a:gd name="T20" fmla="*/ 2147483647 w 40"/>
                <a:gd name="T21" fmla="*/ 2147483647 h 41"/>
                <a:gd name="T22" fmla="*/ 2147483647 w 40"/>
                <a:gd name="T23" fmla="*/ 2147483647 h 41"/>
                <a:gd name="T24" fmla="*/ 2147483647 w 40"/>
                <a:gd name="T25" fmla="*/ 2147483647 h 4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0"/>
                <a:gd name="T40" fmla="*/ 0 h 41"/>
                <a:gd name="T41" fmla="*/ 40 w 40"/>
                <a:gd name="T42" fmla="*/ 41 h 41"/>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0" h="41">
                  <a:moveTo>
                    <a:pt x="17" y="16"/>
                  </a:moveTo>
                  <a:cubicBezTo>
                    <a:pt x="17" y="15"/>
                    <a:pt x="17" y="15"/>
                    <a:pt x="16" y="14"/>
                  </a:cubicBezTo>
                  <a:cubicBezTo>
                    <a:pt x="13" y="10"/>
                    <a:pt x="10" y="5"/>
                    <a:pt x="7" y="0"/>
                  </a:cubicBezTo>
                  <a:cubicBezTo>
                    <a:pt x="0" y="7"/>
                    <a:pt x="0" y="7"/>
                    <a:pt x="0" y="7"/>
                  </a:cubicBezTo>
                  <a:cubicBezTo>
                    <a:pt x="3" y="14"/>
                    <a:pt x="8" y="21"/>
                    <a:pt x="14" y="27"/>
                  </a:cubicBezTo>
                  <a:cubicBezTo>
                    <a:pt x="20" y="33"/>
                    <a:pt x="26" y="37"/>
                    <a:pt x="33" y="41"/>
                  </a:cubicBezTo>
                  <a:cubicBezTo>
                    <a:pt x="40" y="34"/>
                    <a:pt x="40" y="34"/>
                    <a:pt x="40" y="34"/>
                  </a:cubicBezTo>
                  <a:cubicBezTo>
                    <a:pt x="35" y="31"/>
                    <a:pt x="31" y="28"/>
                    <a:pt x="26" y="24"/>
                  </a:cubicBezTo>
                  <a:cubicBezTo>
                    <a:pt x="25" y="23"/>
                    <a:pt x="25" y="23"/>
                    <a:pt x="25" y="23"/>
                  </a:cubicBezTo>
                  <a:cubicBezTo>
                    <a:pt x="25" y="23"/>
                    <a:pt x="24" y="23"/>
                    <a:pt x="24" y="22"/>
                  </a:cubicBezTo>
                  <a:cubicBezTo>
                    <a:pt x="23" y="21"/>
                    <a:pt x="22" y="20"/>
                    <a:pt x="21" y="20"/>
                  </a:cubicBezTo>
                  <a:cubicBezTo>
                    <a:pt x="20" y="19"/>
                    <a:pt x="19" y="18"/>
                    <a:pt x="18" y="17"/>
                  </a:cubicBezTo>
                  <a:cubicBezTo>
                    <a:pt x="18" y="16"/>
                    <a:pt x="18" y="16"/>
                    <a:pt x="17" y="16"/>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gr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矩形 70"/>
          <p:cNvSpPr/>
          <p:nvPr/>
        </p:nvSpPr>
        <p:spPr>
          <a:xfrm>
            <a:off x="17961936" y="607033"/>
            <a:ext cx="304799" cy="828221"/>
          </a:xfrm>
          <a:prstGeom prst="rect">
            <a:avLst/>
          </a:prstGeom>
          <a:solidFill>
            <a:srgbClr val="F024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p>
        </p:txBody>
      </p:sp>
      <p:sp>
        <p:nvSpPr>
          <p:cNvPr id="72" name="矩形 71"/>
          <p:cNvSpPr/>
          <p:nvPr/>
        </p:nvSpPr>
        <p:spPr>
          <a:xfrm>
            <a:off x="17831306" y="607033"/>
            <a:ext cx="79828" cy="828221"/>
          </a:xfrm>
          <a:prstGeom prst="rect">
            <a:avLst/>
          </a:prstGeom>
          <a:solidFill>
            <a:srgbClr val="F024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p>
        </p:txBody>
      </p:sp>
      <p:sp>
        <p:nvSpPr>
          <p:cNvPr id="73" name="文本框 72"/>
          <p:cNvSpPr txBox="1"/>
          <p:nvPr/>
        </p:nvSpPr>
        <p:spPr>
          <a:xfrm>
            <a:off x="16922977" y="604257"/>
            <a:ext cx="947405" cy="829945"/>
          </a:xfrm>
          <a:prstGeom prst="rect">
            <a:avLst/>
          </a:prstGeom>
          <a:noFill/>
        </p:spPr>
        <p:txBody>
          <a:bodyPr wrap="square" rtlCol="0">
            <a:spAutoFit/>
          </a:bodyPr>
          <a:lstStyle/>
          <a:p>
            <a:r>
              <a:rPr lang="en-US" altLang="zh-HK" sz="4800" dirty="0" smtClean="0">
                <a:solidFill>
                  <a:schemeClr val="bg1"/>
                </a:solidFill>
                <a:latin typeface="Microsoft YaHei" panose="020B0503020204020204" pitchFamily="34" charset="-122"/>
                <a:ea typeface="Microsoft YaHei" panose="020B0503020204020204" pitchFamily="34" charset="-122"/>
              </a:rPr>
              <a:t>0</a:t>
            </a:r>
            <a:r>
              <a:rPr lang="vi-VN" altLang="en-US" sz="4800" dirty="0" smtClean="0">
                <a:solidFill>
                  <a:schemeClr val="bg1"/>
                </a:solidFill>
                <a:latin typeface="Microsoft YaHei" panose="020B0503020204020204" pitchFamily="34" charset="-122"/>
                <a:ea typeface="Microsoft YaHei" panose="020B0503020204020204" pitchFamily="34" charset="-122"/>
              </a:rPr>
              <a:t>8</a:t>
            </a:r>
            <a:endParaRPr lang="vi-VN" altLang="en-US" sz="4800" dirty="0" smtClean="0">
              <a:solidFill>
                <a:schemeClr val="bg1"/>
              </a:solidFill>
              <a:latin typeface="Microsoft YaHei" panose="020B0503020204020204" pitchFamily="34" charset="-122"/>
              <a:ea typeface="Microsoft YaHei" panose="020B0503020204020204" pitchFamily="34" charset="-122"/>
            </a:endParaRPr>
          </a:p>
        </p:txBody>
      </p:sp>
      <p:grpSp>
        <p:nvGrpSpPr>
          <p:cNvPr id="4" name="组合 3"/>
          <p:cNvGrpSpPr/>
          <p:nvPr/>
        </p:nvGrpSpPr>
        <p:grpSpPr>
          <a:xfrm>
            <a:off x="14187805" y="7916545"/>
            <a:ext cx="4548505" cy="2686685"/>
            <a:chOff x="11519983" y="5270056"/>
            <a:chExt cx="5829924" cy="3299229"/>
          </a:xfrm>
        </p:grpSpPr>
        <p:grpSp>
          <p:nvGrpSpPr>
            <p:cNvPr id="97" name="组合 96"/>
            <p:cNvGrpSpPr/>
            <p:nvPr/>
          </p:nvGrpSpPr>
          <p:grpSpPr>
            <a:xfrm rot="5400000">
              <a:off x="12785331" y="4004708"/>
              <a:ext cx="3299229" cy="5829924"/>
              <a:chOff x="4862722" y="-238122"/>
              <a:chExt cx="3541407" cy="6152922"/>
            </a:xfrm>
          </p:grpSpPr>
          <p:grpSp>
            <p:nvGrpSpPr>
              <p:cNvPr id="98" name="组合 97"/>
              <p:cNvGrpSpPr/>
              <p:nvPr/>
            </p:nvGrpSpPr>
            <p:grpSpPr>
              <a:xfrm>
                <a:off x="4862722" y="-238122"/>
                <a:ext cx="3541407" cy="6152922"/>
                <a:chOff x="4862722" y="-238122"/>
                <a:chExt cx="3541407" cy="6152922"/>
              </a:xfrm>
              <a:effectLst>
                <a:outerShdw blurRad="203200" dist="101600" dir="2700000" algn="ctr" rotWithShape="0">
                  <a:schemeClr val="tx1">
                    <a:alpha val="40000"/>
                  </a:schemeClr>
                </a:outerShdw>
              </a:effectLst>
            </p:grpSpPr>
            <p:grpSp>
              <p:nvGrpSpPr>
                <p:cNvPr id="108" name="组合 107"/>
                <p:cNvGrpSpPr/>
                <p:nvPr/>
              </p:nvGrpSpPr>
              <p:grpSpPr>
                <a:xfrm>
                  <a:off x="7282083" y="1812626"/>
                  <a:ext cx="45719" cy="310161"/>
                  <a:chOff x="8020452" y="2062264"/>
                  <a:chExt cx="150782" cy="787940"/>
                </a:xfrm>
              </p:grpSpPr>
              <p:sp>
                <p:nvSpPr>
                  <p:cNvPr id="127" name="圆角矩形 126"/>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8" name="圆角矩形 127"/>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09" name="组合 108"/>
                <p:cNvGrpSpPr/>
                <p:nvPr/>
              </p:nvGrpSpPr>
              <p:grpSpPr>
                <a:xfrm>
                  <a:off x="4862722" y="2122787"/>
                  <a:ext cx="45719" cy="239059"/>
                  <a:chOff x="8020452" y="2062264"/>
                  <a:chExt cx="150782" cy="787940"/>
                </a:xfrm>
              </p:grpSpPr>
              <p:sp>
                <p:nvSpPr>
                  <p:cNvPr id="125" name="圆角矩形 124"/>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6" name="圆角矩形 125"/>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0" name="组合 109"/>
                <p:cNvGrpSpPr/>
                <p:nvPr/>
              </p:nvGrpSpPr>
              <p:grpSpPr>
                <a:xfrm>
                  <a:off x="4862722" y="1812626"/>
                  <a:ext cx="45719" cy="239059"/>
                  <a:chOff x="8020452" y="2062264"/>
                  <a:chExt cx="150782" cy="787940"/>
                </a:xfrm>
              </p:grpSpPr>
              <p:sp>
                <p:nvSpPr>
                  <p:cNvPr id="123" name="圆角矩形 122"/>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4" name="圆角矩形 123"/>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1" name="组合 110"/>
                <p:cNvGrpSpPr/>
                <p:nvPr/>
              </p:nvGrpSpPr>
              <p:grpSpPr>
                <a:xfrm>
                  <a:off x="4862722" y="1543685"/>
                  <a:ext cx="45719" cy="117603"/>
                  <a:chOff x="8020452" y="2062264"/>
                  <a:chExt cx="150782" cy="787940"/>
                </a:xfrm>
              </p:grpSpPr>
              <p:sp>
                <p:nvSpPr>
                  <p:cNvPr id="121" name="圆角矩形 120"/>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2" name="圆角矩形 121"/>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2" name="圆角矩形 111"/>
                <p:cNvSpPr/>
                <p:nvPr/>
              </p:nvSpPr>
              <p:spPr>
                <a:xfrm>
                  <a:off x="4890000" y="943200"/>
                  <a:ext cx="2412000" cy="4971600"/>
                </a:xfrm>
                <a:prstGeom prst="roundRect">
                  <a:avLst>
                    <a:gd name="adj" fmla="val 7335"/>
                  </a:avLst>
                </a:prstGeom>
                <a:solidFill>
                  <a:srgbClr val="404040"/>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3" name="圆角矩形 112"/>
                <p:cNvSpPr/>
                <p:nvPr/>
              </p:nvSpPr>
              <p:spPr>
                <a:xfrm>
                  <a:off x="4926000" y="979200"/>
                  <a:ext cx="2340000" cy="4899600"/>
                </a:xfrm>
                <a:prstGeom prst="roundRect">
                  <a:avLst>
                    <a:gd name="adj" fmla="val 7335"/>
                  </a:avLst>
                </a:prstGeom>
                <a:solidFill>
                  <a:srgbClr val="05050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4" name="矩形 113"/>
                <p:cNvSpPr/>
                <p:nvPr/>
              </p:nvSpPr>
              <p:spPr>
                <a:xfrm>
                  <a:off x="5034000" y="1540800"/>
                  <a:ext cx="2124000" cy="377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5" name="圆角矩形 114"/>
                <p:cNvSpPr/>
                <p:nvPr/>
              </p:nvSpPr>
              <p:spPr>
                <a:xfrm>
                  <a:off x="5901599" y="1206000"/>
                  <a:ext cx="388800" cy="36000"/>
                </a:xfrm>
                <a:prstGeom prst="roundRect">
                  <a:avLst>
                    <a:gd name="adj" fmla="val 50000"/>
                  </a:avLst>
                </a:prstGeom>
                <a:solidFill>
                  <a:srgbClr val="0D0D0D"/>
                </a:solidFill>
                <a:ln>
                  <a:noFill/>
                </a:ln>
                <a:scene3d>
                  <a:camera prst="orthographicFront"/>
                  <a:lightRig rig="threePt" dir="t"/>
                </a:scene3d>
                <a:sp3d>
                  <a:bevelT w="69850" h="50800" prst="coolSlan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16" name="组合 115"/>
                <p:cNvGrpSpPr/>
                <p:nvPr/>
              </p:nvGrpSpPr>
              <p:grpSpPr>
                <a:xfrm>
                  <a:off x="5905200" y="5406664"/>
                  <a:ext cx="381600" cy="381600"/>
                  <a:chOff x="5905200" y="3238200"/>
                  <a:chExt cx="381600" cy="381600"/>
                </a:xfrm>
              </p:grpSpPr>
              <p:sp>
                <p:nvSpPr>
                  <p:cNvPr id="119" name="椭圆 118"/>
                  <p:cNvSpPr/>
                  <p:nvPr/>
                </p:nvSpPr>
                <p:spPr>
                  <a:xfrm>
                    <a:off x="5905200" y="3238200"/>
                    <a:ext cx="381600" cy="381600"/>
                  </a:xfrm>
                  <a:prstGeom prst="ellipse">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0" name="椭圆 119"/>
                  <p:cNvSpPr/>
                  <p:nvPr/>
                </p:nvSpPr>
                <p:spPr>
                  <a:xfrm>
                    <a:off x="5932200" y="3265200"/>
                    <a:ext cx="327600" cy="3276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7" name="圆角矩形 116"/>
                <p:cNvSpPr/>
                <p:nvPr/>
              </p:nvSpPr>
              <p:spPr>
                <a:xfrm>
                  <a:off x="4883060" y="952391"/>
                  <a:ext cx="2376000" cy="4952144"/>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8" name="圆角矩形 117"/>
                <p:cNvSpPr/>
                <p:nvPr/>
              </p:nvSpPr>
              <p:spPr>
                <a:xfrm>
                  <a:off x="6028129" y="-238122"/>
                  <a:ext cx="2376000" cy="4935600"/>
                </a:xfrm>
                <a:prstGeom prst="roundRect">
                  <a:avLst>
                    <a:gd name="adj" fmla="val 7335"/>
                  </a:avLst>
                </a:prstGeom>
                <a:gradFill flip="none" rotWithShape="1">
                  <a:gsLst>
                    <a:gs pos="0">
                      <a:srgbClr val="FFFFFF">
                        <a:alpha val="18000"/>
                      </a:srgbClr>
                    </a:gs>
                    <a:gs pos="5000">
                      <a:srgbClr val="FFFFFF">
                        <a:alpha val="0"/>
                      </a:srgb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99" name="组合 98"/>
              <p:cNvGrpSpPr/>
              <p:nvPr/>
            </p:nvGrpSpPr>
            <p:grpSpPr>
              <a:xfrm>
                <a:off x="6856135" y="1608679"/>
                <a:ext cx="156128" cy="54425"/>
                <a:chOff x="6770056" y="1608698"/>
                <a:chExt cx="156128" cy="65855"/>
              </a:xfrm>
            </p:grpSpPr>
            <p:sp>
              <p:nvSpPr>
                <p:cNvPr id="105" name="矩形 104"/>
                <p:cNvSpPr/>
                <p:nvPr/>
              </p:nvSpPr>
              <p:spPr>
                <a:xfrm>
                  <a:off x="6770056" y="1608698"/>
                  <a:ext cx="146501" cy="65855"/>
                </a:xfrm>
                <a:prstGeom prst="rect">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6" name="矩形 105"/>
                <p:cNvSpPr/>
                <p:nvPr/>
              </p:nvSpPr>
              <p:spPr>
                <a:xfrm>
                  <a:off x="6916234" y="1633796"/>
                  <a:ext cx="9950" cy="16633"/>
                </a:xfrm>
                <a:prstGeom prst="rect">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7" name="矩形 106"/>
                <p:cNvSpPr/>
                <p:nvPr/>
              </p:nvSpPr>
              <p:spPr>
                <a:xfrm>
                  <a:off x="6770056" y="1608699"/>
                  <a:ext cx="83493" cy="6585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0" name="椭圆 99"/>
              <p:cNvSpPr/>
              <p:nvPr/>
            </p:nvSpPr>
            <p:spPr>
              <a:xfrm>
                <a:off x="5123906"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1" name="椭圆 100"/>
              <p:cNvSpPr/>
              <p:nvPr/>
            </p:nvSpPr>
            <p:spPr>
              <a:xfrm>
                <a:off x="5176565"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2" name="椭圆 101"/>
              <p:cNvSpPr/>
              <p:nvPr/>
            </p:nvSpPr>
            <p:spPr>
              <a:xfrm>
                <a:off x="5224538"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3" name="椭圆 102"/>
              <p:cNvSpPr/>
              <p:nvPr/>
            </p:nvSpPr>
            <p:spPr>
              <a:xfrm>
                <a:off x="5274547"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 name="椭圆 103"/>
              <p:cNvSpPr/>
              <p:nvPr/>
            </p:nvSpPr>
            <p:spPr>
              <a:xfrm>
                <a:off x="5324640" y="1619118"/>
                <a:ext cx="41564" cy="41564"/>
              </a:xfrm>
              <a:prstGeom prst="ellipse">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38" name="矩形 137"/>
            <p:cNvSpPr/>
            <p:nvPr/>
          </p:nvSpPr>
          <p:spPr bwMode="auto">
            <a:xfrm rot="16200000">
              <a:off x="12870306" y="4596683"/>
              <a:ext cx="1987572" cy="3635808"/>
            </a:xfrm>
            <a:prstGeom prst="rect">
              <a:avLst/>
            </a:prstGeom>
            <a:solidFill>
              <a:srgbClr val="2B7FB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 typeface="Arial" panose="020B0604020202020204" pitchFamily="34" charset="0"/>
                <a:buNone/>
                <a:defRPr/>
              </a:pPr>
              <a:endParaRPr lang="zh-CN" altLang="en-US"/>
            </a:p>
          </p:txBody>
        </p:sp>
        <p:grpSp>
          <p:nvGrpSpPr>
            <p:cNvPr id="141" name="组合 2"/>
            <p:cNvGrpSpPr/>
            <p:nvPr/>
          </p:nvGrpSpPr>
          <p:grpSpPr bwMode="auto">
            <a:xfrm>
              <a:off x="13580951" y="5774163"/>
              <a:ext cx="608013" cy="619125"/>
              <a:chOff x="7938529" y="3078391"/>
              <a:chExt cx="607404" cy="617990"/>
            </a:xfrm>
          </p:grpSpPr>
          <p:sp>
            <p:nvSpPr>
              <p:cNvPr id="142" name="object 5"/>
              <p:cNvSpPr/>
              <p:nvPr/>
            </p:nvSpPr>
            <p:spPr bwMode="auto">
              <a:xfrm>
                <a:off x="8052890" y="3078391"/>
                <a:ext cx="137478" cy="276999"/>
              </a:xfrm>
              <a:custGeom>
                <a:avLst/>
                <a:gdLst>
                  <a:gd name="T0" fmla="*/ 17874 w 226695"/>
                  <a:gd name="T1" fmla="*/ 0 h 262254"/>
                  <a:gd name="T2" fmla="*/ 0 w 226695"/>
                  <a:gd name="T3" fmla="*/ 197759 h 262254"/>
                  <a:gd name="T4" fmla="*/ 30590 w 226695"/>
                  <a:gd name="T5" fmla="*/ 326123 h 262254"/>
                  <a:gd name="T6" fmla="*/ 17874 w 226695"/>
                  <a:gd name="T7" fmla="*/ 0 h 26225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26695" h="262254">
                    <a:moveTo>
                      <a:pt x="132153" y="0"/>
                    </a:moveTo>
                    <a:lnTo>
                      <a:pt x="0" y="158895"/>
                    </a:lnTo>
                    <a:lnTo>
                      <a:pt x="226160" y="262033"/>
                    </a:lnTo>
                    <a:lnTo>
                      <a:pt x="132153" y="0"/>
                    </a:lnTo>
                    <a:close/>
                  </a:path>
                </a:pathLst>
              </a:custGeom>
              <a:solidFill>
                <a:srgbClr val="4ABA92"/>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3" name="object 6"/>
              <p:cNvSpPr/>
              <p:nvPr/>
            </p:nvSpPr>
            <p:spPr bwMode="auto">
              <a:xfrm>
                <a:off x="8090831" y="3419382"/>
                <a:ext cx="363912" cy="276999"/>
              </a:xfrm>
              <a:custGeom>
                <a:avLst/>
                <a:gdLst>
                  <a:gd name="T0" fmla="*/ 50573 w 600075"/>
                  <a:gd name="T1" fmla="*/ 0 h 479425"/>
                  <a:gd name="T2" fmla="*/ 0 w 600075"/>
                  <a:gd name="T3" fmla="*/ 50100 h 479425"/>
                  <a:gd name="T4" fmla="*/ 60332 w 600075"/>
                  <a:gd name="T5" fmla="*/ 53398 h 479425"/>
                  <a:gd name="T6" fmla="*/ 81164 w 600075"/>
                  <a:gd name="T7" fmla="*/ 11494 h 479425"/>
                  <a:gd name="T8" fmla="*/ 50573 w 600075"/>
                  <a:gd name="T9" fmla="*/ 0 h 4794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00075" h="479425">
                    <a:moveTo>
                      <a:pt x="373904" y="0"/>
                    </a:moveTo>
                    <a:lnTo>
                      <a:pt x="0" y="449588"/>
                    </a:lnTo>
                    <a:lnTo>
                      <a:pt x="446049" y="479179"/>
                    </a:lnTo>
                    <a:lnTo>
                      <a:pt x="600065" y="103138"/>
                    </a:lnTo>
                    <a:lnTo>
                      <a:pt x="373904" y="0"/>
                    </a:lnTo>
                    <a:close/>
                  </a:path>
                </a:pathLst>
              </a:custGeom>
              <a:solidFill>
                <a:srgbClr val="F94C07"/>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4" name="object 7"/>
              <p:cNvSpPr/>
              <p:nvPr/>
            </p:nvSpPr>
            <p:spPr bwMode="auto">
              <a:xfrm>
                <a:off x="8161226" y="3175050"/>
                <a:ext cx="384707" cy="276999"/>
              </a:xfrm>
              <a:custGeom>
                <a:avLst/>
                <a:gdLst>
                  <a:gd name="T0" fmla="*/ 0 w 634365"/>
                  <a:gd name="T1" fmla="*/ 0 h 229235"/>
                  <a:gd name="T2" fmla="*/ 67888 w 634365"/>
                  <a:gd name="T3" fmla="*/ 488025 h 229235"/>
                  <a:gd name="T4" fmla="*/ 85762 w 634365"/>
                  <a:gd name="T5" fmla="*/ 149257 h 229235"/>
                  <a:gd name="T6" fmla="*/ 0 w 634365"/>
                  <a:gd name="T7" fmla="*/ 0 h 22923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34365" h="229235">
                    <a:moveTo>
                      <a:pt x="0" y="0"/>
                    </a:moveTo>
                    <a:lnTo>
                      <a:pt x="501911" y="228904"/>
                    </a:lnTo>
                    <a:lnTo>
                      <a:pt x="634064" y="70008"/>
                    </a:lnTo>
                    <a:lnTo>
                      <a:pt x="0" y="0"/>
                    </a:lnTo>
                    <a:close/>
                  </a:path>
                </a:pathLst>
              </a:custGeom>
              <a:solidFill>
                <a:srgbClr val="1F4E79"/>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5" name="object 8"/>
              <p:cNvSpPr/>
              <p:nvPr/>
            </p:nvSpPr>
            <p:spPr bwMode="auto">
              <a:xfrm>
                <a:off x="7945652" y="3216890"/>
                <a:ext cx="145179" cy="193317"/>
              </a:xfrm>
              <a:custGeom>
                <a:avLst/>
                <a:gdLst>
                  <a:gd name="T0" fmla="*/ 19983 w 200025"/>
                  <a:gd name="T1" fmla="*/ 0 h 678814"/>
                  <a:gd name="T2" fmla="*/ 0 w 200025"/>
                  <a:gd name="T3" fmla="*/ 2184 h 678814"/>
                  <a:gd name="T4" fmla="*/ 55509 w 200025"/>
                  <a:gd name="T5" fmla="*/ 4463 h 678814"/>
                  <a:gd name="T6" fmla="*/ 19983 w 200025"/>
                  <a:gd name="T7" fmla="*/ 0 h 6788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0025" h="678814">
                    <a:moveTo>
                      <a:pt x="72008" y="0"/>
                    </a:moveTo>
                    <a:lnTo>
                      <a:pt x="0" y="332031"/>
                    </a:lnTo>
                    <a:lnTo>
                      <a:pt x="200025" y="678481"/>
                    </a:lnTo>
                    <a:lnTo>
                      <a:pt x="72008" y="0"/>
                    </a:lnTo>
                    <a:close/>
                  </a:path>
                </a:pathLst>
              </a:custGeom>
              <a:solidFill>
                <a:srgbClr val="00B050"/>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6" name="object 9"/>
              <p:cNvSpPr/>
              <p:nvPr/>
            </p:nvSpPr>
            <p:spPr bwMode="auto">
              <a:xfrm>
                <a:off x="7938529" y="3379992"/>
                <a:ext cx="304607" cy="276999"/>
              </a:xfrm>
              <a:custGeom>
                <a:avLst/>
                <a:gdLst>
                  <a:gd name="T0" fmla="*/ 0 w 502284"/>
                  <a:gd name="T1" fmla="*/ 0 h 678814"/>
                  <a:gd name="T2" fmla="*/ 17315 w 502284"/>
                  <a:gd name="T3" fmla="*/ 18813 h 678814"/>
                  <a:gd name="T4" fmla="*/ 67889 w 502284"/>
                  <a:gd name="T5" fmla="*/ 6347 h 678814"/>
                  <a:gd name="T6" fmla="*/ 0 w 502284"/>
                  <a:gd name="T7" fmla="*/ 0 h 6788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02284" h="678814">
                    <a:moveTo>
                      <a:pt x="0" y="0"/>
                    </a:moveTo>
                    <a:lnTo>
                      <a:pt x="128017" y="678492"/>
                    </a:lnTo>
                    <a:lnTo>
                      <a:pt x="501921" y="228904"/>
                    </a:lnTo>
                    <a:lnTo>
                      <a:pt x="0" y="0"/>
                    </a:lnTo>
                    <a:close/>
                  </a:path>
                </a:pathLst>
              </a:custGeom>
              <a:solidFill>
                <a:srgbClr val="ED7D31"/>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grpSp>
        <p:sp>
          <p:nvSpPr>
            <p:cNvPr id="147" name="矩形 23"/>
            <p:cNvSpPr>
              <a:spLocks noChangeArrowheads="1"/>
            </p:cNvSpPr>
            <p:nvPr/>
          </p:nvSpPr>
          <p:spPr bwMode="auto">
            <a:xfrm>
              <a:off x="12758941" y="6563170"/>
              <a:ext cx="2303462" cy="50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2F6583"/>
                  </a:solidFill>
                  <a:bevel/>
                </a14:hiddenLine>
              </a:ext>
            </a:extLst>
          </p:spPr>
          <p:txBody>
            <a:bodyPr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SimSun"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SimSun"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SimSun"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9pPr>
            </a:lstStyle>
            <a:p>
              <a:pPr algn="ctr">
                <a:lnSpc>
                  <a:spcPct val="100000"/>
                </a:lnSpc>
                <a:spcBef>
                  <a:spcPct val="0"/>
                </a:spcBef>
                <a:buFont typeface="Arial" panose="020B0604020202020204" pitchFamily="34" charset="0"/>
                <a:buNone/>
              </a:pPr>
              <a:r>
                <a:rPr lang="vi-VN" altLang="zh-CN" sz="2500" dirty="0">
                  <a:solidFill>
                    <a:schemeClr val="bg1"/>
                  </a:solidFill>
                  <a:latin typeface="Impact" panose="020B0806030902050204" pitchFamily="34" charset="0"/>
                  <a:ea typeface="Microsoft YaHei" panose="020B0503020204020204" pitchFamily="34" charset="-122"/>
                  <a:sym typeface="Impact" panose="020B0806030902050204" pitchFamily="34" charset="0"/>
                </a:rPr>
                <a:t>Nhóm </a:t>
              </a:r>
              <a:r>
                <a:rPr lang="vi-VN" altLang="zh-CN" sz="2500" dirty="0">
                  <a:solidFill>
                    <a:schemeClr val="bg1"/>
                  </a:solidFill>
                  <a:latin typeface="Impact" panose="020B0806030902050204" pitchFamily="34" charset="0"/>
                  <a:ea typeface="Microsoft YaHei" panose="020B0503020204020204" pitchFamily="34" charset="-122"/>
                  <a:sym typeface="Impact" panose="020B0806030902050204" pitchFamily="34" charset="0"/>
                </a:rPr>
                <a:t>6</a:t>
              </a:r>
              <a:endParaRPr lang="vi-VN" altLang="zh-CN" sz="2500" dirty="0">
                <a:solidFill>
                  <a:schemeClr val="bg1"/>
                </a:solidFill>
                <a:latin typeface="Impact" panose="020B0806030902050204" pitchFamily="34" charset="0"/>
                <a:ea typeface="Microsoft YaHei" panose="020B0503020204020204" pitchFamily="34" charset="-122"/>
                <a:sym typeface="Impact" panose="020B0806030902050204" pitchFamily="34" charset="0"/>
              </a:endParaRPr>
            </a:p>
          </p:txBody>
        </p:sp>
      </p:grpSp>
      <p:sp>
        <p:nvSpPr>
          <p:cNvPr id="5" name="Rounded Rectangle 4"/>
          <p:cNvSpPr/>
          <p:nvPr/>
        </p:nvSpPr>
        <p:spPr>
          <a:xfrm>
            <a:off x="304800" y="638810"/>
            <a:ext cx="8768080" cy="802005"/>
          </a:xfrm>
          <a:prstGeom prst="roundRect">
            <a:avLst/>
          </a:prstGeom>
          <a:solidFill>
            <a:srgbClr val="F02424"/>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6" name="object 3"/>
          <p:cNvSpPr txBox="1">
            <a:spLocks noChangeArrowheads="1"/>
          </p:cNvSpPr>
          <p:nvPr/>
        </p:nvSpPr>
        <p:spPr bwMode="auto">
          <a:xfrm>
            <a:off x="1071880" y="730250"/>
            <a:ext cx="7847965" cy="615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marL="6350">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SimSun"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SimSun"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SimSun"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9pPr>
          </a:lstStyle>
          <a:p>
            <a:pPr algn="ctr">
              <a:lnSpc>
                <a:spcPct val="100000"/>
              </a:lnSpc>
              <a:spcBef>
                <a:spcPct val="0"/>
              </a:spcBef>
              <a:buFont typeface="Arial" panose="020B0604020202020204" pitchFamily="34" charset="0"/>
              <a:buNone/>
            </a:pPr>
            <a:r>
              <a:rPr lang="vi-VN" altLang="zh-CN" sz="4000" dirty="0" smtClean="0">
                <a:solidFill>
                  <a:srgbClr val="FFFFFF"/>
                </a:solidFill>
                <a:latin typeface="Microsoft YaHei" panose="020B0503020204020204" pitchFamily="34" charset="-122"/>
                <a:ea typeface="Microsoft YaHei" panose="020B0503020204020204" pitchFamily="34" charset="-122"/>
                <a:sym typeface="+mn-ea"/>
              </a:rPr>
              <a:t>Caesar Cipher</a:t>
            </a:r>
            <a:endParaRPr lang="vi-VN" altLang="zh-CN" sz="4000" dirty="0" smtClean="0">
              <a:solidFill>
                <a:srgbClr val="FFFFFF"/>
              </a:solidFill>
              <a:latin typeface="Microsoft YaHei" panose="020B0503020204020204" pitchFamily="34" charset="-122"/>
              <a:ea typeface="Microsoft YaHei" panose="020B0503020204020204" pitchFamily="34" charset="-122"/>
            </a:endParaRPr>
          </a:p>
        </p:txBody>
      </p:sp>
      <p:sp>
        <p:nvSpPr>
          <p:cNvPr id="2" name="文本框 162"/>
          <p:cNvSpPr txBox="1"/>
          <p:nvPr/>
        </p:nvSpPr>
        <p:spPr>
          <a:xfrm>
            <a:off x="297180" y="1797050"/>
            <a:ext cx="17559020" cy="7937500"/>
          </a:xfrm>
          <a:prstGeom prst="rect">
            <a:avLst/>
          </a:prstGeom>
          <a:noFill/>
        </p:spPr>
        <p:txBody>
          <a:bodyPr wrap="square" rtlCol="0">
            <a:noAutofit/>
          </a:bodyPr>
          <a:p>
            <a:pPr lvl="0" indent="0" algn="just">
              <a:lnSpc>
                <a:spcPct val="150000"/>
              </a:lnSpc>
              <a:spcBef>
                <a:spcPts val="600"/>
              </a:spcBef>
              <a:buFont typeface="Wingdings" panose="05000000000000000000" charset="0"/>
              <a:buNone/>
            </a:pPr>
            <a:r>
              <a:rPr lang="en-US" altLang="zh-HK" sz="4200" dirty="0" smtClean="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sym typeface="+mn-ea"/>
              </a:rPr>
              <a:t>b, Nhược điểm của Caesar Cipher:</a:t>
            </a:r>
            <a:endParaRPr lang="en-US" altLang="zh-HK" sz="4200" dirty="0" smtClean="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sym typeface="+mn-ea"/>
            </a:endParaRPr>
          </a:p>
          <a:p>
            <a:pPr lvl="0" indent="0" algn="just">
              <a:lnSpc>
                <a:spcPct val="150000"/>
              </a:lnSpc>
              <a:spcBef>
                <a:spcPts val="600"/>
              </a:spcBef>
              <a:buFont typeface="Wingdings" panose="05000000000000000000" charset="0"/>
              <a:buNone/>
            </a:pPr>
            <a:r>
              <a:rPr lang="en-US" altLang="zh-HK" sz="4200" dirty="0" smtClean="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sym typeface="+mn-ea"/>
              </a:rPr>
              <a:t>- Bảo mật kém: Caesar Cipher dễ bị tấn công bằng các phương pháp như phân tích tần số, vì số lượng khóa rất hạn chế (chỉ có 25 khóa khác nhau cho bảng chữ cái tiếng Anh).</a:t>
            </a:r>
            <a:endParaRPr lang="en-US" altLang="zh-HK" sz="4200" dirty="0" smtClean="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sym typeface="+mn-ea"/>
            </a:endParaRPr>
          </a:p>
          <a:p>
            <a:pPr lvl="0" indent="0" algn="just">
              <a:lnSpc>
                <a:spcPct val="150000"/>
              </a:lnSpc>
              <a:spcBef>
                <a:spcPts val="600"/>
              </a:spcBef>
              <a:buFont typeface="Wingdings" panose="05000000000000000000" charset="0"/>
              <a:buNone/>
            </a:pPr>
            <a:r>
              <a:rPr lang="en-US" altLang="zh-HK" sz="4200" dirty="0" smtClean="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sym typeface="+mn-ea"/>
              </a:rPr>
              <a:t>- Không phù hợp cho dữ liệu nhạy cảm: Vì bảo mật thấp, phương pháp này không thích hợp cho việc bảo vệ thông tin quan trọng hoặc nhạy cảm, khi mà an ninh là yếu tố cần thiết.</a:t>
            </a:r>
            <a:endParaRPr lang="en-US" altLang="zh-HK" sz="4200" dirty="0" smtClean="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sym typeface="+mn-ea"/>
            </a:endParaRPr>
          </a:p>
          <a:p>
            <a:pPr lvl="0" indent="0" algn="just">
              <a:lnSpc>
                <a:spcPct val="150000"/>
              </a:lnSpc>
              <a:spcBef>
                <a:spcPts val="600"/>
              </a:spcBef>
              <a:buFont typeface="Wingdings" panose="05000000000000000000" charset="0"/>
              <a:buNone/>
            </a:pPr>
            <a:endParaRPr lang="en-US" altLang="zh-HK" sz="4200" dirty="0" smtClean="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sym typeface="+mn-ea"/>
            </a:endParaRPr>
          </a:p>
        </p:txBody>
      </p:sp>
      <p:grpSp>
        <p:nvGrpSpPr>
          <p:cNvPr id="862" name="组合 1638"/>
          <p:cNvGrpSpPr/>
          <p:nvPr/>
        </p:nvGrpSpPr>
        <p:grpSpPr bwMode="auto">
          <a:xfrm>
            <a:off x="531495" y="768350"/>
            <a:ext cx="681355" cy="541655"/>
            <a:chOff x="0" y="0"/>
            <a:chExt cx="709986" cy="558307"/>
          </a:xfrm>
          <a:solidFill>
            <a:schemeClr val="bg1"/>
          </a:solidFill>
        </p:grpSpPr>
        <p:sp>
          <p:nvSpPr>
            <p:cNvPr id="863" name="Freeform 542"/>
            <p:cNvSpPr>
              <a:spLocks noChangeArrowheads="1"/>
            </p:cNvSpPr>
            <p:nvPr/>
          </p:nvSpPr>
          <p:spPr bwMode="auto">
            <a:xfrm>
              <a:off x="0" y="0"/>
              <a:ext cx="311564" cy="310171"/>
            </a:xfrm>
            <a:custGeom>
              <a:avLst/>
              <a:gdLst>
                <a:gd name="T0" fmla="*/ 2147483647 w 163"/>
                <a:gd name="T1" fmla="*/ 2147483647 h 163"/>
                <a:gd name="T2" fmla="*/ 2147483647 w 163"/>
                <a:gd name="T3" fmla="*/ 2147483647 h 163"/>
                <a:gd name="T4" fmla="*/ 2147483647 w 163"/>
                <a:gd name="T5" fmla="*/ 2147483647 h 163"/>
                <a:gd name="T6" fmla="*/ 2147483647 w 163"/>
                <a:gd name="T7" fmla="*/ 2147483647 h 163"/>
                <a:gd name="T8" fmla="*/ 2147483647 w 163"/>
                <a:gd name="T9" fmla="*/ 2147483647 h 163"/>
                <a:gd name="T10" fmla="*/ 2147483647 w 163"/>
                <a:gd name="T11" fmla="*/ 2147483647 h 163"/>
                <a:gd name="T12" fmla="*/ 2147483647 w 163"/>
                <a:gd name="T13" fmla="*/ 2147483647 h 163"/>
                <a:gd name="T14" fmla="*/ 2147483647 w 163"/>
                <a:gd name="T15" fmla="*/ 2147483647 h 163"/>
                <a:gd name="T16" fmla="*/ 2147483647 w 163"/>
                <a:gd name="T17" fmla="*/ 2147483647 h 163"/>
                <a:gd name="T18" fmla="*/ 2147483647 w 163"/>
                <a:gd name="T19" fmla="*/ 2147483647 h 16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63"/>
                <a:gd name="T31" fmla="*/ 0 h 163"/>
                <a:gd name="T32" fmla="*/ 163 w 163"/>
                <a:gd name="T33" fmla="*/ 163 h 16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63" h="163">
                  <a:moveTo>
                    <a:pt x="48" y="14"/>
                  </a:moveTo>
                  <a:cubicBezTo>
                    <a:pt x="92" y="58"/>
                    <a:pt x="92" y="58"/>
                    <a:pt x="92" y="58"/>
                  </a:cubicBezTo>
                  <a:cubicBezTo>
                    <a:pt x="97" y="63"/>
                    <a:pt x="97" y="72"/>
                    <a:pt x="92" y="77"/>
                  </a:cubicBezTo>
                  <a:cubicBezTo>
                    <a:pt x="77" y="91"/>
                    <a:pt x="77" y="91"/>
                    <a:pt x="77" y="91"/>
                  </a:cubicBezTo>
                  <a:cubicBezTo>
                    <a:pt x="72" y="96"/>
                    <a:pt x="64" y="96"/>
                    <a:pt x="58" y="91"/>
                  </a:cubicBezTo>
                  <a:cubicBezTo>
                    <a:pt x="14" y="47"/>
                    <a:pt x="14" y="47"/>
                    <a:pt x="14" y="47"/>
                  </a:cubicBezTo>
                  <a:cubicBezTo>
                    <a:pt x="0" y="75"/>
                    <a:pt x="5" y="110"/>
                    <a:pt x="28" y="134"/>
                  </a:cubicBezTo>
                  <a:cubicBezTo>
                    <a:pt x="58" y="163"/>
                    <a:pt x="105" y="163"/>
                    <a:pt x="134" y="134"/>
                  </a:cubicBezTo>
                  <a:cubicBezTo>
                    <a:pt x="163" y="104"/>
                    <a:pt x="163" y="57"/>
                    <a:pt x="134" y="28"/>
                  </a:cubicBezTo>
                  <a:cubicBezTo>
                    <a:pt x="111" y="5"/>
                    <a:pt x="76" y="0"/>
                    <a:pt x="48" y="14"/>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864" name="Freeform 543"/>
            <p:cNvSpPr>
              <a:spLocks noEditPoints="1" noChangeArrowheads="1"/>
            </p:cNvSpPr>
            <p:nvPr/>
          </p:nvSpPr>
          <p:spPr bwMode="auto">
            <a:xfrm>
              <a:off x="198268" y="195501"/>
              <a:ext cx="362546" cy="362806"/>
            </a:xfrm>
            <a:custGeom>
              <a:avLst/>
              <a:gdLst>
                <a:gd name="T0" fmla="*/ 2147483647 w 190"/>
                <a:gd name="T1" fmla="*/ 2147483647 h 190"/>
                <a:gd name="T2" fmla="*/ 0 w 190"/>
                <a:gd name="T3" fmla="*/ 2147483647 h 190"/>
                <a:gd name="T4" fmla="*/ 2147483647 w 190"/>
                <a:gd name="T5" fmla="*/ 2147483647 h 190"/>
                <a:gd name="T6" fmla="*/ 2147483647 w 190"/>
                <a:gd name="T7" fmla="*/ 2147483647 h 190"/>
                <a:gd name="T8" fmla="*/ 2147483647 w 190"/>
                <a:gd name="T9" fmla="*/ 2147483647 h 190"/>
                <a:gd name="T10" fmla="*/ 2147483647 w 190"/>
                <a:gd name="T11" fmla="*/ 2147483647 h 190"/>
                <a:gd name="T12" fmla="*/ 2147483647 w 190"/>
                <a:gd name="T13" fmla="*/ 0 h 190"/>
                <a:gd name="T14" fmla="*/ 2147483647 w 190"/>
                <a:gd name="T15" fmla="*/ 2147483647 h 190"/>
                <a:gd name="T16" fmla="*/ 2147483647 w 190"/>
                <a:gd name="T17" fmla="*/ 2147483647 h 190"/>
                <a:gd name="T18" fmla="*/ 2147483647 w 190"/>
                <a:gd name="T19" fmla="*/ 2147483647 h 190"/>
                <a:gd name="T20" fmla="*/ 2147483647 w 190"/>
                <a:gd name="T21" fmla="*/ 2147483647 h 190"/>
                <a:gd name="T22" fmla="*/ 2147483647 w 190"/>
                <a:gd name="T23" fmla="*/ 2147483647 h 190"/>
                <a:gd name="T24" fmla="*/ 2147483647 w 190"/>
                <a:gd name="T25" fmla="*/ 2147483647 h 19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90"/>
                <a:gd name="T40" fmla="*/ 0 h 190"/>
                <a:gd name="T41" fmla="*/ 190 w 190"/>
                <a:gd name="T42" fmla="*/ 190 h 19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90" h="190">
                  <a:moveTo>
                    <a:pt x="30" y="31"/>
                  </a:moveTo>
                  <a:cubicBezTo>
                    <a:pt x="21" y="39"/>
                    <a:pt x="11" y="46"/>
                    <a:pt x="0" y="49"/>
                  </a:cubicBezTo>
                  <a:cubicBezTo>
                    <a:pt x="138" y="188"/>
                    <a:pt x="138" y="188"/>
                    <a:pt x="138" y="188"/>
                  </a:cubicBezTo>
                  <a:cubicBezTo>
                    <a:pt x="141" y="190"/>
                    <a:pt x="145" y="190"/>
                    <a:pt x="148" y="188"/>
                  </a:cubicBezTo>
                  <a:cubicBezTo>
                    <a:pt x="187" y="148"/>
                    <a:pt x="187" y="148"/>
                    <a:pt x="187" y="148"/>
                  </a:cubicBezTo>
                  <a:cubicBezTo>
                    <a:pt x="190" y="146"/>
                    <a:pt x="190" y="141"/>
                    <a:pt x="187" y="139"/>
                  </a:cubicBezTo>
                  <a:cubicBezTo>
                    <a:pt x="48" y="0"/>
                    <a:pt x="48" y="0"/>
                    <a:pt x="48" y="0"/>
                  </a:cubicBezTo>
                  <a:cubicBezTo>
                    <a:pt x="45" y="11"/>
                    <a:pt x="39" y="22"/>
                    <a:pt x="30" y="31"/>
                  </a:cubicBezTo>
                  <a:close/>
                  <a:moveTo>
                    <a:pt x="156" y="157"/>
                  </a:moveTo>
                  <a:cubicBezTo>
                    <a:pt x="153" y="160"/>
                    <a:pt x="147" y="160"/>
                    <a:pt x="143" y="157"/>
                  </a:cubicBezTo>
                  <a:cubicBezTo>
                    <a:pt x="139" y="153"/>
                    <a:pt x="139" y="147"/>
                    <a:pt x="143" y="143"/>
                  </a:cubicBezTo>
                  <a:cubicBezTo>
                    <a:pt x="147" y="140"/>
                    <a:pt x="153" y="140"/>
                    <a:pt x="156" y="143"/>
                  </a:cubicBezTo>
                  <a:cubicBezTo>
                    <a:pt x="160" y="147"/>
                    <a:pt x="160" y="153"/>
                    <a:pt x="156" y="157"/>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865" name="Freeform 544"/>
            <p:cNvSpPr>
              <a:spLocks noEditPoints="1" noChangeArrowheads="1"/>
            </p:cNvSpPr>
            <p:nvPr/>
          </p:nvSpPr>
          <p:spPr bwMode="auto">
            <a:xfrm>
              <a:off x="219038" y="216180"/>
              <a:ext cx="330446" cy="332727"/>
            </a:xfrm>
            <a:custGeom>
              <a:avLst/>
              <a:gdLst>
                <a:gd name="T0" fmla="*/ 2147483647 w 173"/>
                <a:gd name="T1" fmla="*/ 2147483647 h 174"/>
                <a:gd name="T2" fmla="*/ 2147483647 w 173"/>
                <a:gd name="T3" fmla="*/ 2147483647 h 174"/>
                <a:gd name="T4" fmla="*/ 2147483647 w 173"/>
                <a:gd name="T5" fmla="*/ 0 h 174"/>
                <a:gd name="T6" fmla="*/ 2147483647 w 173"/>
                <a:gd name="T7" fmla="*/ 2147483647 h 174"/>
                <a:gd name="T8" fmla="*/ 0 w 173"/>
                <a:gd name="T9" fmla="*/ 2147483647 h 174"/>
                <a:gd name="T10" fmla="*/ 2147483647 w 173"/>
                <a:gd name="T11" fmla="*/ 2147483647 h 174"/>
                <a:gd name="T12" fmla="*/ 2147483647 w 173"/>
                <a:gd name="T13" fmla="*/ 2147483647 h 174"/>
                <a:gd name="T14" fmla="*/ 2147483647 w 173"/>
                <a:gd name="T15" fmla="*/ 2147483647 h 174"/>
                <a:gd name="T16" fmla="*/ 2147483647 w 173"/>
                <a:gd name="T17" fmla="*/ 2147483647 h 174"/>
                <a:gd name="T18" fmla="*/ 2147483647 w 173"/>
                <a:gd name="T19" fmla="*/ 2147483647 h 174"/>
                <a:gd name="T20" fmla="*/ 2147483647 w 173"/>
                <a:gd name="T21" fmla="*/ 2147483647 h 17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73"/>
                <a:gd name="T34" fmla="*/ 0 h 174"/>
                <a:gd name="T35" fmla="*/ 173 w 173"/>
                <a:gd name="T36" fmla="*/ 174 h 17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73" h="174">
                  <a:moveTo>
                    <a:pt x="140" y="174"/>
                  </a:moveTo>
                  <a:cubicBezTo>
                    <a:pt x="173" y="140"/>
                    <a:pt x="173" y="140"/>
                    <a:pt x="173" y="140"/>
                  </a:cubicBezTo>
                  <a:cubicBezTo>
                    <a:pt x="33" y="0"/>
                    <a:pt x="33" y="0"/>
                    <a:pt x="33" y="0"/>
                  </a:cubicBezTo>
                  <a:cubicBezTo>
                    <a:pt x="29" y="7"/>
                    <a:pt x="25" y="14"/>
                    <a:pt x="19" y="20"/>
                  </a:cubicBezTo>
                  <a:cubicBezTo>
                    <a:pt x="13" y="25"/>
                    <a:pt x="7" y="30"/>
                    <a:pt x="0" y="33"/>
                  </a:cubicBezTo>
                  <a:lnTo>
                    <a:pt x="140" y="174"/>
                  </a:lnTo>
                  <a:close/>
                  <a:moveTo>
                    <a:pt x="132" y="132"/>
                  </a:moveTo>
                  <a:cubicBezTo>
                    <a:pt x="136" y="129"/>
                    <a:pt x="142" y="129"/>
                    <a:pt x="145" y="132"/>
                  </a:cubicBezTo>
                  <a:cubicBezTo>
                    <a:pt x="149" y="136"/>
                    <a:pt x="149" y="142"/>
                    <a:pt x="145" y="146"/>
                  </a:cubicBezTo>
                  <a:cubicBezTo>
                    <a:pt x="142" y="149"/>
                    <a:pt x="136" y="149"/>
                    <a:pt x="132" y="146"/>
                  </a:cubicBezTo>
                  <a:cubicBezTo>
                    <a:pt x="128" y="142"/>
                    <a:pt x="128" y="136"/>
                    <a:pt x="132" y="132"/>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866" name="Freeform 545"/>
            <p:cNvSpPr>
              <a:spLocks noEditPoints="1" noChangeArrowheads="1"/>
            </p:cNvSpPr>
            <p:nvPr/>
          </p:nvSpPr>
          <p:spPr bwMode="auto">
            <a:xfrm>
              <a:off x="254916" y="251896"/>
              <a:ext cx="200156" cy="203021"/>
            </a:xfrm>
            <a:custGeom>
              <a:avLst/>
              <a:gdLst>
                <a:gd name="T0" fmla="*/ 2147483647 w 250"/>
                <a:gd name="T1" fmla="*/ 0 h 253"/>
                <a:gd name="T2" fmla="*/ 2147483647 w 250"/>
                <a:gd name="T3" fmla="*/ 2147483647 h 253"/>
                <a:gd name="T4" fmla="*/ 2147483647 w 250"/>
                <a:gd name="T5" fmla="*/ 2147483647 h 253"/>
                <a:gd name="T6" fmla="*/ 2147483647 w 250"/>
                <a:gd name="T7" fmla="*/ 2147483647 h 253"/>
                <a:gd name="T8" fmla="*/ 2147483647 w 250"/>
                <a:gd name="T9" fmla="*/ 0 h 253"/>
                <a:gd name="T10" fmla="*/ 0 w 250"/>
                <a:gd name="T11" fmla="*/ 2147483647 h 253"/>
                <a:gd name="T12" fmla="*/ 2147483647 w 250"/>
                <a:gd name="T13" fmla="*/ 2147483647 h 253"/>
                <a:gd name="T14" fmla="*/ 2147483647 w 250"/>
                <a:gd name="T15" fmla="*/ 2147483647 h 253"/>
                <a:gd name="T16" fmla="*/ 2147483647 w 250"/>
                <a:gd name="T17" fmla="*/ 2147483647 h 253"/>
                <a:gd name="T18" fmla="*/ 0 w 250"/>
                <a:gd name="T19" fmla="*/ 2147483647 h 25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50"/>
                <a:gd name="T31" fmla="*/ 0 h 253"/>
                <a:gd name="T32" fmla="*/ 250 w 250"/>
                <a:gd name="T33" fmla="*/ 253 h 25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50" h="253">
                  <a:moveTo>
                    <a:pt x="115" y="0"/>
                  </a:moveTo>
                  <a:lnTo>
                    <a:pt x="96" y="19"/>
                  </a:lnTo>
                  <a:lnTo>
                    <a:pt x="234" y="156"/>
                  </a:lnTo>
                  <a:lnTo>
                    <a:pt x="250" y="137"/>
                  </a:lnTo>
                  <a:lnTo>
                    <a:pt x="115" y="0"/>
                  </a:lnTo>
                  <a:close/>
                  <a:moveTo>
                    <a:pt x="0" y="116"/>
                  </a:moveTo>
                  <a:lnTo>
                    <a:pt x="134" y="253"/>
                  </a:lnTo>
                  <a:lnTo>
                    <a:pt x="153" y="234"/>
                  </a:lnTo>
                  <a:lnTo>
                    <a:pt x="18" y="97"/>
                  </a:lnTo>
                  <a:lnTo>
                    <a:pt x="0" y="116"/>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867" name="Freeform 546"/>
            <p:cNvSpPr>
              <a:spLocks noChangeArrowheads="1"/>
            </p:cNvSpPr>
            <p:nvPr/>
          </p:nvSpPr>
          <p:spPr bwMode="auto">
            <a:xfrm>
              <a:off x="268133" y="266934"/>
              <a:ext cx="175609" cy="172943"/>
            </a:xfrm>
            <a:custGeom>
              <a:avLst/>
              <a:gdLst>
                <a:gd name="T0" fmla="*/ 0 w 216"/>
                <a:gd name="T1" fmla="*/ 2147483647 h 215"/>
                <a:gd name="T2" fmla="*/ 2147483647 w 216"/>
                <a:gd name="T3" fmla="*/ 2147483647 h 215"/>
                <a:gd name="T4" fmla="*/ 2147483647 w 216"/>
                <a:gd name="T5" fmla="*/ 2147483647 h 215"/>
                <a:gd name="T6" fmla="*/ 2147483647 w 216"/>
                <a:gd name="T7" fmla="*/ 0 h 215"/>
                <a:gd name="T8" fmla="*/ 0 w 216"/>
                <a:gd name="T9" fmla="*/ 2147483647 h 215"/>
                <a:gd name="T10" fmla="*/ 0 60000 65536"/>
                <a:gd name="T11" fmla="*/ 0 60000 65536"/>
                <a:gd name="T12" fmla="*/ 0 60000 65536"/>
                <a:gd name="T13" fmla="*/ 0 60000 65536"/>
                <a:gd name="T14" fmla="*/ 0 60000 65536"/>
                <a:gd name="T15" fmla="*/ 0 w 216"/>
                <a:gd name="T16" fmla="*/ 0 h 215"/>
                <a:gd name="T17" fmla="*/ 216 w 216"/>
                <a:gd name="T18" fmla="*/ 215 h 215"/>
              </a:gdLst>
              <a:ahLst/>
              <a:cxnLst>
                <a:cxn ang="T10">
                  <a:pos x="T0" y="T1"/>
                </a:cxn>
                <a:cxn ang="T11">
                  <a:pos x="T2" y="T3"/>
                </a:cxn>
                <a:cxn ang="T12">
                  <a:pos x="T4" y="T5"/>
                </a:cxn>
                <a:cxn ang="T13">
                  <a:pos x="T6" y="T7"/>
                </a:cxn>
                <a:cxn ang="T14">
                  <a:pos x="T8" y="T9"/>
                </a:cxn>
              </a:cxnLst>
              <a:rect l="T15" t="T16" r="T17" b="T18"/>
              <a:pathLst>
                <a:path w="216" h="215">
                  <a:moveTo>
                    <a:pt x="0" y="78"/>
                  </a:moveTo>
                  <a:lnTo>
                    <a:pt x="135" y="215"/>
                  </a:lnTo>
                  <a:lnTo>
                    <a:pt x="216" y="137"/>
                  </a:lnTo>
                  <a:lnTo>
                    <a:pt x="78" y="0"/>
                  </a:lnTo>
                  <a:lnTo>
                    <a:pt x="0" y="78"/>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868" name="Freeform 547"/>
            <p:cNvSpPr>
              <a:spLocks noChangeArrowheads="1"/>
            </p:cNvSpPr>
            <p:nvPr/>
          </p:nvSpPr>
          <p:spPr bwMode="auto">
            <a:xfrm>
              <a:off x="398424" y="0"/>
              <a:ext cx="311562" cy="310171"/>
            </a:xfrm>
            <a:custGeom>
              <a:avLst/>
              <a:gdLst>
                <a:gd name="T0" fmla="*/ 2147483647 w 163"/>
                <a:gd name="T1" fmla="*/ 2147483647 h 163"/>
                <a:gd name="T2" fmla="*/ 2147483647 w 163"/>
                <a:gd name="T3" fmla="*/ 2147483647 h 163"/>
                <a:gd name="T4" fmla="*/ 2147483647 w 163"/>
                <a:gd name="T5" fmla="*/ 2147483647 h 163"/>
                <a:gd name="T6" fmla="*/ 2147483647 w 163"/>
                <a:gd name="T7" fmla="*/ 2147483647 h 163"/>
                <a:gd name="T8" fmla="*/ 2147483647 w 163"/>
                <a:gd name="T9" fmla="*/ 2147483647 h 163"/>
                <a:gd name="T10" fmla="*/ 2147483647 w 163"/>
                <a:gd name="T11" fmla="*/ 2147483647 h 163"/>
                <a:gd name="T12" fmla="*/ 2147483647 w 163"/>
                <a:gd name="T13" fmla="*/ 2147483647 h 163"/>
                <a:gd name="T14" fmla="*/ 2147483647 w 163"/>
                <a:gd name="T15" fmla="*/ 2147483647 h 163"/>
                <a:gd name="T16" fmla="*/ 2147483647 w 163"/>
                <a:gd name="T17" fmla="*/ 2147483647 h 163"/>
                <a:gd name="T18" fmla="*/ 2147483647 w 163"/>
                <a:gd name="T19" fmla="*/ 2147483647 h 16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63"/>
                <a:gd name="T31" fmla="*/ 0 h 163"/>
                <a:gd name="T32" fmla="*/ 163 w 163"/>
                <a:gd name="T33" fmla="*/ 163 h 16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63" h="163">
                  <a:moveTo>
                    <a:pt x="149" y="47"/>
                  </a:moveTo>
                  <a:cubicBezTo>
                    <a:pt x="105" y="91"/>
                    <a:pt x="105" y="91"/>
                    <a:pt x="105" y="91"/>
                  </a:cubicBezTo>
                  <a:cubicBezTo>
                    <a:pt x="100" y="96"/>
                    <a:pt x="91" y="96"/>
                    <a:pt x="86" y="91"/>
                  </a:cubicBezTo>
                  <a:cubicBezTo>
                    <a:pt x="72" y="77"/>
                    <a:pt x="72" y="77"/>
                    <a:pt x="72" y="77"/>
                  </a:cubicBezTo>
                  <a:cubicBezTo>
                    <a:pt x="66" y="72"/>
                    <a:pt x="66" y="63"/>
                    <a:pt x="72" y="58"/>
                  </a:cubicBezTo>
                  <a:cubicBezTo>
                    <a:pt x="115" y="14"/>
                    <a:pt x="115" y="14"/>
                    <a:pt x="115" y="14"/>
                  </a:cubicBezTo>
                  <a:cubicBezTo>
                    <a:pt x="87" y="0"/>
                    <a:pt x="52" y="5"/>
                    <a:pt x="29" y="28"/>
                  </a:cubicBezTo>
                  <a:cubicBezTo>
                    <a:pt x="0" y="57"/>
                    <a:pt x="0" y="104"/>
                    <a:pt x="29" y="134"/>
                  </a:cubicBezTo>
                  <a:cubicBezTo>
                    <a:pt x="58" y="163"/>
                    <a:pt x="106" y="163"/>
                    <a:pt x="135" y="134"/>
                  </a:cubicBezTo>
                  <a:cubicBezTo>
                    <a:pt x="158" y="110"/>
                    <a:pt x="163" y="75"/>
                    <a:pt x="149" y="47"/>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869" name="Freeform 548"/>
            <p:cNvSpPr>
              <a:spLocks noEditPoints="1" noChangeArrowheads="1"/>
            </p:cNvSpPr>
            <p:nvPr/>
          </p:nvSpPr>
          <p:spPr bwMode="auto">
            <a:xfrm>
              <a:off x="149173" y="195501"/>
              <a:ext cx="364434" cy="362806"/>
            </a:xfrm>
            <a:custGeom>
              <a:avLst/>
              <a:gdLst>
                <a:gd name="T0" fmla="*/ 2147483647 w 191"/>
                <a:gd name="T1" fmla="*/ 2147483647 h 190"/>
                <a:gd name="T2" fmla="*/ 2147483647 w 191"/>
                <a:gd name="T3" fmla="*/ 0 h 190"/>
                <a:gd name="T4" fmla="*/ 2147483647 w 191"/>
                <a:gd name="T5" fmla="*/ 2147483647 h 190"/>
                <a:gd name="T6" fmla="*/ 2147483647 w 191"/>
                <a:gd name="T7" fmla="*/ 2147483647 h 190"/>
                <a:gd name="T8" fmla="*/ 2147483647 w 191"/>
                <a:gd name="T9" fmla="*/ 2147483647 h 190"/>
                <a:gd name="T10" fmla="*/ 2147483647 w 191"/>
                <a:gd name="T11" fmla="*/ 2147483647 h 190"/>
                <a:gd name="T12" fmla="*/ 2147483647 w 191"/>
                <a:gd name="T13" fmla="*/ 2147483647 h 190"/>
                <a:gd name="T14" fmla="*/ 2147483647 w 191"/>
                <a:gd name="T15" fmla="*/ 2147483647 h 190"/>
                <a:gd name="T16" fmla="*/ 2147483647 w 191"/>
                <a:gd name="T17" fmla="*/ 2147483647 h 190"/>
                <a:gd name="T18" fmla="*/ 2147483647 w 191"/>
                <a:gd name="T19" fmla="*/ 2147483647 h 190"/>
                <a:gd name="T20" fmla="*/ 2147483647 w 191"/>
                <a:gd name="T21" fmla="*/ 2147483647 h 190"/>
                <a:gd name="T22" fmla="*/ 2147483647 w 191"/>
                <a:gd name="T23" fmla="*/ 2147483647 h 190"/>
                <a:gd name="T24" fmla="*/ 2147483647 w 191"/>
                <a:gd name="T25" fmla="*/ 2147483647 h 19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91"/>
                <a:gd name="T40" fmla="*/ 0 h 190"/>
                <a:gd name="T41" fmla="*/ 191 w 191"/>
                <a:gd name="T42" fmla="*/ 190 h 19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91" h="190">
                  <a:moveTo>
                    <a:pt x="160" y="31"/>
                  </a:moveTo>
                  <a:cubicBezTo>
                    <a:pt x="151" y="22"/>
                    <a:pt x="145" y="11"/>
                    <a:pt x="142" y="0"/>
                  </a:cubicBezTo>
                  <a:cubicBezTo>
                    <a:pt x="3" y="139"/>
                    <a:pt x="3" y="139"/>
                    <a:pt x="3" y="139"/>
                  </a:cubicBezTo>
                  <a:cubicBezTo>
                    <a:pt x="0" y="141"/>
                    <a:pt x="0" y="146"/>
                    <a:pt x="3" y="148"/>
                  </a:cubicBezTo>
                  <a:cubicBezTo>
                    <a:pt x="42" y="188"/>
                    <a:pt x="42" y="188"/>
                    <a:pt x="42" y="188"/>
                  </a:cubicBezTo>
                  <a:cubicBezTo>
                    <a:pt x="45" y="190"/>
                    <a:pt x="49" y="190"/>
                    <a:pt x="52" y="188"/>
                  </a:cubicBezTo>
                  <a:cubicBezTo>
                    <a:pt x="191" y="49"/>
                    <a:pt x="191" y="49"/>
                    <a:pt x="191" y="49"/>
                  </a:cubicBezTo>
                  <a:cubicBezTo>
                    <a:pt x="179" y="46"/>
                    <a:pt x="169" y="39"/>
                    <a:pt x="160" y="31"/>
                  </a:cubicBezTo>
                  <a:close/>
                  <a:moveTo>
                    <a:pt x="34" y="157"/>
                  </a:moveTo>
                  <a:cubicBezTo>
                    <a:pt x="30" y="153"/>
                    <a:pt x="30" y="147"/>
                    <a:pt x="34" y="143"/>
                  </a:cubicBezTo>
                  <a:cubicBezTo>
                    <a:pt x="38" y="140"/>
                    <a:pt x="44" y="140"/>
                    <a:pt x="47" y="143"/>
                  </a:cubicBezTo>
                  <a:cubicBezTo>
                    <a:pt x="51" y="147"/>
                    <a:pt x="51" y="153"/>
                    <a:pt x="47" y="157"/>
                  </a:cubicBezTo>
                  <a:cubicBezTo>
                    <a:pt x="44" y="160"/>
                    <a:pt x="38" y="160"/>
                    <a:pt x="34" y="157"/>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870" name="Freeform 549"/>
            <p:cNvSpPr>
              <a:spLocks noEditPoints="1" noChangeArrowheads="1"/>
            </p:cNvSpPr>
            <p:nvPr/>
          </p:nvSpPr>
          <p:spPr bwMode="auto">
            <a:xfrm>
              <a:off x="160503" y="216180"/>
              <a:ext cx="332334" cy="332727"/>
            </a:xfrm>
            <a:custGeom>
              <a:avLst/>
              <a:gdLst>
                <a:gd name="T0" fmla="*/ 0 w 174"/>
                <a:gd name="T1" fmla="*/ 2147483647 h 174"/>
                <a:gd name="T2" fmla="*/ 2147483647 w 174"/>
                <a:gd name="T3" fmla="*/ 2147483647 h 174"/>
                <a:gd name="T4" fmla="*/ 2147483647 w 174"/>
                <a:gd name="T5" fmla="*/ 2147483647 h 174"/>
                <a:gd name="T6" fmla="*/ 2147483647 w 174"/>
                <a:gd name="T7" fmla="*/ 2147483647 h 174"/>
                <a:gd name="T8" fmla="*/ 2147483647 w 174"/>
                <a:gd name="T9" fmla="*/ 0 h 174"/>
                <a:gd name="T10" fmla="*/ 0 w 174"/>
                <a:gd name="T11" fmla="*/ 2147483647 h 174"/>
                <a:gd name="T12" fmla="*/ 2147483647 w 174"/>
                <a:gd name="T13" fmla="*/ 2147483647 h 174"/>
                <a:gd name="T14" fmla="*/ 2147483647 w 174"/>
                <a:gd name="T15" fmla="*/ 2147483647 h 174"/>
                <a:gd name="T16" fmla="*/ 2147483647 w 174"/>
                <a:gd name="T17" fmla="*/ 2147483647 h 174"/>
                <a:gd name="T18" fmla="*/ 2147483647 w 174"/>
                <a:gd name="T19" fmla="*/ 2147483647 h 174"/>
                <a:gd name="T20" fmla="*/ 2147483647 w 174"/>
                <a:gd name="T21" fmla="*/ 2147483647 h 17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74"/>
                <a:gd name="T34" fmla="*/ 0 h 174"/>
                <a:gd name="T35" fmla="*/ 174 w 174"/>
                <a:gd name="T36" fmla="*/ 174 h 17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74" h="174">
                  <a:moveTo>
                    <a:pt x="0" y="140"/>
                  </a:moveTo>
                  <a:cubicBezTo>
                    <a:pt x="33" y="174"/>
                    <a:pt x="33" y="174"/>
                    <a:pt x="33" y="174"/>
                  </a:cubicBezTo>
                  <a:cubicBezTo>
                    <a:pt x="174" y="33"/>
                    <a:pt x="174" y="33"/>
                    <a:pt x="174" y="33"/>
                  </a:cubicBezTo>
                  <a:cubicBezTo>
                    <a:pt x="167" y="30"/>
                    <a:pt x="160" y="25"/>
                    <a:pt x="154" y="20"/>
                  </a:cubicBezTo>
                  <a:cubicBezTo>
                    <a:pt x="148" y="14"/>
                    <a:pt x="144" y="7"/>
                    <a:pt x="140" y="0"/>
                  </a:cubicBezTo>
                  <a:lnTo>
                    <a:pt x="0" y="140"/>
                  </a:lnTo>
                  <a:close/>
                  <a:moveTo>
                    <a:pt x="41" y="132"/>
                  </a:moveTo>
                  <a:cubicBezTo>
                    <a:pt x="45" y="136"/>
                    <a:pt x="45" y="142"/>
                    <a:pt x="41" y="146"/>
                  </a:cubicBezTo>
                  <a:cubicBezTo>
                    <a:pt x="38" y="149"/>
                    <a:pt x="32" y="149"/>
                    <a:pt x="28" y="146"/>
                  </a:cubicBezTo>
                  <a:cubicBezTo>
                    <a:pt x="24" y="142"/>
                    <a:pt x="24" y="136"/>
                    <a:pt x="28" y="132"/>
                  </a:cubicBezTo>
                  <a:cubicBezTo>
                    <a:pt x="32" y="129"/>
                    <a:pt x="38" y="129"/>
                    <a:pt x="41" y="132"/>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871" name="Freeform 550"/>
            <p:cNvSpPr>
              <a:spLocks noChangeArrowheads="1"/>
            </p:cNvSpPr>
            <p:nvPr/>
          </p:nvSpPr>
          <p:spPr bwMode="auto">
            <a:xfrm>
              <a:off x="198268" y="195501"/>
              <a:ext cx="107630" cy="107150"/>
            </a:xfrm>
            <a:custGeom>
              <a:avLst/>
              <a:gdLst>
                <a:gd name="T0" fmla="*/ 2147483647 w 56"/>
                <a:gd name="T1" fmla="*/ 0 h 56"/>
                <a:gd name="T2" fmla="*/ 2147483647 w 56"/>
                <a:gd name="T3" fmla="*/ 2147483647 h 56"/>
                <a:gd name="T4" fmla="*/ 0 w 56"/>
                <a:gd name="T5" fmla="*/ 2147483647 h 56"/>
                <a:gd name="T6" fmla="*/ 2147483647 w 56"/>
                <a:gd name="T7" fmla="*/ 2147483647 h 56"/>
                <a:gd name="T8" fmla="*/ 2147483647 w 56"/>
                <a:gd name="T9" fmla="*/ 2147483647 h 56"/>
                <a:gd name="T10" fmla="*/ 2147483647 w 56"/>
                <a:gd name="T11" fmla="*/ 2147483647 h 56"/>
                <a:gd name="T12" fmla="*/ 2147483647 w 56"/>
                <a:gd name="T13" fmla="*/ 0 h 56"/>
                <a:gd name="T14" fmla="*/ 0 60000 65536"/>
                <a:gd name="T15" fmla="*/ 0 60000 65536"/>
                <a:gd name="T16" fmla="*/ 0 60000 65536"/>
                <a:gd name="T17" fmla="*/ 0 60000 65536"/>
                <a:gd name="T18" fmla="*/ 0 60000 65536"/>
                <a:gd name="T19" fmla="*/ 0 60000 65536"/>
                <a:gd name="T20" fmla="*/ 0 60000 65536"/>
                <a:gd name="T21" fmla="*/ 0 w 56"/>
                <a:gd name="T22" fmla="*/ 0 h 56"/>
                <a:gd name="T23" fmla="*/ 56 w 56"/>
                <a:gd name="T24" fmla="*/ 56 h 5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6" h="56">
                  <a:moveTo>
                    <a:pt x="48" y="0"/>
                  </a:moveTo>
                  <a:cubicBezTo>
                    <a:pt x="45" y="11"/>
                    <a:pt x="39" y="22"/>
                    <a:pt x="30" y="31"/>
                  </a:cubicBezTo>
                  <a:cubicBezTo>
                    <a:pt x="21" y="39"/>
                    <a:pt x="11" y="46"/>
                    <a:pt x="0" y="49"/>
                  </a:cubicBezTo>
                  <a:cubicBezTo>
                    <a:pt x="7" y="56"/>
                    <a:pt x="7" y="56"/>
                    <a:pt x="7" y="56"/>
                  </a:cubicBezTo>
                  <a:cubicBezTo>
                    <a:pt x="18" y="53"/>
                    <a:pt x="28" y="47"/>
                    <a:pt x="37" y="38"/>
                  </a:cubicBezTo>
                  <a:cubicBezTo>
                    <a:pt x="46" y="29"/>
                    <a:pt x="52" y="18"/>
                    <a:pt x="56" y="7"/>
                  </a:cubicBezTo>
                  <a:lnTo>
                    <a:pt x="48" y="0"/>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872" name="Freeform 551"/>
            <p:cNvSpPr>
              <a:spLocks noChangeArrowheads="1"/>
            </p:cNvSpPr>
            <p:nvPr/>
          </p:nvSpPr>
          <p:spPr bwMode="auto">
            <a:xfrm>
              <a:off x="219038" y="216180"/>
              <a:ext cx="77419" cy="78952"/>
            </a:xfrm>
            <a:custGeom>
              <a:avLst/>
              <a:gdLst>
                <a:gd name="T0" fmla="*/ 2147483647 w 40"/>
                <a:gd name="T1" fmla="*/ 2147483647 h 41"/>
                <a:gd name="T2" fmla="*/ 2147483647 w 40"/>
                <a:gd name="T3" fmla="*/ 2147483647 h 41"/>
                <a:gd name="T4" fmla="*/ 0 w 40"/>
                <a:gd name="T5" fmla="*/ 2147483647 h 41"/>
                <a:gd name="T6" fmla="*/ 2147483647 w 40"/>
                <a:gd name="T7" fmla="*/ 2147483647 h 41"/>
                <a:gd name="T8" fmla="*/ 2147483647 w 40"/>
                <a:gd name="T9" fmla="*/ 2147483647 h 41"/>
                <a:gd name="T10" fmla="*/ 2147483647 w 40"/>
                <a:gd name="T11" fmla="*/ 2147483647 h 41"/>
                <a:gd name="T12" fmla="*/ 2147483647 w 40"/>
                <a:gd name="T13" fmla="*/ 0 h 41"/>
                <a:gd name="T14" fmla="*/ 2147483647 w 40"/>
                <a:gd name="T15" fmla="*/ 2147483647 h 41"/>
                <a:gd name="T16" fmla="*/ 2147483647 w 40"/>
                <a:gd name="T17" fmla="*/ 2147483647 h 41"/>
                <a:gd name="T18" fmla="*/ 2147483647 w 40"/>
                <a:gd name="T19" fmla="*/ 2147483647 h 41"/>
                <a:gd name="T20" fmla="*/ 2147483647 w 40"/>
                <a:gd name="T21" fmla="*/ 2147483647 h 41"/>
                <a:gd name="T22" fmla="*/ 2147483647 w 40"/>
                <a:gd name="T23" fmla="*/ 2147483647 h 41"/>
                <a:gd name="T24" fmla="*/ 2147483647 w 40"/>
                <a:gd name="T25" fmla="*/ 2147483647 h 4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0"/>
                <a:gd name="T40" fmla="*/ 0 h 41"/>
                <a:gd name="T41" fmla="*/ 40 w 40"/>
                <a:gd name="T42" fmla="*/ 41 h 41"/>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0" h="41">
                  <a:moveTo>
                    <a:pt x="15" y="23"/>
                  </a:moveTo>
                  <a:cubicBezTo>
                    <a:pt x="15" y="24"/>
                    <a:pt x="14" y="24"/>
                    <a:pt x="14" y="24"/>
                  </a:cubicBezTo>
                  <a:cubicBezTo>
                    <a:pt x="9" y="28"/>
                    <a:pt x="5" y="31"/>
                    <a:pt x="0" y="34"/>
                  </a:cubicBezTo>
                  <a:cubicBezTo>
                    <a:pt x="7" y="41"/>
                    <a:pt x="7" y="41"/>
                    <a:pt x="7" y="41"/>
                  </a:cubicBezTo>
                  <a:cubicBezTo>
                    <a:pt x="14" y="37"/>
                    <a:pt x="20" y="33"/>
                    <a:pt x="26" y="27"/>
                  </a:cubicBezTo>
                  <a:cubicBezTo>
                    <a:pt x="32" y="21"/>
                    <a:pt x="37" y="14"/>
                    <a:pt x="40" y="7"/>
                  </a:cubicBezTo>
                  <a:cubicBezTo>
                    <a:pt x="33" y="0"/>
                    <a:pt x="33" y="0"/>
                    <a:pt x="33" y="0"/>
                  </a:cubicBezTo>
                  <a:cubicBezTo>
                    <a:pt x="31" y="5"/>
                    <a:pt x="27" y="10"/>
                    <a:pt x="24" y="14"/>
                  </a:cubicBezTo>
                  <a:cubicBezTo>
                    <a:pt x="23" y="15"/>
                    <a:pt x="23" y="15"/>
                    <a:pt x="23" y="15"/>
                  </a:cubicBezTo>
                  <a:cubicBezTo>
                    <a:pt x="22" y="16"/>
                    <a:pt x="22" y="16"/>
                    <a:pt x="22" y="17"/>
                  </a:cubicBezTo>
                  <a:cubicBezTo>
                    <a:pt x="21" y="18"/>
                    <a:pt x="20" y="19"/>
                    <a:pt x="19" y="20"/>
                  </a:cubicBezTo>
                  <a:cubicBezTo>
                    <a:pt x="18" y="20"/>
                    <a:pt x="17" y="21"/>
                    <a:pt x="16" y="22"/>
                  </a:cubicBezTo>
                  <a:cubicBezTo>
                    <a:pt x="16" y="23"/>
                    <a:pt x="15" y="23"/>
                    <a:pt x="15" y="23"/>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873" name="Freeform 552"/>
            <p:cNvSpPr>
              <a:spLocks noChangeArrowheads="1"/>
            </p:cNvSpPr>
            <p:nvPr/>
          </p:nvSpPr>
          <p:spPr bwMode="auto">
            <a:xfrm>
              <a:off x="404088" y="195501"/>
              <a:ext cx="109519" cy="107150"/>
            </a:xfrm>
            <a:custGeom>
              <a:avLst/>
              <a:gdLst>
                <a:gd name="T0" fmla="*/ 2147483647 w 57"/>
                <a:gd name="T1" fmla="*/ 2147483647 h 56"/>
                <a:gd name="T2" fmla="*/ 2147483647 w 57"/>
                <a:gd name="T3" fmla="*/ 2147483647 h 56"/>
                <a:gd name="T4" fmla="*/ 2147483647 w 57"/>
                <a:gd name="T5" fmla="*/ 0 h 56"/>
                <a:gd name="T6" fmla="*/ 0 w 57"/>
                <a:gd name="T7" fmla="*/ 2147483647 h 56"/>
                <a:gd name="T8" fmla="*/ 2147483647 w 57"/>
                <a:gd name="T9" fmla="*/ 2147483647 h 56"/>
                <a:gd name="T10" fmla="*/ 2147483647 w 57"/>
                <a:gd name="T11" fmla="*/ 2147483647 h 56"/>
                <a:gd name="T12" fmla="*/ 2147483647 w 57"/>
                <a:gd name="T13" fmla="*/ 2147483647 h 56"/>
                <a:gd name="T14" fmla="*/ 0 60000 65536"/>
                <a:gd name="T15" fmla="*/ 0 60000 65536"/>
                <a:gd name="T16" fmla="*/ 0 60000 65536"/>
                <a:gd name="T17" fmla="*/ 0 60000 65536"/>
                <a:gd name="T18" fmla="*/ 0 60000 65536"/>
                <a:gd name="T19" fmla="*/ 0 60000 65536"/>
                <a:gd name="T20" fmla="*/ 0 60000 65536"/>
                <a:gd name="T21" fmla="*/ 0 w 57"/>
                <a:gd name="T22" fmla="*/ 0 h 56"/>
                <a:gd name="T23" fmla="*/ 57 w 57"/>
                <a:gd name="T24" fmla="*/ 56 h 5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7" h="56">
                  <a:moveTo>
                    <a:pt x="57" y="49"/>
                  </a:moveTo>
                  <a:cubicBezTo>
                    <a:pt x="45" y="46"/>
                    <a:pt x="35" y="39"/>
                    <a:pt x="26" y="31"/>
                  </a:cubicBezTo>
                  <a:cubicBezTo>
                    <a:pt x="17" y="22"/>
                    <a:pt x="11" y="11"/>
                    <a:pt x="8" y="0"/>
                  </a:cubicBezTo>
                  <a:cubicBezTo>
                    <a:pt x="0" y="7"/>
                    <a:pt x="0" y="7"/>
                    <a:pt x="0" y="7"/>
                  </a:cubicBezTo>
                  <a:cubicBezTo>
                    <a:pt x="4" y="18"/>
                    <a:pt x="10" y="29"/>
                    <a:pt x="19" y="38"/>
                  </a:cubicBezTo>
                  <a:cubicBezTo>
                    <a:pt x="28" y="47"/>
                    <a:pt x="38" y="53"/>
                    <a:pt x="49" y="56"/>
                  </a:cubicBezTo>
                  <a:lnTo>
                    <a:pt x="57" y="49"/>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874" name="Freeform 553"/>
            <p:cNvSpPr>
              <a:spLocks noChangeArrowheads="1"/>
            </p:cNvSpPr>
            <p:nvPr/>
          </p:nvSpPr>
          <p:spPr bwMode="auto">
            <a:xfrm>
              <a:off x="413530" y="216180"/>
              <a:ext cx="77418" cy="78952"/>
            </a:xfrm>
            <a:custGeom>
              <a:avLst/>
              <a:gdLst>
                <a:gd name="T0" fmla="*/ 2147483647 w 40"/>
                <a:gd name="T1" fmla="*/ 2147483647 h 41"/>
                <a:gd name="T2" fmla="*/ 2147483647 w 40"/>
                <a:gd name="T3" fmla="*/ 2147483647 h 41"/>
                <a:gd name="T4" fmla="*/ 2147483647 w 40"/>
                <a:gd name="T5" fmla="*/ 0 h 41"/>
                <a:gd name="T6" fmla="*/ 0 w 40"/>
                <a:gd name="T7" fmla="*/ 2147483647 h 41"/>
                <a:gd name="T8" fmla="*/ 2147483647 w 40"/>
                <a:gd name="T9" fmla="*/ 2147483647 h 41"/>
                <a:gd name="T10" fmla="*/ 2147483647 w 40"/>
                <a:gd name="T11" fmla="*/ 2147483647 h 41"/>
                <a:gd name="T12" fmla="*/ 2147483647 w 40"/>
                <a:gd name="T13" fmla="*/ 2147483647 h 41"/>
                <a:gd name="T14" fmla="*/ 2147483647 w 40"/>
                <a:gd name="T15" fmla="*/ 2147483647 h 41"/>
                <a:gd name="T16" fmla="*/ 2147483647 w 40"/>
                <a:gd name="T17" fmla="*/ 2147483647 h 41"/>
                <a:gd name="T18" fmla="*/ 2147483647 w 40"/>
                <a:gd name="T19" fmla="*/ 2147483647 h 41"/>
                <a:gd name="T20" fmla="*/ 2147483647 w 40"/>
                <a:gd name="T21" fmla="*/ 2147483647 h 41"/>
                <a:gd name="T22" fmla="*/ 2147483647 w 40"/>
                <a:gd name="T23" fmla="*/ 2147483647 h 41"/>
                <a:gd name="T24" fmla="*/ 2147483647 w 40"/>
                <a:gd name="T25" fmla="*/ 2147483647 h 4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0"/>
                <a:gd name="T40" fmla="*/ 0 h 41"/>
                <a:gd name="T41" fmla="*/ 40 w 40"/>
                <a:gd name="T42" fmla="*/ 41 h 41"/>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0" h="41">
                  <a:moveTo>
                    <a:pt x="17" y="16"/>
                  </a:moveTo>
                  <a:cubicBezTo>
                    <a:pt x="17" y="15"/>
                    <a:pt x="17" y="15"/>
                    <a:pt x="16" y="14"/>
                  </a:cubicBezTo>
                  <a:cubicBezTo>
                    <a:pt x="13" y="10"/>
                    <a:pt x="10" y="5"/>
                    <a:pt x="7" y="0"/>
                  </a:cubicBezTo>
                  <a:cubicBezTo>
                    <a:pt x="0" y="7"/>
                    <a:pt x="0" y="7"/>
                    <a:pt x="0" y="7"/>
                  </a:cubicBezTo>
                  <a:cubicBezTo>
                    <a:pt x="3" y="14"/>
                    <a:pt x="8" y="21"/>
                    <a:pt x="14" y="27"/>
                  </a:cubicBezTo>
                  <a:cubicBezTo>
                    <a:pt x="20" y="33"/>
                    <a:pt x="26" y="37"/>
                    <a:pt x="33" y="41"/>
                  </a:cubicBezTo>
                  <a:cubicBezTo>
                    <a:pt x="40" y="34"/>
                    <a:pt x="40" y="34"/>
                    <a:pt x="40" y="34"/>
                  </a:cubicBezTo>
                  <a:cubicBezTo>
                    <a:pt x="35" y="31"/>
                    <a:pt x="31" y="28"/>
                    <a:pt x="26" y="24"/>
                  </a:cubicBezTo>
                  <a:cubicBezTo>
                    <a:pt x="25" y="23"/>
                    <a:pt x="25" y="23"/>
                    <a:pt x="25" y="23"/>
                  </a:cubicBezTo>
                  <a:cubicBezTo>
                    <a:pt x="25" y="23"/>
                    <a:pt x="24" y="23"/>
                    <a:pt x="24" y="22"/>
                  </a:cubicBezTo>
                  <a:cubicBezTo>
                    <a:pt x="23" y="21"/>
                    <a:pt x="22" y="20"/>
                    <a:pt x="21" y="20"/>
                  </a:cubicBezTo>
                  <a:cubicBezTo>
                    <a:pt x="20" y="19"/>
                    <a:pt x="19" y="18"/>
                    <a:pt x="18" y="17"/>
                  </a:cubicBezTo>
                  <a:cubicBezTo>
                    <a:pt x="18" y="16"/>
                    <a:pt x="18" y="16"/>
                    <a:pt x="17" y="16"/>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gr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矩形 70"/>
          <p:cNvSpPr/>
          <p:nvPr/>
        </p:nvSpPr>
        <p:spPr>
          <a:xfrm>
            <a:off x="17961936" y="607033"/>
            <a:ext cx="304799" cy="828221"/>
          </a:xfrm>
          <a:prstGeom prst="rect">
            <a:avLst/>
          </a:prstGeom>
          <a:solidFill>
            <a:srgbClr val="F024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p>
        </p:txBody>
      </p:sp>
      <p:sp>
        <p:nvSpPr>
          <p:cNvPr id="72" name="矩形 71"/>
          <p:cNvSpPr/>
          <p:nvPr/>
        </p:nvSpPr>
        <p:spPr>
          <a:xfrm>
            <a:off x="17831306" y="607033"/>
            <a:ext cx="79828" cy="828221"/>
          </a:xfrm>
          <a:prstGeom prst="rect">
            <a:avLst/>
          </a:prstGeom>
          <a:solidFill>
            <a:srgbClr val="F024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p>
        </p:txBody>
      </p:sp>
      <p:sp>
        <p:nvSpPr>
          <p:cNvPr id="73" name="文本框 72"/>
          <p:cNvSpPr txBox="1"/>
          <p:nvPr/>
        </p:nvSpPr>
        <p:spPr>
          <a:xfrm>
            <a:off x="16922977" y="604257"/>
            <a:ext cx="947405" cy="1568450"/>
          </a:xfrm>
          <a:prstGeom prst="rect">
            <a:avLst/>
          </a:prstGeom>
          <a:noFill/>
        </p:spPr>
        <p:txBody>
          <a:bodyPr wrap="square" rtlCol="0">
            <a:spAutoFit/>
          </a:bodyPr>
          <a:lstStyle/>
          <a:p>
            <a:r>
              <a:rPr lang="en-US" sz="4800" dirty="0" smtClean="0">
                <a:solidFill>
                  <a:schemeClr val="bg1"/>
                </a:solidFill>
                <a:latin typeface="Microsoft YaHei" panose="020B0503020204020204" pitchFamily="34" charset="-122"/>
                <a:ea typeface="Microsoft YaHei" panose="020B0503020204020204" pitchFamily="34" charset="-122"/>
              </a:rPr>
              <a:t>09	</a:t>
            </a:r>
            <a:endParaRPr lang="en-US" sz="4800" dirty="0" smtClean="0">
              <a:solidFill>
                <a:schemeClr val="bg1"/>
              </a:solidFill>
              <a:latin typeface="Microsoft YaHei" panose="020B0503020204020204" pitchFamily="34" charset="-122"/>
              <a:ea typeface="Microsoft YaHei" panose="020B0503020204020204" pitchFamily="34" charset="-122"/>
            </a:endParaRPr>
          </a:p>
        </p:txBody>
      </p:sp>
      <p:grpSp>
        <p:nvGrpSpPr>
          <p:cNvPr id="4" name="组合 3"/>
          <p:cNvGrpSpPr/>
          <p:nvPr/>
        </p:nvGrpSpPr>
        <p:grpSpPr>
          <a:xfrm>
            <a:off x="14187805" y="7916545"/>
            <a:ext cx="4548505" cy="2686685"/>
            <a:chOff x="11519983" y="5270056"/>
            <a:chExt cx="5829924" cy="3299229"/>
          </a:xfrm>
        </p:grpSpPr>
        <p:grpSp>
          <p:nvGrpSpPr>
            <p:cNvPr id="97" name="组合 96"/>
            <p:cNvGrpSpPr/>
            <p:nvPr/>
          </p:nvGrpSpPr>
          <p:grpSpPr>
            <a:xfrm rot="5400000">
              <a:off x="12785331" y="4004708"/>
              <a:ext cx="3299229" cy="5829924"/>
              <a:chOff x="4862722" y="-238122"/>
              <a:chExt cx="3541407" cy="6152922"/>
            </a:xfrm>
          </p:grpSpPr>
          <p:grpSp>
            <p:nvGrpSpPr>
              <p:cNvPr id="98" name="组合 97"/>
              <p:cNvGrpSpPr/>
              <p:nvPr/>
            </p:nvGrpSpPr>
            <p:grpSpPr>
              <a:xfrm>
                <a:off x="4862722" y="-238122"/>
                <a:ext cx="3541407" cy="6152922"/>
                <a:chOff x="4862722" y="-238122"/>
                <a:chExt cx="3541407" cy="6152922"/>
              </a:xfrm>
              <a:effectLst>
                <a:outerShdw blurRad="203200" dist="101600" dir="2700000" algn="ctr" rotWithShape="0">
                  <a:schemeClr val="tx1">
                    <a:alpha val="40000"/>
                  </a:schemeClr>
                </a:outerShdw>
              </a:effectLst>
            </p:grpSpPr>
            <p:grpSp>
              <p:nvGrpSpPr>
                <p:cNvPr id="108" name="组合 107"/>
                <p:cNvGrpSpPr/>
                <p:nvPr/>
              </p:nvGrpSpPr>
              <p:grpSpPr>
                <a:xfrm>
                  <a:off x="7282083" y="1812626"/>
                  <a:ext cx="45719" cy="310161"/>
                  <a:chOff x="8020452" y="2062264"/>
                  <a:chExt cx="150782" cy="787940"/>
                </a:xfrm>
              </p:grpSpPr>
              <p:sp>
                <p:nvSpPr>
                  <p:cNvPr id="127" name="圆角矩形 126"/>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8" name="圆角矩形 127"/>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09" name="组合 108"/>
                <p:cNvGrpSpPr/>
                <p:nvPr/>
              </p:nvGrpSpPr>
              <p:grpSpPr>
                <a:xfrm>
                  <a:off x="4862722" y="2122787"/>
                  <a:ext cx="45719" cy="239059"/>
                  <a:chOff x="8020452" y="2062264"/>
                  <a:chExt cx="150782" cy="787940"/>
                </a:xfrm>
              </p:grpSpPr>
              <p:sp>
                <p:nvSpPr>
                  <p:cNvPr id="125" name="圆角矩形 124"/>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6" name="圆角矩形 125"/>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0" name="组合 109"/>
                <p:cNvGrpSpPr/>
                <p:nvPr/>
              </p:nvGrpSpPr>
              <p:grpSpPr>
                <a:xfrm>
                  <a:off x="4862722" y="1812626"/>
                  <a:ext cx="45719" cy="239059"/>
                  <a:chOff x="8020452" y="2062264"/>
                  <a:chExt cx="150782" cy="787940"/>
                </a:xfrm>
              </p:grpSpPr>
              <p:sp>
                <p:nvSpPr>
                  <p:cNvPr id="123" name="圆角矩形 122"/>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4" name="圆角矩形 123"/>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1" name="组合 110"/>
                <p:cNvGrpSpPr/>
                <p:nvPr/>
              </p:nvGrpSpPr>
              <p:grpSpPr>
                <a:xfrm>
                  <a:off x="4862722" y="1543685"/>
                  <a:ext cx="45719" cy="117603"/>
                  <a:chOff x="8020452" y="2062264"/>
                  <a:chExt cx="150782" cy="787940"/>
                </a:xfrm>
              </p:grpSpPr>
              <p:sp>
                <p:nvSpPr>
                  <p:cNvPr id="121" name="圆角矩形 120"/>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2" name="圆角矩形 121"/>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2" name="圆角矩形 111"/>
                <p:cNvSpPr/>
                <p:nvPr/>
              </p:nvSpPr>
              <p:spPr>
                <a:xfrm>
                  <a:off x="4890000" y="943200"/>
                  <a:ext cx="2412000" cy="4971600"/>
                </a:xfrm>
                <a:prstGeom prst="roundRect">
                  <a:avLst>
                    <a:gd name="adj" fmla="val 7335"/>
                  </a:avLst>
                </a:prstGeom>
                <a:solidFill>
                  <a:srgbClr val="404040"/>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3" name="圆角矩形 112"/>
                <p:cNvSpPr/>
                <p:nvPr/>
              </p:nvSpPr>
              <p:spPr>
                <a:xfrm>
                  <a:off x="4926000" y="979200"/>
                  <a:ext cx="2340000" cy="4899600"/>
                </a:xfrm>
                <a:prstGeom prst="roundRect">
                  <a:avLst>
                    <a:gd name="adj" fmla="val 7335"/>
                  </a:avLst>
                </a:prstGeom>
                <a:solidFill>
                  <a:srgbClr val="05050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4" name="矩形 113"/>
                <p:cNvSpPr/>
                <p:nvPr/>
              </p:nvSpPr>
              <p:spPr>
                <a:xfrm>
                  <a:off x="5034000" y="1540800"/>
                  <a:ext cx="2124000" cy="377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5" name="圆角矩形 114"/>
                <p:cNvSpPr/>
                <p:nvPr/>
              </p:nvSpPr>
              <p:spPr>
                <a:xfrm>
                  <a:off x="5901599" y="1206000"/>
                  <a:ext cx="388800" cy="36000"/>
                </a:xfrm>
                <a:prstGeom prst="roundRect">
                  <a:avLst>
                    <a:gd name="adj" fmla="val 50000"/>
                  </a:avLst>
                </a:prstGeom>
                <a:solidFill>
                  <a:srgbClr val="0D0D0D"/>
                </a:solidFill>
                <a:ln>
                  <a:noFill/>
                </a:ln>
                <a:scene3d>
                  <a:camera prst="orthographicFront"/>
                  <a:lightRig rig="threePt" dir="t"/>
                </a:scene3d>
                <a:sp3d>
                  <a:bevelT w="69850" h="50800" prst="coolSlan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16" name="组合 115"/>
                <p:cNvGrpSpPr/>
                <p:nvPr/>
              </p:nvGrpSpPr>
              <p:grpSpPr>
                <a:xfrm>
                  <a:off x="5905200" y="5406664"/>
                  <a:ext cx="381600" cy="381600"/>
                  <a:chOff x="5905200" y="3238200"/>
                  <a:chExt cx="381600" cy="381600"/>
                </a:xfrm>
              </p:grpSpPr>
              <p:sp>
                <p:nvSpPr>
                  <p:cNvPr id="119" name="椭圆 118"/>
                  <p:cNvSpPr/>
                  <p:nvPr/>
                </p:nvSpPr>
                <p:spPr>
                  <a:xfrm>
                    <a:off x="5905200" y="3238200"/>
                    <a:ext cx="381600" cy="381600"/>
                  </a:xfrm>
                  <a:prstGeom prst="ellipse">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0" name="椭圆 119"/>
                  <p:cNvSpPr/>
                  <p:nvPr/>
                </p:nvSpPr>
                <p:spPr>
                  <a:xfrm>
                    <a:off x="5932200" y="3265200"/>
                    <a:ext cx="327600" cy="3276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7" name="圆角矩形 116"/>
                <p:cNvSpPr/>
                <p:nvPr/>
              </p:nvSpPr>
              <p:spPr>
                <a:xfrm>
                  <a:off x="4883060" y="952391"/>
                  <a:ext cx="2376000" cy="4952144"/>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8" name="圆角矩形 117"/>
                <p:cNvSpPr/>
                <p:nvPr/>
              </p:nvSpPr>
              <p:spPr>
                <a:xfrm>
                  <a:off x="6028129" y="-238122"/>
                  <a:ext cx="2376000" cy="4935600"/>
                </a:xfrm>
                <a:prstGeom prst="roundRect">
                  <a:avLst>
                    <a:gd name="adj" fmla="val 7335"/>
                  </a:avLst>
                </a:prstGeom>
                <a:gradFill flip="none" rotWithShape="1">
                  <a:gsLst>
                    <a:gs pos="0">
                      <a:srgbClr val="FFFFFF">
                        <a:alpha val="18000"/>
                      </a:srgbClr>
                    </a:gs>
                    <a:gs pos="5000">
                      <a:srgbClr val="FFFFFF">
                        <a:alpha val="0"/>
                      </a:srgb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99" name="组合 98"/>
              <p:cNvGrpSpPr/>
              <p:nvPr/>
            </p:nvGrpSpPr>
            <p:grpSpPr>
              <a:xfrm>
                <a:off x="6856135" y="1608679"/>
                <a:ext cx="156128" cy="54425"/>
                <a:chOff x="6770056" y="1608698"/>
                <a:chExt cx="156128" cy="65855"/>
              </a:xfrm>
            </p:grpSpPr>
            <p:sp>
              <p:nvSpPr>
                <p:cNvPr id="105" name="矩形 104"/>
                <p:cNvSpPr/>
                <p:nvPr/>
              </p:nvSpPr>
              <p:spPr>
                <a:xfrm>
                  <a:off x="6770056" y="1608698"/>
                  <a:ext cx="146501" cy="65855"/>
                </a:xfrm>
                <a:prstGeom prst="rect">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6" name="矩形 105"/>
                <p:cNvSpPr/>
                <p:nvPr/>
              </p:nvSpPr>
              <p:spPr>
                <a:xfrm>
                  <a:off x="6916234" y="1633796"/>
                  <a:ext cx="9950" cy="16633"/>
                </a:xfrm>
                <a:prstGeom prst="rect">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7" name="矩形 106"/>
                <p:cNvSpPr/>
                <p:nvPr/>
              </p:nvSpPr>
              <p:spPr>
                <a:xfrm>
                  <a:off x="6770056" y="1608699"/>
                  <a:ext cx="83493" cy="6585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0" name="椭圆 99"/>
              <p:cNvSpPr/>
              <p:nvPr/>
            </p:nvSpPr>
            <p:spPr>
              <a:xfrm>
                <a:off x="5123906"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1" name="椭圆 100"/>
              <p:cNvSpPr/>
              <p:nvPr/>
            </p:nvSpPr>
            <p:spPr>
              <a:xfrm>
                <a:off x="5176565"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2" name="椭圆 101"/>
              <p:cNvSpPr/>
              <p:nvPr/>
            </p:nvSpPr>
            <p:spPr>
              <a:xfrm>
                <a:off x="5224538"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3" name="椭圆 102"/>
              <p:cNvSpPr/>
              <p:nvPr/>
            </p:nvSpPr>
            <p:spPr>
              <a:xfrm>
                <a:off x="5274547"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 name="椭圆 103"/>
              <p:cNvSpPr/>
              <p:nvPr/>
            </p:nvSpPr>
            <p:spPr>
              <a:xfrm>
                <a:off x="5324640" y="1619118"/>
                <a:ext cx="41564" cy="41564"/>
              </a:xfrm>
              <a:prstGeom prst="ellipse">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38" name="矩形 137"/>
            <p:cNvSpPr/>
            <p:nvPr/>
          </p:nvSpPr>
          <p:spPr bwMode="auto">
            <a:xfrm rot="16200000">
              <a:off x="12870306" y="4596683"/>
              <a:ext cx="1987572" cy="3635808"/>
            </a:xfrm>
            <a:prstGeom prst="rect">
              <a:avLst/>
            </a:prstGeom>
            <a:solidFill>
              <a:srgbClr val="2B7FB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 typeface="Arial" panose="020B0604020202020204" pitchFamily="34" charset="0"/>
                <a:buNone/>
                <a:defRPr/>
              </a:pPr>
              <a:endParaRPr lang="zh-CN" altLang="en-US"/>
            </a:p>
          </p:txBody>
        </p:sp>
        <p:grpSp>
          <p:nvGrpSpPr>
            <p:cNvPr id="141" name="组合 2"/>
            <p:cNvGrpSpPr/>
            <p:nvPr/>
          </p:nvGrpSpPr>
          <p:grpSpPr bwMode="auto">
            <a:xfrm>
              <a:off x="13580951" y="5774163"/>
              <a:ext cx="608013" cy="619125"/>
              <a:chOff x="7938529" y="3078391"/>
              <a:chExt cx="607404" cy="617990"/>
            </a:xfrm>
          </p:grpSpPr>
          <p:sp>
            <p:nvSpPr>
              <p:cNvPr id="142" name="object 5"/>
              <p:cNvSpPr/>
              <p:nvPr/>
            </p:nvSpPr>
            <p:spPr bwMode="auto">
              <a:xfrm>
                <a:off x="8052890" y="3078391"/>
                <a:ext cx="137478" cy="276999"/>
              </a:xfrm>
              <a:custGeom>
                <a:avLst/>
                <a:gdLst>
                  <a:gd name="T0" fmla="*/ 17874 w 226695"/>
                  <a:gd name="T1" fmla="*/ 0 h 262254"/>
                  <a:gd name="T2" fmla="*/ 0 w 226695"/>
                  <a:gd name="T3" fmla="*/ 197759 h 262254"/>
                  <a:gd name="T4" fmla="*/ 30590 w 226695"/>
                  <a:gd name="T5" fmla="*/ 326123 h 262254"/>
                  <a:gd name="T6" fmla="*/ 17874 w 226695"/>
                  <a:gd name="T7" fmla="*/ 0 h 26225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26695" h="262254">
                    <a:moveTo>
                      <a:pt x="132153" y="0"/>
                    </a:moveTo>
                    <a:lnTo>
                      <a:pt x="0" y="158895"/>
                    </a:lnTo>
                    <a:lnTo>
                      <a:pt x="226160" y="262033"/>
                    </a:lnTo>
                    <a:lnTo>
                      <a:pt x="132153" y="0"/>
                    </a:lnTo>
                    <a:close/>
                  </a:path>
                </a:pathLst>
              </a:custGeom>
              <a:solidFill>
                <a:srgbClr val="4ABA92"/>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3" name="object 6"/>
              <p:cNvSpPr/>
              <p:nvPr/>
            </p:nvSpPr>
            <p:spPr bwMode="auto">
              <a:xfrm>
                <a:off x="8090831" y="3419382"/>
                <a:ext cx="363912" cy="276999"/>
              </a:xfrm>
              <a:custGeom>
                <a:avLst/>
                <a:gdLst>
                  <a:gd name="T0" fmla="*/ 50573 w 600075"/>
                  <a:gd name="T1" fmla="*/ 0 h 479425"/>
                  <a:gd name="T2" fmla="*/ 0 w 600075"/>
                  <a:gd name="T3" fmla="*/ 50100 h 479425"/>
                  <a:gd name="T4" fmla="*/ 60332 w 600075"/>
                  <a:gd name="T5" fmla="*/ 53398 h 479425"/>
                  <a:gd name="T6" fmla="*/ 81164 w 600075"/>
                  <a:gd name="T7" fmla="*/ 11494 h 479425"/>
                  <a:gd name="T8" fmla="*/ 50573 w 600075"/>
                  <a:gd name="T9" fmla="*/ 0 h 4794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00075" h="479425">
                    <a:moveTo>
                      <a:pt x="373904" y="0"/>
                    </a:moveTo>
                    <a:lnTo>
                      <a:pt x="0" y="449588"/>
                    </a:lnTo>
                    <a:lnTo>
                      <a:pt x="446049" y="479179"/>
                    </a:lnTo>
                    <a:lnTo>
                      <a:pt x="600065" y="103138"/>
                    </a:lnTo>
                    <a:lnTo>
                      <a:pt x="373904" y="0"/>
                    </a:lnTo>
                    <a:close/>
                  </a:path>
                </a:pathLst>
              </a:custGeom>
              <a:solidFill>
                <a:srgbClr val="F94C07"/>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4" name="object 7"/>
              <p:cNvSpPr/>
              <p:nvPr/>
            </p:nvSpPr>
            <p:spPr bwMode="auto">
              <a:xfrm>
                <a:off x="8161226" y="3175050"/>
                <a:ext cx="384707" cy="276999"/>
              </a:xfrm>
              <a:custGeom>
                <a:avLst/>
                <a:gdLst>
                  <a:gd name="T0" fmla="*/ 0 w 634365"/>
                  <a:gd name="T1" fmla="*/ 0 h 229235"/>
                  <a:gd name="T2" fmla="*/ 67888 w 634365"/>
                  <a:gd name="T3" fmla="*/ 488025 h 229235"/>
                  <a:gd name="T4" fmla="*/ 85762 w 634365"/>
                  <a:gd name="T5" fmla="*/ 149257 h 229235"/>
                  <a:gd name="T6" fmla="*/ 0 w 634365"/>
                  <a:gd name="T7" fmla="*/ 0 h 22923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34365" h="229235">
                    <a:moveTo>
                      <a:pt x="0" y="0"/>
                    </a:moveTo>
                    <a:lnTo>
                      <a:pt x="501911" y="228904"/>
                    </a:lnTo>
                    <a:lnTo>
                      <a:pt x="634064" y="70008"/>
                    </a:lnTo>
                    <a:lnTo>
                      <a:pt x="0" y="0"/>
                    </a:lnTo>
                    <a:close/>
                  </a:path>
                </a:pathLst>
              </a:custGeom>
              <a:solidFill>
                <a:srgbClr val="1F4E79"/>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5" name="object 8"/>
              <p:cNvSpPr/>
              <p:nvPr/>
            </p:nvSpPr>
            <p:spPr bwMode="auto">
              <a:xfrm>
                <a:off x="7945652" y="3216890"/>
                <a:ext cx="145179" cy="193317"/>
              </a:xfrm>
              <a:custGeom>
                <a:avLst/>
                <a:gdLst>
                  <a:gd name="T0" fmla="*/ 19983 w 200025"/>
                  <a:gd name="T1" fmla="*/ 0 h 678814"/>
                  <a:gd name="T2" fmla="*/ 0 w 200025"/>
                  <a:gd name="T3" fmla="*/ 2184 h 678814"/>
                  <a:gd name="T4" fmla="*/ 55509 w 200025"/>
                  <a:gd name="T5" fmla="*/ 4463 h 678814"/>
                  <a:gd name="T6" fmla="*/ 19983 w 200025"/>
                  <a:gd name="T7" fmla="*/ 0 h 6788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0025" h="678814">
                    <a:moveTo>
                      <a:pt x="72008" y="0"/>
                    </a:moveTo>
                    <a:lnTo>
                      <a:pt x="0" y="332031"/>
                    </a:lnTo>
                    <a:lnTo>
                      <a:pt x="200025" y="678481"/>
                    </a:lnTo>
                    <a:lnTo>
                      <a:pt x="72008" y="0"/>
                    </a:lnTo>
                    <a:close/>
                  </a:path>
                </a:pathLst>
              </a:custGeom>
              <a:solidFill>
                <a:srgbClr val="00B050"/>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6" name="object 9"/>
              <p:cNvSpPr/>
              <p:nvPr/>
            </p:nvSpPr>
            <p:spPr bwMode="auto">
              <a:xfrm>
                <a:off x="7938529" y="3379992"/>
                <a:ext cx="304607" cy="276999"/>
              </a:xfrm>
              <a:custGeom>
                <a:avLst/>
                <a:gdLst>
                  <a:gd name="T0" fmla="*/ 0 w 502284"/>
                  <a:gd name="T1" fmla="*/ 0 h 678814"/>
                  <a:gd name="T2" fmla="*/ 17315 w 502284"/>
                  <a:gd name="T3" fmla="*/ 18813 h 678814"/>
                  <a:gd name="T4" fmla="*/ 67889 w 502284"/>
                  <a:gd name="T5" fmla="*/ 6347 h 678814"/>
                  <a:gd name="T6" fmla="*/ 0 w 502284"/>
                  <a:gd name="T7" fmla="*/ 0 h 6788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02284" h="678814">
                    <a:moveTo>
                      <a:pt x="0" y="0"/>
                    </a:moveTo>
                    <a:lnTo>
                      <a:pt x="128017" y="678492"/>
                    </a:lnTo>
                    <a:lnTo>
                      <a:pt x="501921" y="228904"/>
                    </a:lnTo>
                    <a:lnTo>
                      <a:pt x="0" y="0"/>
                    </a:lnTo>
                    <a:close/>
                  </a:path>
                </a:pathLst>
              </a:custGeom>
              <a:solidFill>
                <a:srgbClr val="ED7D31"/>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grpSp>
        <p:sp>
          <p:nvSpPr>
            <p:cNvPr id="147" name="矩形 23"/>
            <p:cNvSpPr>
              <a:spLocks noChangeArrowheads="1"/>
            </p:cNvSpPr>
            <p:nvPr/>
          </p:nvSpPr>
          <p:spPr bwMode="auto">
            <a:xfrm>
              <a:off x="12758941" y="6563170"/>
              <a:ext cx="2303462" cy="50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2F6583"/>
                  </a:solidFill>
                  <a:bevel/>
                </a14:hiddenLine>
              </a:ext>
            </a:extLst>
          </p:spPr>
          <p:txBody>
            <a:bodyPr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SimSun"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SimSun"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SimSun"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9pPr>
            </a:lstStyle>
            <a:p>
              <a:pPr algn="ctr">
                <a:lnSpc>
                  <a:spcPct val="100000"/>
                </a:lnSpc>
                <a:spcBef>
                  <a:spcPct val="0"/>
                </a:spcBef>
                <a:buFont typeface="Arial" panose="020B0604020202020204" pitchFamily="34" charset="0"/>
                <a:buNone/>
              </a:pPr>
              <a:r>
                <a:rPr lang="vi-VN" altLang="zh-CN" sz="2500" dirty="0">
                  <a:solidFill>
                    <a:schemeClr val="bg1"/>
                  </a:solidFill>
                  <a:latin typeface="Impact" panose="020B0806030902050204" pitchFamily="34" charset="0"/>
                  <a:ea typeface="Microsoft YaHei" panose="020B0503020204020204" pitchFamily="34" charset="-122"/>
                  <a:sym typeface="Impact" panose="020B0806030902050204" pitchFamily="34" charset="0"/>
                </a:rPr>
                <a:t>Nhóm </a:t>
              </a:r>
              <a:r>
                <a:rPr lang="vi-VN" altLang="zh-CN" sz="2500" dirty="0">
                  <a:solidFill>
                    <a:schemeClr val="bg1"/>
                  </a:solidFill>
                  <a:latin typeface="Impact" panose="020B0806030902050204" pitchFamily="34" charset="0"/>
                  <a:ea typeface="Microsoft YaHei" panose="020B0503020204020204" pitchFamily="34" charset="-122"/>
                  <a:sym typeface="Impact" panose="020B0806030902050204" pitchFamily="34" charset="0"/>
                </a:rPr>
                <a:t>6</a:t>
              </a:r>
              <a:endParaRPr lang="vi-VN" altLang="zh-CN" sz="2500" dirty="0">
                <a:solidFill>
                  <a:schemeClr val="bg1"/>
                </a:solidFill>
                <a:latin typeface="Impact" panose="020B0806030902050204" pitchFamily="34" charset="0"/>
                <a:ea typeface="Microsoft YaHei" panose="020B0503020204020204" pitchFamily="34" charset="-122"/>
                <a:sym typeface="Impact" panose="020B0806030902050204" pitchFamily="34" charset="0"/>
              </a:endParaRPr>
            </a:p>
          </p:txBody>
        </p:sp>
      </p:grpSp>
      <p:sp>
        <p:nvSpPr>
          <p:cNvPr id="5" name="Rounded Rectangle 4"/>
          <p:cNvSpPr/>
          <p:nvPr/>
        </p:nvSpPr>
        <p:spPr>
          <a:xfrm>
            <a:off x="304800" y="638810"/>
            <a:ext cx="8768080" cy="802005"/>
          </a:xfrm>
          <a:prstGeom prst="roundRect">
            <a:avLst/>
          </a:prstGeom>
          <a:solidFill>
            <a:srgbClr val="F02424"/>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6" name="object 3"/>
          <p:cNvSpPr txBox="1">
            <a:spLocks noChangeArrowheads="1"/>
          </p:cNvSpPr>
          <p:nvPr/>
        </p:nvSpPr>
        <p:spPr bwMode="auto">
          <a:xfrm>
            <a:off x="1071880" y="730250"/>
            <a:ext cx="7847965" cy="615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marL="6350">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SimSun"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SimSun"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SimSun"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9pPr>
          </a:lstStyle>
          <a:p>
            <a:pPr algn="ctr">
              <a:lnSpc>
                <a:spcPct val="100000"/>
              </a:lnSpc>
              <a:spcBef>
                <a:spcPct val="0"/>
              </a:spcBef>
              <a:buFont typeface="Arial" panose="020B0604020202020204" pitchFamily="34" charset="0"/>
              <a:buNone/>
            </a:pPr>
            <a:r>
              <a:rPr lang="vi-VN" altLang="zh-CN" sz="4000" dirty="0" smtClean="0">
                <a:solidFill>
                  <a:srgbClr val="FFFFFF"/>
                </a:solidFill>
                <a:latin typeface="Microsoft YaHei" panose="020B0503020204020204" pitchFamily="34" charset="-122"/>
                <a:ea typeface="Microsoft YaHei" panose="020B0503020204020204" pitchFamily="34" charset="-122"/>
                <a:sym typeface="+mn-ea"/>
              </a:rPr>
              <a:t>Caesar Cipher</a:t>
            </a:r>
            <a:endParaRPr lang="vi-VN" altLang="zh-CN" sz="4000" dirty="0" smtClean="0">
              <a:solidFill>
                <a:srgbClr val="FFFFFF"/>
              </a:solidFill>
              <a:latin typeface="Microsoft YaHei" panose="020B0503020204020204" pitchFamily="34" charset="-122"/>
              <a:ea typeface="Microsoft YaHei" panose="020B0503020204020204" pitchFamily="34" charset="-122"/>
            </a:endParaRPr>
          </a:p>
        </p:txBody>
      </p:sp>
      <p:sp>
        <p:nvSpPr>
          <p:cNvPr id="2" name="文本框 162"/>
          <p:cNvSpPr txBox="1"/>
          <p:nvPr/>
        </p:nvSpPr>
        <p:spPr>
          <a:xfrm>
            <a:off x="297180" y="1797050"/>
            <a:ext cx="17559020" cy="7937500"/>
          </a:xfrm>
          <a:prstGeom prst="rect">
            <a:avLst/>
          </a:prstGeom>
          <a:noFill/>
        </p:spPr>
        <p:txBody>
          <a:bodyPr wrap="square" rtlCol="0">
            <a:noAutofit/>
          </a:bodyPr>
          <a:p>
            <a:pPr lvl="0" indent="0" algn="l">
              <a:lnSpc>
                <a:spcPct val="150000"/>
              </a:lnSpc>
              <a:spcBef>
                <a:spcPts val="600"/>
              </a:spcBef>
              <a:buFont typeface="Wingdings" panose="05000000000000000000" charset="0"/>
              <a:buNone/>
            </a:pPr>
            <a:r>
              <a:rPr lang="en-US" altLang="zh-HK" sz="4000" dirty="0" smtClean="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sym typeface="+mn-ea"/>
              </a:rPr>
              <a:t>Quy trình mã hóa: Đối với bảng mã tiếng anh (ABCDEFGHI...), nếu độ dịch là 3, A sẽ được thay bằng D, B sẽ được thay bằng E, ..., W sẽ thay bằng Z, X sẽ thay bằng A, Y sẽ thay bằng B và Z thay bằng C.</a:t>
            </a:r>
            <a:endParaRPr lang="en-US" altLang="zh-HK" sz="4000" dirty="0" smtClean="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sym typeface="+mn-ea"/>
            </a:endParaRPr>
          </a:p>
          <a:p>
            <a:pPr lvl="0" indent="0" algn="l">
              <a:lnSpc>
                <a:spcPct val="150000"/>
              </a:lnSpc>
              <a:spcBef>
                <a:spcPts val="600"/>
              </a:spcBef>
              <a:buFont typeface="Wingdings" panose="05000000000000000000" charset="0"/>
              <a:buNone/>
            </a:pPr>
            <a:r>
              <a:rPr lang="en-US" altLang="zh-HK" sz="4000" dirty="0" smtClean="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sym typeface="+mn-ea"/>
              </a:rPr>
              <a:t>Để mã hóa, người ta đánh số các chữ cái từ 0 -&gt; N-1 (N là tổng số phần tử của bản chữ cái). Không gian khóa K=ZN. Với mỗi khóa K  K hàm mã hóa và giải mã một ký tự có số thứ tự là I sẽ được biểu diễn như sau: EK(i) = (i+k) mod 26</a:t>
            </a:r>
            <a:endParaRPr lang="en-US" altLang="zh-HK" sz="4000" dirty="0" smtClean="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sym typeface="+mn-ea"/>
            </a:endParaRPr>
          </a:p>
        </p:txBody>
      </p:sp>
      <p:grpSp>
        <p:nvGrpSpPr>
          <p:cNvPr id="862" name="组合 1638"/>
          <p:cNvGrpSpPr/>
          <p:nvPr/>
        </p:nvGrpSpPr>
        <p:grpSpPr bwMode="auto">
          <a:xfrm>
            <a:off x="531495" y="768350"/>
            <a:ext cx="681355" cy="541655"/>
            <a:chOff x="0" y="0"/>
            <a:chExt cx="709986" cy="558307"/>
          </a:xfrm>
          <a:solidFill>
            <a:schemeClr val="bg1"/>
          </a:solidFill>
        </p:grpSpPr>
        <p:sp>
          <p:nvSpPr>
            <p:cNvPr id="863" name="Freeform 542"/>
            <p:cNvSpPr>
              <a:spLocks noChangeArrowheads="1"/>
            </p:cNvSpPr>
            <p:nvPr/>
          </p:nvSpPr>
          <p:spPr bwMode="auto">
            <a:xfrm>
              <a:off x="0" y="0"/>
              <a:ext cx="311564" cy="310171"/>
            </a:xfrm>
            <a:custGeom>
              <a:avLst/>
              <a:gdLst>
                <a:gd name="T0" fmla="*/ 2147483647 w 163"/>
                <a:gd name="T1" fmla="*/ 2147483647 h 163"/>
                <a:gd name="T2" fmla="*/ 2147483647 w 163"/>
                <a:gd name="T3" fmla="*/ 2147483647 h 163"/>
                <a:gd name="T4" fmla="*/ 2147483647 w 163"/>
                <a:gd name="T5" fmla="*/ 2147483647 h 163"/>
                <a:gd name="T6" fmla="*/ 2147483647 w 163"/>
                <a:gd name="T7" fmla="*/ 2147483647 h 163"/>
                <a:gd name="T8" fmla="*/ 2147483647 w 163"/>
                <a:gd name="T9" fmla="*/ 2147483647 h 163"/>
                <a:gd name="T10" fmla="*/ 2147483647 w 163"/>
                <a:gd name="T11" fmla="*/ 2147483647 h 163"/>
                <a:gd name="T12" fmla="*/ 2147483647 w 163"/>
                <a:gd name="T13" fmla="*/ 2147483647 h 163"/>
                <a:gd name="T14" fmla="*/ 2147483647 w 163"/>
                <a:gd name="T15" fmla="*/ 2147483647 h 163"/>
                <a:gd name="T16" fmla="*/ 2147483647 w 163"/>
                <a:gd name="T17" fmla="*/ 2147483647 h 163"/>
                <a:gd name="T18" fmla="*/ 2147483647 w 163"/>
                <a:gd name="T19" fmla="*/ 2147483647 h 16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63"/>
                <a:gd name="T31" fmla="*/ 0 h 163"/>
                <a:gd name="T32" fmla="*/ 163 w 163"/>
                <a:gd name="T33" fmla="*/ 163 h 16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63" h="163">
                  <a:moveTo>
                    <a:pt x="48" y="14"/>
                  </a:moveTo>
                  <a:cubicBezTo>
                    <a:pt x="92" y="58"/>
                    <a:pt x="92" y="58"/>
                    <a:pt x="92" y="58"/>
                  </a:cubicBezTo>
                  <a:cubicBezTo>
                    <a:pt x="97" y="63"/>
                    <a:pt x="97" y="72"/>
                    <a:pt x="92" y="77"/>
                  </a:cubicBezTo>
                  <a:cubicBezTo>
                    <a:pt x="77" y="91"/>
                    <a:pt x="77" y="91"/>
                    <a:pt x="77" y="91"/>
                  </a:cubicBezTo>
                  <a:cubicBezTo>
                    <a:pt x="72" y="96"/>
                    <a:pt x="64" y="96"/>
                    <a:pt x="58" y="91"/>
                  </a:cubicBezTo>
                  <a:cubicBezTo>
                    <a:pt x="14" y="47"/>
                    <a:pt x="14" y="47"/>
                    <a:pt x="14" y="47"/>
                  </a:cubicBezTo>
                  <a:cubicBezTo>
                    <a:pt x="0" y="75"/>
                    <a:pt x="5" y="110"/>
                    <a:pt x="28" y="134"/>
                  </a:cubicBezTo>
                  <a:cubicBezTo>
                    <a:pt x="58" y="163"/>
                    <a:pt x="105" y="163"/>
                    <a:pt x="134" y="134"/>
                  </a:cubicBezTo>
                  <a:cubicBezTo>
                    <a:pt x="163" y="104"/>
                    <a:pt x="163" y="57"/>
                    <a:pt x="134" y="28"/>
                  </a:cubicBezTo>
                  <a:cubicBezTo>
                    <a:pt x="111" y="5"/>
                    <a:pt x="76" y="0"/>
                    <a:pt x="48" y="14"/>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864" name="Freeform 543"/>
            <p:cNvSpPr>
              <a:spLocks noEditPoints="1" noChangeArrowheads="1"/>
            </p:cNvSpPr>
            <p:nvPr/>
          </p:nvSpPr>
          <p:spPr bwMode="auto">
            <a:xfrm>
              <a:off x="198268" y="195501"/>
              <a:ext cx="362546" cy="362806"/>
            </a:xfrm>
            <a:custGeom>
              <a:avLst/>
              <a:gdLst>
                <a:gd name="T0" fmla="*/ 2147483647 w 190"/>
                <a:gd name="T1" fmla="*/ 2147483647 h 190"/>
                <a:gd name="T2" fmla="*/ 0 w 190"/>
                <a:gd name="T3" fmla="*/ 2147483647 h 190"/>
                <a:gd name="T4" fmla="*/ 2147483647 w 190"/>
                <a:gd name="T5" fmla="*/ 2147483647 h 190"/>
                <a:gd name="T6" fmla="*/ 2147483647 w 190"/>
                <a:gd name="T7" fmla="*/ 2147483647 h 190"/>
                <a:gd name="T8" fmla="*/ 2147483647 w 190"/>
                <a:gd name="T9" fmla="*/ 2147483647 h 190"/>
                <a:gd name="T10" fmla="*/ 2147483647 w 190"/>
                <a:gd name="T11" fmla="*/ 2147483647 h 190"/>
                <a:gd name="T12" fmla="*/ 2147483647 w 190"/>
                <a:gd name="T13" fmla="*/ 0 h 190"/>
                <a:gd name="T14" fmla="*/ 2147483647 w 190"/>
                <a:gd name="T15" fmla="*/ 2147483647 h 190"/>
                <a:gd name="T16" fmla="*/ 2147483647 w 190"/>
                <a:gd name="T17" fmla="*/ 2147483647 h 190"/>
                <a:gd name="T18" fmla="*/ 2147483647 w 190"/>
                <a:gd name="T19" fmla="*/ 2147483647 h 190"/>
                <a:gd name="T20" fmla="*/ 2147483647 w 190"/>
                <a:gd name="T21" fmla="*/ 2147483647 h 190"/>
                <a:gd name="T22" fmla="*/ 2147483647 w 190"/>
                <a:gd name="T23" fmla="*/ 2147483647 h 190"/>
                <a:gd name="T24" fmla="*/ 2147483647 w 190"/>
                <a:gd name="T25" fmla="*/ 2147483647 h 19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90"/>
                <a:gd name="T40" fmla="*/ 0 h 190"/>
                <a:gd name="T41" fmla="*/ 190 w 190"/>
                <a:gd name="T42" fmla="*/ 190 h 19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90" h="190">
                  <a:moveTo>
                    <a:pt x="30" y="31"/>
                  </a:moveTo>
                  <a:cubicBezTo>
                    <a:pt x="21" y="39"/>
                    <a:pt x="11" y="46"/>
                    <a:pt x="0" y="49"/>
                  </a:cubicBezTo>
                  <a:cubicBezTo>
                    <a:pt x="138" y="188"/>
                    <a:pt x="138" y="188"/>
                    <a:pt x="138" y="188"/>
                  </a:cubicBezTo>
                  <a:cubicBezTo>
                    <a:pt x="141" y="190"/>
                    <a:pt x="145" y="190"/>
                    <a:pt x="148" y="188"/>
                  </a:cubicBezTo>
                  <a:cubicBezTo>
                    <a:pt x="187" y="148"/>
                    <a:pt x="187" y="148"/>
                    <a:pt x="187" y="148"/>
                  </a:cubicBezTo>
                  <a:cubicBezTo>
                    <a:pt x="190" y="146"/>
                    <a:pt x="190" y="141"/>
                    <a:pt x="187" y="139"/>
                  </a:cubicBezTo>
                  <a:cubicBezTo>
                    <a:pt x="48" y="0"/>
                    <a:pt x="48" y="0"/>
                    <a:pt x="48" y="0"/>
                  </a:cubicBezTo>
                  <a:cubicBezTo>
                    <a:pt x="45" y="11"/>
                    <a:pt x="39" y="22"/>
                    <a:pt x="30" y="31"/>
                  </a:cubicBezTo>
                  <a:close/>
                  <a:moveTo>
                    <a:pt x="156" y="157"/>
                  </a:moveTo>
                  <a:cubicBezTo>
                    <a:pt x="153" y="160"/>
                    <a:pt x="147" y="160"/>
                    <a:pt x="143" y="157"/>
                  </a:cubicBezTo>
                  <a:cubicBezTo>
                    <a:pt x="139" y="153"/>
                    <a:pt x="139" y="147"/>
                    <a:pt x="143" y="143"/>
                  </a:cubicBezTo>
                  <a:cubicBezTo>
                    <a:pt x="147" y="140"/>
                    <a:pt x="153" y="140"/>
                    <a:pt x="156" y="143"/>
                  </a:cubicBezTo>
                  <a:cubicBezTo>
                    <a:pt x="160" y="147"/>
                    <a:pt x="160" y="153"/>
                    <a:pt x="156" y="157"/>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865" name="Freeform 544"/>
            <p:cNvSpPr>
              <a:spLocks noEditPoints="1" noChangeArrowheads="1"/>
            </p:cNvSpPr>
            <p:nvPr/>
          </p:nvSpPr>
          <p:spPr bwMode="auto">
            <a:xfrm>
              <a:off x="219038" y="216180"/>
              <a:ext cx="330446" cy="332727"/>
            </a:xfrm>
            <a:custGeom>
              <a:avLst/>
              <a:gdLst>
                <a:gd name="T0" fmla="*/ 2147483647 w 173"/>
                <a:gd name="T1" fmla="*/ 2147483647 h 174"/>
                <a:gd name="T2" fmla="*/ 2147483647 w 173"/>
                <a:gd name="T3" fmla="*/ 2147483647 h 174"/>
                <a:gd name="T4" fmla="*/ 2147483647 w 173"/>
                <a:gd name="T5" fmla="*/ 0 h 174"/>
                <a:gd name="T6" fmla="*/ 2147483647 w 173"/>
                <a:gd name="T7" fmla="*/ 2147483647 h 174"/>
                <a:gd name="T8" fmla="*/ 0 w 173"/>
                <a:gd name="T9" fmla="*/ 2147483647 h 174"/>
                <a:gd name="T10" fmla="*/ 2147483647 w 173"/>
                <a:gd name="T11" fmla="*/ 2147483647 h 174"/>
                <a:gd name="T12" fmla="*/ 2147483647 w 173"/>
                <a:gd name="T13" fmla="*/ 2147483647 h 174"/>
                <a:gd name="T14" fmla="*/ 2147483647 w 173"/>
                <a:gd name="T15" fmla="*/ 2147483647 h 174"/>
                <a:gd name="T16" fmla="*/ 2147483647 w 173"/>
                <a:gd name="T17" fmla="*/ 2147483647 h 174"/>
                <a:gd name="T18" fmla="*/ 2147483647 w 173"/>
                <a:gd name="T19" fmla="*/ 2147483647 h 174"/>
                <a:gd name="T20" fmla="*/ 2147483647 w 173"/>
                <a:gd name="T21" fmla="*/ 2147483647 h 17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73"/>
                <a:gd name="T34" fmla="*/ 0 h 174"/>
                <a:gd name="T35" fmla="*/ 173 w 173"/>
                <a:gd name="T36" fmla="*/ 174 h 17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73" h="174">
                  <a:moveTo>
                    <a:pt x="140" y="174"/>
                  </a:moveTo>
                  <a:cubicBezTo>
                    <a:pt x="173" y="140"/>
                    <a:pt x="173" y="140"/>
                    <a:pt x="173" y="140"/>
                  </a:cubicBezTo>
                  <a:cubicBezTo>
                    <a:pt x="33" y="0"/>
                    <a:pt x="33" y="0"/>
                    <a:pt x="33" y="0"/>
                  </a:cubicBezTo>
                  <a:cubicBezTo>
                    <a:pt x="29" y="7"/>
                    <a:pt x="25" y="14"/>
                    <a:pt x="19" y="20"/>
                  </a:cubicBezTo>
                  <a:cubicBezTo>
                    <a:pt x="13" y="25"/>
                    <a:pt x="7" y="30"/>
                    <a:pt x="0" y="33"/>
                  </a:cubicBezTo>
                  <a:lnTo>
                    <a:pt x="140" y="174"/>
                  </a:lnTo>
                  <a:close/>
                  <a:moveTo>
                    <a:pt x="132" y="132"/>
                  </a:moveTo>
                  <a:cubicBezTo>
                    <a:pt x="136" y="129"/>
                    <a:pt x="142" y="129"/>
                    <a:pt x="145" y="132"/>
                  </a:cubicBezTo>
                  <a:cubicBezTo>
                    <a:pt x="149" y="136"/>
                    <a:pt x="149" y="142"/>
                    <a:pt x="145" y="146"/>
                  </a:cubicBezTo>
                  <a:cubicBezTo>
                    <a:pt x="142" y="149"/>
                    <a:pt x="136" y="149"/>
                    <a:pt x="132" y="146"/>
                  </a:cubicBezTo>
                  <a:cubicBezTo>
                    <a:pt x="128" y="142"/>
                    <a:pt x="128" y="136"/>
                    <a:pt x="132" y="132"/>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866" name="Freeform 545"/>
            <p:cNvSpPr>
              <a:spLocks noEditPoints="1" noChangeArrowheads="1"/>
            </p:cNvSpPr>
            <p:nvPr/>
          </p:nvSpPr>
          <p:spPr bwMode="auto">
            <a:xfrm>
              <a:off x="254916" y="251896"/>
              <a:ext cx="200156" cy="203021"/>
            </a:xfrm>
            <a:custGeom>
              <a:avLst/>
              <a:gdLst>
                <a:gd name="T0" fmla="*/ 2147483647 w 250"/>
                <a:gd name="T1" fmla="*/ 0 h 253"/>
                <a:gd name="T2" fmla="*/ 2147483647 w 250"/>
                <a:gd name="T3" fmla="*/ 2147483647 h 253"/>
                <a:gd name="T4" fmla="*/ 2147483647 w 250"/>
                <a:gd name="T5" fmla="*/ 2147483647 h 253"/>
                <a:gd name="T6" fmla="*/ 2147483647 w 250"/>
                <a:gd name="T7" fmla="*/ 2147483647 h 253"/>
                <a:gd name="T8" fmla="*/ 2147483647 w 250"/>
                <a:gd name="T9" fmla="*/ 0 h 253"/>
                <a:gd name="T10" fmla="*/ 0 w 250"/>
                <a:gd name="T11" fmla="*/ 2147483647 h 253"/>
                <a:gd name="T12" fmla="*/ 2147483647 w 250"/>
                <a:gd name="T13" fmla="*/ 2147483647 h 253"/>
                <a:gd name="T14" fmla="*/ 2147483647 w 250"/>
                <a:gd name="T15" fmla="*/ 2147483647 h 253"/>
                <a:gd name="T16" fmla="*/ 2147483647 w 250"/>
                <a:gd name="T17" fmla="*/ 2147483647 h 253"/>
                <a:gd name="T18" fmla="*/ 0 w 250"/>
                <a:gd name="T19" fmla="*/ 2147483647 h 25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50"/>
                <a:gd name="T31" fmla="*/ 0 h 253"/>
                <a:gd name="T32" fmla="*/ 250 w 250"/>
                <a:gd name="T33" fmla="*/ 253 h 25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50" h="253">
                  <a:moveTo>
                    <a:pt x="115" y="0"/>
                  </a:moveTo>
                  <a:lnTo>
                    <a:pt x="96" y="19"/>
                  </a:lnTo>
                  <a:lnTo>
                    <a:pt x="234" y="156"/>
                  </a:lnTo>
                  <a:lnTo>
                    <a:pt x="250" y="137"/>
                  </a:lnTo>
                  <a:lnTo>
                    <a:pt x="115" y="0"/>
                  </a:lnTo>
                  <a:close/>
                  <a:moveTo>
                    <a:pt x="0" y="116"/>
                  </a:moveTo>
                  <a:lnTo>
                    <a:pt x="134" y="253"/>
                  </a:lnTo>
                  <a:lnTo>
                    <a:pt x="153" y="234"/>
                  </a:lnTo>
                  <a:lnTo>
                    <a:pt x="18" y="97"/>
                  </a:lnTo>
                  <a:lnTo>
                    <a:pt x="0" y="116"/>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867" name="Freeform 546"/>
            <p:cNvSpPr>
              <a:spLocks noChangeArrowheads="1"/>
            </p:cNvSpPr>
            <p:nvPr/>
          </p:nvSpPr>
          <p:spPr bwMode="auto">
            <a:xfrm>
              <a:off x="268133" y="266934"/>
              <a:ext cx="175609" cy="172943"/>
            </a:xfrm>
            <a:custGeom>
              <a:avLst/>
              <a:gdLst>
                <a:gd name="T0" fmla="*/ 0 w 216"/>
                <a:gd name="T1" fmla="*/ 2147483647 h 215"/>
                <a:gd name="T2" fmla="*/ 2147483647 w 216"/>
                <a:gd name="T3" fmla="*/ 2147483647 h 215"/>
                <a:gd name="T4" fmla="*/ 2147483647 w 216"/>
                <a:gd name="T5" fmla="*/ 2147483647 h 215"/>
                <a:gd name="T6" fmla="*/ 2147483647 w 216"/>
                <a:gd name="T7" fmla="*/ 0 h 215"/>
                <a:gd name="T8" fmla="*/ 0 w 216"/>
                <a:gd name="T9" fmla="*/ 2147483647 h 215"/>
                <a:gd name="T10" fmla="*/ 0 60000 65536"/>
                <a:gd name="T11" fmla="*/ 0 60000 65536"/>
                <a:gd name="T12" fmla="*/ 0 60000 65536"/>
                <a:gd name="T13" fmla="*/ 0 60000 65536"/>
                <a:gd name="T14" fmla="*/ 0 60000 65536"/>
                <a:gd name="T15" fmla="*/ 0 w 216"/>
                <a:gd name="T16" fmla="*/ 0 h 215"/>
                <a:gd name="T17" fmla="*/ 216 w 216"/>
                <a:gd name="T18" fmla="*/ 215 h 215"/>
              </a:gdLst>
              <a:ahLst/>
              <a:cxnLst>
                <a:cxn ang="T10">
                  <a:pos x="T0" y="T1"/>
                </a:cxn>
                <a:cxn ang="T11">
                  <a:pos x="T2" y="T3"/>
                </a:cxn>
                <a:cxn ang="T12">
                  <a:pos x="T4" y="T5"/>
                </a:cxn>
                <a:cxn ang="T13">
                  <a:pos x="T6" y="T7"/>
                </a:cxn>
                <a:cxn ang="T14">
                  <a:pos x="T8" y="T9"/>
                </a:cxn>
              </a:cxnLst>
              <a:rect l="T15" t="T16" r="T17" b="T18"/>
              <a:pathLst>
                <a:path w="216" h="215">
                  <a:moveTo>
                    <a:pt x="0" y="78"/>
                  </a:moveTo>
                  <a:lnTo>
                    <a:pt x="135" y="215"/>
                  </a:lnTo>
                  <a:lnTo>
                    <a:pt x="216" y="137"/>
                  </a:lnTo>
                  <a:lnTo>
                    <a:pt x="78" y="0"/>
                  </a:lnTo>
                  <a:lnTo>
                    <a:pt x="0" y="78"/>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868" name="Freeform 547"/>
            <p:cNvSpPr>
              <a:spLocks noChangeArrowheads="1"/>
            </p:cNvSpPr>
            <p:nvPr/>
          </p:nvSpPr>
          <p:spPr bwMode="auto">
            <a:xfrm>
              <a:off x="398424" y="0"/>
              <a:ext cx="311562" cy="310171"/>
            </a:xfrm>
            <a:custGeom>
              <a:avLst/>
              <a:gdLst>
                <a:gd name="T0" fmla="*/ 2147483647 w 163"/>
                <a:gd name="T1" fmla="*/ 2147483647 h 163"/>
                <a:gd name="T2" fmla="*/ 2147483647 w 163"/>
                <a:gd name="T3" fmla="*/ 2147483647 h 163"/>
                <a:gd name="T4" fmla="*/ 2147483647 w 163"/>
                <a:gd name="T5" fmla="*/ 2147483647 h 163"/>
                <a:gd name="T6" fmla="*/ 2147483647 w 163"/>
                <a:gd name="T7" fmla="*/ 2147483647 h 163"/>
                <a:gd name="T8" fmla="*/ 2147483647 w 163"/>
                <a:gd name="T9" fmla="*/ 2147483647 h 163"/>
                <a:gd name="T10" fmla="*/ 2147483647 w 163"/>
                <a:gd name="T11" fmla="*/ 2147483647 h 163"/>
                <a:gd name="T12" fmla="*/ 2147483647 w 163"/>
                <a:gd name="T13" fmla="*/ 2147483647 h 163"/>
                <a:gd name="T14" fmla="*/ 2147483647 w 163"/>
                <a:gd name="T15" fmla="*/ 2147483647 h 163"/>
                <a:gd name="T16" fmla="*/ 2147483647 w 163"/>
                <a:gd name="T17" fmla="*/ 2147483647 h 163"/>
                <a:gd name="T18" fmla="*/ 2147483647 w 163"/>
                <a:gd name="T19" fmla="*/ 2147483647 h 16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63"/>
                <a:gd name="T31" fmla="*/ 0 h 163"/>
                <a:gd name="T32" fmla="*/ 163 w 163"/>
                <a:gd name="T33" fmla="*/ 163 h 16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63" h="163">
                  <a:moveTo>
                    <a:pt x="149" y="47"/>
                  </a:moveTo>
                  <a:cubicBezTo>
                    <a:pt x="105" y="91"/>
                    <a:pt x="105" y="91"/>
                    <a:pt x="105" y="91"/>
                  </a:cubicBezTo>
                  <a:cubicBezTo>
                    <a:pt x="100" y="96"/>
                    <a:pt x="91" y="96"/>
                    <a:pt x="86" y="91"/>
                  </a:cubicBezTo>
                  <a:cubicBezTo>
                    <a:pt x="72" y="77"/>
                    <a:pt x="72" y="77"/>
                    <a:pt x="72" y="77"/>
                  </a:cubicBezTo>
                  <a:cubicBezTo>
                    <a:pt x="66" y="72"/>
                    <a:pt x="66" y="63"/>
                    <a:pt x="72" y="58"/>
                  </a:cubicBezTo>
                  <a:cubicBezTo>
                    <a:pt x="115" y="14"/>
                    <a:pt x="115" y="14"/>
                    <a:pt x="115" y="14"/>
                  </a:cubicBezTo>
                  <a:cubicBezTo>
                    <a:pt x="87" y="0"/>
                    <a:pt x="52" y="5"/>
                    <a:pt x="29" y="28"/>
                  </a:cubicBezTo>
                  <a:cubicBezTo>
                    <a:pt x="0" y="57"/>
                    <a:pt x="0" y="104"/>
                    <a:pt x="29" y="134"/>
                  </a:cubicBezTo>
                  <a:cubicBezTo>
                    <a:pt x="58" y="163"/>
                    <a:pt x="106" y="163"/>
                    <a:pt x="135" y="134"/>
                  </a:cubicBezTo>
                  <a:cubicBezTo>
                    <a:pt x="158" y="110"/>
                    <a:pt x="163" y="75"/>
                    <a:pt x="149" y="47"/>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869" name="Freeform 548"/>
            <p:cNvSpPr>
              <a:spLocks noEditPoints="1" noChangeArrowheads="1"/>
            </p:cNvSpPr>
            <p:nvPr/>
          </p:nvSpPr>
          <p:spPr bwMode="auto">
            <a:xfrm>
              <a:off x="149173" y="195501"/>
              <a:ext cx="364434" cy="362806"/>
            </a:xfrm>
            <a:custGeom>
              <a:avLst/>
              <a:gdLst>
                <a:gd name="T0" fmla="*/ 2147483647 w 191"/>
                <a:gd name="T1" fmla="*/ 2147483647 h 190"/>
                <a:gd name="T2" fmla="*/ 2147483647 w 191"/>
                <a:gd name="T3" fmla="*/ 0 h 190"/>
                <a:gd name="T4" fmla="*/ 2147483647 w 191"/>
                <a:gd name="T5" fmla="*/ 2147483647 h 190"/>
                <a:gd name="T6" fmla="*/ 2147483647 w 191"/>
                <a:gd name="T7" fmla="*/ 2147483647 h 190"/>
                <a:gd name="T8" fmla="*/ 2147483647 w 191"/>
                <a:gd name="T9" fmla="*/ 2147483647 h 190"/>
                <a:gd name="T10" fmla="*/ 2147483647 w 191"/>
                <a:gd name="T11" fmla="*/ 2147483647 h 190"/>
                <a:gd name="T12" fmla="*/ 2147483647 w 191"/>
                <a:gd name="T13" fmla="*/ 2147483647 h 190"/>
                <a:gd name="T14" fmla="*/ 2147483647 w 191"/>
                <a:gd name="T15" fmla="*/ 2147483647 h 190"/>
                <a:gd name="T16" fmla="*/ 2147483647 w 191"/>
                <a:gd name="T17" fmla="*/ 2147483647 h 190"/>
                <a:gd name="T18" fmla="*/ 2147483647 w 191"/>
                <a:gd name="T19" fmla="*/ 2147483647 h 190"/>
                <a:gd name="T20" fmla="*/ 2147483647 w 191"/>
                <a:gd name="T21" fmla="*/ 2147483647 h 190"/>
                <a:gd name="T22" fmla="*/ 2147483647 w 191"/>
                <a:gd name="T23" fmla="*/ 2147483647 h 190"/>
                <a:gd name="T24" fmla="*/ 2147483647 w 191"/>
                <a:gd name="T25" fmla="*/ 2147483647 h 19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91"/>
                <a:gd name="T40" fmla="*/ 0 h 190"/>
                <a:gd name="T41" fmla="*/ 191 w 191"/>
                <a:gd name="T42" fmla="*/ 190 h 19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91" h="190">
                  <a:moveTo>
                    <a:pt x="160" y="31"/>
                  </a:moveTo>
                  <a:cubicBezTo>
                    <a:pt x="151" y="22"/>
                    <a:pt x="145" y="11"/>
                    <a:pt x="142" y="0"/>
                  </a:cubicBezTo>
                  <a:cubicBezTo>
                    <a:pt x="3" y="139"/>
                    <a:pt x="3" y="139"/>
                    <a:pt x="3" y="139"/>
                  </a:cubicBezTo>
                  <a:cubicBezTo>
                    <a:pt x="0" y="141"/>
                    <a:pt x="0" y="146"/>
                    <a:pt x="3" y="148"/>
                  </a:cubicBezTo>
                  <a:cubicBezTo>
                    <a:pt x="42" y="188"/>
                    <a:pt x="42" y="188"/>
                    <a:pt x="42" y="188"/>
                  </a:cubicBezTo>
                  <a:cubicBezTo>
                    <a:pt x="45" y="190"/>
                    <a:pt x="49" y="190"/>
                    <a:pt x="52" y="188"/>
                  </a:cubicBezTo>
                  <a:cubicBezTo>
                    <a:pt x="191" y="49"/>
                    <a:pt x="191" y="49"/>
                    <a:pt x="191" y="49"/>
                  </a:cubicBezTo>
                  <a:cubicBezTo>
                    <a:pt x="179" y="46"/>
                    <a:pt x="169" y="39"/>
                    <a:pt x="160" y="31"/>
                  </a:cubicBezTo>
                  <a:close/>
                  <a:moveTo>
                    <a:pt x="34" y="157"/>
                  </a:moveTo>
                  <a:cubicBezTo>
                    <a:pt x="30" y="153"/>
                    <a:pt x="30" y="147"/>
                    <a:pt x="34" y="143"/>
                  </a:cubicBezTo>
                  <a:cubicBezTo>
                    <a:pt x="38" y="140"/>
                    <a:pt x="44" y="140"/>
                    <a:pt x="47" y="143"/>
                  </a:cubicBezTo>
                  <a:cubicBezTo>
                    <a:pt x="51" y="147"/>
                    <a:pt x="51" y="153"/>
                    <a:pt x="47" y="157"/>
                  </a:cubicBezTo>
                  <a:cubicBezTo>
                    <a:pt x="44" y="160"/>
                    <a:pt x="38" y="160"/>
                    <a:pt x="34" y="157"/>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870" name="Freeform 549"/>
            <p:cNvSpPr>
              <a:spLocks noEditPoints="1" noChangeArrowheads="1"/>
            </p:cNvSpPr>
            <p:nvPr/>
          </p:nvSpPr>
          <p:spPr bwMode="auto">
            <a:xfrm>
              <a:off x="160503" y="216180"/>
              <a:ext cx="332334" cy="332727"/>
            </a:xfrm>
            <a:custGeom>
              <a:avLst/>
              <a:gdLst>
                <a:gd name="T0" fmla="*/ 0 w 174"/>
                <a:gd name="T1" fmla="*/ 2147483647 h 174"/>
                <a:gd name="T2" fmla="*/ 2147483647 w 174"/>
                <a:gd name="T3" fmla="*/ 2147483647 h 174"/>
                <a:gd name="T4" fmla="*/ 2147483647 w 174"/>
                <a:gd name="T5" fmla="*/ 2147483647 h 174"/>
                <a:gd name="T6" fmla="*/ 2147483647 w 174"/>
                <a:gd name="T7" fmla="*/ 2147483647 h 174"/>
                <a:gd name="T8" fmla="*/ 2147483647 w 174"/>
                <a:gd name="T9" fmla="*/ 0 h 174"/>
                <a:gd name="T10" fmla="*/ 0 w 174"/>
                <a:gd name="T11" fmla="*/ 2147483647 h 174"/>
                <a:gd name="T12" fmla="*/ 2147483647 w 174"/>
                <a:gd name="T13" fmla="*/ 2147483647 h 174"/>
                <a:gd name="T14" fmla="*/ 2147483647 w 174"/>
                <a:gd name="T15" fmla="*/ 2147483647 h 174"/>
                <a:gd name="T16" fmla="*/ 2147483647 w 174"/>
                <a:gd name="T17" fmla="*/ 2147483647 h 174"/>
                <a:gd name="T18" fmla="*/ 2147483647 w 174"/>
                <a:gd name="T19" fmla="*/ 2147483647 h 174"/>
                <a:gd name="T20" fmla="*/ 2147483647 w 174"/>
                <a:gd name="T21" fmla="*/ 2147483647 h 17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74"/>
                <a:gd name="T34" fmla="*/ 0 h 174"/>
                <a:gd name="T35" fmla="*/ 174 w 174"/>
                <a:gd name="T36" fmla="*/ 174 h 17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74" h="174">
                  <a:moveTo>
                    <a:pt x="0" y="140"/>
                  </a:moveTo>
                  <a:cubicBezTo>
                    <a:pt x="33" y="174"/>
                    <a:pt x="33" y="174"/>
                    <a:pt x="33" y="174"/>
                  </a:cubicBezTo>
                  <a:cubicBezTo>
                    <a:pt x="174" y="33"/>
                    <a:pt x="174" y="33"/>
                    <a:pt x="174" y="33"/>
                  </a:cubicBezTo>
                  <a:cubicBezTo>
                    <a:pt x="167" y="30"/>
                    <a:pt x="160" y="25"/>
                    <a:pt x="154" y="20"/>
                  </a:cubicBezTo>
                  <a:cubicBezTo>
                    <a:pt x="148" y="14"/>
                    <a:pt x="144" y="7"/>
                    <a:pt x="140" y="0"/>
                  </a:cubicBezTo>
                  <a:lnTo>
                    <a:pt x="0" y="140"/>
                  </a:lnTo>
                  <a:close/>
                  <a:moveTo>
                    <a:pt x="41" y="132"/>
                  </a:moveTo>
                  <a:cubicBezTo>
                    <a:pt x="45" y="136"/>
                    <a:pt x="45" y="142"/>
                    <a:pt x="41" y="146"/>
                  </a:cubicBezTo>
                  <a:cubicBezTo>
                    <a:pt x="38" y="149"/>
                    <a:pt x="32" y="149"/>
                    <a:pt x="28" y="146"/>
                  </a:cubicBezTo>
                  <a:cubicBezTo>
                    <a:pt x="24" y="142"/>
                    <a:pt x="24" y="136"/>
                    <a:pt x="28" y="132"/>
                  </a:cubicBezTo>
                  <a:cubicBezTo>
                    <a:pt x="32" y="129"/>
                    <a:pt x="38" y="129"/>
                    <a:pt x="41" y="132"/>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871" name="Freeform 550"/>
            <p:cNvSpPr>
              <a:spLocks noChangeArrowheads="1"/>
            </p:cNvSpPr>
            <p:nvPr/>
          </p:nvSpPr>
          <p:spPr bwMode="auto">
            <a:xfrm>
              <a:off x="198268" y="195501"/>
              <a:ext cx="107630" cy="107150"/>
            </a:xfrm>
            <a:custGeom>
              <a:avLst/>
              <a:gdLst>
                <a:gd name="T0" fmla="*/ 2147483647 w 56"/>
                <a:gd name="T1" fmla="*/ 0 h 56"/>
                <a:gd name="T2" fmla="*/ 2147483647 w 56"/>
                <a:gd name="T3" fmla="*/ 2147483647 h 56"/>
                <a:gd name="T4" fmla="*/ 0 w 56"/>
                <a:gd name="T5" fmla="*/ 2147483647 h 56"/>
                <a:gd name="T6" fmla="*/ 2147483647 w 56"/>
                <a:gd name="T7" fmla="*/ 2147483647 h 56"/>
                <a:gd name="T8" fmla="*/ 2147483647 w 56"/>
                <a:gd name="T9" fmla="*/ 2147483647 h 56"/>
                <a:gd name="T10" fmla="*/ 2147483647 w 56"/>
                <a:gd name="T11" fmla="*/ 2147483647 h 56"/>
                <a:gd name="T12" fmla="*/ 2147483647 w 56"/>
                <a:gd name="T13" fmla="*/ 0 h 56"/>
                <a:gd name="T14" fmla="*/ 0 60000 65536"/>
                <a:gd name="T15" fmla="*/ 0 60000 65536"/>
                <a:gd name="T16" fmla="*/ 0 60000 65536"/>
                <a:gd name="T17" fmla="*/ 0 60000 65536"/>
                <a:gd name="T18" fmla="*/ 0 60000 65536"/>
                <a:gd name="T19" fmla="*/ 0 60000 65536"/>
                <a:gd name="T20" fmla="*/ 0 60000 65536"/>
                <a:gd name="T21" fmla="*/ 0 w 56"/>
                <a:gd name="T22" fmla="*/ 0 h 56"/>
                <a:gd name="T23" fmla="*/ 56 w 56"/>
                <a:gd name="T24" fmla="*/ 56 h 5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6" h="56">
                  <a:moveTo>
                    <a:pt x="48" y="0"/>
                  </a:moveTo>
                  <a:cubicBezTo>
                    <a:pt x="45" y="11"/>
                    <a:pt x="39" y="22"/>
                    <a:pt x="30" y="31"/>
                  </a:cubicBezTo>
                  <a:cubicBezTo>
                    <a:pt x="21" y="39"/>
                    <a:pt x="11" y="46"/>
                    <a:pt x="0" y="49"/>
                  </a:cubicBezTo>
                  <a:cubicBezTo>
                    <a:pt x="7" y="56"/>
                    <a:pt x="7" y="56"/>
                    <a:pt x="7" y="56"/>
                  </a:cubicBezTo>
                  <a:cubicBezTo>
                    <a:pt x="18" y="53"/>
                    <a:pt x="28" y="47"/>
                    <a:pt x="37" y="38"/>
                  </a:cubicBezTo>
                  <a:cubicBezTo>
                    <a:pt x="46" y="29"/>
                    <a:pt x="52" y="18"/>
                    <a:pt x="56" y="7"/>
                  </a:cubicBezTo>
                  <a:lnTo>
                    <a:pt x="48" y="0"/>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872" name="Freeform 551"/>
            <p:cNvSpPr>
              <a:spLocks noChangeArrowheads="1"/>
            </p:cNvSpPr>
            <p:nvPr/>
          </p:nvSpPr>
          <p:spPr bwMode="auto">
            <a:xfrm>
              <a:off x="219038" y="216180"/>
              <a:ext cx="77419" cy="78952"/>
            </a:xfrm>
            <a:custGeom>
              <a:avLst/>
              <a:gdLst>
                <a:gd name="T0" fmla="*/ 2147483647 w 40"/>
                <a:gd name="T1" fmla="*/ 2147483647 h 41"/>
                <a:gd name="T2" fmla="*/ 2147483647 w 40"/>
                <a:gd name="T3" fmla="*/ 2147483647 h 41"/>
                <a:gd name="T4" fmla="*/ 0 w 40"/>
                <a:gd name="T5" fmla="*/ 2147483647 h 41"/>
                <a:gd name="T6" fmla="*/ 2147483647 w 40"/>
                <a:gd name="T7" fmla="*/ 2147483647 h 41"/>
                <a:gd name="T8" fmla="*/ 2147483647 w 40"/>
                <a:gd name="T9" fmla="*/ 2147483647 h 41"/>
                <a:gd name="T10" fmla="*/ 2147483647 w 40"/>
                <a:gd name="T11" fmla="*/ 2147483647 h 41"/>
                <a:gd name="T12" fmla="*/ 2147483647 w 40"/>
                <a:gd name="T13" fmla="*/ 0 h 41"/>
                <a:gd name="T14" fmla="*/ 2147483647 w 40"/>
                <a:gd name="T15" fmla="*/ 2147483647 h 41"/>
                <a:gd name="T16" fmla="*/ 2147483647 w 40"/>
                <a:gd name="T17" fmla="*/ 2147483647 h 41"/>
                <a:gd name="T18" fmla="*/ 2147483647 w 40"/>
                <a:gd name="T19" fmla="*/ 2147483647 h 41"/>
                <a:gd name="T20" fmla="*/ 2147483647 w 40"/>
                <a:gd name="T21" fmla="*/ 2147483647 h 41"/>
                <a:gd name="T22" fmla="*/ 2147483647 w 40"/>
                <a:gd name="T23" fmla="*/ 2147483647 h 41"/>
                <a:gd name="T24" fmla="*/ 2147483647 w 40"/>
                <a:gd name="T25" fmla="*/ 2147483647 h 4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0"/>
                <a:gd name="T40" fmla="*/ 0 h 41"/>
                <a:gd name="T41" fmla="*/ 40 w 40"/>
                <a:gd name="T42" fmla="*/ 41 h 41"/>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0" h="41">
                  <a:moveTo>
                    <a:pt x="15" y="23"/>
                  </a:moveTo>
                  <a:cubicBezTo>
                    <a:pt x="15" y="24"/>
                    <a:pt x="14" y="24"/>
                    <a:pt x="14" y="24"/>
                  </a:cubicBezTo>
                  <a:cubicBezTo>
                    <a:pt x="9" y="28"/>
                    <a:pt x="5" y="31"/>
                    <a:pt x="0" y="34"/>
                  </a:cubicBezTo>
                  <a:cubicBezTo>
                    <a:pt x="7" y="41"/>
                    <a:pt x="7" y="41"/>
                    <a:pt x="7" y="41"/>
                  </a:cubicBezTo>
                  <a:cubicBezTo>
                    <a:pt x="14" y="37"/>
                    <a:pt x="20" y="33"/>
                    <a:pt x="26" y="27"/>
                  </a:cubicBezTo>
                  <a:cubicBezTo>
                    <a:pt x="32" y="21"/>
                    <a:pt x="37" y="14"/>
                    <a:pt x="40" y="7"/>
                  </a:cubicBezTo>
                  <a:cubicBezTo>
                    <a:pt x="33" y="0"/>
                    <a:pt x="33" y="0"/>
                    <a:pt x="33" y="0"/>
                  </a:cubicBezTo>
                  <a:cubicBezTo>
                    <a:pt x="31" y="5"/>
                    <a:pt x="27" y="10"/>
                    <a:pt x="24" y="14"/>
                  </a:cubicBezTo>
                  <a:cubicBezTo>
                    <a:pt x="23" y="15"/>
                    <a:pt x="23" y="15"/>
                    <a:pt x="23" y="15"/>
                  </a:cubicBezTo>
                  <a:cubicBezTo>
                    <a:pt x="22" y="16"/>
                    <a:pt x="22" y="16"/>
                    <a:pt x="22" y="17"/>
                  </a:cubicBezTo>
                  <a:cubicBezTo>
                    <a:pt x="21" y="18"/>
                    <a:pt x="20" y="19"/>
                    <a:pt x="19" y="20"/>
                  </a:cubicBezTo>
                  <a:cubicBezTo>
                    <a:pt x="18" y="20"/>
                    <a:pt x="17" y="21"/>
                    <a:pt x="16" y="22"/>
                  </a:cubicBezTo>
                  <a:cubicBezTo>
                    <a:pt x="16" y="23"/>
                    <a:pt x="15" y="23"/>
                    <a:pt x="15" y="23"/>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873" name="Freeform 552"/>
            <p:cNvSpPr>
              <a:spLocks noChangeArrowheads="1"/>
            </p:cNvSpPr>
            <p:nvPr/>
          </p:nvSpPr>
          <p:spPr bwMode="auto">
            <a:xfrm>
              <a:off x="404088" y="195501"/>
              <a:ext cx="109519" cy="107150"/>
            </a:xfrm>
            <a:custGeom>
              <a:avLst/>
              <a:gdLst>
                <a:gd name="T0" fmla="*/ 2147483647 w 57"/>
                <a:gd name="T1" fmla="*/ 2147483647 h 56"/>
                <a:gd name="T2" fmla="*/ 2147483647 w 57"/>
                <a:gd name="T3" fmla="*/ 2147483647 h 56"/>
                <a:gd name="T4" fmla="*/ 2147483647 w 57"/>
                <a:gd name="T5" fmla="*/ 0 h 56"/>
                <a:gd name="T6" fmla="*/ 0 w 57"/>
                <a:gd name="T7" fmla="*/ 2147483647 h 56"/>
                <a:gd name="T8" fmla="*/ 2147483647 w 57"/>
                <a:gd name="T9" fmla="*/ 2147483647 h 56"/>
                <a:gd name="T10" fmla="*/ 2147483647 w 57"/>
                <a:gd name="T11" fmla="*/ 2147483647 h 56"/>
                <a:gd name="T12" fmla="*/ 2147483647 w 57"/>
                <a:gd name="T13" fmla="*/ 2147483647 h 56"/>
                <a:gd name="T14" fmla="*/ 0 60000 65536"/>
                <a:gd name="T15" fmla="*/ 0 60000 65536"/>
                <a:gd name="T16" fmla="*/ 0 60000 65536"/>
                <a:gd name="T17" fmla="*/ 0 60000 65536"/>
                <a:gd name="T18" fmla="*/ 0 60000 65536"/>
                <a:gd name="T19" fmla="*/ 0 60000 65536"/>
                <a:gd name="T20" fmla="*/ 0 60000 65536"/>
                <a:gd name="T21" fmla="*/ 0 w 57"/>
                <a:gd name="T22" fmla="*/ 0 h 56"/>
                <a:gd name="T23" fmla="*/ 57 w 57"/>
                <a:gd name="T24" fmla="*/ 56 h 5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7" h="56">
                  <a:moveTo>
                    <a:pt x="57" y="49"/>
                  </a:moveTo>
                  <a:cubicBezTo>
                    <a:pt x="45" y="46"/>
                    <a:pt x="35" y="39"/>
                    <a:pt x="26" y="31"/>
                  </a:cubicBezTo>
                  <a:cubicBezTo>
                    <a:pt x="17" y="22"/>
                    <a:pt x="11" y="11"/>
                    <a:pt x="8" y="0"/>
                  </a:cubicBezTo>
                  <a:cubicBezTo>
                    <a:pt x="0" y="7"/>
                    <a:pt x="0" y="7"/>
                    <a:pt x="0" y="7"/>
                  </a:cubicBezTo>
                  <a:cubicBezTo>
                    <a:pt x="4" y="18"/>
                    <a:pt x="10" y="29"/>
                    <a:pt x="19" y="38"/>
                  </a:cubicBezTo>
                  <a:cubicBezTo>
                    <a:pt x="28" y="47"/>
                    <a:pt x="38" y="53"/>
                    <a:pt x="49" y="56"/>
                  </a:cubicBezTo>
                  <a:lnTo>
                    <a:pt x="57" y="49"/>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874" name="Freeform 553"/>
            <p:cNvSpPr>
              <a:spLocks noChangeArrowheads="1"/>
            </p:cNvSpPr>
            <p:nvPr/>
          </p:nvSpPr>
          <p:spPr bwMode="auto">
            <a:xfrm>
              <a:off x="413530" y="216180"/>
              <a:ext cx="77418" cy="78952"/>
            </a:xfrm>
            <a:custGeom>
              <a:avLst/>
              <a:gdLst>
                <a:gd name="T0" fmla="*/ 2147483647 w 40"/>
                <a:gd name="T1" fmla="*/ 2147483647 h 41"/>
                <a:gd name="T2" fmla="*/ 2147483647 w 40"/>
                <a:gd name="T3" fmla="*/ 2147483647 h 41"/>
                <a:gd name="T4" fmla="*/ 2147483647 w 40"/>
                <a:gd name="T5" fmla="*/ 0 h 41"/>
                <a:gd name="T6" fmla="*/ 0 w 40"/>
                <a:gd name="T7" fmla="*/ 2147483647 h 41"/>
                <a:gd name="T8" fmla="*/ 2147483647 w 40"/>
                <a:gd name="T9" fmla="*/ 2147483647 h 41"/>
                <a:gd name="T10" fmla="*/ 2147483647 w 40"/>
                <a:gd name="T11" fmla="*/ 2147483647 h 41"/>
                <a:gd name="T12" fmla="*/ 2147483647 w 40"/>
                <a:gd name="T13" fmla="*/ 2147483647 h 41"/>
                <a:gd name="T14" fmla="*/ 2147483647 w 40"/>
                <a:gd name="T15" fmla="*/ 2147483647 h 41"/>
                <a:gd name="T16" fmla="*/ 2147483647 w 40"/>
                <a:gd name="T17" fmla="*/ 2147483647 h 41"/>
                <a:gd name="T18" fmla="*/ 2147483647 w 40"/>
                <a:gd name="T19" fmla="*/ 2147483647 h 41"/>
                <a:gd name="T20" fmla="*/ 2147483647 w 40"/>
                <a:gd name="T21" fmla="*/ 2147483647 h 41"/>
                <a:gd name="T22" fmla="*/ 2147483647 w 40"/>
                <a:gd name="T23" fmla="*/ 2147483647 h 41"/>
                <a:gd name="T24" fmla="*/ 2147483647 w 40"/>
                <a:gd name="T25" fmla="*/ 2147483647 h 4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0"/>
                <a:gd name="T40" fmla="*/ 0 h 41"/>
                <a:gd name="T41" fmla="*/ 40 w 40"/>
                <a:gd name="T42" fmla="*/ 41 h 41"/>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0" h="41">
                  <a:moveTo>
                    <a:pt x="17" y="16"/>
                  </a:moveTo>
                  <a:cubicBezTo>
                    <a:pt x="17" y="15"/>
                    <a:pt x="17" y="15"/>
                    <a:pt x="16" y="14"/>
                  </a:cubicBezTo>
                  <a:cubicBezTo>
                    <a:pt x="13" y="10"/>
                    <a:pt x="10" y="5"/>
                    <a:pt x="7" y="0"/>
                  </a:cubicBezTo>
                  <a:cubicBezTo>
                    <a:pt x="0" y="7"/>
                    <a:pt x="0" y="7"/>
                    <a:pt x="0" y="7"/>
                  </a:cubicBezTo>
                  <a:cubicBezTo>
                    <a:pt x="3" y="14"/>
                    <a:pt x="8" y="21"/>
                    <a:pt x="14" y="27"/>
                  </a:cubicBezTo>
                  <a:cubicBezTo>
                    <a:pt x="20" y="33"/>
                    <a:pt x="26" y="37"/>
                    <a:pt x="33" y="41"/>
                  </a:cubicBezTo>
                  <a:cubicBezTo>
                    <a:pt x="40" y="34"/>
                    <a:pt x="40" y="34"/>
                    <a:pt x="40" y="34"/>
                  </a:cubicBezTo>
                  <a:cubicBezTo>
                    <a:pt x="35" y="31"/>
                    <a:pt x="31" y="28"/>
                    <a:pt x="26" y="24"/>
                  </a:cubicBezTo>
                  <a:cubicBezTo>
                    <a:pt x="25" y="23"/>
                    <a:pt x="25" y="23"/>
                    <a:pt x="25" y="23"/>
                  </a:cubicBezTo>
                  <a:cubicBezTo>
                    <a:pt x="25" y="23"/>
                    <a:pt x="24" y="23"/>
                    <a:pt x="24" y="22"/>
                  </a:cubicBezTo>
                  <a:cubicBezTo>
                    <a:pt x="23" y="21"/>
                    <a:pt x="22" y="20"/>
                    <a:pt x="21" y="20"/>
                  </a:cubicBezTo>
                  <a:cubicBezTo>
                    <a:pt x="20" y="19"/>
                    <a:pt x="19" y="18"/>
                    <a:pt x="18" y="17"/>
                  </a:cubicBezTo>
                  <a:cubicBezTo>
                    <a:pt x="18" y="16"/>
                    <a:pt x="18" y="16"/>
                    <a:pt x="17" y="16"/>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gr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矩形 70"/>
          <p:cNvSpPr/>
          <p:nvPr/>
        </p:nvSpPr>
        <p:spPr>
          <a:xfrm>
            <a:off x="17961936" y="607033"/>
            <a:ext cx="304799" cy="828221"/>
          </a:xfrm>
          <a:prstGeom prst="rect">
            <a:avLst/>
          </a:prstGeom>
          <a:solidFill>
            <a:srgbClr val="F024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p>
        </p:txBody>
      </p:sp>
      <p:sp>
        <p:nvSpPr>
          <p:cNvPr id="72" name="矩形 71"/>
          <p:cNvSpPr/>
          <p:nvPr/>
        </p:nvSpPr>
        <p:spPr>
          <a:xfrm>
            <a:off x="17831306" y="607033"/>
            <a:ext cx="79828" cy="828221"/>
          </a:xfrm>
          <a:prstGeom prst="rect">
            <a:avLst/>
          </a:prstGeom>
          <a:solidFill>
            <a:srgbClr val="F024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p>
        </p:txBody>
      </p:sp>
      <p:sp>
        <p:nvSpPr>
          <p:cNvPr id="73" name="文本框 72"/>
          <p:cNvSpPr txBox="1"/>
          <p:nvPr/>
        </p:nvSpPr>
        <p:spPr>
          <a:xfrm>
            <a:off x="16922977" y="604257"/>
            <a:ext cx="947405" cy="829945"/>
          </a:xfrm>
          <a:prstGeom prst="rect">
            <a:avLst/>
          </a:prstGeom>
          <a:noFill/>
        </p:spPr>
        <p:txBody>
          <a:bodyPr wrap="square" rtlCol="0">
            <a:spAutoFit/>
          </a:bodyPr>
          <a:lstStyle/>
          <a:p>
            <a:r>
              <a:rPr lang="en-US" sz="4800" dirty="0" smtClean="0">
                <a:solidFill>
                  <a:schemeClr val="bg1"/>
                </a:solidFill>
                <a:latin typeface="Microsoft YaHei" panose="020B0503020204020204" pitchFamily="34" charset="-122"/>
                <a:ea typeface="Microsoft YaHei" panose="020B0503020204020204" pitchFamily="34" charset="-122"/>
              </a:rPr>
              <a:t>10</a:t>
            </a:r>
            <a:endParaRPr lang="en-US" sz="4800" dirty="0" smtClean="0">
              <a:solidFill>
                <a:schemeClr val="bg1"/>
              </a:solidFill>
              <a:latin typeface="Microsoft YaHei" panose="020B0503020204020204" pitchFamily="34" charset="-122"/>
              <a:ea typeface="Microsoft YaHei" panose="020B0503020204020204" pitchFamily="34" charset="-122"/>
            </a:endParaRPr>
          </a:p>
        </p:txBody>
      </p:sp>
      <p:grpSp>
        <p:nvGrpSpPr>
          <p:cNvPr id="4" name="组合 3"/>
          <p:cNvGrpSpPr/>
          <p:nvPr/>
        </p:nvGrpSpPr>
        <p:grpSpPr>
          <a:xfrm>
            <a:off x="14187805" y="7916545"/>
            <a:ext cx="4548505" cy="2686685"/>
            <a:chOff x="11519983" y="5270056"/>
            <a:chExt cx="5829924" cy="3299229"/>
          </a:xfrm>
        </p:grpSpPr>
        <p:grpSp>
          <p:nvGrpSpPr>
            <p:cNvPr id="97" name="组合 96"/>
            <p:cNvGrpSpPr/>
            <p:nvPr/>
          </p:nvGrpSpPr>
          <p:grpSpPr>
            <a:xfrm rot="5400000">
              <a:off x="12785331" y="4004708"/>
              <a:ext cx="3299229" cy="5829924"/>
              <a:chOff x="4862722" y="-238122"/>
              <a:chExt cx="3541407" cy="6152922"/>
            </a:xfrm>
          </p:grpSpPr>
          <p:grpSp>
            <p:nvGrpSpPr>
              <p:cNvPr id="98" name="组合 97"/>
              <p:cNvGrpSpPr/>
              <p:nvPr/>
            </p:nvGrpSpPr>
            <p:grpSpPr>
              <a:xfrm>
                <a:off x="4862722" y="-238122"/>
                <a:ext cx="3541407" cy="6152922"/>
                <a:chOff x="4862722" y="-238122"/>
                <a:chExt cx="3541407" cy="6152922"/>
              </a:xfrm>
              <a:effectLst>
                <a:outerShdw blurRad="203200" dist="101600" dir="2700000" algn="ctr" rotWithShape="0">
                  <a:schemeClr val="tx1">
                    <a:alpha val="40000"/>
                  </a:schemeClr>
                </a:outerShdw>
              </a:effectLst>
            </p:grpSpPr>
            <p:grpSp>
              <p:nvGrpSpPr>
                <p:cNvPr id="108" name="组合 107"/>
                <p:cNvGrpSpPr/>
                <p:nvPr/>
              </p:nvGrpSpPr>
              <p:grpSpPr>
                <a:xfrm>
                  <a:off x="7282083" y="1812626"/>
                  <a:ext cx="45719" cy="310161"/>
                  <a:chOff x="8020452" y="2062264"/>
                  <a:chExt cx="150782" cy="787940"/>
                </a:xfrm>
              </p:grpSpPr>
              <p:sp>
                <p:nvSpPr>
                  <p:cNvPr id="127" name="圆角矩形 126"/>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8" name="圆角矩形 127"/>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09" name="组合 108"/>
                <p:cNvGrpSpPr/>
                <p:nvPr/>
              </p:nvGrpSpPr>
              <p:grpSpPr>
                <a:xfrm>
                  <a:off x="4862722" y="2122787"/>
                  <a:ext cx="45719" cy="239059"/>
                  <a:chOff x="8020452" y="2062264"/>
                  <a:chExt cx="150782" cy="787940"/>
                </a:xfrm>
              </p:grpSpPr>
              <p:sp>
                <p:nvSpPr>
                  <p:cNvPr id="125" name="圆角矩形 124"/>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6" name="圆角矩形 125"/>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0" name="组合 109"/>
                <p:cNvGrpSpPr/>
                <p:nvPr/>
              </p:nvGrpSpPr>
              <p:grpSpPr>
                <a:xfrm>
                  <a:off x="4862722" y="1812626"/>
                  <a:ext cx="45719" cy="239059"/>
                  <a:chOff x="8020452" y="2062264"/>
                  <a:chExt cx="150782" cy="787940"/>
                </a:xfrm>
              </p:grpSpPr>
              <p:sp>
                <p:nvSpPr>
                  <p:cNvPr id="123" name="圆角矩形 122"/>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4" name="圆角矩形 123"/>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1" name="组合 110"/>
                <p:cNvGrpSpPr/>
                <p:nvPr/>
              </p:nvGrpSpPr>
              <p:grpSpPr>
                <a:xfrm>
                  <a:off x="4862722" y="1543685"/>
                  <a:ext cx="45719" cy="117603"/>
                  <a:chOff x="8020452" y="2062264"/>
                  <a:chExt cx="150782" cy="787940"/>
                </a:xfrm>
              </p:grpSpPr>
              <p:sp>
                <p:nvSpPr>
                  <p:cNvPr id="121" name="圆角矩形 120"/>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2" name="圆角矩形 121"/>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2" name="圆角矩形 111"/>
                <p:cNvSpPr/>
                <p:nvPr/>
              </p:nvSpPr>
              <p:spPr>
                <a:xfrm>
                  <a:off x="4890000" y="943200"/>
                  <a:ext cx="2412000" cy="4971600"/>
                </a:xfrm>
                <a:prstGeom prst="roundRect">
                  <a:avLst>
                    <a:gd name="adj" fmla="val 7335"/>
                  </a:avLst>
                </a:prstGeom>
                <a:solidFill>
                  <a:srgbClr val="404040"/>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3" name="圆角矩形 112"/>
                <p:cNvSpPr/>
                <p:nvPr/>
              </p:nvSpPr>
              <p:spPr>
                <a:xfrm>
                  <a:off x="4926000" y="979200"/>
                  <a:ext cx="2340000" cy="4899600"/>
                </a:xfrm>
                <a:prstGeom prst="roundRect">
                  <a:avLst>
                    <a:gd name="adj" fmla="val 7335"/>
                  </a:avLst>
                </a:prstGeom>
                <a:solidFill>
                  <a:srgbClr val="05050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4" name="矩形 113"/>
                <p:cNvSpPr/>
                <p:nvPr/>
              </p:nvSpPr>
              <p:spPr>
                <a:xfrm>
                  <a:off x="5034000" y="1540800"/>
                  <a:ext cx="2124000" cy="377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5" name="圆角矩形 114"/>
                <p:cNvSpPr/>
                <p:nvPr/>
              </p:nvSpPr>
              <p:spPr>
                <a:xfrm>
                  <a:off x="5901599" y="1206000"/>
                  <a:ext cx="388800" cy="36000"/>
                </a:xfrm>
                <a:prstGeom prst="roundRect">
                  <a:avLst>
                    <a:gd name="adj" fmla="val 50000"/>
                  </a:avLst>
                </a:prstGeom>
                <a:solidFill>
                  <a:srgbClr val="0D0D0D"/>
                </a:solidFill>
                <a:ln>
                  <a:noFill/>
                </a:ln>
                <a:scene3d>
                  <a:camera prst="orthographicFront"/>
                  <a:lightRig rig="threePt" dir="t"/>
                </a:scene3d>
                <a:sp3d>
                  <a:bevelT w="69850" h="50800" prst="coolSlan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16" name="组合 115"/>
                <p:cNvGrpSpPr/>
                <p:nvPr/>
              </p:nvGrpSpPr>
              <p:grpSpPr>
                <a:xfrm>
                  <a:off x="5905200" y="5406664"/>
                  <a:ext cx="381600" cy="381600"/>
                  <a:chOff x="5905200" y="3238200"/>
                  <a:chExt cx="381600" cy="381600"/>
                </a:xfrm>
              </p:grpSpPr>
              <p:sp>
                <p:nvSpPr>
                  <p:cNvPr id="119" name="椭圆 118"/>
                  <p:cNvSpPr/>
                  <p:nvPr/>
                </p:nvSpPr>
                <p:spPr>
                  <a:xfrm>
                    <a:off x="5905200" y="3238200"/>
                    <a:ext cx="381600" cy="381600"/>
                  </a:xfrm>
                  <a:prstGeom prst="ellipse">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0" name="椭圆 119"/>
                  <p:cNvSpPr/>
                  <p:nvPr/>
                </p:nvSpPr>
                <p:spPr>
                  <a:xfrm>
                    <a:off x="5932200" y="3265200"/>
                    <a:ext cx="327600" cy="3276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7" name="圆角矩形 116"/>
                <p:cNvSpPr/>
                <p:nvPr/>
              </p:nvSpPr>
              <p:spPr>
                <a:xfrm>
                  <a:off x="4883060" y="952391"/>
                  <a:ext cx="2376000" cy="4952144"/>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8" name="圆角矩形 117"/>
                <p:cNvSpPr/>
                <p:nvPr/>
              </p:nvSpPr>
              <p:spPr>
                <a:xfrm>
                  <a:off x="6028129" y="-238122"/>
                  <a:ext cx="2376000" cy="4935600"/>
                </a:xfrm>
                <a:prstGeom prst="roundRect">
                  <a:avLst>
                    <a:gd name="adj" fmla="val 7335"/>
                  </a:avLst>
                </a:prstGeom>
                <a:gradFill flip="none" rotWithShape="1">
                  <a:gsLst>
                    <a:gs pos="0">
                      <a:srgbClr val="FFFFFF">
                        <a:alpha val="18000"/>
                      </a:srgbClr>
                    </a:gs>
                    <a:gs pos="5000">
                      <a:srgbClr val="FFFFFF">
                        <a:alpha val="0"/>
                      </a:srgb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99" name="组合 98"/>
              <p:cNvGrpSpPr/>
              <p:nvPr/>
            </p:nvGrpSpPr>
            <p:grpSpPr>
              <a:xfrm>
                <a:off x="6856135" y="1608679"/>
                <a:ext cx="156128" cy="54425"/>
                <a:chOff x="6770056" y="1608698"/>
                <a:chExt cx="156128" cy="65855"/>
              </a:xfrm>
            </p:grpSpPr>
            <p:sp>
              <p:nvSpPr>
                <p:cNvPr id="105" name="矩形 104"/>
                <p:cNvSpPr/>
                <p:nvPr/>
              </p:nvSpPr>
              <p:spPr>
                <a:xfrm>
                  <a:off x="6770056" y="1608698"/>
                  <a:ext cx="146501" cy="65855"/>
                </a:xfrm>
                <a:prstGeom prst="rect">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6" name="矩形 105"/>
                <p:cNvSpPr/>
                <p:nvPr/>
              </p:nvSpPr>
              <p:spPr>
                <a:xfrm>
                  <a:off x="6916234" y="1633796"/>
                  <a:ext cx="9950" cy="16633"/>
                </a:xfrm>
                <a:prstGeom prst="rect">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7" name="矩形 106"/>
                <p:cNvSpPr/>
                <p:nvPr/>
              </p:nvSpPr>
              <p:spPr>
                <a:xfrm>
                  <a:off x="6770056" y="1608699"/>
                  <a:ext cx="83493" cy="6585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0" name="椭圆 99"/>
              <p:cNvSpPr/>
              <p:nvPr/>
            </p:nvSpPr>
            <p:spPr>
              <a:xfrm>
                <a:off x="5123906"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1" name="椭圆 100"/>
              <p:cNvSpPr/>
              <p:nvPr/>
            </p:nvSpPr>
            <p:spPr>
              <a:xfrm>
                <a:off x="5176565"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2" name="椭圆 101"/>
              <p:cNvSpPr/>
              <p:nvPr/>
            </p:nvSpPr>
            <p:spPr>
              <a:xfrm>
                <a:off x="5224538"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3" name="椭圆 102"/>
              <p:cNvSpPr/>
              <p:nvPr/>
            </p:nvSpPr>
            <p:spPr>
              <a:xfrm>
                <a:off x="5274547"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 name="椭圆 103"/>
              <p:cNvSpPr/>
              <p:nvPr/>
            </p:nvSpPr>
            <p:spPr>
              <a:xfrm>
                <a:off x="5324640" y="1619118"/>
                <a:ext cx="41564" cy="41564"/>
              </a:xfrm>
              <a:prstGeom prst="ellipse">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38" name="矩形 137"/>
            <p:cNvSpPr/>
            <p:nvPr/>
          </p:nvSpPr>
          <p:spPr bwMode="auto">
            <a:xfrm rot="16200000">
              <a:off x="12870306" y="4596683"/>
              <a:ext cx="1987572" cy="3635808"/>
            </a:xfrm>
            <a:prstGeom prst="rect">
              <a:avLst/>
            </a:prstGeom>
            <a:solidFill>
              <a:srgbClr val="2B7FB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 typeface="Arial" panose="020B0604020202020204" pitchFamily="34" charset="0"/>
                <a:buNone/>
                <a:defRPr/>
              </a:pPr>
              <a:endParaRPr lang="zh-CN" altLang="en-US"/>
            </a:p>
          </p:txBody>
        </p:sp>
        <p:grpSp>
          <p:nvGrpSpPr>
            <p:cNvPr id="141" name="组合 2"/>
            <p:cNvGrpSpPr/>
            <p:nvPr/>
          </p:nvGrpSpPr>
          <p:grpSpPr bwMode="auto">
            <a:xfrm>
              <a:off x="13580951" y="5774163"/>
              <a:ext cx="608013" cy="619125"/>
              <a:chOff x="7938529" y="3078391"/>
              <a:chExt cx="607404" cy="617990"/>
            </a:xfrm>
          </p:grpSpPr>
          <p:sp>
            <p:nvSpPr>
              <p:cNvPr id="142" name="object 5"/>
              <p:cNvSpPr/>
              <p:nvPr/>
            </p:nvSpPr>
            <p:spPr bwMode="auto">
              <a:xfrm>
                <a:off x="8052890" y="3078391"/>
                <a:ext cx="137478" cy="276999"/>
              </a:xfrm>
              <a:custGeom>
                <a:avLst/>
                <a:gdLst>
                  <a:gd name="T0" fmla="*/ 17874 w 226695"/>
                  <a:gd name="T1" fmla="*/ 0 h 262254"/>
                  <a:gd name="T2" fmla="*/ 0 w 226695"/>
                  <a:gd name="T3" fmla="*/ 197759 h 262254"/>
                  <a:gd name="T4" fmla="*/ 30590 w 226695"/>
                  <a:gd name="T5" fmla="*/ 326123 h 262254"/>
                  <a:gd name="T6" fmla="*/ 17874 w 226695"/>
                  <a:gd name="T7" fmla="*/ 0 h 26225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26695" h="262254">
                    <a:moveTo>
                      <a:pt x="132153" y="0"/>
                    </a:moveTo>
                    <a:lnTo>
                      <a:pt x="0" y="158895"/>
                    </a:lnTo>
                    <a:lnTo>
                      <a:pt x="226160" y="262033"/>
                    </a:lnTo>
                    <a:lnTo>
                      <a:pt x="132153" y="0"/>
                    </a:lnTo>
                    <a:close/>
                  </a:path>
                </a:pathLst>
              </a:custGeom>
              <a:solidFill>
                <a:srgbClr val="4ABA92"/>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3" name="object 6"/>
              <p:cNvSpPr/>
              <p:nvPr/>
            </p:nvSpPr>
            <p:spPr bwMode="auto">
              <a:xfrm>
                <a:off x="8090831" y="3419382"/>
                <a:ext cx="363912" cy="276999"/>
              </a:xfrm>
              <a:custGeom>
                <a:avLst/>
                <a:gdLst>
                  <a:gd name="T0" fmla="*/ 50573 w 600075"/>
                  <a:gd name="T1" fmla="*/ 0 h 479425"/>
                  <a:gd name="T2" fmla="*/ 0 w 600075"/>
                  <a:gd name="T3" fmla="*/ 50100 h 479425"/>
                  <a:gd name="T4" fmla="*/ 60332 w 600075"/>
                  <a:gd name="T5" fmla="*/ 53398 h 479425"/>
                  <a:gd name="T6" fmla="*/ 81164 w 600075"/>
                  <a:gd name="T7" fmla="*/ 11494 h 479425"/>
                  <a:gd name="T8" fmla="*/ 50573 w 600075"/>
                  <a:gd name="T9" fmla="*/ 0 h 4794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00075" h="479425">
                    <a:moveTo>
                      <a:pt x="373904" y="0"/>
                    </a:moveTo>
                    <a:lnTo>
                      <a:pt x="0" y="449588"/>
                    </a:lnTo>
                    <a:lnTo>
                      <a:pt x="446049" y="479179"/>
                    </a:lnTo>
                    <a:lnTo>
                      <a:pt x="600065" y="103138"/>
                    </a:lnTo>
                    <a:lnTo>
                      <a:pt x="373904" y="0"/>
                    </a:lnTo>
                    <a:close/>
                  </a:path>
                </a:pathLst>
              </a:custGeom>
              <a:solidFill>
                <a:srgbClr val="F94C07"/>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4" name="object 7"/>
              <p:cNvSpPr/>
              <p:nvPr/>
            </p:nvSpPr>
            <p:spPr bwMode="auto">
              <a:xfrm>
                <a:off x="8161226" y="3175050"/>
                <a:ext cx="384707" cy="276999"/>
              </a:xfrm>
              <a:custGeom>
                <a:avLst/>
                <a:gdLst>
                  <a:gd name="T0" fmla="*/ 0 w 634365"/>
                  <a:gd name="T1" fmla="*/ 0 h 229235"/>
                  <a:gd name="T2" fmla="*/ 67888 w 634365"/>
                  <a:gd name="T3" fmla="*/ 488025 h 229235"/>
                  <a:gd name="T4" fmla="*/ 85762 w 634365"/>
                  <a:gd name="T5" fmla="*/ 149257 h 229235"/>
                  <a:gd name="T6" fmla="*/ 0 w 634365"/>
                  <a:gd name="T7" fmla="*/ 0 h 22923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34365" h="229235">
                    <a:moveTo>
                      <a:pt x="0" y="0"/>
                    </a:moveTo>
                    <a:lnTo>
                      <a:pt x="501911" y="228904"/>
                    </a:lnTo>
                    <a:lnTo>
                      <a:pt x="634064" y="70008"/>
                    </a:lnTo>
                    <a:lnTo>
                      <a:pt x="0" y="0"/>
                    </a:lnTo>
                    <a:close/>
                  </a:path>
                </a:pathLst>
              </a:custGeom>
              <a:solidFill>
                <a:srgbClr val="1F4E79"/>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5" name="object 8"/>
              <p:cNvSpPr/>
              <p:nvPr/>
            </p:nvSpPr>
            <p:spPr bwMode="auto">
              <a:xfrm>
                <a:off x="7945652" y="3216890"/>
                <a:ext cx="145179" cy="193317"/>
              </a:xfrm>
              <a:custGeom>
                <a:avLst/>
                <a:gdLst>
                  <a:gd name="T0" fmla="*/ 19983 w 200025"/>
                  <a:gd name="T1" fmla="*/ 0 h 678814"/>
                  <a:gd name="T2" fmla="*/ 0 w 200025"/>
                  <a:gd name="T3" fmla="*/ 2184 h 678814"/>
                  <a:gd name="T4" fmla="*/ 55509 w 200025"/>
                  <a:gd name="T5" fmla="*/ 4463 h 678814"/>
                  <a:gd name="T6" fmla="*/ 19983 w 200025"/>
                  <a:gd name="T7" fmla="*/ 0 h 6788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0025" h="678814">
                    <a:moveTo>
                      <a:pt x="72008" y="0"/>
                    </a:moveTo>
                    <a:lnTo>
                      <a:pt x="0" y="332031"/>
                    </a:lnTo>
                    <a:lnTo>
                      <a:pt x="200025" y="678481"/>
                    </a:lnTo>
                    <a:lnTo>
                      <a:pt x="72008" y="0"/>
                    </a:lnTo>
                    <a:close/>
                  </a:path>
                </a:pathLst>
              </a:custGeom>
              <a:solidFill>
                <a:srgbClr val="00B050"/>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6" name="object 9"/>
              <p:cNvSpPr/>
              <p:nvPr/>
            </p:nvSpPr>
            <p:spPr bwMode="auto">
              <a:xfrm>
                <a:off x="7938529" y="3379992"/>
                <a:ext cx="304607" cy="276999"/>
              </a:xfrm>
              <a:custGeom>
                <a:avLst/>
                <a:gdLst>
                  <a:gd name="T0" fmla="*/ 0 w 502284"/>
                  <a:gd name="T1" fmla="*/ 0 h 678814"/>
                  <a:gd name="T2" fmla="*/ 17315 w 502284"/>
                  <a:gd name="T3" fmla="*/ 18813 h 678814"/>
                  <a:gd name="T4" fmla="*/ 67889 w 502284"/>
                  <a:gd name="T5" fmla="*/ 6347 h 678814"/>
                  <a:gd name="T6" fmla="*/ 0 w 502284"/>
                  <a:gd name="T7" fmla="*/ 0 h 6788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02284" h="678814">
                    <a:moveTo>
                      <a:pt x="0" y="0"/>
                    </a:moveTo>
                    <a:lnTo>
                      <a:pt x="128017" y="678492"/>
                    </a:lnTo>
                    <a:lnTo>
                      <a:pt x="501921" y="228904"/>
                    </a:lnTo>
                    <a:lnTo>
                      <a:pt x="0" y="0"/>
                    </a:lnTo>
                    <a:close/>
                  </a:path>
                </a:pathLst>
              </a:custGeom>
              <a:solidFill>
                <a:srgbClr val="ED7D31"/>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grpSp>
        <p:sp>
          <p:nvSpPr>
            <p:cNvPr id="147" name="矩形 23"/>
            <p:cNvSpPr>
              <a:spLocks noChangeArrowheads="1"/>
            </p:cNvSpPr>
            <p:nvPr/>
          </p:nvSpPr>
          <p:spPr bwMode="auto">
            <a:xfrm>
              <a:off x="12758941" y="6563170"/>
              <a:ext cx="2303462" cy="50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2F6583"/>
                  </a:solidFill>
                  <a:bevel/>
                </a14:hiddenLine>
              </a:ext>
            </a:extLst>
          </p:spPr>
          <p:txBody>
            <a:bodyPr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SimSun"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SimSun"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SimSun"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9pPr>
            </a:lstStyle>
            <a:p>
              <a:pPr algn="ctr">
                <a:lnSpc>
                  <a:spcPct val="100000"/>
                </a:lnSpc>
                <a:spcBef>
                  <a:spcPct val="0"/>
                </a:spcBef>
                <a:buFont typeface="Arial" panose="020B0604020202020204" pitchFamily="34" charset="0"/>
                <a:buNone/>
              </a:pPr>
              <a:r>
                <a:rPr lang="vi-VN" altLang="zh-CN" sz="2500" dirty="0">
                  <a:solidFill>
                    <a:schemeClr val="bg1"/>
                  </a:solidFill>
                  <a:latin typeface="Impact" panose="020B0806030902050204" pitchFamily="34" charset="0"/>
                  <a:ea typeface="Microsoft YaHei" panose="020B0503020204020204" pitchFamily="34" charset="-122"/>
                  <a:sym typeface="Impact" panose="020B0806030902050204" pitchFamily="34" charset="0"/>
                </a:rPr>
                <a:t>Nhóm </a:t>
              </a:r>
              <a:r>
                <a:rPr lang="vi-VN" altLang="zh-CN" sz="2500" dirty="0">
                  <a:solidFill>
                    <a:schemeClr val="bg1"/>
                  </a:solidFill>
                  <a:latin typeface="Impact" panose="020B0806030902050204" pitchFamily="34" charset="0"/>
                  <a:ea typeface="Microsoft YaHei" panose="020B0503020204020204" pitchFamily="34" charset="-122"/>
                  <a:sym typeface="Impact" panose="020B0806030902050204" pitchFamily="34" charset="0"/>
                </a:rPr>
                <a:t>6</a:t>
              </a:r>
              <a:endParaRPr lang="vi-VN" altLang="zh-CN" sz="2500" dirty="0">
                <a:solidFill>
                  <a:schemeClr val="bg1"/>
                </a:solidFill>
                <a:latin typeface="Impact" panose="020B0806030902050204" pitchFamily="34" charset="0"/>
                <a:ea typeface="Microsoft YaHei" panose="020B0503020204020204" pitchFamily="34" charset="-122"/>
                <a:sym typeface="Impact" panose="020B0806030902050204" pitchFamily="34" charset="0"/>
              </a:endParaRPr>
            </a:p>
          </p:txBody>
        </p:sp>
      </p:grpSp>
      <p:sp>
        <p:nvSpPr>
          <p:cNvPr id="5" name="Rounded Rectangle 4"/>
          <p:cNvSpPr/>
          <p:nvPr/>
        </p:nvSpPr>
        <p:spPr>
          <a:xfrm>
            <a:off x="304800" y="638810"/>
            <a:ext cx="8768080" cy="802005"/>
          </a:xfrm>
          <a:prstGeom prst="roundRect">
            <a:avLst/>
          </a:prstGeom>
          <a:solidFill>
            <a:srgbClr val="F02424"/>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6" name="object 3"/>
          <p:cNvSpPr txBox="1">
            <a:spLocks noChangeArrowheads="1"/>
          </p:cNvSpPr>
          <p:nvPr/>
        </p:nvSpPr>
        <p:spPr bwMode="auto">
          <a:xfrm>
            <a:off x="1071880" y="730250"/>
            <a:ext cx="7847965" cy="615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marL="6350">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SimSun"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SimSun"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SimSun"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9pPr>
          </a:lstStyle>
          <a:p>
            <a:pPr algn="ctr">
              <a:lnSpc>
                <a:spcPct val="100000"/>
              </a:lnSpc>
              <a:spcBef>
                <a:spcPct val="0"/>
              </a:spcBef>
              <a:buFont typeface="Arial" panose="020B0604020202020204" pitchFamily="34" charset="0"/>
              <a:buNone/>
            </a:pPr>
            <a:r>
              <a:rPr lang="vi-VN" altLang="zh-CN" sz="4000" dirty="0" smtClean="0">
                <a:solidFill>
                  <a:srgbClr val="FFFFFF"/>
                </a:solidFill>
                <a:latin typeface="Microsoft YaHei" panose="020B0503020204020204" pitchFamily="34" charset="-122"/>
                <a:ea typeface="Microsoft YaHei" panose="020B0503020204020204" pitchFamily="34" charset="-122"/>
                <a:sym typeface="+mn-ea"/>
              </a:rPr>
              <a:t>Caesar Cipher</a:t>
            </a:r>
            <a:endParaRPr lang="vi-VN" altLang="zh-CN" sz="4000" dirty="0" smtClean="0">
              <a:solidFill>
                <a:srgbClr val="FFFFFF"/>
              </a:solidFill>
              <a:latin typeface="Microsoft YaHei" panose="020B0503020204020204" pitchFamily="34" charset="-122"/>
              <a:ea typeface="Microsoft YaHei" panose="020B0503020204020204" pitchFamily="34" charset="-122"/>
              <a:sym typeface="+mn-ea"/>
            </a:endParaRPr>
          </a:p>
        </p:txBody>
      </p:sp>
      <p:sp>
        <p:nvSpPr>
          <p:cNvPr id="2" name="文本框 162"/>
          <p:cNvSpPr txBox="1"/>
          <p:nvPr/>
        </p:nvSpPr>
        <p:spPr>
          <a:xfrm>
            <a:off x="311150" y="1720850"/>
            <a:ext cx="17559020" cy="7937500"/>
          </a:xfrm>
          <a:prstGeom prst="rect">
            <a:avLst/>
          </a:prstGeom>
          <a:noFill/>
        </p:spPr>
        <p:txBody>
          <a:bodyPr wrap="square" rtlCol="0">
            <a:noAutofit/>
          </a:bodyPr>
          <a:p>
            <a:pPr lvl="0" indent="0" algn="l">
              <a:lnSpc>
                <a:spcPct val="150000"/>
              </a:lnSpc>
              <a:spcBef>
                <a:spcPts val="600"/>
              </a:spcBef>
              <a:buFont typeface="Wingdings" panose="05000000000000000000" charset="0"/>
              <a:buNone/>
            </a:pPr>
            <a:endParaRPr lang="en-US" altLang="zh-HK" sz="2400" dirty="0" smtClean="0">
              <a:solidFill>
                <a:schemeClr val="bg1"/>
              </a:solidFill>
              <a:latin typeface="Microsoft YaHei" panose="020B0503020204020204" pitchFamily="34" charset="-122"/>
              <a:ea typeface="Microsoft YaHei" panose="020B0503020204020204" pitchFamily="34" charset="-122"/>
              <a:cs typeface="Microsoft YaHei" panose="020B0503020204020204" pitchFamily="34" charset="-122"/>
              <a:sym typeface="+mn-ea"/>
            </a:endParaRPr>
          </a:p>
        </p:txBody>
      </p:sp>
      <p:grpSp>
        <p:nvGrpSpPr>
          <p:cNvPr id="862" name="组合 1638"/>
          <p:cNvGrpSpPr/>
          <p:nvPr/>
        </p:nvGrpSpPr>
        <p:grpSpPr bwMode="auto">
          <a:xfrm>
            <a:off x="531495" y="768350"/>
            <a:ext cx="681355" cy="541655"/>
            <a:chOff x="0" y="0"/>
            <a:chExt cx="709986" cy="558307"/>
          </a:xfrm>
          <a:solidFill>
            <a:schemeClr val="bg1"/>
          </a:solidFill>
        </p:grpSpPr>
        <p:sp>
          <p:nvSpPr>
            <p:cNvPr id="863" name="Freeform 542"/>
            <p:cNvSpPr>
              <a:spLocks noChangeArrowheads="1"/>
            </p:cNvSpPr>
            <p:nvPr/>
          </p:nvSpPr>
          <p:spPr bwMode="auto">
            <a:xfrm>
              <a:off x="0" y="0"/>
              <a:ext cx="311564" cy="310171"/>
            </a:xfrm>
            <a:custGeom>
              <a:avLst/>
              <a:gdLst>
                <a:gd name="T0" fmla="*/ 2147483647 w 163"/>
                <a:gd name="T1" fmla="*/ 2147483647 h 163"/>
                <a:gd name="T2" fmla="*/ 2147483647 w 163"/>
                <a:gd name="T3" fmla="*/ 2147483647 h 163"/>
                <a:gd name="T4" fmla="*/ 2147483647 w 163"/>
                <a:gd name="T5" fmla="*/ 2147483647 h 163"/>
                <a:gd name="T6" fmla="*/ 2147483647 w 163"/>
                <a:gd name="T7" fmla="*/ 2147483647 h 163"/>
                <a:gd name="T8" fmla="*/ 2147483647 w 163"/>
                <a:gd name="T9" fmla="*/ 2147483647 h 163"/>
                <a:gd name="T10" fmla="*/ 2147483647 w 163"/>
                <a:gd name="T11" fmla="*/ 2147483647 h 163"/>
                <a:gd name="T12" fmla="*/ 2147483647 w 163"/>
                <a:gd name="T13" fmla="*/ 2147483647 h 163"/>
                <a:gd name="T14" fmla="*/ 2147483647 w 163"/>
                <a:gd name="T15" fmla="*/ 2147483647 h 163"/>
                <a:gd name="T16" fmla="*/ 2147483647 w 163"/>
                <a:gd name="T17" fmla="*/ 2147483647 h 163"/>
                <a:gd name="T18" fmla="*/ 2147483647 w 163"/>
                <a:gd name="T19" fmla="*/ 2147483647 h 16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63"/>
                <a:gd name="T31" fmla="*/ 0 h 163"/>
                <a:gd name="T32" fmla="*/ 163 w 163"/>
                <a:gd name="T33" fmla="*/ 163 h 16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63" h="163">
                  <a:moveTo>
                    <a:pt x="48" y="14"/>
                  </a:moveTo>
                  <a:cubicBezTo>
                    <a:pt x="92" y="58"/>
                    <a:pt x="92" y="58"/>
                    <a:pt x="92" y="58"/>
                  </a:cubicBezTo>
                  <a:cubicBezTo>
                    <a:pt x="97" y="63"/>
                    <a:pt x="97" y="72"/>
                    <a:pt x="92" y="77"/>
                  </a:cubicBezTo>
                  <a:cubicBezTo>
                    <a:pt x="77" y="91"/>
                    <a:pt x="77" y="91"/>
                    <a:pt x="77" y="91"/>
                  </a:cubicBezTo>
                  <a:cubicBezTo>
                    <a:pt x="72" y="96"/>
                    <a:pt x="64" y="96"/>
                    <a:pt x="58" y="91"/>
                  </a:cubicBezTo>
                  <a:cubicBezTo>
                    <a:pt x="14" y="47"/>
                    <a:pt x="14" y="47"/>
                    <a:pt x="14" y="47"/>
                  </a:cubicBezTo>
                  <a:cubicBezTo>
                    <a:pt x="0" y="75"/>
                    <a:pt x="5" y="110"/>
                    <a:pt x="28" y="134"/>
                  </a:cubicBezTo>
                  <a:cubicBezTo>
                    <a:pt x="58" y="163"/>
                    <a:pt x="105" y="163"/>
                    <a:pt x="134" y="134"/>
                  </a:cubicBezTo>
                  <a:cubicBezTo>
                    <a:pt x="163" y="104"/>
                    <a:pt x="163" y="57"/>
                    <a:pt x="134" y="28"/>
                  </a:cubicBezTo>
                  <a:cubicBezTo>
                    <a:pt x="111" y="5"/>
                    <a:pt x="76" y="0"/>
                    <a:pt x="48" y="14"/>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864" name="Freeform 543"/>
            <p:cNvSpPr>
              <a:spLocks noEditPoints="1" noChangeArrowheads="1"/>
            </p:cNvSpPr>
            <p:nvPr/>
          </p:nvSpPr>
          <p:spPr bwMode="auto">
            <a:xfrm>
              <a:off x="198268" y="195501"/>
              <a:ext cx="362546" cy="362806"/>
            </a:xfrm>
            <a:custGeom>
              <a:avLst/>
              <a:gdLst>
                <a:gd name="T0" fmla="*/ 2147483647 w 190"/>
                <a:gd name="T1" fmla="*/ 2147483647 h 190"/>
                <a:gd name="T2" fmla="*/ 0 w 190"/>
                <a:gd name="T3" fmla="*/ 2147483647 h 190"/>
                <a:gd name="T4" fmla="*/ 2147483647 w 190"/>
                <a:gd name="T5" fmla="*/ 2147483647 h 190"/>
                <a:gd name="T6" fmla="*/ 2147483647 w 190"/>
                <a:gd name="T7" fmla="*/ 2147483647 h 190"/>
                <a:gd name="T8" fmla="*/ 2147483647 w 190"/>
                <a:gd name="T9" fmla="*/ 2147483647 h 190"/>
                <a:gd name="T10" fmla="*/ 2147483647 w 190"/>
                <a:gd name="T11" fmla="*/ 2147483647 h 190"/>
                <a:gd name="T12" fmla="*/ 2147483647 w 190"/>
                <a:gd name="T13" fmla="*/ 0 h 190"/>
                <a:gd name="T14" fmla="*/ 2147483647 w 190"/>
                <a:gd name="T15" fmla="*/ 2147483647 h 190"/>
                <a:gd name="T16" fmla="*/ 2147483647 w 190"/>
                <a:gd name="T17" fmla="*/ 2147483647 h 190"/>
                <a:gd name="T18" fmla="*/ 2147483647 w 190"/>
                <a:gd name="T19" fmla="*/ 2147483647 h 190"/>
                <a:gd name="T20" fmla="*/ 2147483647 w 190"/>
                <a:gd name="T21" fmla="*/ 2147483647 h 190"/>
                <a:gd name="T22" fmla="*/ 2147483647 w 190"/>
                <a:gd name="T23" fmla="*/ 2147483647 h 190"/>
                <a:gd name="T24" fmla="*/ 2147483647 w 190"/>
                <a:gd name="T25" fmla="*/ 2147483647 h 19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90"/>
                <a:gd name="T40" fmla="*/ 0 h 190"/>
                <a:gd name="T41" fmla="*/ 190 w 190"/>
                <a:gd name="T42" fmla="*/ 190 h 19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90" h="190">
                  <a:moveTo>
                    <a:pt x="30" y="31"/>
                  </a:moveTo>
                  <a:cubicBezTo>
                    <a:pt x="21" y="39"/>
                    <a:pt x="11" y="46"/>
                    <a:pt x="0" y="49"/>
                  </a:cubicBezTo>
                  <a:cubicBezTo>
                    <a:pt x="138" y="188"/>
                    <a:pt x="138" y="188"/>
                    <a:pt x="138" y="188"/>
                  </a:cubicBezTo>
                  <a:cubicBezTo>
                    <a:pt x="141" y="190"/>
                    <a:pt x="145" y="190"/>
                    <a:pt x="148" y="188"/>
                  </a:cubicBezTo>
                  <a:cubicBezTo>
                    <a:pt x="187" y="148"/>
                    <a:pt x="187" y="148"/>
                    <a:pt x="187" y="148"/>
                  </a:cubicBezTo>
                  <a:cubicBezTo>
                    <a:pt x="190" y="146"/>
                    <a:pt x="190" y="141"/>
                    <a:pt x="187" y="139"/>
                  </a:cubicBezTo>
                  <a:cubicBezTo>
                    <a:pt x="48" y="0"/>
                    <a:pt x="48" y="0"/>
                    <a:pt x="48" y="0"/>
                  </a:cubicBezTo>
                  <a:cubicBezTo>
                    <a:pt x="45" y="11"/>
                    <a:pt x="39" y="22"/>
                    <a:pt x="30" y="31"/>
                  </a:cubicBezTo>
                  <a:close/>
                  <a:moveTo>
                    <a:pt x="156" y="157"/>
                  </a:moveTo>
                  <a:cubicBezTo>
                    <a:pt x="153" y="160"/>
                    <a:pt x="147" y="160"/>
                    <a:pt x="143" y="157"/>
                  </a:cubicBezTo>
                  <a:cubicBezTo>
                    <a:pt x="139" y="153"/>
                    <a:pt x="139" y="147"/>
                    <a:pt x="143" y="143"/>
                  </a:cubicBezTo>
                  <a:cubicBezTo>
                    <a:pt x="147" y="140"/>
                    <a:pt x="153" y="140"/>
                    <a:pt x="156" y="143"/>
                  </a:cubicBezTo>
                  <a:cubicBezTo>
                    <a:pt x="160" y="147"/>
                    <a:pt x="160" y="153"/>
                    <a:pt x="156" y="157"/>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865" name="Freeform 544"/>
            <p:cNvSpPr>
              <a:spLocks noEditPoints="1" noChangeArrowheads="1"/>
            </p:cNvSpPr>
            <p:nvPr/>
          </p:nvSpPr>
          <p:spPr bwMode="auto">
            <a:xfrm>
              <a:off x="219038" y="216180"/>
              <a:ext cx="330446" cy="332727"/>
            </a:xfrm>
            <a:custGeom>
              <a:avLst/>
              <a:gdLst>
                <a:gd name="T0" fmla="*/ 2147483647 w 173"/>
                <a:gd name="T1" fmla="*/ 2147483647 h 174"/>
                <a:gd name="T2" fmla="*/ 2147483647 w 173"/>
                <a:gd name="T3" fmla="*/ 2147483647 h 174"/>
                <a:gd name="T4" fmla="*/ 2147483647 w 173"/>
                <a:gd name="T5" fmla="*/ 0 h 174"/>
                <a:gd name="T6" fmla="*/ 2147483647 w 173"/>
                <a:gd name="T7" fmla="*/ 2147483647 h 174"/>
                <a:gd name="T8" fmla="*/ 0 w 173"/>
                <a:gd name="T9" fmla="*/ 2147483647 h 174"/>
                <a:gd name="T10" fmla="*/ 2147483647 w 173"/>
                <a:gd name="T11" fmla="*/ 2147483647 h 174"/>
                <a:gd name="T12" fmla="*/ 2147483647 w 173"/>
                <a:gd name="T13" fmla="*/ 2147483647 h 174"/>
                <a:gd name="T14" fmla="*/ 2147483647 w 173"/>
                <a:gd name="T15" fmla="*/ 2147483647 h 174"/>
                <a:gd name="T16" fmla="*/ 2147483647 w 173"/>
                <a:gd name="T17" fmla="*/ 2147483647 h 174"/>
                <a:gd name="T18" fmla="*/ 2147483647 w 173"/>
                <a:gd name="T19" fmla="*/ 2147483647 h 174"/>
                <a:gd name="T20" fmla="*/ 2147483647 w 173"/>
                <a:gd name="T21" fmla="*/ 2147483647 h 17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73"/>
                <a:gd name="T34" fmla="*/ 0 h 174"/>
                <a:gd name="T35" fmla="*/ 173 w 173"/>
                <a:gd name="T36" fmla="*/ 174 h 17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73" h="174">
                  <a:moveTo>
                    <a:pt x="140" y="174"/>
                  </a:moveTo>
                  <a:cubicBezTo>
                    <a:pt x="173" y="140"/>
                    <a:pt x="173" y="140"/>
                    <a:pt x="173" y="140"/>
                  </a:cubicBezTo>
                  <a:cubicBezTo>
                    <a:pt x="33" y="0"/>
                    <a:pt x="33" y="0"/>
                    <a:pt x="33" y="0"/>
                  </a:cubicBezTo>
                  <a:cubicBezTo>
                    <a:pt x="29" y="7"/>
                    <a:pt x="25" y="14"/>
                    <a:pt x="19" y="20"/>
                  </a:cubicBezTo>
                  <a:cubicBezTo>
                    <a:pt x="13" y="25"/>
                    <a:pt x="7" y="30"/>
                    <a:pt x="0" y="33"/>
                  </a:cubicBezTo>
                  <a:lnTo>
                    <a:pt x="140" y="174"/>
                  </a:lnTo>
                  <a:close/>
                  <a:moveTo>
                    <a:pt x="132" y="132"/>
                  </a:moveTo>
                  <a:cubicBezTo>
                    <a:pt x="136" y="129"/>
                    <a:pt x="142" y="129"/>
                    <a:pt x="145" y="132"/>
                  </a:cubicBezTo>
                  <a:cubicBezTo>
                    <a:pt x="149" y="136"/>
                    <a:pt x="149" y="142"/>
                    <a:pt x="145" y="146"/>
                  </a:cubicBezTo>
                  <a:cubicBezTo>
                    <a:pt x="142" y="149"/>
                    <a:pt x="136" y="149"/>
                    <a:pt x="132" y="146"/>
                  </a:cubicBezTo>
                  <a:cubicBezTo>
                    <a:pt x="128" y="142"/>
                    <a:pt x="128" y="136"/>
                    <a:pt x="132" y="132"/>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866" name="Freeform 545"/>
            <p:cNvSpPr>
              <a:spLocks noEditPoints="1" noChangeArrowheads="1"/>
            </p:cNvSpPr>
            <p:nvPr/>
          </p:nvSpPr>
          <p:spPr bwMode="auto">
            <a:xfrm>
              <a:off x="254916" y="251896"/>
              <a:ext cx="200156" cy="203021"/>
            </a:xfrm>
            <a:custGeom>
              <a:avLst/>
              <a:gdLst>
                <a:gd name="T0" fmla="*/ 2147483647 w 250"/>
                <a:gd name="T1" fmla="*/ 0 h 253"/>
                <a:gd name="T2" fmla="*/ 2147483647 w 250"/>
                <a:gd name="T3" fmla="*/ 2147483647 h 253"/>
                <a:gd name="T4" fmla="*/ 2147483647 w 250"/>
                <a:gd name="T5" fmla="*/ 2147483647 h 253"/>
                <a:gd name="T6" fmla="*/ 2147483647 w 250"/>
                <a:gd name="T7" fmla="*/ 2147483647 h 253"/>
                <a:gd name="T8" fmla="*/ 2147483647 w 250"/>
                <a:gd name="T9" fmla="*/ 0 h 253"/>
                <a:gd name="T10" fmla="*/ 0 w 250"/>
                <a:gd name="T11" fmla="*/ 2147483647 h 253"/>
                <a:gd name="T12" fmla="*/ 2147483647 w 250"/>
                <a:gd name="T13" fmla="*/ 2147483647 h 253"/>
                <a:gd name="T14" fmla="*/ 2147483647 w 250"/>
                <a:gd name="T15" fmla="*/ 2147483647 h 253"/>
                <a:gd name="T16" fmla="*/ 2147483647 w 250"/>
                <a:gd name="T17" fmla="*/ 2147483647 h 253"/>
                <a:gd name="T18" fmla="*/ 0 w 250"/>
                <a:gd name="T19" fmla="*/ 2147483647 h 25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50"/>
                <a:gd name="T31" fmla="*/ 0 h 253"/>
                <a:gd name="T32" fmla="*/ 250 w 250"/>
                <a:gd name="T33" fmla="*/ 253 h 25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50" h="253">
                  <a:moveTo>
                    <a:pt x="115" y="0"/>
                  </a:moveTo>
                  <a:lnTo>
                    <a:pt x="96" y="19"/>
                  </a:lnTo>
                  <a:lnTo>
                    <a:pt x="234" y="156"/>
                  </a:lnTo>
                  <a:lnTo>
                    <a:pt x="250" y="137"/>
                  </a:lnTo>
                  <a:lnTo>
                    <a:pt x="115" y="0"/>
                  </a:lnTo>
                  <a:close/>
                  <a:moveTo>
                    <a:pt x="0" y="116"/>
                  </a:moveTo>
                  <a:lnTo>
                    <a:pt x="134" y="253"/>
                  </a:lnTo>
                  <a:lnTo>
                    <a:pt x="153" y="234"/>
                  </a:lnTo>
                  <a:lnTo>
                    <a:pt x="18" y="97"/>
                  </a:lnTo>
                  <a:lnTo>
                    <a:pt x="0" y="116"/>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867" name="Freeform 546"/>
            <p:cNvSpPr>
              <a:spLocks noChangeArrowheads="1"/>
            </p:cNvSpPr>
            <p:nvPr/>
          </p:nvSpPr>
          <p:spPr bwMode="auto">
            <a:xfrm>
              <a:off x="268133" y="266934"/>
              <a:ext cx="175609" cy="172943"/>
            </a:xfrm>
            <a:custGeom>
              <a:avLst/>
              <a:gdLst>
                <a:gd name="T0" fmla="*/ 0 w 216"/>
                <a:gd name="T1" fmla="*/ 2147483647 h 215"/>
                <a:gd name="T2" fmla="*/ 2147483647 w 216"/>
                <a:gd name="T3" fmla="*/ 2147483647 h 215"/>
                <a:gd name="T4" fmla="*/ 2147483647 w 216"/>
                <a:gd name="T5" fmla="*/ 2147483647 h 215"/>
                <a:gd name="T6" fmla="*/ 2147483647 w 216"/>
                <a:gd name="T7" fmla="*/ 0 h 215"/>
                <a:gd name="T8" fmla="*/ 0 w 216"/>
                <a:gd name="T9" fmla="*/ 2147483647 h 215"/>
                <a:gd name="T10" fmla="*/ 0 60000 65536"/>
                <a:gd name="T11" fmla="*/ 0 60000 65536"/>
                <a:gd name="T12" fmla="*/ 0 60000 65536"/>
                <a:gd name="T13" fmla="*/ 0 60000 65536"/>
                <a:gd name="T14" fmla="*/ 0 60000 65536"/>
                <a:gd name="T15" fmla="*/ 0 w 216"/>
                <a:gd name="T16" fmla="*/ 0 h 215"/>
                <a:gd name="T17" fmla="*/ 216 w 216"/>
                <a:gd name="T18" fmla="*/ 215 h 215"/>
              </a:gdLst>
              <a:ahLst/>
              <a:cxnLst>
                <a:cxn ang="T10">
                  <a:pos x="T0" y="T1"/>
                </a:cxn>
                <a:cxn ang="T11">
                  <a:pos x="T2" y="T3"/>
                </a:cxn>
                <a:cxn ang="T12">
                  <a:pos x="T4" y="T5"/>
                </a:cxn>
                <a:cxn ang="T13">
                  <a:pos x="T6" y="T7"/>
                </a:cxn>
                <a:cxn ang="T14">
                  <a:pos x="T8" y="T9"/>
                </a:cxn>
              </a:cxnLst>
              <a:rect l="T15" t="T16" r="T17" b="T18"/>
              <a:pathLst>
                <a:path w="216" h="215">
                  <a:moveTo>
                    <a:pt x="0" y="78"/>
                  </a:moveTo>
                  <a:lnTo>
                    <a:pt x="135" y="215"/>
                  </a:lnTo>
                  <a:lnTo>
                    <a:pt x="216" y="137"/>
                  </a:lnTo>
                  <a:lnTo>
                    <a:pt x="78" y="0"/>
                  </a:lnTo>
                  <a:lnTo>
                    <a:pt x="0" y="78"/>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868" name="Freeform 547"/>
            <p:cNvSpPr>
              <a:spLocks noChangeArrowheads="1"/>
            </p:cNvSpPr>
            <p:nvPr/>
          </p:nvSpPr>
          <p:spPr bwMode="auto">
            <a:xfrm>
              <a:off x="398424" y="0"/>
              <a:ext cx="311562" cy="310171"/>
            </a:xfrm>
            <a:custGeom>
              <a:avLst/>
              <a:gdLst>
                <a:gd name="T0" fmla="*/ 2147483647 w 163"/>
                <a:gd name="T1" fmla="*/ 2147483647 h 163"/>
                <a:gd name="T2" fmla="*/ 2147483647 w 163"/>
                <a:gd name="T3" fmla="*/ 2147483647 h 163"/>
                <a:gd name="T4" fmla="*/ 2147483647 w 163"/>
                <a:gd name="T5" fmla="*/ 2147483647 h 163"/>
                <a:gd name="T6" fmla="*/ 2147483647 w 163"/>
                <a:gd name="T7" fmla="*/ 2147483647 h 163"/>
                <a:gd name="T8" fmla="*/ 2147483647 w 163"/>
                <a:gd name="T9" fmla="*/ 2147483647 h 163"/>
                <a:gd name="T10" fmla="*/ 2147483647 w 163"/>
                <a:gd name="T11" fmla="*/ 2147483647 h 163"/>
                <a:gd name="T12" fmla="*/ 2147483647 w 163"/>
                <a:gd name="T13" fmla="*/ 2147483647 h 163"/>
                <a:gd name="T14" fmla="*/ 2147483647 w 163"/>
                <a:gd name="T15" fmla="*/ 2147483647 h 163"/>
                <a:gd name="T16" fmla="*/ 2147483647 w 163"/>
                <a:gd name="T17" fmla="*/ 2147483647 h 163"/>
                <a:gd name="T18" fmla="*/ 2147483647 w 163"/>
                <a:gd name="T19" fmla="*/ 2147483647 h 16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63"/>
                <a:gd name="T31" fmla="*/ 0 h 163"/>
                <a:gd name="T32" fmla="*/ 163 w 163"/>
                <a:gd name="T33" fmla="*/ 163 h 16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63" h="163">
                  <a:moveTo>
                    <a:pt x="149" y="47"/>
                  </a:moveTo>
                  <a:cubicBezTo>
                    <a:pt x="105" y="91"/>
                    <a:pt x="105" y="91"/>
                    <a:pt x="105" y="91"/>
                  </a:cubicBezTo>
                  <a:cubicBezTo>
                    <a:pt x="100" y="96"/>
                    <a:pt x="91" y="96"/>
                    <a:pt x="86" y="91"/>
                  </a:cubicBezTo>
                  <a:cubicBezTo>
                    <a:pt x="72" y="77"/>
                    <a:pt x="72" y="77"/>
                    <a:pt x="72" y="77"/>
                  </a:cubicBezTo>
                  <a:cubicBezTo>
                    <a:pt x="66" y="72"/>
                    <a:pt x="66" y="63"/>
                    <a:pt x="72" y="58"/>
                  </a:cubicBezTo>
                  <a:cubicBezTo>
                    <a:pt x="115" y="14"/>
                    <a:pt x="115" y="14"/>
                    <a:pt x="115" y="14"/>
                  </a:cubicBezTo>
                  <a:cubicBezTo>
                    <a:pt x="87" y="0"/>
                    <a:pt x="52" y="5"/>
                    <a:pt x="29" y="28"/>
                  </a:cubicBezTo>
                  <a:cubicBezTo>
                    <a:pt x="0" y="57"/>
                    <a:pt x="0" y="104"/>
                    <a:pt x="29" y="134"/>
                  </a:cubicBezTo>
                  <a:cubicBezTo>
                    <a:pt x="58" y="163"/>
                    <a:pt x="106" y="163"/>
                    <a:pt x="135" y="134"/>
                  </a:cubicBezTo>
                  <a:cubicBezTo>
                    <a:pt x="158" y="110"/>
                    <a:pt x="163" y="75"/>
                    <a:pt x="149" y="47"/>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869" name="Freeform 548"/>
            <p:cNvSpPr>
              <a:spLocks noEditPoints="1" noChangeArrowheads="1"/>
            </p:cNvSpPr>
            <p:nvPr/>
          </p:nvSpPr>
          <p:spPr bwMode="auto">
            <a:xfrm>
              <a:off x="149173" y="195501"/>
              <a:ext cx="364434" cy="362806"/>
            </a:xfrm>
            <a:custGeom>
              <a:avLst/>
              <a:gdLst>
                <a:gd name="T0" fmla="*/ 2147483647 w 191"/>
                <a:gd name="T1" fmla="*/ 2147483647 h 190"/>
                <a:gd name="T2" fmla="*/ 2147483647 w 191"/>
                <a:gd name="T3" fmla="*/ 0 h 190"/>
                <a:gd name="T4" fmla="*/ 2147483647 w 191"/>
                <a:gd name="T5" fmla="*/ 2147483647 h 190"/>
                <a:gd name="T6" fmla="*/ 2147483647 w 191"/>
                <a:gd name="T7" fmla="*/ 2147483647 h 190"/>
                <a:gd name="T8" fmla="*/ 2147483647 w 191"/>
                <a:gd name="T9" fmla="*/ 2147483647 h 190"/>
                <a:gd name="T10" fmla="*/ 2147483647 w 191"/>
                <a:gd name="T11" fmla="*/ 2147483647 h 190"/>
                <a:gd name="T12" fmla="*/ 2147483647 w 191"/>
                <a:gd name="T13" fmla="*/ 2147483647 h 190"/>
                <a:gd name="T14" fmla="*/ 2147483647 w 191"/>
                <a:gd name="T15" fmla="*/ 2147483647 h 190"/>
                <a:gd name="T16" fmla="*/ 2147483647 w 191"/>
                <a:gd name="T17" fmla="*/ 2147483647 h 190"/>
                <a:gd name="T18" fmla="*/ 2147483647 w 191"/>
                <a:gd name="T19" fmla="*/ 2147483647 h 190"/>
                <a:gd name="T20" fmla="*/ 2147483647 w 191"/>
                <a:gd name="T21" fmla="*/ 2147483647 h 190"/>
                <a:gd name="T22" fmla="*/ 2147483647 w 191"/>
                <a:gd name="T23" fmla="*/ 2147483647 h 190"/>
                <a:gd name="T24" fmla="*/ 2147483647 w 191"/>
                <a:gd name="T25" fmla="*/ 2147483647 h 19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91"/>
                <a:gd name="T40" fmla="*/ 0 h 190"/>
                <a:gd name="T41" fmla="*/ 191 w 191"/>
                <a:gd name="T42" fmla="*/ 190 h 19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91" h="190">
                  <a:moveTo>
                    <a:pt x="160" y="31"/>
                  </a:moveTo>
                  <a:cubicBezTo>
                    <a:pt x="151" y="22"/>
                    <a:pt x="145" y="11"/>
                    <a:pt x="142" y="0"/>
                  </a:cubicBezTo>
                  <a:cubicBezTo>
                    <a:pt x="3" y="139"/>
                    <a:pt x="3" y="139"/>
                    <a:pt x="3" y="139"/>
                  </a:cubicBezTo>
                  <a:cubicBezTo>
                    <a:pt x="0" y="141"/>
                    <a:pt x="0" y="146"/>
                    <a:pt x="3" y="148"/>
                  </a:cubicBezTo>
                  <a:cubicBezTo>
                    <a:pt x="42" y="188"/>
                    <a:pt x="42" y="188"/>
                    <a:pt x="42" y="188"/>
                  </a:cubicBezTo>
                  <a:cubicBezTo>
                    <a:pt x="45" y="190"/>
                    <a:pt x="49" y="190"/>
                    <a:pt x="52" y="188"/>
                  </a:cubicBezTo>
                  <a:cubicBezTo>
                    <a:pt x="191" y="49"/>
                    <a:pt x="191" y="49"/>
                    <a:pt x="191" y="49"/>
                  </a:cubicBezTo>
                  <a:cubicBezTo>
                    <a:pt x="179" y="46"/>
                    <a:pt x="169" y="39"/>
                    <a:pt x="160" y="31"/>
                  </a:cubicBezTo>
                  <a:close/>
                  <a:moveTo>
                    <a:pt x="34" y="157"/>
                  </a:moveTo>
                  <a:cubicBezTo>
                    <a:pt x="30" y="153"/>
                    <a:pt x="30" y="147"/>
                    <a:pt x="34" y="143"/>
                  </a:cubicBezTo>
                  <a:cubicBezTo>
                    <a:pt x="38" y="140"/>
                    <a:pt x="44" y="140"/>
                    <a:pt x="47" y="143"/>
                  </a:cubicBezTo>
                  <a:cubicBezTo>
                    <a:pt x="51" y="147"/>
                    <a:pt x="51" y="153"/>
                    <a:pt x="47" y="157"/>
                  </a:cubicBezTo>
                  <a:cubicBezTo>
                    <a:pt x="44" y="160"/>
                    <a:pt x="38" y="160"/>
                    <a:pt x="34" y="157"/>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870" name="Freeform 549"/>
            <p:cNvSpPr>
              <a:spLocks noEditPoints="1" noChangeArrowheads="1"/>
            </p:cNvSpPr>
            <p:nvPr/>
          </p:nvSpPr>
          <p:spPr bwMode="auto">
            <a:xfrm>
              <a:off x="160503" y="216180"/>
              <a:ext cx="332334" cy="332727"/>
            </a:xfrm>
            <a:custGeom>
              <a:avLst/>
              <a:gdLst>
                <a:gd name="T0" fmla="*/ 0 w 174"/>
                <a:gd name="T1" fmla="*/ 2147483647 h 174"/>
                <a:gd name="T2" fmla="*/ 2147483647 w 174"/>
                <a:gd name="T3" fmla="*/ 2147483647 h 174"/>
                <a:gd name="T4" fmla="*/ 2147483647 w 174"/>
                <a:gd name="T5" fmla="*/ 2147483647 h 174"/>
                <a:gd name="T6" fmla="*/ 2147483647 w 174"/>
                <a:gd name="T7" fmla="*/ 2147483647 h 174"/>
                <a:gd name="T8" fmla="*/ 2147483647 w 174"/>
                <a:gd name="T9" fmla="*/ 0 h 174"/>
                <a:gd name="T10" fmla="*/ 0 w 174"/>
                <a:gd name="T11" fmla="*/ 2147483647 h 174"/>
                <a:gd name="T12" fmla="*/ 2147483647 w 174"/>
                <a:gd name="T13" fmla="*/ 2147483647 h 174"/>
                <a:gd name="T14" fmla="*/ 2147483647 w 174"/>
                <a:gd name="T15" fmla="*/ 2147483647 h 174"/>
                <a:gd name="T16" fmla="*/ 2147483647 w 174"/>
                <a:gd name="T17" fmla="*/ 2147483647 h 174"/>
                <a:gd name="T18" fmla="*/ 2147483647 w 174"/>
                <a:gd name="T19" fmla="*/ 2147483647 h 174"/>
                <a:gd name="T20" fmla="*/ 2147483647 w 174"/>
                <a:gd name="T21" fmla="*/ 2147483647 h 17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74"/>
                <a:gd name="T34" fmla="*/ 0 h 174"/>
                <a:gd name="T35" fmla="*/ 174 w 174"/>
                <a:gd name="T36" fmla="*/ 174 h 17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74" h="174">
                  <a:moveTo>
                    <a:pt x="0" y="140"/>
                  </a:moveTo>
                  <a:cubicBezTo>
                    <a:pt x="33" y="174"/>
                    <a:pt x="33" y="174"/>
                    <a:pt x="33" y="174"/>
                  </a:cubicBezTo>
                  <a:cubicBezTo>
                    <a:pt x="174" y="33"/>
                    <a:pt x="174" y="33"/>
                    <a:pt x="174" y="33"/>
                  </a:cubicBezTo>
                  <a:cubicBezTo>
                    <a:pt x="167" y="30"/>
                    <a:pt x="160" y="25"/>
                    <a:pt x="154" y="20"/>
                  </a:cubicBezTo>
                  <a:cubicBezTo>
                    <a:pt x="148" y="14"/>
                    <a:pt x="144" y="7"/>
                    <a:pt x="140" y="0"/>
                  </a:cubicBezTo>
                  <a:lnTo>
                    <a:pt x="0" y="140"/>
                  </a:lnTo>
                  <a:close/>
                  <a:moveTo>
                    <a:pt x="41" y="132"/>
                  </a:moveTo>
                  <a:cubicBezTo>
                    <a:pt x="45" y="136"/>
                    <a:pt x="45" y="142"/>
                    <a:pt x="41" y="146"/>
                  </a:cubicBezTo>
                  <a:cubicBezTo>
                    <a:pt x="38" y="149"/>
                    <a:pt x="32" y="149"/>
                    <a:pt x="28" y="146"/>
                  </a:cubicBezTo>
                  <a:cubicBezTo>
                    <a:pt x="24" y="142"/>
                    <a:pt x="24" y="136"/>
                    <a:pt x="28" y="132"/>
                  </a:cubicBezTo>
                  <a:cubicBezTo>
                    <a:pt x="32" y="129"/>
                    <a:pt x="38" y="129"/>
                    <a:pt x="41" y="132"/>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871" name="Freeform 550"/>
            <p:cNvSpPr>
              <a:spLocks noChangeArrowheads="1"/>
            </p:cNvSpPr>
            <p:nvPr/>
          </p:nvSpPr>
          <p:spPr bwMode="auto">
            <a:xfrm>
              <a:off x="198268" y="195501"/>
              <a:ext cx="107630" cy="107150"/>
            </a:xfrm>
            <a:custGeom>
              <a:avLst/>
              <a:gdLst>
                <a:gd name="T0" fmla="*/ 2147483647 w 56"/>
                <a:gd name="T1" fmla="*/ 0 h 56"/>
                <a:gd name="T2" fmla="*/ 2147483647 w 56"/>
                <a:gd name="T3" fmla="*/ 2147483647 h 56"/>
                <a:gd name="T4" fmla="*/ 0 w 56"/>
                <a:gd name="T5" fmla="*/ 2147483647 h 56"/>
                <a:gd name="T6" fmla="*/ 2147483647 w 56"/>
                <a:gd name="T7" fmla="*/ 2147483647 h 56"/>
                <a:gd name="T8" fmla="*/ 2147483647 w 56"/>
                <a:gd name="T9" fmla="*/ 2147483647 h 56"/>
                <a:gd name="T10" fmla="*/ 2147483647 w 56"/>
                <a:gd name="T11" fmla="*/ 2147483647 h 56"/>
                <a:gd name="T12" fmla="*/ 2147483647 w 56"/>
                <a:gd name="T13" fmla="*/ 0 h 56"/>
                <a:gd name="T14" fmla="*/ 0 60000 65536"/>
                <a:gd name="T15" fmla="*/ 0 60000 65536"/>
                <a:gd name="T16" fmla="*/ 0 60000 65536"/>
                <a:gd name="T17" fmla="*/ 0 60000 65536"/>
                <a:gd name="T18" fmla="*/ 0 60000 65536"/>
                <a:gd name="T19" fmla="*/ 0 60000 65536"/>
                <a:gd name="T20" fmla="*/ 0 60000 65536"/>
                <a:gd name="T21" fmla="*/ 0 w 56"/>
                <a:gd name="T22" fmla="*/ 0 h 56"/>
                <a:gd name="T23" fmla="*/ 56 w 56"/>
                <a:gd name="T24" fmla="*/ 56 h 5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6" h="56">
                  <a:moveTo>
                    <a:pt x="48" y="0"/>
                  </a:moveTo>
                  <a:cubicBezTo>
                    <a:pt x="45" y="11"/>
                    <a:pt x="39" y="22"/>
                    <a:pt x="30" y="31"/>
                  </a:cubicBezTo>
                  <a:cubicBezTo>
                    <a:pt x="21" y="39"/>
                    <a:pt x="11" y="46"/>
                    <a:pt x="0" y="49"/>
                  </a:cubicBezTo>
                  <a:cubicBezTo>
                    <a:pt x="7" y="56"/>
                    <a:pt x="7" y="56"/>
                    <a:pt x="7" y="56"/>
                  </a:cubicBezTo>
                  <a:cubicBezTo>
                    <a:pt x="18" y="53"/>
                    <a:pt x="28" y="47"/>
                    <a:pt x="37" y="38"/>
                  </a:cubicBezTo>
                  <a:cubicBezTo>
                    <a:pt x="46" y="29"/>
                    <a:pt x="52" y="18"/>
                    <a:pt x="56" y="7"/>
                  </a:cubicBezTo>
                  <a:lnTo>
                    <a:pt x="48" y="0"/>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872" name="Freeform 551"/>
            <p:cNvSpPr>
              <a:spLocks noChangeArrowheads="1"/>
            </p:cNvSpPr>
            <p:nvPr/>
          </p:nvSpPr>
          <p:spPr bwMode="auto">
            <a:xfrm>
              <a:off x="219038" y="216180"/>
              <a:ext cx="77419" cy="78952"/>
            </a:xfrm>
            <a:custGeom>
              <a:avLst/>
              <a:gdLst>
                <a:gd name="T0" fmla="*/ 2147483647 w 40"/>
                <a:gd name="T1" fmla="*/ 2147483647 h 41"/>
                <a:gd name="T2" fmla="*/ 2147483647 w 40"/>
                <a:gd name="T3" fmla="*/ 2147483647 h 41"/>
                <a:gd name="T4" fmla="*/ 0 w 40"/>
                <a:gd name="T5" fmla="*/ 2147483647 h 41"/>
                <a:gd name="T6" fmla="*/ 2147483647 w 40"/>
                <a:gd name="T7" fmla="*/ 2147483647 h 41"/>
                <a:gd name="T8" fmla="*/ 2147483647 w 40"/>
                <a:gd name="T9" fmla="*/ 2147483647 h 41"/>
                <a:gd name="T10" fmla="*/ 2147483647 w 40"/>
                <a:gd name="T11" fmla="*/ 2147483647 h 41"/>
                <a:gd name="T12" fmla="*/ 2147483647 w 40"/>
                <a:gd name="T13" fmla="*/ 0 h 41"/>
                <a:gd name="T14" fmla="*/ 2147483647 w 40"/>
                <a:gd name="T15" fmla="*/ 2147483647 h 41"/>
                <a:gd name="T16" fmla="*/ 2147483647 w 40"/>
                <a:gd name="T17" fmla="*/ 2147483647 h 41"/>
                <a:gd name="T18" fmla="*/ 2147483647 w 40"/>
                <a:gd name="T19" fmla="*/ 2147483647 h 41"/>
                <a:gd name="T20" fmla="*/ 2147483647 w 40"/>
                <a:gd name="T21" fmla="*/ 2147483647 h 41"/>
                <a:gd name="T22" fmla="*/ 2147483647 w 40"/>
                <a:gd name="T23" fmla="*/ 2147483647 h 41"/>
                <a:gd name="T24" fmla="*/ 2147483647 w 40"/>
                <a:gd name="T25" fmla="*/ 2147483647 h 4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0"/>
                <a:gd name="T40" fmla="*/ 0 h 41"/>
                <a:gd name="T41" fmla="*/ 40 w 40"/>
                <a:gd name="T42" fmla="*/ 41 h 41"/>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0" h="41">
                  <a:moveTo>
                    <a:pt x="15" y="23"/>
                  </a:moveTo>
                  <a:cubicBezTo>
                    <a:pt x="15" y="24"/>
                    <a:pt x="14" y="24"/>
                    <a:pt x="14" y="24"/>
                  </a:cubicBezTo>
                  <a:cubicBezTo>
                    <a:pt x="9" y="28"/>
                    <a:pt x="5" y="31"/>
                    <a:pt x="0" y="34"/>
                  </a:cubicBezTo>
                  <a:cubicBezTo>
                    <a:pt x="7" y="41"/>
                    <a:pt x="7" y="41"/>
                    <a:pt x="7" y="41"/>
                  </a:cubicBezTo>
                  <a:cubicBezTo>
                    <a:pt x="14" y="37"/>
                    <a:pt x="20" y="33"/>
                    <a:pt x="26" y="27"/>
                  </a:cubicBezTo>
                  <a:cubicBezTo>
                    <a:pt x="32" y="21"/>
                    <a:pt x="37" y="14"/>
                    <a:pt x="40" y="7"/>
                  </a:cubicBezTo>
                  <a:cubicBezTo>
                    <a:pt x="33" y="0"/>
                    <a:pt x="33" y="0"/>
                    <a:pt x="33" y="0"/>
                  </a:cubicBezTo>
                  <a:cubicBezTo>
                    <a:pt x="31" y="5"/>
                    <a:pt x="27" y="10"/>
                    <a:pt x="24" y="14"/>
                  </a:cubicBezTo>
                  <a:cubicBezTo>
                    <a:pt x="23" y="15"/>
                    <a:pt x="23" y="15"/>
                    <a:pt x="23" y="15"/>
                  </a:cubicBezTo>
                  <a:cubicBezTo>
                    <a:pt x="22" y="16"/>
                    <a:pt x="22" y="16"/>
                    <a:pt x="22" y="17"/>
                  </a:cubicBezTo>
                  <a:cubicBezTo>
                    <a:pt x="21" y="18"/>
                    <a:pt x="20" y="19"/>
                    <a:pt x="19" y="20"/>
                  </a:cubicBezTo>
                  <a:cubicBezTo>
                    <a:pt x="18" y="20"/>
                    <a:pt x="17" y="21"/>
                    <a:pt x="16" y="22"/>
                  </a:cubicBezTo>
                  <a:cubicBezTo>
                    <a:pt x="16" y="23"/>
                    <a:pt x="15" y="23"/>
                    <a:pt x="15" y="23"/>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873" name="Freeform 552"/>
            <p:cNvSpPr>
              <a:spLocks noChangeArrowheads="1"/>
            </p:cNvSpPr>
            <p:nvPr/>
          </p:nvSpPr>
          <p:spPr bwMode="auto">
            <a:xfrm>
              <a:off x="404088" y="195501"/>
              <a:ext cx="109519" cy="107150"/>
            </a:xfrm>
            <a:custGeom>
              <a:avLst/>
              <a:gdLst>
                <a:gd name="T0" fmla="*/ 2147483647 w 57"/>
                <a:gd name="T1" fmla="*/ 2147483647 h 56"/>
                <a:gd name="T2" fmla="*/ 2147483647 w 57"/>
                <a:gd name="T3" fmla="*/ 2147483647 h 56"/>
                <a:gd name="T4" fmla="*/ 2147483647 w 57"/>
                <a:gd name="T5" fmla="*/ 0 h 56"/>
                <a:gd name="T6" fmla="*/ 0 w 57"/>
                <a:gd name="T7" fmla="*/ 2147483647 h 56"/>
                <a:gd name="T8" fmla="*/ 2147483647 w 57"/>
                <a:gd name="T9" fmla="*/ 2147483647 h 56"/>
                <a:gd name="T10" fmla="*/ 2147483647 w 57"/>
                <a:gd name="T11" fmla="*/ 2147483647 h 56"/>
                <a:gd name="T12" fmla="*/ 2147483647 w 57"/>
                <a:gd name="T13" fmla="*/ 2147483647 h 56"/>
                <a:gd name="T14" fmla="*/ 0 60000 65536"/>
                <a:gd name="T15" fmla="*/ 0 60000 65536"/>
                <a:gd name="T16" fmla="*/ 0 60000 65536"/>
                <a:gd name="T17" fmla="*/ 0 60000 65536"/>
                <a:gd name="T18" fmla="*/ 0 60000 65536"/>
                <a:gd name="T19" fmla="*/ 0 60000 65536"/>
                <a:gd name="T20" fmla="*/ 0 60000 65536"/>
                <a:gd name="T21" fmla="*/ 0 w 57"/>
                <a:gd name="T22" fmla="*/ 0 h 56"/>
                <a:gd name="T23" fmla="*/ 57 w 57"/>
                <a:gd name="T24" fmla="*/ 56 h 5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7" h="56">
                  <a:moveTo>
                    <a:pt x="57" y="49"/>
                  </a:moveTo>
                  <a:cubicBezTo>
                    <a:pt x="45" y="46"/>
                    <a:pt x="35" y="39"/>
                    <a:pt x="26" y="31"/>
                  </a:cubicBezTo>
                  <a:cubicBezTo>
                    <a:pt x="17" y="22"/>
                    <a:pt x="11" y="11"/>
                    <a:pt x="8" y="0"/>
                  </a:cubicBezTo>
                  <a:cubicBezTo>
                    <a:pt x="0" y="7"/>
                    <a:pt x="0" y="7"/>
                    <a:pt x="0" y="7"/>
                  </a:cubicBezTo>
                  <a:cubicBezTo>
                    <a:pt x="4" y="18"/>
                    <a:pt x="10" y="29"/>
                    <a:pt x="19" y="38"/>
                  </a:cubicBezTo>
                  <a:cubicBezTo>
                    <a:pt x="28" y="47"/>
                    <a:pt x="38" y="53"/>
                    <a:pt x="49" y="56"/>
                  </a:cubicBezTo>
                  <a:lnTo>
                    <a:pt x="57" y="49"/>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874" name="Freeform 553"/>
            <p:cNvSpPr>
              <a:spLocks noChangeArrowheads="1"/>
            </p:cNvSpPr>
            <p:nvPr/>
          </p:nvSpPr>
          <p:spPr bwMode="auto">
            <a:xfrm>
              <a:off x="413530" y="216180"/>
              <a:ext cx="77418" cy="78952"/>
            </a:xfrm>
            <a:custGeom>
              <a:avLst/>
              <a:gdLst>
                <a:gd name="T0" fmla="*/ 2147483647 w 40"/>
                <a:gd name="T1" fmla="*/ 2147483647 h 41"/>
                <a:gd name="T2" fmla="*/ 2147483647 w 40"/>
                <a:gd name="T3" fmla="*/ 2147483647 h 41"/>
                <a:gd name="T4" fmla="*/ 2147483647 w 40"/>
                <a:gd name="T5" fmla="*/ 0 h 41"/>
                <a:gd name="T6" fmla="*/ 0 w 40"/>
                <a:gd name="T7" fmla="*/ 2147483647 h 41"/>
                <a:gd name="T8" fmla="*/ 2147483647 w 40"/>
                <a:gd name="T9" fmla="*/ 2147483647 h 41"/>
                <a:gd name="T10" fmla="*/ 2147483647 w 40"/>
                <a:gd name="T11" fmla="*/ 2147483647 h 41"/>
                <a:gd name="T12" fmla="*/ 2147483647 w 40"/>
                <a:gd name="T13" fmla="*/ 2147483647 h 41"/>
                <a:gd name="T14" fmla="*/ 2147483647 w 40"/>
                <a:gd name="T15" fmla="*/ 2147483647 h 41"/>
                <a:gd name="T16" fmla="*/ 2147483647 w 40"/>
                <a:gd name="T17" fmla="*/ 2147483647 h 41"/>
                <a:gd name="T18" fmla="*/ 2147483647 w 40"/>
                <a:gd name="T19" fmla="*/ 2147483647 h 41"/>
                <a:gd name="T20" fmla="*/ 2147483647 w 40"/>
                <a:gd name="T21" fmla="*/ 2147483647 h 41"/>
                <a:gd name="T22" fmla="*/ 2147483647 w 40"/>
                <a:gd name="T23" fmla="*/ 2147483647 h 41"/>
                <a:gd name="T24" fmla="*/ 2147483647 w 40"/>
                <a:gd name="T25" fmla="*/ 2147483647 h 4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0"/>
                <a:gd name="T40" fmla="*/ 0 h 41"/>
                <a:gd name="T41" fmla="*/ 40 w 40"/>
                <a:gd name="T42" fmla="*/ 41 h 41"/>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0" h="41">
                  <a:moveTo>
                    <a:pt x="17" y="16"/>
                  </a:moveTo>
                  <a:cubicBezTo>
                    <a:pt x="17" y="15"/>
                    <a:pt x="17" y="15"/>
                    <a:pt x="16" y="14"/>
                  </a:cubicBezTo>
                  <a:cubicBezTo>
                    <a:pt x="13" y="10"/>
                    <a:pt x="10" y="5"/>
                    <a:pt x="7" y="0"/>
                  </a:cubicBezTo>
                  <a:cubicBezTo>
                    <a:pt x="0" y="7"/>
                    <a:pt x="0" y="7"/>
                    <a:pt x="0" y="7"/>
                  </a:cubicBezTo>
                  <a:cubicBezTo>
                    <a:pt x="3" y="14"/>
                    <a:pt x="8" y="21"/>
                    <a:pt x="14" y="27"/>
                  </a:cubicBezTo>
                  <a:cubicBezTo>
                    <a:pt x="20" y="33"/>
                    <a:pt x="26" y="37"/>
                    <a:pt x="33" y="41"/>
                  </a:cubicBezTo>
                  <a:cubicBezTo>
                    <a:pt x="40" y="34"/>
                    <a:pt x="40" y="34"/>
                    <a:pt x="40" y="34"/>
                  </a:cubicBezTo>
                  <a:cubicBezTo>
                    <a:pt x="35" y="31"/>
                    <a:pt x="31" y="28"/>
                    <a:pt x="26" y="24"/>
                  </a:cubicBezTo>
                  <a:cubicBezTo>
                    <a:pt x="25" y="23"/>
                    <a:pt x="25" y="23"/>
                    <a:pt x="25" y="23"/>
                  </a:cubicBezTo>
                  <a:cubicBezTo>
                    <a:pt x="25" y="23"/>
                    <a:pt x="24" y="23"/>
                    <a:pt x="24" y="22"/>
                  </a:cubicBezTo>
                  <a:cubicBezTo>
                    <a:pt x="23" y="21"/>
                    <a:pt x="22" y="20"/>
                    <a:pt x="21" y="20"/>
                  </a:cubicBezTo>
                  <a:cubicBezTo>
                    <a:pt x="20" y="19"/>
                    <a:pt x="19" y="18"/>
                    <a:pt x="18" y="17"/>
                  </a:cubicBezTo>
                  <a:cubicBezTo>
                    <a:pt x="18" y="16"/>
                    <a:pt x="18" y="16"/>
                    <a:pt x="17" y="16"/>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grpSp>
      <p:pic>
        <p:nvPicPr>
          <p:cNvPr id="3" name="Picture 2"/>
          <p:cNvPicPr>
            <a:picLocks noChangeAspect="1"/>
          </p:cNvPicPr>
          <p:nvPr/>
        </p:nvPicPr>
        <p:blipFill>
          <a:blip r:embed="rId1"/>
          <a:stretch>
            <a:fillRect/>
          </a:stretch>
        </p:blipFill>
        <p:spPr>
          <a:xfrm>
            <a:off x="5334000" y="1797050"/>
            <a:ext cx="12367260" cy="2765425"/>
          </a:xfrm>
          <a:prstGeom prst="rect">
            <a:avLst/>
          </a:prstGeom>
        </p:spPr>
      </p:pic>
      <p:graphicFrame>
        <p:nvGraphicFramePr>
          <p:cNvPr id="9" name="Table 8"/>
          <p:cNvGraphicFramePr/>
          <p:nvPr>
            <p:custDataLst>
              <p:tags r:id="rId2"/>
            </p:custDataLst>
          </p:nvPr>
        </p:nvGraphicFramePr>
        <p:xfrm>
          <a:off x="311150" y="1797050"/>
          <a:ext cx="4677410" cy="4810125"/>
        </p:xfrm>
        <a:graphic>
          <a:graphicData uri="http://schemas.openxmlformats.org/drawingml/2006/table">
            <a:tbl>
              <a:tblPr/>
              <a:tblGrid>
                <a:gridCol w="1530985"/>
                <a:gridCol w="3146425"/>
              </a:tblGrid>
              <a:tr h="1603375">
                <a:tc>
                  <a:txBody>
                    <a:bodyPr/>
                    <a:p>
                      <a:pPr algn="ctr"/>
                      <a:r>
                        <a:rPr lang="en-US" altLang="zh-CN" sz="2400" b="0" i="0">
                          <a:solidFill>
                            <a:schemeClr val="bg1"/>
                          </a:solidFill>
                          <a:latin typeface="Times New Roman" panose="02020603050405020304" pitchFamily="18" charset="0"/>
                          <a:ea typeface="sans-serif"/>
                          <a:cs typeface="Times New Roman" panose="02020603050405020304" pitchFamily="18" charset="0"/>
                        </a:rPr>
                        <a:t>Văn bản:</a:t>
                      </a:r>
                      <a:endParaRPr lang="en-US" altLang="zh-CN" sz="2400" b="0" i="0">
                        <a:solidFill>
                          <a:schemeClr val="bg1"/>
                        </a:solidFill>
                        <a:latin typeface="Times New Roman" panose="02020603050405020304" pitchFamily="18" charset="0"/>
                        <a:ea typeface="sans-serif"/>
                        <a:cs typeface="Times New Roman" panose="02020603050405020304" pitchFamily="18" charset="0"/>
                      </a:endParaRPr>
                    </a:p>
                  </a:txBody>
                  <a:tcPr anchor="ctr" anchorCtr="0">
                    <a:lnL w="57150">
                      <a:solidFill>
                        <a:schemeClr val="bg1"/>
                      </a:solidFill>
                      <a:prstDash val="solid"/>
                    </a:lnL>
                    <a:lnR w="57150">
                      <a:solidFill>
                        <a:schemeClr val="bg1"/>
                      </a:solidFill>
                      <a:prstDash val="solid"/>
                    </a:lnR>
                    <a:lnT w="57150">
                      <a:solidFill>
                        <a:schemeClr val="bg1"/>
                      </a:solidFill>
                      <a:prstDash val="solid"/>
                    </a:lnT>
                    <a:lnB w="57150">
                      <a:solidFill>
                        <a:schemeClr val="bg1"/>
                      </a:solidFill>
                      <a:prstDash val="solid"/>
                    </a:lnB>
                    <a:noFill/>
                  </a:tcPr>
                </a:tc>
                <a:tc>
                  <a:txBody>
                    <a:bodyPr/>
                    <a:p>
                      <a:pPr algn="ctr"/>
                      <a:r>
                        <a:rPr lang="en-US" altLang="zh-CN" sz="2400" b="0" i="0">
                          <a:solidFill>
                            <a:schemeClr val="bg1"/>
                          </a:solidFill>
                          <a:latin typeface="Times New Roman" panose="02020603050405020304" pitchFamily="18" charset="0"/>
                          <a:ea typeface="sans-serif"/>
                          <a:cs typeface="Times New Roman" panose="02020603050405020304" pitchFamily="18" charset="0"/>
                        </a:rPr>
                        <a:t>TOIYEUVIETNAM</a:t>
                      </a:r>
                      <a:endParaRPr lang="en-US" altLang="zh-CN" sz="2400" b="0" i="0">
                        <a:solidFill>
                          <a:schemeClr val="bg1"/>
                        </a:solidFill>
                        <a:latin typeface="Times New Roman" panose="02020603050405020304" pitchFamily="18" charset="0"/>
                        <a:ea typeface="sans-serif"/>
                        <a:cs typeface="Times New Roman" panose="02020603050405020304" pitchFamily="18" charset="0"/>
                      </a:endParaRPr>
                    </a:p>
                  </a:txBody>
                  <a:tcPr anchor="ctr" anchorCtr="0">
                    <a:lnL w="57150">
                      <a:solidFill>
                        <a:schemeClr val="bg1"/>
                      </a:solidFill>
                      <a:prstDash val="solid"/>
                    </a:lnL>
                    <a:lnR w="57150">
                      <a:solidFill>
                        <a:schemeClr val="bg1"/>
                      </a:solidFill>
                      <a:prstDash val="solid"/>
                    </a:lnR>
                    <a:lnT w="57150">
                      <a:solidFill>
                        <a:schemeClr val="bg1"/>
                      </a:solidFill>
                      <a:prstDash val="solid"/>
                    </a:lnT>
                    <a:lnB w="57150">
                      <a:solidFill>
                        <a:schemeClr val="bg1"/>
                      </a:solidFill>
                      <a:prstDash val="solid"/>
                    </a:lnB>
                    <a:noFill/>
                  </a:tcPr>
                </a:tc>
              </a:tr>
              <a:tr h="1603375">
                <a:tc>
                  <a:txBody>
                    <a:bodyPr/>
                    <a:p>
                      <a:pPr algn="ctr"/>
                      <a:r>
                        <a:rPr lang="en-US" altLang="zh-CN" sz="2400" b="0" i="0">
                          <a:solidFill>
                            <a:schemeClr val="bg1"/>
                          </a:solidFill>
                          <a:latin typeface="Times New Roman" panose="02020603050405020304" pitchFamily="18" charset="0"/>
                          <a:ea typeface="sans-serif"/>
                          <a:cs typeface="Times New Roman" panose="02020603050405020304" pitchFamily="18" charset="0"/>
                        </a:rPr>
                        <a:t>Khóa:</a:t>
                      </a:r>
                      <a:endParaRPr lang="en-US" altLang="zh-CN" sz="2400" b="0" i="0">
                        <a:solidFill>
                          <a:schemeClr val="bg1"/>
                        </a:solidFill>
                        <a:latin typeface="Times New Roman" panose="02020603050405020304" pitchFamily="18" charset="0"/>
                        <a:ea typeface="sans-serif"/>
                        <a:cs typeface="Times New Roman" panose="02020603050405020304" pitchFamily="18" charset="0"/>
                      </a:endParaRPr>
                    </a:p>
                  </a:txBody>
                  <a:tcPr anchor="ctr" anchorCtr="0">
                    <a:lnL w="57150">
                      <a:solidFill>
                        <a:schemeClr val="bg1"/>
                      </a:solidFill>
                      <a:prstDash val="solid"/>
                    </a:lnL>
                    <a:lnR w="57150">
                      <a:solidFill>
                        <a:schemeClr val="bg1"/>
                      </a:solidFill>
                      <a:prstDash val="solid"/>
                    </a:lnR>
                    <a:lnT w="57150">
                      <a:solidFill>
                        <a:schemeClr val="bg1"/>
                      </a:solidFill>
                      <a:prstDash val="solid"/>
                    </a:lnT>
                    <a:lnB w="57150">
                      <a:solidFill>
                        <a:schemeClr val="bg1"/>
                      </a:solidFill>
                      <a:prstDash val="solid"/>
                    </a:lnB>
                    <a:noFill/>
                  </a:tcPr>
                </a:tc>
                <a:tc>
                  <a:txBody>
                    <a:bodyPr/>
                    <a:p>
                      <a:pPr algn="ctr"/>
                      <a:r>
                        <a:rPr lang="en-US" altLang="zh-CN" sz="2400" b="0" i="0">
                          <a:solidFill>
                            <a:schemeClr val="bg1"/>
                          </a:solidFill>
                          <a:latin typeface="Times New Roman" panose="02020603050405020304" pitchFamily="18" charset="0"/>
                          <a:ea typeface="sans-serif"/>
                          <a:cs typeface="Times New Roman" panose="02020603050405020304" pitchFamily="18" charset="0"/>
                        </a:rPr>
                        <a:t>4</a:t>
                      </a:r>
                      <a:endParaRPr lang="en-US" altLang="zh-CN" sz="2400" b="0" i="0">
                        <a:solidFill>
                          <a:schemeClr val="bg1"/>
                        </a:solidFill>
                        <a:latin typeface="Times New Roman" panose="02020603050405020304" pitchFamily="18" charset="0"/>
                        <a:ea typeface="sans-serif"/>
                        <a:cs typeface="Times New Roman" panose="02020603050405020304" pitchFamily="18" charset="0"/>
                      </a:endParaRPr>
                    </a:p>
                  </a:txBody>
                  <a:tcPr anchor="ctr" anchorCtr="0">
                    <a:lnL w="57150">
                      <a:solidFill>
                        <a:schemeClr val="bg1"/>
                      </a:solidFill>
                      <a:prstDash val="solid"/>
                    </a:lnL>
                    <a:lnR w="57150">
                      <a:solidFill>
                        <a:schemeClr val="bg1"/>
                      </a:solidFill>
                      <a:prstDash val="solid"/>
                    </a:lnR>
                    <a:lnT w="57150">
                      <a:solidFill>
                        <a:schemeClr val="bg1"/>
                      </a:solidFill>
                      <a:prstDash val="solid"/>
                    </a:lnT>
                    <a:lnB w="57150">
                      <a:solidFill>
                        <a:schemeClr val="bg1"/>
                      </a:solidFill>
                      <a:prstDash val="solid"/>
                    </a:lnB>
                    <a:noFill/>
                  </a:tcPr>
                </a:tc>
              </a:tr>
              <a:tr h="1603375">
                <a:tc>
                  <a:txBody>
                    <a:bodyPr/>
                    <a:p>
                      <a:pPr algn="ctr"/>
                      <a:r>
                        <a:rPr lang="en-US" altLang="zh-CN" sz="2400" b="0" i="0">
                          <a:solidFill>
                            <a:schemeClr val="bg1"/>
                          </a:solidFill>
                          <a:latin typeface="Times New Roman" panose="02020603050405020304" pitchFamily="18" charset="0"/>
                          <a:ea typeface="sans-serif"/>
                          <a:cs typeface="Times New Roman" panose="02020603050405020304" pitchFamily="18" charset="0"/>
                        </a:rPr>
                        <a:t>Bản mã:</a:t>
                      </a:r>
                      <a:endParaRPr lang="en-US" altLang="zh-CN" sz="2400" b="0" i="0">
                        <a:solidFill>
                          <a:schemeClr val="bg1"/>
                        </a:solidFill>
                        <a:latin typeface="Times New Roman" panose="02020603050405020304" pitchFamily="18" charset="0"/>
                        <a:ea typeface="sans-serif"/>
                        <a:cs typeface="Times New Roman" panose="02020603050405020304" pitchFamily="18" charset="0"/>
                      </a:endParaRPr>
                    </a:p>
                  </a:txBody>
                  <a:tcPr anchor="ctr" anchorCtr="0">
                    <a:lnL w="57150">
                      <a:solidFill>
                        <a:schemeClr val="bg1"/>
                      </a:solidFill>
                      <a:prstDash val="solid"/>
                    </a:lnL>
                    <a:lnR w="57150">
                      <a:solidFill>
                        <a:schemeClr val="bg1"/>
                      </a:solidFill>
                      <a:prstDash val="solid"/>
                    </a:lnR>
                    <a:lnT w="57150">
                      <a:solidFill>
                        <a:schemeClr val="bg1"/>
                      </a:solidFill>
                      <a:prstDash val="solid"/>
                    </a:lnT>
                    <a:lnB w="57150">
                      <a:solidFill>
                        <a:schemeClr val="bg1"/>
                      </a:solidFill>
                      <a:prstDash val="solid"/>
                    </a:lnB>
                    <a:noFill/>
                  </a:tcPr>
                </a:tc>
                <a:tc>
                  <a:txBody>
                    <a:bodyPr/>
                    <a:p>
                      <a:pPr algn="ctr"/>
                      <a:r>
                        <a:rPr lang="en-US" altLang="zh-CN" sz="2400" b="0" i="0">
                          <a:solidFill>
                            <a:schemeClr val="bg1"/>
                          </a:solidFill>
                          <a:latin typeface="Times New Roman" panose="02020603050405020304" pitchFamily="18" charset="0"/>
                          <a:ea typeface="sans-serif"/>
                          <a:cs typeface="Times New Roman" panose="02020603050405020304" pitchFamily="18" charset="0"/>
                        </a:rPr>
                        <a:t>YSMBYZWMIYREQ</a:t>
                      </a:r>
                      <a:endParaRPr lang="en-US" altLang="zh-CN" sz="2400" b="0" i="0">
                        <a:solidFill>
                          <a:schemeClr val="bg1"/>
                        </a:solidFill>
                        <a:latin typeface="Times New Roman" panose="02020603050405020304" pitchFamily="18" charset="0"/>
                        <a:ea typeface="sans-serif"/>
                        <a:cs typeface="Times New Roman" panose="02020603050405020304" pitchFamily="18" charset="0"/>
                      </a:endParaRPr>
                    </a:p>
                  </a:txBody>
                  <a:tcPr anchor="ctr" anchorCtr="0">
                    <a:lnL w="57150">
                      <a:solidFill>
                        <a:schemeClr val="bg1"/>
                      </a:solidFill>
                      <a:prstDash val="solid"/>
                    </a:lnL>
                    <a:lnR w="57150">
                      <a:solidFill>
                        <a:schemeClr val="bg1"/>
                      </a:solidFill>
                      <a:prstDash val="solid"/>
                    </a:lnR>
                    <a:lnT w="57150">
                      <a:solidFill>
                        <a:schemeClr val="bg1"/>
                      </a:solidFill>
                      <a:prstDash val="solid"/>
                    </a:lnT>
                    <a:lnB w="57150">
                      <a:solidFill>
                        <a:schemeClr val="bg1"/>
                      </a:solidFill>
                      <a:prstDash val="solid"/>
                    </a:lnB>
                    <a:noFill/>
                  </a:tcPr>
                </a:tc>
              </a:tr>
            </a:tbl>
          </a:graphicData>
        </a:graphic>
      </p:graphicFrame>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矩形 70"/>
          <p:cNvSpPr/>
          <p:nvPr/>
        </p:nvSpPr>
        <p:spPr>
          <a:xfrm>
            <a:off x="17961936" y="607033"/>
            <a:ext cx="304799" cy="828221"/>
          </a:xfrm>
          <a:prstGeom prst="rect">
            <a:avLst/>
          </a:prstGeom>
          <a:solidFill>
            <a:srgbClr val="F024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p>
        </p:txBody>
      </p:sp>
      <p:sp>
        <p:nvSpPr>
          <p:cNvPr id="72" name="矩形 71"/>
          <p:cNvSpPr/>
          <p:nvPr/>
        </p:nvSpPr>
        <p:spPr>
          <a:xfrm>
            <a:off x="17831306" y="607033"/>
            <a:ext cx="79828" cy="828221"/>
          </a:xfrm>
          <a:prstGeom prst="rect">
            <a:avLst/>
          </a:prstGeom>
          <a:solidFill>
            <a:srgbClr val="F024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p>
        </p:txBody>
      </p:sp>
      <p:sp>
        <p:nvSpPr>
          <p:cNvPr id="73" name="文本框 72"/>
          <p:cNvSpPr txBox="1"/>
          <p:nvPr/>
        </p:nvSpPr>
        <p:spPr>
          <a:xfrm>
            <a:off x="16922977" y="604257"/>
            <a:ext cx="947405" cy="829945"/>
          </a:xfrm>
          <a:prstGeom prst="rect">
            <a:avLst/>
          </a:prstGeom>
          <a:noFill/>
        </p:spPr>
        <p:txBody>
          <a:bodyPr wrap="square" rtlCol="0">
            <a:spAutoFit/>
          </a:bodyPr>
          <a:lstStyle/>
          <a:p>
            <a:r>
              <a:rPr lang="en-US" altLang="vi-VN" sz="4800" dirty="0" smtClean="0">
                <a:solidFill>
                  <a:schemeClr val="bg1"/>
                </a:solidFill>
                <a:latin typeface="Microsoft YaHei" panose="020B0503020204020204" pitchFamily="34" charset="-122"/>
                <a:ea typeface="Microsoft YaHei" panose="020B0503020204020204" pitchFamily="34" charset="-122"/>
              </a:rPr>
              <a:t>11</a:t>
            </a:r>
            <a:endParaRPr lang="vi-VN" altLang="en-US" sz="4800" dirty="0" smtClean="0">
              <a:solidFill>
                <a:schemeClr val="bg1"/>
              </a:solidFill>
              <a:latin typeface="Microsoft YaHei" panose="020B0503020204020204" pitchFamily="34" charset="-122"/>
              <a:ea typeface="Microsoft YaHei" panose="020B0503020204020204" pitchFamily="34" charset="-122"/>
            </a:endParaRPr>
          </a:p>
        </p:txBody>
      </p:sp>
      <p:grpSp>
        <p:nvGrpSpPr>
          <p:cNvPr id="4" name="组合 3"/>
          <p:cNvGrpSpPr/>
          <p:nvPr/>
        </p:nvGrpSpPr>
        <p:grpSpPr>
          <a:xfrm>
            <a:off x="14187805" y="7916545"/>
            <a:ext cx="4548505" cy="2686685"/>
            <a:chOff x="11519983" y="5270056"/>
            <a:chExt cx="5829924" cy="3299229"/>
          </a:xfrm>
        </p:grpSpPr>
        <p:grpSp>
          <p:nvGrpSpPr>
            <p:cNvPr id="97" name="组合 96"/>
            <p:cNvGrpSpPr/>
            <p:nvPr/>
          </p:nvGrpSpPr>
          <p:grpSpPr>
            <a:xfrm rot="5400000">
              <a:off x="12785331" y="4004708"/>
              <a:ext cx="3299229" cy="5829924"/>
              <a:chOff x="4862722" y="-238122"/>
              <a:chExt cx="3541407" cy="6152922"/>
            </a:xfrm>
          </p:grpSpPr>
          <p:grpSp>
            <p:nvGrpSpPr>
              <p:cNvPr id="98" name="组合 97"/>
              <p:cNvGrpSpPr/>
              <p:nvPr/>
            </p:nvGrpSpPr>
            <p:grpSpPr>
              <a:xfrm>
                <a:off x="4862722" y="-238122"/>
                <a:ext cx="3541407" cy="6152922"/>
                <a:chOff x="4862722" y="-238122"/>
                <a:chExt cx="3541407" cy="6152922"/>
              </a:xfrm>
              <a:effectLst>
                <a:outerShdw blurRad="203200" dist="101600" dir="2700000" algn="ctr" rotWithShape="0">
                  <a:schemeClr val="tx1">
                    <a:alpha val="40000"/>
                  </a:schemeClr>
                </a:outerShdw>
              </a:effectLst>
            </p:grpSpPr>
            <p:grpSp>
              <p:nvGrpSpPr>
                <p:cNvPr id="108" name="组合 107"/>
                <p:cNvGrpSpPr/>
                <p:nvPr/>
              </p:nvGrpSpPr>
              <p:grpSpPr>
                <a:xfrm>
                  <a:off x="7282083" y="1812626"/>
                  <a:ext cx="45719" cy="310161"/>
                  <a:chOff x="8020452" y="2062264"/>
                  <a:chExt cx="150782" cy="787940"/>
                </a:xfrm>
              </p:grpSpPr>
              <p:sp>
                <p:nvSpPr>
                  <p:cNvPr id="127" name="圆角矩形 126"/>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8" name="圆角矩形 127"/>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09" name="组合 108"/>
                <p:cNvGrpSpPr/>
                <p:nvPr/>
              </p:nvGrpSpPr>
              <p:grpSpPr>
                <a:xfrm>
                  <a:off x="4862722" y="2122787"/>
                  <a:ext cx="45719" cy="239059"/>
                  <a:chOff x="8020452" y="2062264"/>
                  <a:chExt cx="150782" cy="787940"/>
                </a:xfrm>
              </p:grpSpPr>
              <p:sp>
                <p:nvSpPr>
                  <p:cNvPr id="125" name="圆角矩形 124"/>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6" name="圆角矩形 125"/>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0" name="组合 109"/>
                <p:cNvGrpSpPr/>
                <p:nvPr/>
              </p:nvGrpSpPr>
              <p:grpSpPr>
                <a:xfrm>
                  <a:off x="4862722" y="1812626"/>
                  <a:ext cx="45719" cy="239059"/>
                  <a:chOff x="8020452" y="2062264"/>
                  <a:chExt cx="150782" cy="787940"/>
                </a:xfrm>
              </p:grpSpPr>
              <p:sp>
                <p:nvSpPr>
                  <p:cNvPr id="123" name="圆角矩形 122"/>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4" name="圆角矩形 123"/>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1" name="组合 110"/>
                <p:cNvGrpSpPr/>
                <p:nvPr/>
              </p:nvGrpSpPr>
              <p:grpSpPr>
                <a:xfrm>
                  <a:off x="4862722" y="1543685"/>
                  <a:ext cx="45719" cy="117603"/>
                  <a:chOff x="8020452" y="2062264"/>
                  <a:chExt cx="150782" cy="787940"/>
                </a:xfrm>
              </p:grpSpPr>
              <p:sp>
                <p:nvSpPr>
                  <p:cNvPr id="121" name="圆角矩形 120"/>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2" name="圆角矩形 121"/>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2" name="圆角矩形 111"/>
                <p:cNvSpPr/>
                <p:nvPr/>
              </p:nvSpPr>
              <p:spPr>
                <a:xfrm>
                  <a:off x="4890000" y="943200"/>
                  <a:ext cx="2412000" cy="4971600"/>
                </a:xfrm>
                <a:prstGeom prst="roundRect">
                  <a:avLst>
                    <a:gd name="adj" fmla="val 7335"/>
                  </a:avLst>
                </a:prstGeom>
                <a:solidFill>
                  <a:srgbClr val="404040"/>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3" name="圆角矩形 112"/>
                <p:cNvSpPr/>
                <p:nvPr/>
              </p:nvSpPr>
              <p:spPr>
                <a:xfrm>
                  <a:off x="4926000" y="979200"/>
                  <a:ext cx="2340000" cy="4899600"/>
                </a:xfrm>
                <a:prstGeom prst="roundRect">
                  <a:avLst>
                    <a:gd name="adj" fmla="val 7335"/>
                  </a:avLst>
                </a:prstGeom>
                <a:solidFill>
                  <a:srgbClr val="05050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4" name="矩形 113"/>
                <p:cNvSpPr/>
                <p:nvPr/>
              </p:nvSpPr>
              <p:spPr>
                <a:xfrm>
                  <a:off x="5034000" y="1540800"/>
                  <a:ext cx="2124000" cy="377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5" name="圆角矩形 114"/>
                <p:cNvSpPr/>
                <p:nvPr/>
              </p:nvSpPr>
              <p:spPr>
                <a:xfrm>
                  <a:off x="5901599" y="1206000"/>
                  <a:ext cx="388800" cy="36000"/>
                </a:xfrm>
                <a:prstGeom prst="roundRect">
                  <a:avLst>
                    <a:gd name="adj" fmla="val 50000"/>
                  </a:avLst>
                </a:prstGeom>
                <a:solidFill>
                  <a:srgbClr val="0D0D0D"/>
                </a:solidFill>
                <a:ln>
                  <a:noFill/>
                </a:ln>
                <a:scene3d>
                  <a:camera prst="orthographicFront"/>
                  <a:lightRig rig="threePt" dir="t"/>
                </a:scene3d>
                <a:sp3d>
                  <a:bevelT w="69850" h="50800" prst="coolSlan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16" name="组合 115"/>
                <p:cNvGrpSpPr/>
                <p:nvPr/>
              </p:nvGrpSpPr>
              <p:grpSpPr>
                <a:xfrm>
                  <a:off x="5905200" y="5406664"/>
                  <a:ext cx="381600" cy="381600"/>
                  <a:chOff x="5905200" y="3238200"/>
                  <a:chExt cx="381600" cy="381600"/>
                </a:xfrm>
              </p:grpSpPr>
              <p:sp>
                <p:nvSpPr>
                  <p:cNvPr id="119" name="椭圆 118"/>
                  <p:cNvSpPr/>
                  <p:nvPr/>
                </p:nvSpPr>
                <p:spPr>
                  <a:xfrm>
                    <a:off x="5905200" y="3238200"/>
                    <a:ext cx="381600" cy="381600"/>
                  </a:xfrm>
                  <a:prstGeom prst="ellipse">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0" name="椭圆 119"/>
                  <p:cNvSpPr/>
                  <p:nvPr/>
                </p:nvSpPr>
                <p:spPr>
                  <a:xfrm>
                    <a:off x="5932200" y="3265200"/>
                    <a:ext cx="327600" cy="3276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7" name="圆角矩形 116"/>
                <p:cNvSpPr/>
                <p:nvPr/>
              </p:nvSpPr>
              <p:spPr>
                <a:xfrm>
                  <a:off x="4883060" y="952391"/>
                  <a:ext cx="2376000" cy="4952144"/>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8" name="圆角矩形 117"/>
                <p:cNvSpPr/>
                <p:nvPr/>
              </p:nvSpPr>
              <p:spPr>
                <a:xfrm>
                  <a:off x="6028129" y="-238122"/>
                  <a:ext cx="2376000" cy="4935600"/>
                </a:xfrm>
                <a:prstGeom prst="roundRect">
                  <a:avLst>
                    <a:gd name="adj" fmla="val 7335"/>
                  </a:avLst>
                </a:prstGeom>
                <a:gradFill flip="none" rotWithShape="1">
                  <a:gsLst>
                    <a:gs pos="0">
                      <a:srgbClr val="FFFFFF">
                        <a:alpha val="18000"/>
                      </a:srgbClr>
                    </a:gs>
                    <a:gs pos="5000">
                      <a:srgbClr val="FFFFFF">
                        <a:alpha val="0"/>
                      </a:srgb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99" name="组合 98"/>
              <p:cNvGrpSpPr/>
              <p:nvPr/>
            </p:nvGrpSpPr>
            <p:grpSpPr>
              <a:xfrm>
                <a:off x="6856135" y="1608679"/>
                <a:ext cx="156128" cy="54425"/>
                <a:chOff x="6770056" y="1608698"/>
                <a:chExt cx="156128" cy="65855"/>
              </a:xfrm>
            </p:grpSpPr>
            <p:sp>
              <p:nvSpPr>
                <p:cNvPr id="105" name="矩形 104"/>
                <p:cNvSpPr/>
                <p:nvPr/>
              </p:nvSpPr>
              <p:spPr>
                <a:xfrm>
                  <a:off x="6770056" y="1608698"/>
                  <a:ext cx="146501" cy="65855"/>
                </a:xfrm>
                <a:prstGeom prst="rect">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6" name="矩形 105"/>
                <p:cNvSpPr/>
                <p:nvPr/>
              </p:nvSpPr>
              <p:spPr>
                <a:xfrm>
                  <a:off x="6916234" y="1633796"/>
                  <a:ext cx="9950" cy="16633"/>
                </a:xfrm>
                <a:prstGeom prst="rect">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7" name="矩形 106"/>
                <p:cNvSpPr/>
                <p:nvPr/>
              </p:nvSpPr>
              <p:spPr>
                <a:xfrm>
                  <a:off x="6770056" y="1608699"/>
                  <a:ext cx="83493" cy="6585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0" name="椭圆 99"/>
              <p:cNvSpPr/>
              <p:nvPr/>
            </p:nvSpPr>
            <p:spPr>
              <a:xfrm>
                <a:off x="5123906"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1" name="椭圆 100"/>
              <p:cNvSpPr/>
              <p:nvPr/>
            </p:nvSpPr>
            <p:spPr>
              <a:xfrm>
                <a:off x="5176565"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2" name="椭圆 101"/>
              <p:cNvSpPr/>
              <p:nvPr/>
            </p:nvSpPr>
            <p:spPr>
              <a:xfrm>
                <a:off x="5224538"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3" name="椭圆 102"/>
              <p:cNvSpPr/>
              <p:nvPr/>
            </p:nvSpPr>
            <p:spPr>
              <a:xfrm>
                <a:off x="5274547"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 name="椭圆 103"/>
              <p:cNvSpPr/>
              <p:nvPr/>
            </p:nvSpPr>
            <p:spPr>
              <a:xfrm>
                <a:off x="5324640" y="1619118"/>
                <a:ext cx="41564" cy="41564"/>
              </a:xfrm>
              <a:prstGeom prst="ellipse">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38" name="矩形 137"/>
            <p:cNvSpPr/>
            <p:nvPr/>
          </p:nvSpPr>
          <p:spPr bwMode="auto">
            <a:xfrm rot="16200000">
              <a:off x="12870306" y="4596683"/>
              <a:ext cx="1987572" cy="3635808"/>
            </a:xfrm>
            <a:prstGeom prst="rect">
              <a:avLst/>
            </a:prstGeom>
            <a:solidFill>
              <a:srgbClr val="2B7FB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 typeface="Arial" panose="020B0604020202020204" pitchFamily="34" charset="0"/>
                <a:buNone/>
                <a:defRPr/>
              </a:pPr>
              <a:endParaRPr lang="zh-CN" altLang="en-US"/>
            </a:p>
          </p:txBody>
        </p:sp>
        <p:grpSp>
          <p:nvGrpSpPr>
            <p:cNvPr id="141" name="组合 2"/>
            <p:cNvGrpSpPr/>
            <p:nvPr/>
          </p:nvGrpSpPr>
          <p:grpSpPr bwMode="auto">
            <a:xfrm>
              <a:off x="13580951" y="5774163"/>
              <a:ext cx="608013" cy="619125"/>
              <a:chOff x="7938529" y="3078391"/>
              <a:chExt cx="607404" cy="617990"/>
            </a:xfrm>
          </p:grpSpPr>
          <p:sp>
            <p:nvSpPr>
              <p:cNvPr id="142" name="object 5"/>
              <p:cNvSpPr/>
              <p:nvPr/>
            </p:nvSpPr>
            <p:spPr bwMode="auto">
              <a:xfrm>
                <a:off x="8052890" y="3078391"/>
                <a:ext cx="137478" cy="276999"/>
              </a:xfrm>
              <a:custGeom>
                <a:avLst/>
                <a:gdLst>
                  <a:gd name="T0" fmla="*/ 17874 w 226695"/>
                  <a:gd name="T1" fmla="*/ 0 h 262254"/>
                  <a:gd name="T2" fmla="*/ 0 w 226695"/>
                  <a:gd name="T3" fmla="*/ 197759 h 262254"/>
                  <a:gd name="T4" fmla="*/ 30590 w 226695"/>
                  <a:gd name="T5" fmla="*/ 326123 h 262254"/>
                  <a:gd name="T6" fmla="*/ 17874 w 226695"/>
                  <a:gd name="T7" fmla="*/ 0 h 26225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26695" h="262254">
                    <a:moveTo>
                      <a:pt x="132153" y="0"/>
                    </a:moveTo>
                    <a:lnTo>
                      <a:pt x="0" y="158895"/>
                    </a:lnTo>
                    <a:lnTo>
                      <a:pt x="226160" y="262033"/>
                    </a:lnTo>
                    <a:lnTo>
                      <a:pt x="132153" y="0"/>
                    </a:lnTo>
                    <a:close/>
                  </a:path>
                </a:pathLst>
              </a:custGeom>
              <a:solidFill>
                <a:srgbClr val="4ABA92"/>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3" name="object 6"/>
              <p:cNvSpPr/>
              <p:nvPr/>
            </p:nvSpPr>
            <p:spPr bwMode="auto">
              <a:xfrm>
                <a:off x="8090831" y="3419382"/>
                <a:ext cx="363912" cy="276999"/>
              </a:xfrm>
              <a:custGeom>
                <a:avLst/>
                <a:gdLst>
                  <a:gd name="T0" fmla="*/ 50573 w 600075"/>
                  <a:gd name="T1" fmla="*/ 0 h 479425"/>
                  <a:gd name="T2" fmla="*/ 0 w 600075"/>
                  <a:gd name="T3" fmla="*/ 50100 h 479425"/>
                  <a:gd name="T4" fmla="*/ 60332 w 600075"/>
                  <a:gd name="T5" fmla="*/ 53398 h 479425"/>
                  <a:gd name="T6" fmla="*/ 81164 w 600075"/>
                  <a:gd name="T7" fmla="*/ 11494 h 479425"/>
                  <a:gd name="T8" fmla="*/ 50573 w 600075"/>
                  <a:gd name="T9" fmla="*/ 0 h 4794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00075" h="479425">
                    <a:moveTo>
                      <a:pt x="373904" y="0"/>
                    </a:moveTo>
                    <a:lnTo>
                      <a:pt x="0" y="449588"/>
                    </a:lnTo>
                    <a:lnTo>
                      <a:pt x="446049" y="479179"/>
                    </a:lnTo>
                    <a:lnTo>
                      <a:pt x="600065" y="103138"/>
                    </a:lnTo>
                    <a:lnTo>
                      <a:pt x="373904" y="0"/>
                    </a:lnTo>
                    <a:close/>
                  </a:path>
                </a:pathLst>
              </a:custGeom>
              <a:solidFill>
                <a:srgbClr val="F94C07"/>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4" name="object 7"/>
              <p:cNvSpPr/>
              <p:nvPr/>
            </p:nvSpPr>
            <p:spPr bwMode="auto">
              <a:xfrm>
                <a:off x="8161226" y="3175050"/>
                <a:ext cx="384707" cy="276999"/>
              </a:xfrm>
              <a:custGeom>
                <a:avLst/>
                <a:gdLst>
                  <a:gd name="T0" fmla="*/ 0 w 634365"/>
                  <a:gd name="T1" fmla="*/ 0 h 229235"/>
                  <a:gd name="T2" fmla="*/ 67888 w 634365"/>
                  <a:gd name="T3" fmla="*/ 488025 h 229235"/>
                  <a:gd name="T4" fmla="*/ 85762 w 634365"/>
                  <a:gd name="T5" fmla="*/ 149257 h 229235"/>
                  <a:gd name="T6" fmla="*/ 0 w 634365"/>
                  <a:gd name="T7" fmla="*/ 0 h 22923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34365" h="229235">
                    <a:moveTo>
                      <a:pt x="0" y="0"/>
                    </a:moveTo>
                    <a:lnTo>
                      <a:pt x="501911" y="228904"/>
                    </a:lnTo>
                    <a:lnTo>
                      <a:pt x="634064" y="70008"/>
                    </a:lnTo>
                    <a:lnTo>
                      <a:pt x="0" y="0"/>
                    </a:lnTo>
                    <a:close/>
                  </a:path>
                </a:pathLst>
              </a:custGeom>
              <a:solidFill>
                <a:srgbClr val="1F4E79"/>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5" name="object 8"/>
              <p:cNvSpPr/>
              <p:nvPr/>
            </p:nvSpPr>
            <p:spPr bwMode="auto">
              <a:xfrm>
                <a:off x="7945652" y="3216890"/>
                <a:ext cx="145179" cy="193317"/>
              </a:xfrm>
              <a:custGeom>
                <a:avLst/>
                <a:gdLst>
                  <a:gd name="T0" fmla="*/ 19983 w 200025"/>
                  <a:gd name="T1" fmla="*/ 0 h 678814"/>
                  <a:gd name="T2" fmla="*/ 0 w 200025"/>
                  <a:gd name="T3" fmla="*/ 2184 h 678814"/>
                  <a:gd name="T4" fmla="*/ 55509 w 200025"/>
                  <a:gd name="T5" fmla="*/ 4463 h 678814"/>
                  <a:gd name="T6" fmla="*/ 19983 w 200025"/>
                  <a:gd name="T7" fmla="*/ 0 h 6788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0025" h="678814">
                    <a:moveTo>
                      <a:pt x="72008" y="0"/>
                    </a:moveTo>
                    <a:lnTo>
                      <a:pt x="0" y="332031"/>
                    </a:lnTo>
                    <a:lnTo>
                      <a:pt x="200025" y="678481"/>
                    </a:lnTo>
                    <a:lnTo>
                      <a:pt x="72008" y="0"/>
                    </a:lnTo>
                    <a:close/>
                  </a:path>
                </a:pathLst>
              </a:custGeom>
              <a:solidFill>
                <a:srgbClr val="00B050"/>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6" name="object 9"/>
              <p:cNvSpPr/>
              <p:nvPr/>
            </p:nvSpPr>
            <p:spPr bwMode="auto">
              <a:xfrm>
                <a:off x="7938529" y="3379992"/>
                <a:ext cx="304607" cy="276999"/>
              </a:xfrm>
              <a:custGeom>
                <a:avLst/>
                <a:gdLst>
                  <a:gd name="T0" fmla="*/ 0 w 502284"/>
                  <a:gd name="T1" fmla="*/ 0 h 678814"/>
                  <a:gd name="T2" fmla="*/ 17315 w 502284"/>
                  <a:gd name="T3" fmla="*/ 18813 h 678814"/>
                  <a:gd name="T4" fmla="*/ 67889 w 502284"/>
                  <a:gd name="T5" fmla="*/ 6347 h 678814"/>
                  <a:gd name="T6" fmla="*/ 0 w 502284"/>
                  <a:gd name="T7" fmla="*/ 0 h 6788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02284" h="678814">
                    <a:moveTo>
                      <a:pt x="0" y="0"/>
                    </a:moveTo>
                    <a:lnTo>
                      <a:pt x="128017" y="678492"/>
                    </a:lnTo>
                    <a:lnTo>
                      <a:pt x="501921" y="228904"/>
                    </a:lnTo>
                    <a:lnTo>
                      <a:pt x="0" y="0"/>
                    </a:lnTo>
                    <a:close/>
                  </a:path>
                </a:pathLst>
              </a:custGeom>
              <a:solidFill>
                <a:srgbClr val="ED7D31"/>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grpSp>
        <p:sp>
          <p:nvSpPr>
            <p:cNvPr id="147" name="矩形 23"/>
            <p:cNvSpPr>
              <a:spLocks noChangeArrowheads="1"/>
            </p:cNvSpPr>
            <p:nvPr/>
          </p:nvSpPr>
          <p:spPr bwMode="auto">
            <a:xfrm>
              <a:off x="12758941" y="6563170"/>
              <a:ext cx="2303462" cy="50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2F6583"/>
                  </a:solidFill>
                  <a:bevel/>
                </a14:hiddenLine>
              </a:ext>
            </a:extLst>
          </p:spPr>
          <p:txBody>
            <a:bodyPr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SimSun"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SimSun"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SimSun"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9pPr>
            </a:lstStyle>
            <a:p>
              <a:pPr algn="ctr">
                <a:lnSpc>
                  <a:spcPct val="100000"/>
                </a:lnSpc>
                <a:spcBef>
                  <a:spcPct val="0"/>
                </a:spcBef>
                <a:buFont typeface="Arial" panose="020B0604020202020204" pitchFamily="34" charset="0"/>
                <a:buNone/>
              </a:pPr>
              <a:r>
                <a:rPr lang="vi-VN" altLang="zh-CN" sz="2500" dirty="0">
                  <a:solidFill>
                    <a:schemeClr val="bg1"/>
                  </a:solidFill>
                  <a:latin typeface="Impact" panose="020B0806030902050204" pitchFamily="34" charset="0"/>
                  <a:ea typeface="Microsoft YaHei" panose="020B0503020204020204" pitchFamily="34" charset="-122"/>
                  <a:sym typeface="Impact" panose="020B0806030902050204" pitchFamily="34" charset="0"/>
                </a:rPr>
                <a:t>Nhóm </a:t>
              </a:r>
              <a:r>
                <a:rPr lang="vi-VN" altLang="zh-CN" sz="2500" dirty="0">
                  <a:solidFill>
                    <a:schemeClr val="bg1"/>
                  </a:solidFill>
                  <a:latin typeface="Impact" panose="020B0806030902050204" pitchFamily="34" charset="0"/>
                  <a:ea typeface="Microsoft YaHei" panose="020B0503020204020204" pitchFamily="34" charset="-122"/>
                  <a:sym typeface="Impact" panose="020B0806030902050204" pitchFamily="34" charset="0"/>
                </a:rPr>
                <a:t>6</a:t>
              </a:r>
              <a:endParaRPr lang="vi-VN" altLang="zh-CN" sz="2500" dirty="0">
                <a:solidFill>
                  <a:schemeClr val="bg1"/>
                </a:solidFill>
                <a:latin typeface="Impact" panose="020B0806030902050204" pitchFamily="34" charset="0"/>
                <a:ea typeface="Microsoft YaHei" panose="020B0503020204020204" pitchFamily="34" charset="-122"/>
                <a:sym typeface="Impact" panose="020B0806030902050204" pitchFamily="34" charset="0"/>
              </a:endParaRPr>
            </a:p>
          </p:txBody>
        </p:sp>
      </p:grpSp>
      <p:sp>
        <p:nvSpPr>
          <p:cNvPr id="5" name="Rounded Rectangle 4"/>
          <p:cNvSpPr/>
          <p:nvPr/>
        </p:nvSpPr>
        <p:spPr>
          <a:xfrm>
            <a:off x="304800" y="638810"/>
            <a:ext cx="8768080" cy="802005"/>
          </a:xfrm>
          <a:prstGeom prst="roundRect">
            <a:avLst/>
          </a:prstGeom>
          <a:solidFill>
            <a:srgbClr val="F02424"/>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6" name="object 3"/>
          <p:cNvSpPr txBox="1">
            <a:spLocks noChangeArrowheads="1"/>
          </p:cNvSpPr>
          <p:nvPr/>
        </p:nvSpPr>
        <p:spPr bwMode="auto">
          <a:xfrm>
            <a:off x="1071880" y="730250"/>
            <a:ext cx="7847965" cy="615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marL="6350">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SimSun"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SimSun"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SimSun"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9pPr>
          </a:lstStyle>
          <a:p>
            <a:pPr algn="ctr">
              <a:lnSpc>
                <a:spcPct val="100000"/>
              </a:lnSpc>
              <a:spcBef>
                <a:spcPct val="0"/>
              </a:spcBef>
              <a:buFont typeface="Arial" panose="020B0604020202020204" pitchFamily="34" charset="0"/>
              <a:buNone/>
            </a:pPr>
            <a:r>
              <a:rPr lang="vi-VN" altLang="zh-CN" sz="4000" dirty="0" smtClean="0">
                <a:solidFill>
                  <a:srgbClr val="FFFFFF"/>
                </a:solidFill>
                <a:latin typeface="Microsoft YaHei" panose="020B0503020204020204" pitchFamily="34" charset="-122"/>
                <a:ea typeface="Microsoft YaHei" panose="020B0503020204020204" pitchFamily="34" charset="-122"/>
                <a:sym typeface="+mn-ea"/>
              </a:rPr>
              <a:t>Playfair Cipher</a:t>
            </a:r>
            <a:endParaRPr lang="vi-VN" altLang="zh-CN" sz="4000" dirty="0" smtClean="0">
              <a:solidFill>
                <a:srgbClr val="FFFFFF"/>
              </a:solidFill>
              <a:latin typeface="Microsoft YaHei" panose="020B0503020204020204" pitchFamily="34" charset="-122"/>
              <a:ea typeface="Microsoft YaHei" panose="020B0503020204020204" pitchFamily="34" charset="-122"/>
              <a:sym typeface="+mn-ea"/>
            </a:endParaRPr>
          </a:p>
        </p:txBody>
      </p:sp>
      <p:sp>
        <p:nvSpPr>
          <p:cNvPr id="2" name="文本框 162"/>
          <p:cNvSpPr txBox="1"/>
          <p:nvPr/>
        </p:nvSpPr>
        <p:spPr>
          <a:xfrm>
            <a:off x="311150" y="1720850"/>
            <a:ext cx="17559020" cy="8181975"/>
          </a:xfrm>
          <a:prstGeom prst="rect">
            <a:avLst/>
          </a:prstGeom>
          <a:noFill/>
        </p:spPr>
        <p:txBody>
          <a:bodyPr wrap="square" rtlCol="0">
            <a:noAutofit/>
          </a:bodyPr>
          <a:p>
            <a:pPr marL="127000" indent="457200">
              <a:lnSpc>
                <a:spcPct val="150000"/>
              </a:lnSpc>
              <a:buNone/>
            </a:pPr>
            <a:r>
              <a:rPr lang="en-US" altLang="zh-HK" sz="3600" dirty="0" smtClean="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sym typeface="+mn-ea"/>
              </a:rPr>
              <a:t>a, Bảng chữ cái</a:t>
            </a:r>
            <a:endParaRPr lang="en-US" altLang="zh-HK" sz="3600" dirty="0" smtClean="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sym typeface="+mn-ea"/>
            </a:endParaRPr>
          </a:p>
          <a:p>
            <a:pPr marL="127000" indent="0">
              <a:lnSpc>
                <a:spcPct val="150000"/>
              </a:lnSpc>
              <a:buNone/>
            </a:pPr>
            <a:r>
              <a:rPr lang="en-US" altLang="zh-HK" sz="3600" dirty="0" smtClean="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sym typeface="+mn-ea"/>
              </a:rPr>
              <a:t>Playfair Cipher sử dụng một bảng chữ cái 5x5 để mã hóa. Trong bảng này, các chữ cái từ A đến Z được sắp xếp, với I và J được coi là cùng một ký tự để phù hợp với bảng 5x5.	</a:t>
            </a:r>
            <a:r>
              <a:rPr lang="en-US" altLang="zh-HK" sz="3600" dirty="0" smtClean="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sym typeface="+mn-ea"/>
              </a:rPr>
              <a:t>Nó là một trong những phương pháp mã hóa đa ký tự sớm nhất, thay vì mã hóa từng ký tự riêng lẻ như Caesar Cipher.</a:t>
            </a:r>
            <a:endParaRPr lang="en-US" altLang="zh-HK" sz="3600" dirty="0" smtClean="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sym typeface="+mn-ea"/>
            </a:endParaRPr>
          </a:p>
          <a:p>
            <a:pPr marL="127000" indent="457200">
              <a:lnSpc>
                <a:spcPct val="150000"/>
              </a:lnSpc>
              <a:buNone/>
            </a:pPr>
            <a:r>
              <a:rPr lang="en-US" altLang="zh-HK" sz="3600" dirty="0" smtClean="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sym typeface="+mn-ea"/>
              </a:rPr>
              <a:t>b, Cấu trúc </a:t>
            </a:r>
            <a:endParaRPr lang="en-US" altLang="zh-HK" sz="3600" dirty="0" smtClean="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sym typeface="+mn-ea"/>
            </a:endParaRPr>
          </a:p>
          <a:p>
            <a:pPr marL="127000" indent="0">
              <a:lnSpc>
                <a:spcPct val="150000"/>
              </a:lnSpc>
              <a:buNone/>
            </a:pPr>
            <a:r>
              <a:rPr lang="en-US" altLang="zh-HK" sz="3600" dirty="0" smtClean="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sym typeface="+mn-ea"/>
              </a:rPr>
              <a:t>Bảng chữ cái 5x5 được tạo ra bằng cách chọn một từ khóa. Các chữ cái trong từ khóa sẽ được điền vào bảng trước, sau đó các chữ cái còn lại sẽ được điền vào cho đến </a:t>
            </a:r>
            <a:endParaRPr lang="en-US" altLang="zh-HK" sz="3600" dirty="0" smtClean="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sym typeface="+mn-ea"/>
            </a:endParaRPr>
          </a:p>
          <a:p>
            <a:pPr marL="127000" indent="0">
              <a:lnSpc>
                <a:spcPct val="150000"/>
              </a:lnSpc>
              <a:buNone/>
            </a:pPr>
            <a:r>
              <a:rPr lang="en-US" altLang="zh-HK" sz="3600" dirty="0" smtClean="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sym typeface="+mn-ea"/>
              </a:rPr>
              <a:t>khi bảng hoàn thành.</a:t>
            </a:r>
            <a:endParaRPr lang="en-US" altLang="zh-HK" sz="3600" dirty="0" smtClean="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sym typeface="+mn-ea"/>
            </a:endParaRPr>
          </a:p>
        </p:txBody>
      </p:sp>
      <p:grpSp>
        <p:nvGrpSpPr>
          <p:cNvPr id="471" name="组合 1109"/>
          <p:cNvGrpSpPr/>
          <p:nvPr/>
        </p:nvGrpSpPr>
        <p:grpSpPr bwMode="auto">
          <a:xfrm>
            <a:off x="525145" y="772795"/>
            <a:ext cx="512445" cy="557530"/>
            <a:chOff x="0" y="0"/>
            <a:chExt cx="658482" cy="653916"/>
          </a:xfrm>
          <a:solidFill>
            <a:schemeClr val="bg1"/>
          </a:solidFill>
        </p:grpSpPr>
        <p:sp>
          <p:nvSpPr>
            <p:cNvPr id="472" name="Freeform 796"/>
            <p:cNvSpPr>
              <a:spLocks noChangeArrowheads="1"/>
            </p:cNvSpPr>
            <p:nvPr/>
          </p:nvSpPr>
          <p:spPr bwMode="auto">
            <a:xfrm>
              <a:off x="106726" y="422531"/>
              <a:ext cx="147001" cy="231385"/>
            </a:xfrm>
            <a:custGeom>
              <a:avLst/>
              <a:gdLst>
                <a:gd name="T0" fmla="*/ 2147483647 w 68"/>
                <a:gd name="T1" fmla="*/ 2147483647 h 107"/>
                <a:gd name="T2" fmla="*/ 2147483647 w 68"/>
                <a:gd name="T3" fmla="*/ 2147483647 h 107"/>
                <a:gd name="T4" fmla="*/ 2147483647 w 68"/>
                <a:gd name="T5" fmla="*/ 2147483647 h 107"/>
                <a:gd name="T6" fmla="*/ 2147483647 w 68"/>
                <a:gd name="T7" fmla="*/ 2147483647 h 107"/>
                <a:gd name="T8" fmla="*/ 2147483647 w 68"/>
                <a:gd name="T9" fmla="*/ 0 h 107"/>
                <a:gd name="T10" fmla="*/ 0 w 68"/>
                <a:gd name="T11" fmla="*/ 0 h 107"/>
                <a:gd name="T12" fmla="*/ 0 w 68"/>
                <a:gd name="T13" fmla="*/ 2147483647 h 107"/>
                <a:gd name="T14" fmla="*/ 2147483647 w 68"/>
                <a:gd name="T15" fmla="*/ 2147483647 h 107"/>
                <a:gd name="T16" fmla="*/ 2147483647 w 68"/>
                <a:gd name="T17" fmla="*/ 2147483647 h 107"/>
                <a:gd name="T18" fmla="*/ 2147483647 w 68"/>
                <a:gd name="T19" fmla="*/ 2147483647 h 107"/>
                <a:gd name="T20" fmla="*/ 2147483647 w 68"/>
                <a:gd name="T21" fmla="*/ 2147483647 h 107"/>
                <a:gd name="T22" fmla="*/ 2147483647 w 68"/>
                <a:gd name="T23" fmla="*/ 2147483647 h 107"/>
                <a:gd name="T24" fmla="*/ 2147483647 w 68"/>
                <a:gd name="T25" fmla="*/ 2147483647 h 10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68"/>
                <a:gd name="T40" fmla="*/ 0 h 107"/>
                <a:gd name="T41" fmla="*/ 68 w 68"/>
                <a:gd name="T42" fmla="*/ 107 h 10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68" h="107">
                  <a:moveTo>
                    <a:pt x="65" y="81"/>
                  </a:moveTo>
                  <a:cubicBezTo>
                    <a:pt x="65" y="81"/>
                    <a:pt x="65" y="81"/>
                    <a:pt x="65" y="81"/>
                  </a:cubicBezTo>
                  <a:cubicBezTo>
                    <a:pt x="65" y="80"/>
                    <a:pt x="64" y="79"/>
                    <a:pt x="63" y="78"/>
                  </a:cubicBezTo>
                  <a:cubicBezTo>
                    <a:pt x="61" y="74"/>
                    <a:pt x="56" y="62"/>
                    <a:pt x="54" y="36"/>
                  </a:cubicBezTo>
                  <a:cubicBezTo>
                    <a:pt x="54" y="0"/>
                    <a:pt x="54" y="0"/>
                    <a:pt x="54" y="0"/>
                  </a:cubicBezTo>
                  <a:cubicBezTo>
                    <a:pt x="0" y="0"/>
                    <a:pt x="0" y="0"/>
                    <a:pt x="0" y="0"/>
                  </a:cubicBezTo>
                  <a:cubicBezTo>
                    <a:pt x="0" y="102"/>
                    <a:pt x="0" y="102"/>
                    <a:pt x="0" y="102"/>
                  </a:cubicBezTo>
                  <a:cubicBezTo>
                    <a:pt x="0" y="105"/>
                    <a:pt x="2" y="107"/>
                    <a:pt x="5" y="107"/>
                  </a:cubicBezTo>
                  <a:cubicBezTo>
                    <a:pt x="49" y="107"/>
                    <a:pt x="49" y="107"/>
                    <a:pt x="49" y="107"/>
                  </a:cubicBezTo>
                  <a:cubicBezTo>
                    <a:pt x="49" y="107"/>
                    <a:pt x="49" y="107"/>
                    <a:pt x="49" y="107"/>
                  </a:cubicBezTo>
                  <a:cubicBezTo>
                    <a:pt x="50" y="107"/>
                    <a:pt x="50" y="107"/>
                    <a:pt x="50" y="107"/>
                  </a:cubicBezTo>
                  <a:cubicBezTo>
                    <a:pt x="60" y="107"/>
                    <a:pt x="68" y="99"/>
                    <a:pt x="68" y="90"/>
                  </a:cubicBezTo>
                  <a:cubicBezTo>
                    <a:pt x="68" y="87"/>
                    <a:pt x="67" y="84"/>
                    <a:pt x="65" y="81"/>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473" name="Freeform 797"/>
            <p:cNvSpPr>
              <a:spLocks noChangeArrowheads="1"/>
            </p:cNvSpPr>
            <p:nvPr/>
          </p:nvSpPr>
          <p:spPr bwMode="auto">
            <a:xfrm>
              <a:off x="171165" y="422531"/>
              <a:ext cx="82563" cy="231385"/>
            </a:xfrm>
            <a:custGeom>
              <a:avLst/>
              <a:gdLst>
                <a:gd name="T0" fmla="*/ 2147483647 w 38"/>
                <a:gd name="T1" fmla="*/ 2147483647 h 107"/>
                <a:gd name="T2" fmla="*/ 2147483647 w 38"/>
                <a:gd name="T3" fmla="*/ 2147483647 h 107"/>
                <a:gd name="T4" fmla="*/ 2147483647 w 38"/>
                <a:gd name="T5" fmla="*/ 2147483647 h 107"/>
                <a:gd name="T6" fmla="*/ 2147483647 w 38"/>
                <a:gd name="T7" fmla="*/ 2147483647 h 107"/>
                <a:gd name="T8" fmla="*/ 2147483647 w 38"/>
                <a:gd name="T9" fmla="*/ 0 h 107"/>
                <a:gd name="T10" fmla="*/ 0 w 38"/>
                <a:gd name="T11" fmla="*/ 0 h 107"/>
                <a:gd name="T12" fmla="*/ 0 w 38"/>
                <a:gd name="T13" fmla="*/ 2147483647 h 107"/>
                <a:gd name="T14" fmla="*/ 2147483647 w 38"/>
                <a:gd name="T15" fmla="*/ 2147483647 h 107"/>
                <a:gd name="T16" fmla="*/ 2147483647 w 38"/>
                <a:gd name="T17" fmla="*/ 2147483647 h 107"/>
                <a:gd name="T18" fmla="*/ 2147483647 w 38"/>
                <a:gd name="T19" fmla="*/ 2147483647 h 107"/>
                <a:gd name="T20" fmla="*/ 2147483647 w 38"/>
                <a:gd name="T21" fmla="*/ 2147483647 h 107"/>
                <a:gd name="T22" fmla="*/ 2147483647 w 38"/>
                <a:gd name="T23" fmla="*/ 2147483647 h 10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8"/>
                <a:gd name="T37" fmla="*/ 0 h 107"/>
                <a:gd name="T38" fmla="*/ 38 w 38"/>
                <a:gd name="T39" fmla="*/ 107 h 10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8" h="107">
                  <a:moveTo>
                    <a:pt x="35" y="81"/>
                  </a:moveTo>
                  <a:cubicBezTo>
                    <a:pt x="35" y="81"/>
                    <a:pt x="35" y="81"/>
                    <a:pt x="35" y="81"/>
                  </a:cubicBezTo>
                  <a:cubicBezTo>
                    <a:pt x="35" y="80"/>
                    <a:pt x="34" y="79"/>
                    <a:pt x="33" y="78"/>
                  </a:cubicBezTo>
                  <a:cubicBezTo>
                    <a:pt x="31" y="74"/>
                    <a:pt x="26" y="62"/>
                    <a:pt x="24" y="36"/>
                  </a:cubicBezTo>
                  <a:cubicBezTo>
                    <a:pt x="24" y="0"/>
                    <a:pt x="24" y="0"/>
                    <a:pt x="24" y="0"/>
                  </a:cubicBezTo>
                  <a:cubicBezTo>
                    <a:pt x="0" y="0"/>
                    <a:pt x="0" y="0"/>
                    <a:pt x="0" y="0"/>
                  </a:cubicBezTo>
                  <a:cubicBezTo>
                    <a:pt x="0" y="107"/>
                    <a:pt x="0" y="107"/>
                    <a:pt x="0" y="107"/>
                  </a:cubicBezTo>
                  <a:cubicBezTo>
                    <a:pt x="19" y="107"/>
                    <a:pt x="19" y="107"/>
                    <a:pt x="19" y="107"/>
                  </a:cubicBezTo>
                  <a:cubicBezTo>
                    <a:pt x="19" y="107"/>
                    <a:pt x="19" y="107"/>
                    <a:pt x="19" y="107"/>
                  </a:cubicBezTo>
                  <a:cubicBezTo>
                    <a:pt x="20" y="107"/>
                    <a:pt x="20" y="107"/>
                    <a:pt x="20" y="107"/>
                  </a:cubicBezTo>
                  <a:cubicBezTo>
                    <a:pt x="30" y="107"/>
                    <a:pt x="38" y="99"/>
                    <a:pt x="38" y="90"/>
                  </a:cubicBezTo>
                  <a:cubicBezTo>
                    <a:pt x="38" y="87"/>
                    <a:pt x="37" y="84"/>
                    <a:pt x="35" y="81"/>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474" name="Freeform 798"/>
            <p:cNvSpPr>
              <a:spLocks noChangeArrowheads="1"/>
            </p:cNvSpPr>
            <p:nvPr/>
          </p:nvSpPr>
          <p:spPr bwMode="auto">
            <a:xfrm>
              <a:off x="267823" y="50301"/>
              <a:ext cx="310111" cy="509050"/>
            </a:xfrm>
            <a:custGeom>
              <a:avLst/>
              <a:gdLst>
                <a:gd name="T0" fmla="*/ 0 w 143"/>
                <a:gd name="T1" fmla="*/ 2147483647 h 236"/>
                <a:gd name="T2" fmla="*/ 0 w 143"/>
                <a:gd name="T3" fmla="*/ 2147483647 h 236"/>
                <a:gd name="T4" fmla="*/ 2147483647 w 143"/>
                <a:gd name="T5" fmla="*/ 2147483647 h 236"/>
                <a:gd name="T6" fmla="*/ 2147483647 w 143"/>
                <a:gd name="T7" fmla="*/ 0 h 236"/>
                <a:gd name="T8" fmla="*/ 0 w 143"/>
                <a:gd name="T9" fmla="*/ 2147483647 h 236"/>
                <a:gd name="T10" fmla="*/ 0 60000 65536"/>
                <a:gd name="T11" fmla="*/ 0 60000 65536"/>
                <a:gd name="T12" fmla="*/ 0 60000 65536"/>
                <a:gd name="T13" fmla="*/ 0 60000 65536"/>
                <a:gd name="T14" fmla="*/ 0 60000 65536"/>
                <a:gd name="T15" fmla="*/ 0 w 143"/>
                <a:gd name="T16" fmla="*/ 0 h 236"/>
                <a:gd name="T17" fmla="*/ 143 w 143"/>
                <a:gd name="T18" fmla="*/ 236 h 236"/>
              </a:gdLst>
              <a:ahLst/>
              <a:cxnLst>
                <a:cxn ang="T10">
                  <a:pos x="T0" y="T1"/>
                </a:cxn>
                <a:cxn ang="T11">
                  <a:pos x="T2" y="T3"/>
                </a:cxn>
                <a:cxn ang="T12">
                  <a:pos x="T4" y="T5"/>
                </a:cxn>
                <a:cxn ang="T13">
                  <a:pos x="T6" y="T7"/>
                </a:cxn>
                <a:cxn ang="T14">
                  <a:pos x="T8" y="T9"/>
                </a:cxn>
              </a:cxnLst>
              <a:rect l="T15" t="T16" r="T17" b="T18"/>
              <a:pathLst>
                <a:path w="143" h="236">
                  <a:moveTo>
                    <a:pt x="0" y="71"/>
                  </a:moveTo>
                  <a:cubicBezTo>
                    <a:pt x="0" y="165"/>
                    <a:pt x="0" y="165"/>
                    <a:pt x="0" y="165"/>
                  </a:cubicBezTo>
                  <a:cubicBezTo>
                    <a:pt x="21" y="167"/>
                    <a:pt x="74" y="178"/>
                    <a:pt x="143" y="236"/>
                  </a:cubicBezTo>
                  <a:cubicBezTo>
                    <a:pt x="143" y="0"/>
                    <a:pt x="143" y="0"/>
                    <a:pt x="143" y="0"/>
                  </a:cubicBezTo>
                  <a:cubicBezTo>
                    <a:pt x="74" y="58"/>
                    <a:pt x="21" y="69"/>
                    <a:pt x="0" y="71"/>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475" name="Freeform 799"/>
            <p:cNvSpPr>
              <a:spLocks noChangeArrowheads="1"/>
            </p:cNvSpPr>
            <p:nvPr/>
          </p:nvSpPr>
          <p:spPr bwMode="auto">
            <a:xfrm>
              <a:off x="267823" y="50301"/>
              <a:ext cx="310111" cy="253518"/>
            </a:xfrm>
            <a:custGeom>
              <a:avLst/>
              <a:gdLst>
                <a:gd name="T0" fmla="*/ 0 w 143"/>
                <a:gd name="T1" fmla="*/ 2147483647 h 118"/>
                <a:gd name="T2" fmla="*/ 2147483647 w 143"/>
                <a:gd name="T3" fmla="*/ 2147483647 h 118"/>
                <a:gd name="T4" fmla="*/ 2147483647 w 143"/>
                <a:gd name="T5" fmla="*/ 0 h 118"/>
                <a:gd name="T6" fmla="*/ 0 w 143"/>
                <a:gd name="T7" fmla="*/ 2147483647 h 118"/>
                <a:gd name="T8" fmla="*/ 0 w 143"/>
                <a:gd name="T9" fmla="*/ 2147483647 h 118"/>
                <a:gd name="T10" fmla="*/ 0 60000 65536"/>
                <a:gd name="T11" fmla="*/ 0 60000 65536"/>
                <a:gd name="T12" fmla="*/ 0 60000 65536"/>
                <a:gd name="T13" fmla="*/ 0 60000 65536"/>
                <a:gd name="T14" fmla="*/ 0 60000 65536"/>
                <a:gd name="T15" fmla="*/ 0 w 143"/>
                <a:gd name="T16" fmla="*/ 0 h 118"/>
                <a:gd name="T17" fmla="*/ 143 w 143"/>
                <a:gd name="T18" fmla="*/ 118 h 118"/>
              </a:gdLst>
              <a:ahLst/>
              <a:cxnLst>
                <a:cxn ang="T10">
                  <a:pos x="T0" y="T1"/>
                </a:cxn>
                <a:cxn ang="T11">
                  <a:pos x="T2" y="T3"/>
                </a:cxn>
                <a:cxn ang="T12">
                  <a:pos x="T4" y="T5"/>
                </a:cxn>
                <a:cxn ang="T13">
                  <a:pos x="T6" y="T7"/>
                </a:cxn>
                <a:cxn ang="T14">
                  <a:pos x="T8" y="T9"/>
                </a:cxn>
              </a:cxnLst>
              <a:rect l="T15" t="T16" r="T17" b="T18"/>
              <a:pathLst>
                <a:path w="143" h="118">
                  <a:moveTo>
                    <a:pt x="0" y="118"/>
                  </a:moveTo>
                  <a:cubicBezTo>
                    <a:pt x="143" y="118"/>
                    <a:pt x="143" y="118"/>
                    <a:pt x="143" y="118"/>
                  </a:cubicBezTo>
                  <a:cubicBezTo>
                    <a:pt x="143" y="0"/>
                    <a:pt x="143" y="0"/>
                    <a:pt x="143" y="0"/>
                  </a:cubicBezTo>
                  <a:cubicBezTo>
                    <a:pt x="74" y="58"/>
                    <a:pt x="21" y="69"/>
                    <a:pt x="0" y="71"/>
                  </a:cubicBezTo>
                  <a:lnTo>
                    <a:pt x="0" y="118"/>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476" name="Freeform 800"/>
            <p:cNvSpPr>
              <a:spLocks noChangeArrowheads="1"/>
            </p:cNvSpPr>
            <p:nvPr/>
          </p:nvSpPr>
          <p:spPr bwMode="auto">
            <a:xfrm>
              <a:off x="0" y="185109"/>
              <a:ext cx="304069" cy="237422"/>
            </a:xfrm>
            <a:custGeom>
              <a:avLst/>
              <a:gdLst>
                <a:gd name="T0" fmla="*/ 2147483647 w 141"/>
                <a:gd name="T1" fmla="*/ 0 h 110"/>
                <a:gd name="T2" fmla="*/ 2147483647 w 141"/>
                <a:gd name="T3" fmla="*/ 0 h 110"/>
                <a:gd name="T4" fmla="*/ 2147483647 w 141"/>
                <a:gd name="T5" fmla="*/ 0 h 110"/>
                <a:gd name="T6" fmla="*/ 0 w 141"/>
                <a:gd name="T7" fmla="*/ 2147483647 h 110"/>
                <a:gd name="T8" fmla="*/ 0 w 141"/>
                <a:gd name="T9" fmla="*/ 2147483647 h 110"/>
                <a:gd name="T10" fmla="*/ 2147483647 w 141"/>
                <a:gd name="T11" fmla="*/ 2147483647 h 110"/>
                <a:gd name="T12" fmla="*/ 2147483647 w 141"/>
                <a:gd name="T13" fmla="*/ 2147483647 h 110"/>
                <a:gd name="T14" fmla="*/ 2147483647 w 141"/>
                <a:gd name="T15" fmla="*/ 2147483647 h 110"/>
                <a:gd name="T16" fmla="*/ 2147483647 w 141"/>
                <a:gd name="T17" fmla="*/ 2147483647 h 110"/>
                <a:gd name="T18" fmla="*/ 2147483647 w 141"/>
                <a:gd name="T19" fmla="*/ 2147483647 h 110"/>
                <a:gd name="T20" fmla="*/ 2147483647 w 141"/>
                <a:gd name="T21" fmla="*/ 2147483647 h 110"/>
                <a:gd name="T22" fmla="*/ 2147483647 w 141"/>
                <a:gd name="T23" fmla="*/ 2147483647 h 110"/>
                <a:gd name="T24" fmla="*/ 2147483647 w 141"/>
                <a:gd name="T25" fmla="*/ 0 h 11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41"/>
                <a:gd name="T40" fmla="*/ 0 h 110"/>
                <a:gd name="T41" fmla="*/ 141 w 141"/>
                <a:gd name="T42" fmla="*/ 110 h 11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41" h="110">
                  <a:moveTo>
                    <a:pt x="135" y="0"/>
                  </a:moveTo>
                  <a:cubicBezTo>
                    <a:pt x="110" y="0"/>
                    <a:pt x="110" y="0"/>
                    <a:pt x="110" y="0"/>
                  </a:cubicBezTo>
                  <a:cubicBezTo>
                    <a:pt x="31" y="0"/>
                    <a:pt x="31" y="0"/>
                    <a:pt x="31" y="0"/>
                  </a:cubicBezTo>
                  <a:cubicBezTo>
                    <a:pt x="14" y="0"/>
                    <a:pt x="0" y="14"/>
                    <a:pt x="0" y="31"/>
                  </a:cubicBezTo>
                  <a:cubicBezTo>
                    <a:pt x="0" y="79"/>
                    <a:pt x="0" y="79"/>
                    <a:pt x="0" y="79"/>
                  </a:cubicBezTo>
                  <a:cubicBezTo>
                    <a:pt x="0" y="96"/>
                    <a:pt x="14" y="110"/>
                    <a:pt x="31" y="110"/>
                  </a:cubicBezTo>
                  <a:cubicBezTo>
                    <a:pt x="110" y="110"/>
                    <a:pt x="110" y="110"/>
                    <a:pt x="110" y="110"/>
                  </a:cubicBezTo>
                  <a:cubicBezTo>
                    <a:pt x="135" y="110"/>
                    <a:pt x="135" y="110"/>
                    <a:pt x="135" y="110"/>
                  </a:cubicBezTo>
                  <a:cubicBezTo>
                    <a:pt x="138" y="110"/>
                    <a:pt x="141" y="107"/>
                    <a:pt x="141" y="104"/>
                  </a:cubicBezTo>
                  <a:cubicBezTo>
                    <a:pt x="141" y="79"/>
                    <a:pt x="141" y="79"/>
                    <a:pt x="141" y="79"/>
                  </a:cubicBezTo>
                  <a:cubicBezTo>
                    <a:pt x="141" y="31"/>
                    <a:pt x="141" y="31"/>
                    <a:pt x="141" y="31"/>
                  </a:cubicBezTo>
                  <a:cubicBezTo>
                    <a:pt x="141" y="6"/>
                    <a:pt x="141" y="6"/>
                    <a:pt x="141" y="6"/>
                  </a:cubicBezTo>
                  <a:cubicBezTo>
                    <a:pt x="141" y="3"/>
                    <a:pt x="138" y="0"/>
                    <a:pt x="135" y="0"/>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477" name="Rectangle 801"/>
            <p:cNvSpPr>
              <a:spLocks noChangeArrowheads="1"/>
            </p:cNvSpPr>
            <p:nvPr/>
          </p:nvSpPr>
          <p:spPr bwMode="auto">
            <a:xfrm>
              <a:off x="106726" y="422531"/>
              <a:ext cx="116795" cy="14084"/>
            </a:xfrm>
            <a:prstGeom prst="rect">
              <a:avLst/>
            </a:pr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zh-CN">
                <a:solidFill>
                  <a:srgbClr val="000000"/>
                </a:solidFill>
                <a:sym typeface="SimSun" panose="02010600030101010101" pitchFamily="2" charset="-122"/>
              </a:endParaRPr>
            </a:p>
          </p:txBody>
        </p:sp>
        <p:sp>
          <p:nvSpPr>
            <p:cNvPr id="478" name="Freeform 802"/>
            <p:cNvSpPr>
              <a:spLocks noChangeArrowheads="1"/>
            </p:cNvSpPr>
            <p:nvPr/>
          </p:nvSpPr>
          <p:spPr bwMode="auto">
            <a:xfrm>
              <a:off x="561824" y="50301"/>
              <a:ext cx="16110" cy="509050"/>
            </a:xfrm>
            <a:custGeom>
              <a:avLst/>
              <a:gdLst>
                <a:gd name="T0" fmla="*/ 0 w 7"/>
                <a:gd name="T1" fmla="*/ 2147483647 h 236"/>
                <a:gd name="T2" fmla="*/ 2147483647 w 7"/>
                <a:gd name="T3" fmla="*/ 2147483647 h 236"/>
                <a:gd name="T4" fmla="*/ 2147483647 w 7"/>
                <a:gd name="T5" fmla="*/ 0 h 236"/>
                <a:gd name="T6" fmla="*/ 0 w 7"/>
                <a:gd name="T7" fmla="*/ 2147483647 h 236"/>
                <a:gd name="T8" fmla="*/ 0 w 7"/>
                <a:gd name="T9" fmla="*/ 2147483647 h 236"/>
                <a:gd name="T10" fmla="*/ 0 60000 65536"/>
                <a:gd name="T11" fmla="*/ 0 60000 65536"/>
                <a:gd name="T12" fmla="*/ 0 60000 65536"/>
                <a:gd name="T13" fmla="*/ 0 60000 65536"/>
                <a:gd name="T14" fmla="*/ 0 60000 65536"/>
                <a:gd name="T15" fmla="*/ 0 w 7"/>
                <a:gd name="T16" fmla="*/ 0 h 236"/>
                <a:gd name="T17" fmla="*/ 7 w 7"/>
                <a:gd name="T18" fmla="*/ 236 h 236"/>
              </a:gdLst>
              <a:ahLst/>
              <a:cxnLst>
                <a:cxn ang="T10">
                  <a:pos x="T0" y="T1"/>
                </a:cxn>
                <a:cxn ang="T11">
                  <a:pos x="T2" y="T3"/>
                </a:cxn>
                <a:cxn ang="T12">
                  <a:pos x="T4" y="T5"/>
                </a:cxn>
                <a:cxn ang="T13">
                  <a:pos x="T6" y="T7"/>
                </a:cxn>
                <a:cxn ang="T14">
                  <a:pos x="T8" y="T9"/>
                </a:cxn>
              </a:cxnLst>
              <a:rect l="T15" t="T16" r="T17" b="T18"/>
              <a:pathLst>
                <a:path w="7" h="236">
                  <a:moveTo>
                    <a:pt x="0" y="230"/>
                  </a:moveTo>
                  <a:cubicBezTo>
                    <a:pt x="3" y="232"/>
                    <a:pt x="5" y="234"/>
                    <a:pt x="7" y="236"/>
                  </a:cubicBezTo>
                  <a:cubicBezTo>
                    <a:pt x="7" y="0"/>
                    <a:pt x="7" y="0"/>
                    <a:pt x="7" y="0"/>
                  </a:cubicBezTo>
                  <a:cubicBezTo>
                    <a:pt x="5" y="2"/>
                    <a:pt x="3" y="4"/>
                    <a:pt x="0" y="6"/>
                  </a:cubicBezTo>
                  <a:lnTo>
                    <a:pt x="0" y="230"/>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479" name="Freeform 803"/>
            <p:cNvSpPr>
              <a:spLocks noChangeArrowheads="1"/>
            </p:cNvSpPr>
            <p:nvPr/>
          </p:nvSpPr>
          <p:spPr bwMode="auto">
            <a:xfrm>
              <a:off x="0" y="185109"/>
              <a:ext cx="304069" cy="120723"/>
            </a:xfrm>
            <a:custGeom>
              <a:avLst/>
              <a:gdLst>
                <a:gd name="T0" fmla="*/ 2147483647 w 141"/>
                <a:gd name="T1" fmla="*/ 0 h 56"/>
                <a:gd name="T2" fmla="*/ 2147483647 w 141"/>
                <a:gd name="T3" fmla="*/ 0 h 56"/>
                <a:gd name="T4" fmla="*/ 0 w 141"/>
                <a:gd name="T5" fmla="*/ 2147483647 h 56"/>
                <a:gd name="T6" fmla="*/ 0 w 141"/>
                <a:gd name="T7" fmla="*/ 2147483647 h 56"/>
                <a:gd name="T8" fmla="*/ 2147483647 w 141"/>
                <a:gd name="T9" fmla="*/ 2147483647 h 56"/>
                <a:gd name="T10" fmla="*/ 2147483647 w 141"/>
                <a:gd name="T11" fmla="*/ 2147483647 h 56"/>
                <a:gd name="T12" fmla="*/ 2147483647 w 141"/>
                <a:gd name="T13" fmla="*/ 2147483647 h 56"/>
                <a:gd name="T14" fmla="*/ 2147483647 w 141"/>
                <a:gd name="T15" fmla="*/ 2147483647 h 56"/>
                <a:gd name="T16" fmla="*/ 2147483647 w 141"/>
                <a:gd name="T17" fmla="*/ 0 h 5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41"/>
                <a:gd name="T28" fmla="*/ 0 h 56"/>
                <a:gd name="T29" fmla="*/ 141 w 141"/>
                <a:gd name="T30" fmla="*/ 56 h 5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41" h="56">
                  <a:moveTo>
                    <a:pt x="135" y="0"/>
                  </a:moveTo>
                  <a:cubicBezTo>
                    <a:pt x="31" y="0"/>
                    <a:pt x="31" y="0"/>
                    <a:pt x="31" y="0"/>
                  </a:cubicBezTo>
                  <a:cubicBezTo>
                    <a:pt x="14" y="0"/>
                    <a:pt x="0" y="14"/>
                    <a:pt x="0" y="31"/>
                  </a:cubicBezTo>
                  <a:cubicBezTo>
                    <a:pt x="0" y="47"/>
                    <a:pt x="0" y="47"/>
                    <a:pt x="0" y="47"/>
                  </a:cubicBezTo>
                  <a:cubicBezTo>
                    <a:pt x="1" y="52"/>
                    <a:pt x="6" y="56"/>
                    <a:pt x="12" y="56"/>
                  </a:cubicBezTo>
                  <a:cubicBezTo>
                    <a:pt x="129" y="56"/>
                    <a:pt x="129" y="56"/>
                    <a:pt x="129" y="56"/>
                  </a:cubicBezTo>
                  <a:cubicBezTo>
                    <a:pt x="135" y="56"/>
                    <a:pt x="140" y="52"/>
                    <a:pt x="141" y="47"/>
                  </a:cubicBezTo>
                  <a:cubicBezTo>
                    <a:pt x="141" y="6"/>
                    <a:pt x="141" y="6"/>
                    <a:pt x="141" y="6"/>
                  </a:cubicBezTo>
                  <a:cubicBezTo>
                    <a:pt x="141" y="3"/>
                    <a:pt x="138" y="0"/>
                    <a:pt x="135" y="0"/>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480" name="Freeform 804"/>
            <p:cNvSpPr>
              <a:spLocks noChangeArrowheads="1"/>
            </p:cNvSpPr>
            <p:nvPr/>
          </p:nvSpPr>
          <p:spPr bwMode="auto">
            <a:xfrm>
              <a:off x="577934" y="305832"/>
              <a:ext cx="80548" cy="301808"/>
            </a:xfrm>
            <a:custGeom>
              <a:avLst/>
              <a:gdLst>
                <a:gd name="T0" fmla="*/ 0 w 38"/>
                <a:gd name="T1" fmla="*/ 0 h 140"/>
                <a:gd name="T2" fmla="*/ 0 w 38"/>
                <a:gd name="T3" fmla="*/ 2147483647 h 140"/>
                <a:gd name="T4" fmla="*/ 2147483647 w 38"/>
                <a:gd name="T5" fmla="*/ 2147483647 h 140"/>
                <a:gd name="T6" fmla="*/ 2147483647 w 38"/>
                <a:gd name="T7" fmla="*/ 2147483647 h 140"/>
                <a:gd name="T8" fmla="*/ 2147483647 w 38"/>
                <a:gd name="T9" fmla="*/ 2147483647 h 140"/>
                <a:gd name="T10" fmla="*/ 2147483647 w 38"/>
                <a:gd name="T11" fmla="*/ 0 h 140"/>
                <a:gd name="T12" fmla="*/ 0 w 38"/>
                <a:gd name="T13" fmla="*/ 0 h 140"/>
                <a:gd name="T14" fmla="*/ 0 60000 65536"/>
                <a:gd name="T15" fmla="*/ 0 60000 65536"/>
                <a:gd name="T16" fmla="*/ 0 60000 65536"/>
                <a:gd name="T17" fmla="*/ 0 60000 65536"/>
                <a:gd name="T18" fmla="*/ 0 60000 65536"/>
                <a:gd name="T19" fmla="*/ 0 60000 65536"/>
                <a:gd name="T20" fmla="*/ 0 60000 65536"/>
                <a:gd name="T21" fmla="*/ 0 w 38"/>
                <a:gd name="T22" fmla="*/ 0 h 140"/>
                <a:gd name="T23" fmla="*/ 38 w 38"/>
                <a:gd name="T24" fmla="*/ 140 h 14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8" h="140">
                  <a:moveTo>
                    <a:pt x="0" y="0"/>
                  </a:moveTo>
                  <a:cubicBezTo>
                    <a:pt x="0" y="127"/>
                    <a:pt x="0" y="127"/>
                    <a:pt x="0" y="127"/>
                  </a:cubicBezTo>
                  <a:cubicBezTo>
                    <a:pt x="0" y="134"/>
                    <a:pt x="6" y="140"/>
                    <a:pt x="13" y="140"/>
                  </a:cubicBezTo>
                  <a:cubicBezTo>
                    <a:pt x="26" y="140"/>
                    <a:pt x="26" y="140"/>
                    <a:pt x="26" y="140"/>
                  </a:cubicBezTo>
                  <a:cubicBezTo>
                    <a:pt x="32" y="140"/>
                    <a:pt x="38" y="134"/>
                    <a:pt x="38" y="127"/>
                  </a:cubicBezTo>
                  <a:cubicBezTo>
                    <a:pt x="38" y="0"/>
                    <a:pt x="38" y="0"/>
                    <a:pt x="38" y="0"/>
                  </a:cubicBezTo>
                  <a:lnTo>
                    <a:pt x="0" y="0"/>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481" name="Freeform 805"/>
            <p:cNvSpPr>
              <a:spLocks noChangeArrowheads="1"/>
            </p:cNvSpPr>
            <p:nvPr/>
          </p:nvSpPr>
          <p:spPr bwMode="auto">
            <a:xfrm>
              <a:off x="577934" y="0"/>
              <a:ext cx="80548" cy="305832"/>
            </a:xfrm>
            <a:custGeom>
              <a:avLst/>
              <a:gdLst>
                <a:gd name="T0" fmla="*/ 2147483647 w 38"/>
                <a:gd name="T1" fmla="*/ 2147483647 h 142"/>
                <a:gd name="T2" fmla="*/ 2147483647 w 38"/>
                <a:gd name="T3" fmla="*/ 0 h 142"/>
                <a:gd name="T4" fmla="*/ 2147483647 w 38"/>
                <a:gd name="T5" fmla="*/ 0 h 142"/>
                <a:gd name="T6" fmla="*/ 0 w 38"/>
                <a:gd name="T7" fmla="*/ 2147483647 h 142"/>
                <a:gd name="T8" fmla="*/ 0 w 38"/>
                <a:gd name="T9" fmla="*/ 2147483647 h 142"/>
                <a:gd name="T10" fmla="*/ 2147483647 w 38"/>
                <a:gd name="T11" fmla="*/ 2147483647 h 142"/>
                <a:gd name="T12" fmla="*/ 2147483647 w 38"/>
                <a:gd name="T13" fmla="*/ 2147483647 h 142"/>
                <a:gd name="T14" fmla="*/ 0 60000 65536"/>
                <a:gd name="T15" fmla="*/ 0 60000 65536"/>
                <a:gd name="T16" fmla="*/ 0 60000 65536"/>
                <a:gd name="T17" fmla="*/ 0 60000 65536"/>
                <a:gd name="T18" fmla="*/ 0 60000 65536"/>
                <a:gd name="T19" fmla="*/ 0 60000 65536"/>
                <a:gd name="T20" fmla="*/ 0 60000 65536"/>
                <a:gd name="T21" fmla="*/ 0 w 38"/>
                <a:gd name="T22" fmla="*/ 0 h 142"/>
                <a:gd name="T23" fmla="*/ 38 w 38"/>
                <a:gd name="T24" fmla="*/ 142 h 14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8" h="142">
                  <a:moveTo>
                    <a:pt x="38" y="13"/>
                  </a:moveTo>
                  <a:cubicBezTo>
                    <a:pt x="38" y="6"/>
                    <a:pt x="32" y="0"/>
                    <a:pt x="26" y="0"/>
                  </a:cubicBezTo>
                  <a:cubicBezTo>
                    <a:pt x="13" y="0"/>
                    <a:pt x="13" y="0"/>
                    <a:pt x="13" y="0"/>
                  </a:cubicBezTo>
                  <a:cubicBezTo>
                    <a:pt x="6" y="0"/>
                    <a:pt x="0" y="6"/>
                    <a:pt x="0" y="13"/>
                  </a:cubicBezTo>
                  <a:cubicBezTo>
                    <a:pt x="0" y="142"/>
                    <a:pt x="0" y="142"/>
                    <a:pt x="0" y="142"/>
                  </a:cubicBezTo>
                  <a:cubicBezTo>
                    <a:pt x="38" y="142"/>
                    <a:pt x="38" y="142"/>
                    <a:pt x="38" y="142"/>
                  </a:cubicBezTo>
                  <a:lnTo>
                    <a:pt x="38" y="13"/>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482" name="Freeform 806"/>
            <p:cNvSpPr>
              <a:spLocks noChangeArrowheads="1"/>
            </p:cNvSpPr>
            <p:nvPr/>
          </p:nvSpPr>
          <p:spPr bwMode="auto">
            <a:xfrm>
              <a:off x="304069" y="191144"/>
              <a:ext cx="16110" cy="225350"/>
            </a:xfrm>
            <a:custGeom>
              <a:avLst/>
              <a:gdLst>
                <a:gd name="T0" fmla="*/ 0 w 7"/>
                <a:gd name="T1" fmla="*/ 2147483647 h 104"/>
                <a:gd name="T2" fmla="*/ 2147483647 w 7"/>
                <a:gd name="T3" fmla="*/ 2147483647 h 104"/>
                <a:gd name="T4" fmla="*/ 2147483647 w 7"/>
                <a:gd name="T5" fmla="*/ 0 h 104"/>
                <a:gd name="T6" fmla="*/ 0 w 7"/>
                <a:gd name="T7" fmla="*/ 2147483647 h 104"/>
                <a:gd name="T8" fmla="*/ 0 w 7"/>
                <a:gd name="T9" fmla="*/ 2147483647 h 104"/>
                <a:gd name="T10" fmla="*/ 0 60000 65536"/>
                <a:gd name="T11" fmla="*/ 0 60000 65536"/>
                <a:gd name="T12" fmla="*/ 0 60000 65536"/>
                <a:gd name="T13" fmla="*/ 0 60000 65536"/>
                <a:gd name="T14" fmla="*/ 0 60000 65536"/>
                <a:gd name="T15" fmla="*/ 0 w 7"/>
                <a:gd name="T16" fmla="*/ 0 h 104"/>
                <a:gd name="T17" fmla="*/ 7 w 7"/>
                <a:gd name="T18" fmla="*/ 104 h 104"/>
              </a:gdLst>
              <a:ahLst/>
              <a:cxnLst>
                <a:cxn ang="T10">
                  <a:pos x="T0" y="T1"/>
                </a:cxn>
                <a:cxn ang="T11">
                  <a:pos x="T2" y="T3"/>
                </a:cxn>
                <a:cxn ang="T12">
                  <a:pos x="T4" y="T5"/>
                </a:cxn>
                <a:cxn ang="T13">
                  <a:pos x="T6" y="T7"/>
                </a:cxn>
                <a:cxn ang="T14">
                  <a:pos x="T8" y="T9"/>
                </a:cxn>
              </a:cxnLst>
              <a:rect l="T15" t="T16" r="T17" b="T18"/>
              <a:pathLst>
                <a:path w="7" h="104">
                  <a:moveTo>
                    <a:pt x="0" y="102"/>
                  </a:moveTo>
                  <a:cubicBezTo>
                    <a:pt x="2" y="102"/>
                    <a:pt x="5" y="103"/>
                    <a:pt x="7" y="104"/>
                  </a:cubicBezTo>
                  <a:cubicBezTo>
                    <a:pt x="7" y="0"/>
                    <a:pt x="7" y="0"/>
                    <a:pt x="7" y="0"/>
                  </a:cubicBezTo>
                  <a:cubicBezTo>
                    <a:pt x="5" y="1"/>
                    <a:pt x="2" y="2"/>
                    <a:pt x="0" y="2"/>
                  </a:cubicBezTo>
                  <a:lnTo>
                    <a:pt x="0" y="102"/>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gr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矩形 70"/>
          <p:cNvSpPr/>
          <p:nvPr/>
        </p:nvSpPr>
        <p:spPr>
          <a:xfrm>
            <a:off x="17961936" y="607033"/>
            <a:ext cx="304799" cy="828221"/>
          </a:xfrm>
          <a:prstGeom prst="rect">
            <a:avLst/>
          </a:prstGeom>
          <a:solidFill>
            <a:srgbClr val="F024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p>
        </p:txBody>
      </p:sp>
      <p:sp>
        <p:nvSpPr>
          <p:cNvPr id="72" name="矩形 71"/>
          <p:cNvSpPr/>
          <p:nvPr/>
        </p:nvSpPr>
        <p:spPr>
          <a:xfrm>
            <a:off x="17831306" y="607033"/>
            <a:ext cx="79828" cy="828221"/>
          </a:xfrm>
          <a:prstGeom prst="rect">
            <a:avLst/>
          </a:prstGeom>
          <a:solidFill>
            <a:srgbClr val="F024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p>
        </p:txBody>
      </p:sp>
      <p:sp>
        <p:nvSpPr>
          <p:cNvPr id="73" name="文本框 72"/>
          <p:cNvSpPr txBox="1"/>
          <p:nvPr/>
        </p:nvSpPr>
        <p:spPr>
          <a:xfrm>
            <a:off x="16922977" y="604257"/>
            <a:ext cx="947405" cy="829945"/>
          </a:xfrm>
          <a:prstGeom prst="rect">
            <a:avLst/>
          </a:prstGeom>
          <a:noFill/>
        </p:spPr>
        <p:txBody>
          <a:bodyPr wrap="square" rtlCol="0">
            <a:spAutoFit/>
          </a:bodyPr>
          <a:lstStyle/>
          <a:p>
            <a:r>
              <a:rPr lang="en-US" altLang="vi-VN" sz="4800" dirty="0" smtClean="0">
                <a:solidFill>
                  <a:schemeClr val="bg1"/>
                </a:solidFill>
                <a:latin typeface="Microsoft YaHei" panose="020B0503020204020204" pitchFamily="34" charset="-122"/>
                <a:ea typeface="Microsoft YaHei" panose="020B0503020204020204" pitchFamily="34" charset="-122"/>
              </a:rPr>
              <a:t>12</a:t>
            </a:r>
            <a:endParaRPr lang="vi-VN" altLang="en-US" sz="4800" dirty="0" smtClean="0">
              <a:solidFill>
                <a:schemeClr val="bg1"/>
              </a:solidFill>
              <a:latin typeface="Microsoft YaHei" panose="020B0503020204020204" pitchFamily="34" charset="-122"/>
              <a:ea typeface="Microsoft YaHei" panose="020B0503020204020204" pitchFamily="34" charset="-122"/>
            </a:endParaRPr>
          </a:p>
        </p:txBody>
      </p:sp>
      <p:grpSp>
        <p:nvGrpSpPr>
          <p:cNvPr id="4" name="组合 3"/>
          <p:cNvGrpSpPr/>
          <p:nvPr/>
        </p:nvGrpSpPr>
        <p:grpSpPr>
          <a:xfrm>
            <a:off x="14187805" y="7916545"/>
            <a:ext cx="4548505" cy="2686685"/>
            <a:chOff x="11519983" y="5270056"/>
            <a:chExt cx="5829924" cy="3299229"/>
          </a:xfrm>
        </p:grpSpPr>
        <p:grpSp>
          <p:nvGrpSpPr>
            <p:cNvPr id="97" name="组合 96"/>
            <p:cNvGrpSpPr/>
            <p:nvPr/>
          </p:nvGrpSpPr>
          <p:grpSpPr>
            <a:xfrm rot="5400000">
              <a:off x="12785331" y="4004708"/>
              <a:ext cx="3299229" cy="5829924"/>
              <a:chOff x="4862722" y="-238122"/>
              <a:chExt cx="3541407" cy="6152922"/>
            </a:xfrm>
          </p:grpSpPr>
          <p:grpSp>
            <p:nvGrpSpPr>
              <p:cNvPr id="98" name="组合 97"/>
              <p:cNvGrpSpPr/>
              <p:nvPr/>
            </p:nvGrpSpPr>
            <p:grpSpPr>
              <a:xfrm>
                <a:off x="4862722" y="-238122"/>
                <a:ext cx="3541407" cy="6152922"/>
                <a:chOff x="4862722" y="-238122"/>
                <a:chExt cx="3541407" cy="6152922"/>
              </a:xfrm>
              <a:effectLst>
                <a:outerShdw blurRad="203200" dist="101600" dir="2700000" algn="ctr" rotWithShape="0">
                  <a:schemeClr val="tx1">
                    <a:alpha val="40000"/>
                  </a:schemeClr>
                </a:outerShdw>
              </a:effectLst>
            </p:grpSpPr>
            <p:grpSp>
              <p:nvGrpSpPr>
                <p:cNvPr id="108" name="组合 107"/>
                <p:cNvGrpSpPr/>
                <p:nvPr/>
              </p:nvGrpSpPr>
              <p:grpSpPr>
                <a:xfrm>
                  <a:off x="7282083" y="1812626"/>
                  <a:ext cx="45719" cy="310161"/>
                  <a:chOff x="8020452" y="2062264"/>
                  <a:chExt cx="150782" cy="787940"/>
                </a:xfrm>
              </p:grpSpPr>
              <p:sp>
                <p:nvSpPr>
                  <p:cNvPr id="127" name="圆角矩形 126"/>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8" name="圆角矩形 127"/>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09" name="组合 108"/>
                <p:cNvGrpSpPr/>
                <p:nvPr/>
              </p:nvGrpSpPr>
              <p:grpSpPr>
                <a:xfrm>
                  <a:off x="4862722" y="2122787"/>
                  <a:ext cx="45719" cy="239059"/>
                  <a:chOff x="8020452" y="2062264"/>
                  <a:chExt cx="150782" cy="787940"/>
                </a:xfrm>
              </p:grpSpPr>
              <p:sp>
                <p:nvSpPr>
                  <p:cNvPr id="125" name="圆角矩形 124"/>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6" name="圆角矩形 125"/>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0" name="组合 109"/>
                <p:cNvGrpSpPr/>
                <p:nvPr/>
              </p:nvGrpSpPr>
              <p:grpSpPr>
                <a:xfrm>
                  <a:off x="4862722" y="1812626"/>
                  <a:ext cx="45719" cy="239059"/>
                  <a:chOff x="8020452" y="2062264"/>
                  <a:chExt cx="150782" cy="787940"/>
                </a:xfrm>
              </p:grpSpPr>
              <p:sp>
                <p:nvSpPr>
                  <p:cNvPr id="123" name="圆角矩形 122"/>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4" name="圆角矩形 123"/>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1" name="组合 110"/>
                <p:cNvGrpSpPr/>
                <p:nvPr/>
              </p:nvGrpSpPr>
              <p:grpSpPr>
                <a:xfrm>
                  <a:off x="4862722" y="1543685"/>
                  <a:ext cx="45719" cy="117603"/>
                  <a:chOff x="8020452" y="2062264"/>
                  <a:chExt cx="150782" cy="787940"/>
                </a:xfrm>
              </p:grpSpPr>
              <p:sp>
                <p:nvSpPr>
                  <p:cNvPr id="121" name="圆角矩形 120"/>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2" name="圆角矩形 121"/>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2" name="圆角矩形 111"/>
                <p:cNvSpPr/>
                <p:nvPr/>
              </p:nvSpPr>
              <p:spPr>
                <a:xfrm>
                  <a:off x="4890000" y="943200"/>
                  <a:ext cx="2412000" cy="4971600"/>
                </a:xfrm>
                <a:prstGeom prst="roundRect">
                  <a:avLst>
                    <a:gd name="adj" fmla="val 7335"/>
                  </a:avLst>
                </a:prstGeom>
                <a:solidFill>
                  <a:srgbClr val="404040"/>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3" name="圆角矩形 112"/>
                <p:cNvSpPr/>
                <p:nvPr/>
              </p:nvSpPr>
              <p:spPr>
                <a:xfrm>
                  <a:off x="4926000" y="979200"/>
                  <a:ext cx="2340000" cy="4899600"/>
                </a:xfrm>
                <a:prstGeom prst="roundRect">
                  <a:avLst>
                    <a:gd name="adj" fmla="val 7335"/>
                  </a:avLst>
                </a:prstGeom>
                <a:solidFill>
                  <a:srgbClr val="05050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4" name="矩形 113"/>
                <p:cNvSpPr/>
                <p:nvPr/>
              </p:nvSpPr>
              <p:spPr>
                <a:xfrm>
                  <a:off x="5034000" y="1540800"/>
                  <a:ext cx="2124000" cy="377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5" name="圆角矩形 114"/>
                <p:cNvSpPr/>
                <p:nvPr/>
              </p:nvSpPr>
              <p:spPr>
                <a:xfrm>
                  <a:off x="5901599" y="1206000"/>
                  <a:ext cx="388800" cy="36000"/>
                </a:xfrm>
                <a:prstGeom prst="roundRect">
                  <a:avLst>
                    <a:gd name="adj" fmla="val 50000"/>
                  </a:avLst>
                </a:prstGeom>
                <a:solidFill>
                  <a:srgbClr val="0D0D0D"/>
                </a:solidFill>
                <a:ln>
                  <a:noFill/>
                </a:ln>
                <a:scene3d>
                  <a:camera prst="orthographicFront"/>
                  <a:lightRig rig="threePt" dir="t"/>
                </a:scene3d>
                <a:sp3d>
                  <a:bevelT w="69850" h="50800" prst="coolSlan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16" name="组合 115"/>
                <p:cNvGrpSpPr/>
                <p:nvPr/>
              </p:nvGrpSpPr>
              <p:grpSpPr>
                <a:xfrm>
                  <a:off x="5905200" y="5406664"/>
                  <a:ext cx="381600" cy="381600"/>
                  <a:chOff x="5905200" y="3238200"/>
                  <a:chExt cx="381600" cy="381600"/>
                </a:xfrm>
              </p:grpSpPr>
              <p:sp>
                <p:nvSpPr>
                  <p:cNvPr id="119" name="椭圆 118"/>
                  <p:cNvSpPr/>
                  <p:nvPr/>
                </p:nvSpPr>
                <p:spPr>
                  <a:xfrm>
                    <a:off x="5905200" y="3238200"/>
                    <a:ext cx="381600" cy="381600"/>
                  </a:xfrm>
                  <a:prstGeom prst="ellipse">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0" name="椭圆 119"/>
                  <p:cNvSpPr/>
                  <p:nvPr/>
                </p:nvSpPr>
                <p:spPr>
                  <a:xfrm>
                    <a:off x="5932200" y="3265200"/>
                    <a:ext cx="327600" cy="3276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7" name="圆角矩形 116"/>
                <p:cNvSpPr/>
                <p:nvPr/>
              </p:nvSpPr>
              <p:spPr>
                <a:xfrm>
                  <a:off x="4883060" y="952391"/>
                  <a:ext cx="2376000" cy="4952144"/>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8" name="圆角矩形 117"/>
                <p:cNvSpPr/>
                <p:nvPr/>
              </p:nvSpPr>
              <p:spPr>
                <a:xfrm>
                  <a:off x="6028129" y="-238122"/>
                  <a:ext cx="2376000" cy="4935600"/>
                </a:xfrm>
                <a:prstGeom prst="roundRect">
                  <a:avLst>
                    <a:gd name="adj" fmla="val 7335"/>
                  </a:avLst>
                </a:prstGeom>
                <a:gradFill flip="none" rotWithShape="1">
                  <a:gsLst>
                    <a:gs pos="0">
                      <a:srgbClr val="FFFFFF">
                        <a:alpha val="18000"/>
                      </a:srgbClr>
                    </a:gs>
                    <a:gs pos="5000">
                      <a:srgbClr val="FFFFFF">
                        <a:alpha val="0"/>
                      </a:srgb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99" name="组合 98"/>
              <p:cNvGrpSpPr/>
              <p:nvPr/>
            </p:nvGrpSpPr>
            <p:grpSpPr>
              <a:xfrm>
                <a:off x="6856135" y="1608679"/>
                <a:ext cx="156128" cy="54425"/>
                <a:chOff x="6770056" y="1608698"/>
                <a:chExt cx="156128" cy="65855"/>
              </a:xfrm>
            </p:grpSpPr>
            <p:sp>
              <p:nvSpPr>
                <p:cNvPr id="105" name="矩形 104"/>
                <p:cNvSpPr/>
                <p:nvPr/>
              </p:nvSpPr>
              <p:spPr>
                <a:xfrm>
                  <a:off x="6770056" y="1608698"/>
                  <a:ext cx="146501" cy="65855"/>
                </a:xfrm>
                <a:prstGeom prst="rect">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6" name="矩形 105"/>
                <p:cNvSpPr/>
                <p:nvPr/>
              </p:nvSpPr>
              <p:spPr>
                <a:xfrm>
                  <a:off x="6916234" y="1633796"/>
                  <a:ext cx="9950" cy="16633"/>
                </a:xfrm>
                <a:prstGeom prst="rect">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7" name="矩形 106"/>
                <p:cNvSpPr/>
                <p:nvPr/>
              </p:nvSpPr>
              <p:spPr>
                <a:xfrm>
                  <a:off x="6770056" y="1608699"/>
                  <a:ext cx="83493" cy="6585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0" name="椭圆 99"/>
              <p:cNvSpPr/>
              <p:nvPr/>
            </p:nvSpPr>
            <p:spPr>
              <a:xfrm>
                <a:off x="5123906"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1" name="椭圆 100"/>
              <p:cNvSpPr/>
              <p:nvPr/>
            </p:nvSpPr>
            <p:spPr>
              <a:xfrm>
                <a:off x="5176565"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2" name="椭圆 101"/>
              <p:cNvSpPr/>
              <p:nvPr/>
            </p:nvSpPr>
            <p:spPr>
              <a:xfrm>
                <a:off x="5224538"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3" name="椭圆 102"/>
              <p:cNvSpPr/>
              <p:nvPr/>
            </p:nvSpPr>
            <p:spPr>
              <a:xfrm>
                <a:off x="5274547"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 name="椭圆 103"/>
              <p:cNvSpPr/>
              <p:nvPr/>
            </p:nvSpPr>
            <p:spPr>
              <a:xfrm>
                <a:off x="5324640" y="1619118"/>
                <a:ext cx="41564" cy="41564"/>
              </a:xfrm>
              <a:prstGeom prst="ellipse">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38" name="矩形 137"/>
            <p:cNvSpPr/>
            <p:nvPr/>
          </p:nvSpPr>
          <p:spPr bwMode="auto">
            <a:xfrm rot="16200000">
              <a:off x="12870306" y="4596683"/>
              <a:ext cx="1987572" cy="3635808"/>
            </a:xfrm>
            <a:prstGeom prst="rect">
              <a:avLst/>
            </a:prstGeom>
            <a:solidFill>
              <a:srgbClr val="2B7FB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 typeface="Arial" panose="020B0604020202020204" pitchFamily="34" charset="0"/>
                <a:buNone/>
                <a:defRPr/>
              </a:pPr>
              <a:endParaRPr lang="zh-CN" altLang="en-US"/>
            </a:p>
          </p:txBody>
        </p:sp>
        <p:grpSp>
          <p:nvGrpSpPr>
            <p:cNvPr id="141" name="组合 2"/>
            <p:cNvGrpSpPr/>
            <p:nvPr/>
          </p:nvGrpSpPr>
          <p:grpSpPr bwMode="auto">
            <a:xfrm>
              <a:off x="13580951" y="5774163"/>
              <a:ext cx="608013" cy="619125"/>
              <a:chOff x="7938529" y="3078391"/>
              <a:chExt cx="607404" cy="617990"/>
            </a:xfrm>
          </p:grpSpPr>
          <p:sp>
            <p:nvSpPr>
              <p:cNvPr id="142" name="object 5"/>
              <p:cNvSpPr/>
              <p:nvPr/>
            </p:nvSpPr>
            <p:spPr bwMode="auto">
              <a:xfrm>
                <a:off x="8052890" y="3078391"/>
                <a:ext cx="137478" cy="276999"/>
              </a:xfrm>
              <a:custGeom>
                <a:avLst/>
                <a:gdLst>
                  <a:gd name="T0" fmla="*/ 17874 w 226695"/>
                  <a:gd name="T1" fmla="*/ 0 h 262254"/>
                  <a:gd name="T2" fmla="*/ 0 w 226695"/>
                  <a:gd name="T3" fmla="*/ 197759 h 262254"/>
                  <a:gd name="T4" fmla="*/ 30590 w 226695"/>
                  <a:gd name="T5" fmla="*/ 326123 h 262254"/>
                  <a:gd name="T6" fmla="*/ 17874 w 226695"/>
                  <a:gd name="T7" fmla="*/ 0 h 26225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26695" h="262254">
                    <a:moveTo>
                      <a:pt x="132153" y="0"/>
                    </a:moveTo>
                    <a:lnTo>
                      <a:pt x="0" y="158895"/>
                    </a:lnTo>
                    <a:lnTo>
                      <a:pt x="226160" y="262033"/>
                    </a:lnTo>
                    <a:lnTo>
                      <a:pt x="132153" y="0"/>
                    </a:lnTo>
                    <a:close/>
                  </a:path>
                </a:pathLst>
              </a:custGeom>
              <a:solidFill>
                <a:srgbClr val="4ABA92"/>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3" name="object 6"/>
              <p:cNvSpPr/>
              <p:nvPr/>
            </p:nvSpPr>
            <p:spPr bwMode="auto">
              <a:xfrm>
                <a:off x="8090831" y="3419382"/>
                <a:ext cx="363912" cy="276999"/>
              </a:xfrm>
              <a:custGeom>
                <a:avLst/>
                <a:gdLst>
                  <a:gd name="T0" fmla="*/ 50573 w 600075"/>
                  <a:gd name="T1" fmla="*/ 0 h 479425"/>
                  <a:gd name="T2" fmla="*/ 0 w 600075"/>
                  <a:gd name="T3" fmla="*/ 50100 h 479425"/>
                  <a:gd name="T4" fmla="*/ 60332 w 600075"/>
                  <a:gd name="T5" fmla="*/ 53398 h 479425"/>
                  <a:gd name="T6" fmla="*/ 81164 w 600075"/>
                  <a:gd name="T7" fmla="*/ 11494 h 479425"/>
                  <a:gd name="T8" fmla="*/ 50573 w 600075"/>
                  <a:gd name="T9" fmla="*/ 0 h 4794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00075" h="479425">
                    <a:moveTo>
                      <a:pt x="373904" y="0"/>
                    </a:moveTo>
                    <a:lnTo>
                      <a:pt x="0" y="449588"/>
                    </a:lnTo>
                    <a:lnTo>
                      <a:pt x="446049" y="479179"/>
                    </a:lnTo>
                    <a:lnTo>
                      <a:pt x="600065" y="103138"/>
                    </a:lnTo>
                    <a:lnTo>
                      <a:pt x="373904" y="0"/>
                    </a:lnTo>
                    <a:close/>
                  </a:path>
                </a:pathLst>
              </a:custGeom>
              <a:solidFill>
                <a:srgbClr val="F94C07"/>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4" name="object 7"/>
              <p:cNvSpPr/>
              <p:nvPr/>
            </p:nvSpPr>
            <p:spPr bwMode="auto">
              <a:xfrm>
                <a:off x="8161226" y="3175050"/>
                <a:ext cx="384707" cy="276999"/>
              </a:xfrm>
              <a:custGeom>
                <a:avLst/>
                <a:gdLst>
                  <a:gd name="T0" fmla="*/ 0 w 634365"/>
                  <a:gd name="T1" fmla="*/ 0 h 229235"/>
                  <a:gd name="T2" fmla="*/ 67888 w 634365"/>
                  <a:gd name="T3" fmla="*/ 488025 h 229235"/>
                  <a:gd name="T4" fmla="*/ 85762 w 634365"/>
                  <a:gd name="T5" fmla="*/ 149257 h 229235"/>
                  <a:gd name="T6" fmla="*/ 0 w 634365"/>
                  <a:gd name="T7" fmla="*/ 0 h 22923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34365" h="229235">
                    <a:moveTo>
                      <a:pt x="0" y="0"/>
                    </a:moveTo>
                    <a:lnTo>
                      <a:pt x="501911" y="228904"/>
                    </a:lnTo>
                    <a:lnTo>
                      <a:pt x="634064" y="70008"/>
                    </a:lnTo>
                    <a:lnTo>
                      <a:pt x="0" y="0"/>
                    </a:lnTo>
                    <a:close/>
                  </a:path>
                </a:pathLst>
              </a:custGeom>
              <a:solidFill>
                <a:srgbClr val="1F4E79"/>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5" name="object 8"/>
              <p:cNvSpPr/>
              <p:nvPr/>
            </p:nvSpPr>
            <p:spPr bwMode="auto">
              <a:xfrm>
                <a:off x="7945652" y="3216890"/>
                <a:ext cx="145179" cy="193317"/>
              </a:xfrm>
              <a:custGeom>
                <a:avLst/>
                <a:gdLst>
                  <a:gd name="T0" fmla="*/ 19983 w 200025"/>
                  <a:gd name="T1" fmla="*/ 0 h 678814"/>
                  <a:gd name="T2" fmla="*/ 0 w 200025"/>
                  <a:gd name="T3" fmla="*/ 2184 h 678814"/>
                  <a:gd name="T4" fmla="*/ 55509 w 200025"/>
                  <a:gd name="T5" fmla="*/ 4463 h 678814"/>
                  <a:gd name="T6" fmla="*/ 19983 w 200025"/>
                  <a:gd name="T7" fmla="*/ 0 h 6788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0025" h="678814">
                    <a:moveTo>
                      <a:pt x="72008" y="0"/>
                    </a:moveTo>
                    <a:lnTo>
                      <a:pt x="0" y="332031"/>
                    </a:lnTo>
                    <a:lnTo>
                      <a:pt x="200025" y="678481"/>
                    </a:lnTo>
                    <a:lnTo>
                      <a:pt x="72008" y="0"/>
                    </a:lnTo>
                    <a:close/>
                  </a:path>
                </a:pathLst>
              </a:custGeom>
              <a:solidFill>
                <a:srgbClr val="00B050"/>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6" name="object 9"/>
              <p:cNvSpPr/>
              <p:nvPr/>
            </p:nvSpPr>
            <p:spPr bwMode="auto">
              <a:xfrm>
                <a:off x="7938529" y="3379992"/>
                <a:ext cx="304607" cy="276999"/>
              </a:xfrm>
              <a:custGeom>
                <a:avLst/>
                <a:gdLst>
                  <a:gd name="T0" fmla="*/ 0 w 502284"/>
                  <a:gd name="T1" fmla="*/ 0 h 678814"/>
                  <a:gd name="T2" fmla="*/ 17315 w 502284"/>
                  <a:gd name="T3" fmla="*/ 18813 h 678814"/>
                  <a:gd name="T4" fmla="*/ 67889 w 502284"/>
                  <a:gd name="T5" fmla="*/ 6347 h 678814"/>
                  <a:gd name="T6" fmla="*/ 0 w 502284"/>
                  <a:gd name="T7" fmla="*/ 0 h 6788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02284" h="678814">
                    <a:moveTo>
                      <a:pt x="0" y="0"/>
                    </a:moveTo>
                    <a:lnTo>
                      <a:pt x="128017" y="678492"/>
                    </a:lnTo>
                    <a:lnTo>
                      <a:pt x="501921" y="228904"/>
                    </a:lnTo>
                    <a:lnTo>
                      <a:pt x="0" y="0"/>
                    </a:lnTo>
                    <a:close/>
                  </a:path>
                </a:pathLst>
              </a:custGeom>
              <a:solidFill>
                <a:srgbClr val="ED7D31"/>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grpSp>
        <p:sp>
          <p:nvSpPr>
            <p:cNvPr id="147" name="矩形 23"/>
            <p:cNvSpPr>
              <a:spLocks noChangeArrowheads="1"/>
            </p:cNvSpPr>
            <p:nvPr/>
          </p:nvSpPr>
          <p:spPr bwMode="auto">
            <a:xfrm>
              <a:off x="12758941" y="6563170"/>
              <a:ext cx="2303462" cy="50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2F6583"/>
                  </a:solidFill>
                  <a:bevel/>
                </a14:hiddenLine>
              </a:ext>
            </a:extLst>
          </p:spPr>
          <p:txBody>
            <a:bodyPr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SimSun"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SimSun"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SimSun"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9pPr>
            </a:lstStyle>
            <a:p>
              <a:pPr algn="ctr">
                <a:lnSpc>
                  <a:spcPct val="100000"/>
                </a:lnSpc>
                <a:spcBef>
                  <a:spcPct val="0"/>
                </a:spcBef>
                <a:buFont typeface="Arial" panose="020B0604020202020204" pitchFamily="34" charset="0"/>
                <a:buNone/>
              </a:pPr>
              <a:r>
                <a:rPr lang="vi-VN" altLang="zh-CN" sz="2500" dirty="0">
                  <a:solidFill>
                    <a:schemeClr val="bg1"/>
                  </a:solidFill>
                  <a:latin typeface="Impact" panose="020B0806030902050204" pitchFamily="34" charset="0"/>
                  <a:ea typeface="Microsoft YaHei" panose="020B0503020204020204" pitchFamily="34" charset="-122"/>
                  <a:sym typeface="Impact" panose="020B0806030902050204" pitchFamily="34" charset="0"/>
                </a:rPr>
                <a:t>Nhóm </a:t>
              </a:r>
              <a:r>
                <a:rPr lang="vi-VN" altLang="zh-CN" sz="2500" dirty="0">
                  <a:solidFill>
                    <a:schemeClr val="bg1"/>
                  </a:solidFill>
                  <a:latin typeface="Impact" panose="020B0806030902050204" pitchFamily="34" charset="0"/>
                  <a:ea typeface="Microsoft YaHei" panose="020B0503020204020204" pitchFamily="34" charset="-122"/>
                  <a:sym typeface="Impact" panose="020B0806030902050204" pitchFamily="34" charset="0"/>
                </a:rPr>
                <a:t>6</a:t>
              </a:r>
              <a:endParaRPr lang="vi-VN" altLang="zh-CN" sz="2500" dirty="0">
                <a:solidFill>
                  <a:schemeClr val="bg1"/>
                </a:solidFill>
                <a:latin typeface="Impact" panose="020B0806030902050204" pitchFamily="34" charset="0"/>
                <a:ea typeface="Microsoft YaHei" panose="020B0503020204020204" pitchFamily="34" charset="-122"/>
                <a:sym typeface="Impact" panose="020B0806030902050204" pitchFamily="34" charset="0"/>
              </a:endParaRPr>
            </a:p>
          </p:txBody>
        </p:sp>
      </p:grpSp>
      <p:sp>
        <p:nvSpPr>
          <p:cNvPr id="5" name="Rounded Rectangle 4"/>
          <p:cNvSpPr/>
          <p:nvPr/>
        </p:nvSpPr>
        <p:spPr>
          <a:xfrm>
            <a:off x="304800" y="638810"/>
            <a:ext cx="8768080" cy="802005"/>
          </a:xfrm>
          <a:prstGeom prst="roundRect">
            <a:avLst/>
          </a:prstGeom>
          <a:solidFill>
            <a:srgbClr val="F02424"/>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6" name="object 3"/>
          <p:cNvSpPr txBox="1">
            <a:spLocks noChangeArrowheads="1"/>
          </p:cNvSpPr>
          <p:nvPr/>
        </p:nvSpPr>
        <p:spPr bwMode="auto">
          <a:xfrm>
            <a:off x="1071880" y="730250"/>
            <a:ext cx="7847965" cy="615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marL="6350">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SimSun"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SimSun"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SimSun"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9pPr>
          </a:lstStyle>
          <a:p>
            <a:pPr algn="ctr">
              <a:lnSpc>
                <a:spcPct val="100000"/>
              </a:lnSpc>
              <a:spcBef>
                <a:spcPct val="0"/>
              </a:spcBef>
              <a:buFont typeface="Arial" panose="020B0604020202020204" pitchFamily="34" charset="0"/>
              <a:buNone/>
            </a:pPr>
            <a:r>
              <a:rPr lang="vi-VN" altLang="zh-CN" sz="4000" dirty="0" smtClean="0">
                <a:solidFill>
                  <a:srgbClr val="FFFFFF"/>
                </a:solidFill>
                <a:latin typeface="Microsoft YaHei" panose="020B0503020204020204" pitchFamily="34" charset="-122"/>
                <a:ea typeface="Microsoft YaHei" panose="020B0503020204020204" pitchFamily="34" charset="-122"/>
                <a:sym typeface="+mn-ea"/>
              </a:rPr>
              <a:t>Playfair Cipher</a:t>
            </a:r>
            <a:endParaRPr lang="vi-VN" altLang="zh-CN" sz="4000" dirty="0" smtClean="0">
              <a:solidFill>
                <a:srgbClr val="FFFFFF"/>
              </a:solidFill>
              <a:latin typeface="Microsoft YaHei" panose="020B0503020204020204" pitchFamily="34" charset="-122"/>
              <a:ea typeface="Microsoft YaHei" panose="020B0503020204020204" pitchFamily="34" charset="-122"/>
              <a:sym typeface="+mn-ea"/>
            </a:endParaRPr>
          </a:p>
        </p:txBody>
      </p:sp>
      <p:sp>
        <p:nvSpPr>
          <p:cNvPr id="2" name="文本框 162"/>
          <p:cNvSpPr txBox="1"/>
          <p:nvPr/>
        </p:nvSpPr>
        <p:spPr>
          <a:xfrm>
            <a:off x="311150" y="1720850"/>
            <a:ext cx="17559020" cy="8181975"/>
          </a:xfrm>
          <a:prstGeom prst="rect">
            <a:avLst/>
          </a:prstGeom>
          <a:noFill/>
        </p:spPr>
        <p:txBody>
          <a:bodyPr wrap="square" rtlCol="0">
            <a:noAutofit/>
          </a:bodyPr>
          <a:p>
            <a:pPr marL="127000" indent="0">
              <a:lnSpc>
                <a:spcPct val="200000"/>
              </a:lnSpc>
              <a:buNone/>
            </a:pPr>
            <a:r>
              <a:rPr lang="en-US" altLang="zh-HK" sz="3600" dirty="0" smtClean="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sym typeface="+mn-ea"/>
              </a:rPr>
              <a:t>c, Ưu điểm của Playfair Cipher:</a:t>
            </a:r>
            <a:endParaRPr lang="en-US" altLang="zh-HK" sz="3600" dirty="0" smtClean="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sym typeface="+mn-ea"/>
            </a:endParaRPr>
          </a:p>
          <a:p>
            <a:pPr marL="127000" indent="0">
              <a:lnSpc>
                <a:spcPct val="200000"/>
              </a:lnSpc>
              <a:buNone/>
            </a:pPr>
            <a:r>
              <a:rPr lang="en-US" altLang="zh-HK" sz="3600" dirty="0" smtClean="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sym typeface="+mn-ea"/>
              </a:rPr>
              <a:t>- Bảo mật tốt hơn Caesar Cipher: Playfair sử dụng các cặp ký tự thay vì từng ký tự đơn, làm cho phân tích tần số trở nên khó khăn hơn. Điều này giúp tăng cường tính bảo mật so với các phương pháp đơn giản hơn.</a:t>
            </a:r>
            <a:endParaRPr lang="en-US" altLang="zh-HK" sz="3600" dirty="0" smtClean="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sym typeface="+mn-ea"/>
            </a:endParaRPr>
          </a:p>
          <a:p>
            <a:pPr marL="127000" indent="0">
              <a:lnSpc>
                <a:spcPct val="200000"/>
              </a:lnSpc>
              <a:buNone/>
            </a:pPr>
            <a:r>
              <a:rPr lang="en-US" altLang="zh-HK" sz="3600" dirty="0" smtClean="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sym typeface="+mn-ea"/>
              </a:rPr>
              <a:t>- Khó đoán hơn: Sử dụng ma trận 5x5 cho các ký tự, Playfair tạo ra nhiều khả năng mã hóa khác nhau, khiến cho việc dự đoán và tấn công trở nên phức tạp hơn.</a:t>
            </a:r>
            <a:endParaRPr lang="en-US" altLang="zh-HK" sz="3600" dirty="0" smtClean="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sym typeface="+mn-ea"/>
            </a:endParaRPr>
          </a:p>
        </p:txBody>
      </p:sp>
      <p:grpSp>
        <p:nvGrpSpPr>
          <p:cNvPr id="471" name="组合 1109"/>
          <p:cNvGrpSpPr/>
          <p:nvPr/>
        </p:nvGrpSpPr>
        <p:grpSpPr bwMode="auto">
          <a:xfrm>
            <a:off x="525145" y="772795"/>
            <a:ext cx="512445" cy="557530"/>
            <a:chOff x="0" y="0"/>
            <a:chExt cx="658482" cy="653916"/>
          </a:xfrm>
          <a:solidFill>
            <a:schemeClr val="bg1"/>
          </a:solidFill>
        </p:grpSpPr>
        <p:sp>
          <p:nvSpPr>
            <p:cNvPr id="472" name="Freeform 796"/>
            <p:cNvSpPr>
              <a:spLocks noChangeArrowheads="1"/>
            </p:cNvSpPr>
            <p:nvPr/>
          </p:nvSpPr>
          <p:spPr bwMode="auto">
            <a:xfrm>
              <a:off x="106726" y="422531"/>
              <a:ext cx="147001" cy="231385"/>
            </a:xfrm>
            <a:custGeom>
              <a:avLst/>
              <a:gdLst>
                <a:gd name="T0" fmla="*/ 2147483647 w 68"/>
                <a:gd name="T1" fmla="*/ 2147483647 h 107"/>
                <a:gd name="T2" fmla="*/ 2147483647 w 68"/>
                <a:gd name="T3" fmla="*/ 2147483647 h 107"/>
                <a:gd name="T4" fmla="*/ 2147483647 w 68"/>
                <a:gd name="T5" fmla="*/ 2147483647 h 107"/>
                <a:gd name="T6" fmla="*/ 2147483647 w 68"/>
                <a:gd name="T7" fmla="*/ 2147483647 h 107"/>
                <a:gd name="T8" fmla="*/ 2147483647 w 68"/>
                <a:gd name="T9" fmla="*/ 0 h 107"/>
                <a:gd name="T10" fmla="*/ 0 w 68"/>
                <a:gd name="T11" fmla="*/ 0 h 107"/>
                <a:gd name="T12" fmla="*/ 0 w 68"/>
                <a:gd name="T13" fmla="*/ 2147483647 h 107"/>
                <a:gd name="T14" fmla="*/ 2147483647 w 68"/>
                <a:gd name="T15" fmla="*/ 2147483647 h 107"/>
                <a:gd name="T16" fmla="*/ 2147483647 w 68"/>
                <a:gd name="T17" fmla="*/ 2147483647 h 107"/>
                <a:gd name="T18" fmla="*/ 2147483647 w 68"/>
                <a:gd name="T19" fmla="*/ 2147483647 h 107"/>
                <a:gd name="T20" fmla="*/ 2147483647 w 68"/>
                <a:gd name="T21" fmla="*/ 2147483647 h 107"/>
                <a:gd name="T22" fmla="*/ 2147483647 w 68"/>
                <a:gd name="T23" fmla="*/ 2147483647 h 107"/>
                <a:gd name="T24" fmla="*/ 2147483647 w 68"/>
                <a:gd name="T25" fmla="*/ 2147483647 h 10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68"/>
                <a:gd name="T40" fmla="*/ 0 h 107"/>
                <a:gd name="T41" fmla="*/ 68 w 68"/>
                <a:gd name="T42" fmla="*/ 107 h 10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68" h="107">
                  <a:moveTo>
                    <a:pt x="65" y="81"/>
                  </a:moveTo>
                  <a:cubicBezTo>
                    <a:pt x="65" y="81"/>
                    <a:pt x="65" y="81"/>
                    <a:pt x="65" y="81"/>
                  </a:cubicBezTo>
                  <a:cubicBezTo>
                    <a:pt x="65" y="80"/>
                    <a:pt x="64" y="79"/>
                    <a:pt x="63" y="78"/>
                  </a:cubicBezTo>
                  <a:cubicBezTo>
                    <a:pt x="61" y="74"/>
                    <a:pt x="56" y="62"/>
                    <a:pt x="54" y="36"/>
                  </a:cubicBezTo>
                  <a:cubicBezTo>
                    <a:pt x="54" y="0"/>
                    <a:pt x="54" y="0"/>
                    <a:pt x="54" y="0"/>
                  </a:cubicBezTo>
                  <a:cubicBezTo>
                    <a:pt x="0" y="0"/>
                    <a:pt x="0" y="0"/>
                    <a:pt x="0" y="0"/>
                  </a:cubicBezTo>
                  <a:cubicBezTo>
                    <a:pt x="0" y="102"/>
                    <a:pt x="0" y="102"/>
                    <a:pt x="0" y="102"/>
                  </a:cubicBezTo>
                  <a:cubicBezTo>
                    <a:pt x="0" y="105"/>
                    <a:pt x="2" y="107"/>
                    <a:pt x="5" y="107"/>
                  </a:cubicBezTo>
                  <a:cubicBezTo>
                    <a:pt x="49" y="107"/>
                    <a:pt x="49" y="107"/>
                    <a:pt x="49" y="107"/>
                  </a:cubicBezTo>
                  <a:cubicBezTo>
                    <a:pt x="49" y="107"/>
                    <a:pt x="49" y="107"/>
                    <a:pt x="49" y="107"/>
                  </a:cubicBezTo>
                  <a:cubicBezTo>
                    <a:pt x="50" y="107"/>
                    <a:pt x="50" y="107"/>
                    <a:pt x="50" y="107"/>
                  </a:cubicBezTo>
                  <a:cubicBezTo>
                    <a:pt x="60" y="107"/>
                    <a:pt x="68" y="99"/>
                    <a:pt x="68" y="90"/>
                  </a:cubicBezTo>
                  <a:cubicBezTo>
                    <a:pt x="68" y="87"/>
                    <a:pt x="67" y="84"/>
                    <a:pt x="65" y="81"/>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473" name="Freeform 797"/>
            <p:cNvSpPr>
              <a:spLocks noChangeArrowheads="1"/>
            </p:cNvSpPr>
            <p:nvPr/>
          </p:nvSpPr>
          <p:spPr bwMode="auto">
            <a:xfrm>
              <a:off x="171165" y="422531"/>
              <a:ext cx="82563" cy="231385"/>
            </a:xfrm>
            <a:custGeom>
              <a:avLst/>
              <a:gdLst>
                <a:gd name="T0" fmla="*/ 2147483647 w 38"/>
                <a:gd name="T1" fmla="*/ 2147483647 h 107"/>
                <a:gd name="T2" fmla="*/ 2147483647 w 38"/>
                <a:gd name="T3" fmla="*/ 2147483647 h 107"/>
                <a:gd name="T4" fmla="*/ 2147483647 w 38"/>
                <a:gd name="T5" fmla="*/ 2147483647 h 107"/>
                <a:gd name="T6" fmla="*/ 2147483647 w 38"/>
                <a:gd name="T7" fmla="*/ 2147483647 h 107"/>
                <a:gd name="T8" fmla="*/ 2147483647 w 38"/>
                <a:gd name="T9" fmla="*/ 0 h 107"/>
                <a:gd name="T10" fmla="*/ 0 w 38"/>
                <a:gd name="T11" fmla="*/ 0 h 107"/>
                <a:gd name="T12" fmla="*/ 0 w 38"/>
                <a:gd name="T13" fmla="*/ 2147483647 h 107"/>
                <a:gd name="T14" fmla="*/ 2147483647 w 38"/>
                <a:gd name="T15" fmla="*/ 2147483647 h 107"/>
                <a:gd name="T16" fmla="*/ 2147483647 w 38"/>
                <a:gd name="T17" fmla="*/ 2147483647 h 107"/>
                <a:gd name="T18" fmla="*/ 2147483647 w 38"/>
                <a:gd name="T19" fmla="*/ 2147483647 h 107"/>
                <a:gd name="T20" fmla="*/ 2147483647 w 38"/>
                <a:gd name="T21" fmla="*/ 2147483647 h 107"/>
                <a:gd name="T22" fmla="*/ 2147483647 w 38"/>
                <a:gd name="T23" fmla="*/ 2147483647 h 10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8"/>
                <a:gd name="T37" fmla="*/ 0 h 107"/>
                <a:gd name="T38" fmla="*/ 38 w 38"/>
                <a:gd name="T39" fmla="*/ 107 h 10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8" h="107">
                  <a:moveTo>
                    <a:pt x="35" y="81"/>
                  </a:moveTo>
                  <a:cubicBezTo>
                    <a:pt x="35" y="81"/>
                    <a:pt x="35" y="81"/>
                    <a:pt x="35" y="81"/>
                  </a:cubicBezTo>
                  <a:cubicBezTo>
                    <a:pt x="35" y="80"/>
                    <a:pt x="34" y="79"/>
                    <a:pt x="33" y="78"/>
                  </a:cubicBezTo>
                  <a:cubicBezTo>
                    <a:pt x="31" y="74"/>
                    <a:pt x="26" y="62"/>
                    <a:pt x="24" y="36"/>
                  </a:cubicBezTo>
                  <a:cubicBezTo>
                    <a:pt x="24" y="0"/>
                    <a:pt x="24" y="0"/>
                    <a:pt x="24" y="0"/>
                  </a:cubicBezTo>
                  <a:cubicBezTo>
                    <a:pt x="0" y="0"/>
                    <a:pt x="0" y="0"/>
                    <a:pt x="0" y="0"/>
                  </a:cubicBezTo>
                  <a:cubicBezTo>
                    <a:pt x="0" y="107"/>
                    <a:pt x="0" y="107"/>
                    <a:pt x="0" y="107"/>
                  </a:cubicBezTo>
                  <a:cubicBezTo>
                    <a:pt x="19" y="107"/>
                    <a:pt x="19" y="107"/>
                    <a:pt x="19" y="107"/>
                  </a:cubicBezTo>
                  <a:cubicBezTo>
                    <a:pt x="19" y="107"/>
                    <a:pt x="19" y="107"/>
                    <a:pt x="19" y="107"/>
                  </a:cubicBezTo>
                  <a:cubicBezTo>
                    <a:pt x="20" y="107"/>
                    <a:pt x="20" y="107"/>
                    <a:pt x="20" y="107"/>
                  </a:cubicBezTo>
                  <a:cubicBezTo>
                    <a:pt x="30" y="107"/>
                    <a:pt x="38" y="99"/>
                    <a:pt x="38" y="90"/>
                  </a:cubicBezTo>
                  <a:cubicBezTo>
                    <a:pt x="38" y="87"/>
                    <a:pt x="37" y="84"/>
                    <a:pt x="35" y="81"/>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474" name="Freeform 798"/>
            <p:cNvSpPr>
              <a:spLocks noChangeArrowheads="1"/>
            </p:cNvSpPr>
            <p:nvPr/>
          </p:nvSpPr>
          <p:spPr bwMode="auto">
            <a:xfrm>
              <a:off x="267823" y="50301"/>
              <a:ext cx="310111" cy="509050"/>
            </a:xfrm>
            <a:custGeom>
              <a:avLst/>
              <a:gdLst>
                <a:gd name="T0" fmla="*/ 0 w 143"/>
                <a:gd name="T1" fmla="*/ 2147483647 h 236"/>
                <a:gd name="T2" fmla="*/ 0 w 143"/>
                <a:gd name="T3" fmla="*/ 2147483647 h 236"/>
                <a:gd name="T4" fmla="*/ 2147483647 w 143"/>
                <a:gd name="T5" fmla="*/ 2147483647 h 236"/>
                <a:gd name="T6" fmla="*/ 2147483647 w 143"/>
                <a:gd name="T7" fmla="*/ 0 h 236"/>
                <a:gd name="T8" fmla="*/ 0 w 143"/>
                <a:gd name="T9" fmla="*/ 2147483647 h 236"/>
                <a:gd name="T10" fmla="*/ 0 60000 65536"/>
                <a:gd name="T11" fmla="*/ 0 60000 65536"/>
                <a:gd name="T12" fmla="*/ 0 60000 65536"/>
                <a:gd name="T13" fmla="*/ 0 60000 65536"/>
                <a:gd name="T14" fmla="*/ 0 60000 65536"/>
                <a:gd name="T15" fmla="*/ 0 w 143"/>
                <a:gd name="T16" fmla="*/ 0 h 236"/>
                <a:gd name="T17" fmla="*/ 143 w 143"/>
                <a:gd name="T18" fmla="*/ 236 h 236"/>
              </a:gdLst>
              <a:ahLst/>
              <a:cxnLst>
                <a:cxn ang="T10">
                  <a:pos x="T0" y="T1"/>
                </a:cxn>
                <a:cxn ang="T11">
                  <a:pos x="T2" y="T3"/>
                </a:cxn>
                <a:cxn ang="T12">
                  <a:pos x="T4" y="T5"/>
                </a:cxn>
                <a:cxn ang="T13">
                  <a:pos x="T6" y="T7"/>
                </a:cxn>
                <a:cxn ang="T14">
                  <a:pos x="T8" y="T9"/>
                </a:cxn>
              </a:cxnLst>
              <a:rect l="T15" t="T16" r="T17" b="T18"/>
              <a:pathLst>
                <a:path w="143" h="236">
                  <a:moveTo>
                    <a:pt x="0" y="71"/>
                  </a:moveTo>
                  <a:cubicBezTo>
                    <a:pt x="0" y="165"/>
                    <a:pt x="0" y="165"/>
                    <a:pt x="0" y="165"/>
                  </a:cubicBezTo>
                  <a:cubicBezTo>
                    <a:pt x="21" y="167"/>
                    <a:pt x="74" y="178"/>
                    <a:pt x="143" y="236"/>
                  </a:cubicBezTo>
                  <a:cubicBezTo>
                    <a:pt x="143" y="0"/>
                    <a:pt x="143" y="0"/>
                    <a:pt x="143" y="0"/>
                  </a:cubicBezTo>
                  <a:cubicBezTo>
                    <a:pt x="74" y="58"/>
                    <a:pt x="21" y="69"/>
                    <a:pt x="0" y="71"/>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475" name="Freeform 799"/>
            <p:cNvSpPr>
              <a:spLocks noChangeArrowheads="1"/>
            </p:cNvSpPr>
            <p:nvPr/>
          </p:nvSpPr>
          <p:spPr bwMode="auto">
            <a:xfrm>
              <a:off x="267823" y="50301"/>
              <a:ext cx="310111" cy="253518"/>
            </a:xfrm>
            <a:custGeom>
              <a:avLst/>
              <a:gdLst>
                <a:gd name="T0" fmla="*/ 0 w 143"/>
                <a:gd name="T1" fmla="*/ 2147483647 h 118"/>
                <a:gd name="T2" fmla="*/ 2147483647 w 143"/>
                <a:gd name="T3" fmla="*/ 2147483647 h 118"/>
                <a:gd name="T4" fmla="*/ 2147483647 w 143"/>
                <a:gd name="T5" fmla="*/ 0 h 118"/>
                <a:gd name="T6" fmla="*/ 0 w 143"/>
                <a:gd name="T7" fmla="*/ 2147483647 h 118"/>
                <a:gd name="T8" fmla="*/ 0 w 143"/>
                <a:gd name="T9" fmla="*/ 2147483647 h 118"/>
                <a:gd name="T10" fmla="*/ 0 60000 65536"/>
                <a:gd name="T11" fmla="*/ 0 60000 65536"/>
                <a:gd name="T12" fmla="*/ 0 60000 65536"/>
                <a:gd name="T13" fmla="*/ 0 60000 65536"/>
                <a:gd name="T14" fmla="*/ 0 60000 65536"/>
                <a:gd name="T15" fmla="*/ 0 w 143"/>
                <a:gd name="T16" fmla="*/ 0 h 118"/>
                <a:gd name="T17" fmla="*/ 143 w 143"/>
                <a:gd name="T18" fmla="*/ 118 h 118"/>
              </a:gdLst>
              <a:ahLst/>
              <a:cxnLst>
                <a:cxn ang="T10">
                  <a:pos x="T0" y="T1"/>
                </a:cxn>
                <a:cxn ang="T11">
                  <a:pos x="T2" y="T3"/>
                </a:cxn>
                <a:cxn ang="T12">
                  <a:pos x="T4" y="T5"/>
                </a:cxn>
                <a:cxn ang="T13">
                  <a:pos x="T6" y="T7"/>
                </a:cxn>
                <a:cxn ang="T14">
                  <a:pos x="T8" y="T9"/>
                </a:cxn>
              </a:cxnLst>
              <a:rect l="T15" t="T16" r="T17" b="T18"/>
              <a:pathLst>
                <a:path w="143" h="118">
                  <a:moveTo>
                    <a:pt x="0" y="118"/>
                  </a:moveTo>
                  <a:cubicBezTo>
                    <a:pt x="143" y="118"/>
                    <a:pt x="143" y="118"/>
                    <a:pt x="143" y="118"/>
                  </a:cubicBezTo>
                  <a:cubicBezTo>
                    <a:pt x="143" y="0"/>
                    <a:pt x="143" y="0"/>
                    <a:pt x="143" y="0"/>
                  </a:cubicBezTo>
                  <a:cubicBezTo>
                    <a:pt x="74" y="58"/>
                    <a:pt x="21" y="69"/>
                    <a:pt x="0" y="71"/>
                  </a:cubicBezTo>
                  <a:lnTo>
                    <a:pt x="0" y="118"/>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476" name="Freeform 800"/>
            <p:cNvSpPr>
              <a:spLocks noChangeArrowheads="1"/>
            </p:cNvSpPr>
            <p:nvPr/>
          </p:nvSpPr>
          <p:spPr bwMode="auto">
            <a:xfrm>
              <a:off x="0" y="185109"/>
              <a:ext cx="304069" cy="237422"/>
            </a:xfrm>
            <a:custGeom>
              <a:avLst/>
              <a:gdLst>
                <a:gd name="T0" fmla="*/ 2147483647 w 141"/>
                <a:gd name="T1" fmla="*/ 0 h 110"/>
                <a:gd name="T2" fmla="*/ 2147483647 w 141"/>
                <a:gd name="T3" fmla="*/ 0 h 110"/>
                <a:gd name="T4" fmla="*/ 2147483647 w 141"/>
                <a:gd name="T5" fmla="*/ 0 h 110"/>
                <a:gd name="T6" fmla="*/ 0 w 141"/>
                <a:gd name="T7" fmla="*/ 2147483647 h 110"/>
                <a:gd name="T8" fmla="*/ 0 w 141"/>
                <a:gd name="T9" fmla="*/ 2147483647 h 110"/>
                <a:gd name="T10" fmla="*/ 2147483647 w 141"/>
                <a:gd name="T11" fmla="*/ 2147483647 h 110"/>
                <a:gd name="T12" fmla="*/ 2147483647 w 141"/>
                <a:gd name="T13" fmla="*/ 2147483647 h 110"/>
                <a:gd name="T14" fmla="*/ 2147483647 w 141"/>
                <a:gd name="T15" fmla="*/ 2147483647 h 110"/>
                <a:gd name="T16" fmla="*/ 2147483647 w 141"/>
                <a:gd name="T17" fmla="*/ 2147483647 h 110"/>
                <a:gd name="T18" fmla="*/ 2147483647 w 141"/>
                <a:gd name="T19" fmla="*/ 2147483647 h 110"/>
                <a:gd name="T20" fmla="*/ 2147483647 w 141"/>
                <a:gd name="T21" fmla="*/ 2147483647 h 110"/>
                <a:gd name="T22" fmla="*/ 2147483647 w 141"/>
                <a:gd name="T23" fmla="*/ 2147483647 h 110"/>
                <a:gd name="T24" fmla="*/ 2147483647 w 141"/>
                <a:gd name="T25" fmla="*/ 0 h 11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41"/>
                <a:gd name="T40" fmla="*/ 0 h 110"/>
                <a:gd name="T41" fmla="*/ 141 w 141"/>
                <a:gd name="T42" fmla="*/ 110 h 11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41" h="110">
                  <a:moveTo>
                    <a:pt x="135" y="0"/>
                  </a:moveTo>
                  <a:cubicBezTo>
                    <a:pt x="110" y="0"/>
                    <a:pt x="110" y="0"/>
                    <a:pt x="110" y="0"/>
                  </a:cubicBezTo>
                  <a:cubicBezTo>
                    <a:pt x="31" y="0"/>
                    <a:pt x="31" y="0"/>
                    <a:pt x="31" y="0"/>
                  </a:cubicBezTo>
                  <a:cubicBezTo>
                    <a:pt x="14" y="0"/>
                    <a:pt x="0" y="14"/>
                    <a:pt x="0" y="31"/>
                  </a:cubicBezTo>
                  <a:cubicBezTo>
                    <a:pt x="0" y="79"/>
                    <a:pt x="0" y="79"/>
                    <a:pt x="0" y="79"/>
                  </a:cubicBezTo>
                  <a:cubicBezTo>
                    <a:pt x="0" y="96"/>
                    <a:pt x="14" y="110"/>
                    <a:pt x="31" y="110"/>
                  </a:cubicBezTo>
                  <a:cubicBezTo>
                    <a:pt x="110" y="110"/>
                    <a:pt x="110" y="110"/>
                    <a:pt x="110" y="110"/>
                  </a:cubicBezTo>
                  <a:cubicBezTo>
                    <a:pt x="135" y="110"/>
                    <a:pt x="135" y="110"/>
                    <a:pt x="135" y="110"/>
                  </a:cubicBezTo>
                  <a:cubicBezTo>
                    <a:pt x="138" y="110"/>
                    <a:pt x="141" y="107"/>
                    <a:pt x="141" y="104"/>
                  </a:cubicBezTo>
                  <a:cubicBezTo>
                    <a:pt x="141" y="79"/>
                    <a:pt x="141" y="79"/>
                    <a:pt x="141" y="79"/>
                  </a:cubicBezTo>
                  <a:cubicBezTo>
                    <a:pt x="141" y="31"/>
                    <a:pt x="141" y="31"/>
                    <a:pt x="141" y="31"/>
                  </a:cubicBezTo>
                  <a:cubicBezTo>
                    <a:pt x="141" y="6"/>
                    <a:pt x="141" y="6"/>
                    <a:pt x="141" y="6"/>
                  </a:cubicBezTo>
                  <a:cubicBezTo>
                    <a:pt x="141" y="3"/>
                    <a:pt x="138" y="0"/>
                    <a:pt x="135" y="0"/>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477" name="Rectangle 801"/>
            <p:cNvSpPr>
              <a:spLocks noChangeArrowheads="1"/>
            </p:cNvSpPr>
            <p:nvPr/>
          </p:nvSpPr>
          <p:spPr bwMode="auto">
            <a:xfrm>
              <a:off x="106726" y="422531"/>
              <a:ext cx="116795" cy="14084"/>
            </a:xfrm>
            <a:prstGeom prst="rect">
              <a:avLst/>
            </a:pr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zh-CN">
                <a:solidFill>
                  <a:srgbClr val="000000"/>
                </a:solidFill>
                <a:sym typeface="SimSun" panose="02010600030101010101" pitchFamily="2" charset="-122"/>
              </a:endParaRPr>
            </a:p>
          </p:txBody>
        </p:sp>
        <p:sp>
          <p:nvSpPr>
            <p:cNvPr id="478" name="Freeform 802"/>
            <p:cNvSpPr>
              <a:spLocks noChangeArrowheads="1"/>
            </p:cNvSpPr>
            <p:nvPr/>
          </p:nvSpPr>
          <p:spPr bwMode="auto">
            <a:xfrm>
              <a:off x="561824" y="50301"/>
              <a:ext cx="16110" cy="509050"/>
            </a:xfrm>
            <a:custGeom>
              <a:avLst/>
              <a:gdLst>
                <a:gd name="T0" fmla="*/ 0 w 7"/>
                <a:gd name="T1" fmla="*/ 2147483647 h 236"/>
                <a:gd name="T2" fmla="*/ 2147483647 w 7"/>
                <a:gd name="T3" fmla="*/ 2147483647 h 236"/>
                <a:gd name="T4" fmla="*/ 2147483647 w 7"/>
                <a:gd name="T5" fmla="*/ 0 h 236"/>
                <a:gd name="T6" fmla="*/ 0 w 7"/>
                <a:gd name="T7" fmla="*/ 2147483647 h 236"/>
                <a:gd name="T8" fmla="*/ 0 w 7"/>
                <a:gd name="T9" fmla="*/ 2147483647 h 236"/>
                <a:gd name="T10" fmla="*/ 0 60000 65536"/>
                <a:gd name="T11" fmla="*/ 0 60000 65536"/>
                <a:gd name="T12" fmla="*/ 0 60000 65536"/>
                <a:gd name="T13" fmla="*/ 0 60000 65536"/>
                <a:gd name="T14" fmla="*/ 0 60000 65536"/>
                <a:gd name="T15" fmla="*/ 0 w 7"/>
                <a:gd name="T16" fmla="*/ 0 h 236"/>
                <a:gd name="T17" fmla="*/ 7 w 7"/>
                <a:gd name="T18" fmla="*/ 236 h 236"/>
              </a:gdLst>
              <a:ahLst/>
              <a:cxnLst>
                <a:cxn ang="T10">
                  <a:pos x="T0" y="T1"/>
                </a:cxn>
                <a:cxn ang="T11">
                  <a:pos x="T2" y="T3"/>
                </a:cxn>
                <a:cxn ang="T12">
                  <a:pos x="T4" y="T5"/>
                </a:cxn>
                <a:cxn ang="T13">
                  <a:pos x="T6" y="T7"/>
                </a:cxn>
                <a:cxn ang="T14">
                  <a:pos x="T8" y="T9"/>
                </a:cxn>
              </a:cxnLst>
              <a:rect l="T15" t="T16" r="T17" b="T18"/>
              <a:pathLst>
                <a:path w="7" h="236">
                  <a:moveTo>
                    <a:pt x="0" y="230"/>
                  </a:moveTo>
                  <a:cubicBezTo>
                    <a:pt x="3" y="232"/>
                    <a:pt x="5" y="234"/>
                    <a:pt x="7" y="236"/>
                  </a:cubicBezTo>
                  <a:cubicBezTo>
                    <a:pt x="7" y="0"/>
                    <a:pt x="7" y="0"/>
                    <a:pt x="7" y="0"/>
                  </a:cubicBezTo>
                  <a:cubicBezTo>
                    <a:pt x="5" y="2"/>
                    <a:pt x="3" y="4"/>
                    <a:pt x="0" y="6"/>
                  </a:cubicBezTo>
                  <a:lnTo>
                    <a:pt x="0" y="230"/>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479" name="Freeform 803"/>
            <p:cNvSpPr>
              <a:spLocks noChangeArrowheads="1"/>
            </p:cNvSpPr>
            <p:nvPr/>
          </p:nvSpPr>
          <p:spPr bwMode="auto">
            <a:xfrm>
              <a:off x="0" y="185109"/>
              <a:ext cx="304069" cy="120723"/>
            </a:xfrm>
            <a:custGeom>
              <a:avLst/>
              <a:gdLst>
                <a:gd name="T0" fmla="*/ 2147483647 w 141"/>
                <a:gd name="T1" fmla="*/ 0 h 56"/>
                <a:gd name="T2" fmla="*/ 2147483647 w 141"/>
                <a:gd name="T3" fmla="*/ 0 h 56"/>
                <a:gd name="T4" fmla="*/ 0 w 141"/>
                <a:gd name="T5" fmla="*/ 2147483647 h 56"/>
                <a:gd name="T6" fmla="*/ 0 w 141"/>
                <a:gd name="T7" fmla="*/ 2147483647 h 56"/>
                <a:gd name="T8" fmla="*/ 2147483647 w 141"/>
                <a:gd name="T9" fmla="*/ 2147483647 h 56"/>
                <a:gd name="T10" fmla="*/ 2147483647 w 141"/>
                <a:gd name="T11" fmla="*/ 2147483647 h 56"/>
                <a:gd name="T12" fmla="*/ 2147483647 w 141"/>
                <a:gd name="T13" fmla="*/ 2147483647 h 56"/>
                <a:gd name="T14" fmla="*/ 2147483647 w 141"/>
                <a:gd name="T15" fmla="*/ 2147483647 h 56"/>
                <a:gd name="T16" fmla="*/ 2147483647 w 141"/>
                <a:gd name="T17" fmla="*/ 0 h 5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41"/>
                <a:gd name="T28" fmla="*/ 0 h 56"/>
                <a:gd name="T29" fmla="*/ 141 w 141"/>
                <a:gd name="T30" fmla="*/ 56 h 5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41" h="56">
                  <a:moveTo>
                    <a:pt x="135" y="0"/>
                  </a:moveTo>
                  <a:cubicBezTo>
                    <a:pt x="31" y="0"/>
                    <a:pt x="31" y="0"/>
                    <a:pt x="31" y="0"/>
                  </a:cubicBezTo>
                  <a:cubicBezTo>
                    <a:pt x="14" y="0"/>
                    <a:pt x="0" y="14"/>
                    <a:pt x="0" y="31"/>
                  </a:cubicBezTo>
                  <a:cubicBezTo>
                    <a:pt x="0" y="47"/>
                    <a:pt x="0" y="47"/>
                    <a:pt x="0" y="47"/>
                  </a:cubicBezTo>
                  <a:cubicBezTo>
                    <a:pt x="1" y="52"/>
                    <a:pt x="6" y="56"/>
                    <a:pt x="12" y="56"/>
                  </a:cubicBezTo>
                  <a:cubicBezTo>
                    <a:pt x="129" y="56"/>
                    <a:pt x="129" y="56"/>
                    <a:pt x="129" y="56"/>
                  </a:cubicBezTo>
                  <a:cubicBezTo>
                    <a:pt x="135" y="56"/>
                    <a:pt x="140" y="52"/>
                    <a:pt x="141" y="47"/>
                  </a:cubicBezTo>
                  <a:cubicBezTo>
                    <a:pt x="141" y="6"/>
                    <a:pt x="141" y="6"/>
                    <a:pt x="141" y="6"/>
                  </a:cubicBezTo>
                  <a:cubicBezTo>
                    <a:pt x="141" y="3"/>
                    <a:pt x="138" y="0"/>
                    <a:pt x="135" y="0"/>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480" name="Freeform 804"/>
            <p:cNvSpPr>
              <a:spLocks noChangeArrowheads="1"/>
            </p:cNvSpPr>
            <p:nvPr/>
          </p:nvSpPr>
          <p:spPr bwMode="auto">
            <a:xfrm>
              <a:off x="577934" y="305832"/>
              <a:ext cx="80548" cy="301808"/>
            </a:xfrm>
            <a:custGeom>
              <a:avLst/>
              <a:gdLst>
                <a:gd name="T0" fmla="*/ 0 w 38"/>
                <a:gd name="T1" fmla="*/ 0 h 140"/>
                <a:gd name="T2" fmla="*/ 0 w 38"/>
                <a:gd name="T3" fmla="*/ 2147483647 h 140"/>
                <a:gd name="T4" fmla="*/ 2147483647 w 38"/>
                <a:gd name="T5" fmla="*/ 2147483647 h 140"/>
                <a:gd name="T6" fmla="*/ 2147483647 w 38"/>
                <a:gd name="T7" fmla="*/ 2147483647 h 140"/>
                <a:gd name="T8" fmla="*/ 2147483647 w 38"/>
                <a:gd name="T9" fmla="*/ 2147483647 h 140"/>
                <a:gd name="T10" fmla="*/ 2147483647 w 38"/>
                <a:gd name="T11" fmla="*/ 0 h 140"/>
                <a:gd name="T12" fmla="*/ 0 w 38"/>
                <a:gd name="T13" fmla="*/ 0 h 140"/>
                <a:gd name="T14" fmla="*/ 0 60000 65536"/>
                <a:gd name="T15" fmla="*/ 0 60000 65536"/>
                <a:gd name="T16" fmla="*/ 0 60000 65536"/>
                <a:gd name="T17" fmla="*/ 0 60000 65536"/>
                <a:gd name="T18" fmla="*/ 0 60000 65536"/>
                <a:gd name="T19" fmla="*/ 0 60000 65536"/>
                <a:gd name="T20" fmla="*/ 0 60000 65536"/>
                <a:gd name="T21" fmla="*/ 0 w 38"/>
                <a:gd name="T22" fmla="*/ 0 h 140"/>
                <a:gd name="T23" fmla="*/ 38 w 38"/>
                <a:gd name="T24" fmla="*/ 140 h 14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8" h="140">
                  <a:moveTo>
                    <a:pt x="0" y="0"/>
                  </a:moveTo>
                  <a:cubicBezTo>
                    <a:pt x="0" y="127"/>
                    <a:pt x="0" y="127"/>
                    <a:pt x="0" y="127"/>
                  </a:cubicBezTo>
                  <a:cubicBezTo>
                    <a:pt x="0" y="134"/>
                    <a:pt x="6" y="140"/>
                    <a:pt x="13" y="140"/>
                  </a:cubicBezTo>
                  <a:cubicBezTo>
                    <a:pt x="26" y="140"/>
                    <a:pt x="26" y="140"/>
                    <a:pt x="26" y="140"/>
                  </a:cubicBezTo>
                  <a:cubicBezTo>
                    <a:pt x="32" y="140"/>
                    <a:pt x="38" y="134"/>
                    <a:pt x="38" y="127"/>
                  </a:cubicBezTo>
                  <a:cubicBezTo>
                    <a:pt x="38" y="0"/>
                    <a:pt x="38" y="0"/>
                    <a:pt x="38" y="0"/>
                  </a:cubicBezTo>
                  <a:lnTo>
                    <a:pt x="0" y="0"/>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481" name="Freeform 805"/>
            <p:cNvSpPr>
              <a:spLocks noChangeArrowheads="1"/>
            </p:cNvSpPr>
            <p:nvPr/>
          </p:nvSpPr>
          <p:spPr bwMode="auto">
            <a:xfrm>
              <a:off x="577934" y="0"/>
              <a:ext cx="80548" cy="305832"/>
            </a:xfrm>
            <a:custGeom>
              <a:avLst/>
              <a:gdLst>
                <a:gd name="T0" fmla="*/ 2147483647 w 38"/>
                <a:gd name="T1" fmla="*/ 2147483647 h 142"/>
                <a:gd name="T2" fmla="*/ 2147483647 w 38"/>
                <a:gd name="T3" fmla="*/ 0 h 142"/>
                <a:gd name="T4" fmla="*/ 2147483647 w 38"/>
                <a:gd name="T5" fmla="*/ 0 h 142"/>
                <a:gd name="T6" fmla="*/ 0 w 38"/>
                <a:gd name="T7" fmla="*/ 2147483647 h 142"/>
                <a:gd name="T8" fmla="*/ 0 w 38"/>
                <a:gd name="T9" fmla="*/ 2147483647 h 142"/>
                <a:gd name="T10" fmla="*/ 2147483647 w 38"/>
                <a:gd name="T11" fmla="*/ 2147483647 h 142"/>
                <a:gd name="T12" fmla="*/ 2147483647 w 38"/>
                <a:gd name="T13" fmla="*/ 2147483647 h 142"/>
                <a:gd name="T14" fmla="*/ 0 60000 65536"/>
                <a:gd name="T15" fmla="*/ 0 60000 65536"/>
                <a:gd name="T16" fmla="*/ 0 60000 65536"/>
                <a:gd name="T17" fmla="*/ 0 60000 65536"/>
                <a:gd name="T18" fmla="*/ 0 60000 65536"/>
                <a:gd name="T19" fmla="*/ 0 60000 65536"/>
                <a:gd name="T20" fmla="*/ 0 60000 65536"/>
                <a:gd name="T21" fmla="*/ 0 w 38"/>
                <a:gd name="T22" fmla="*/ 0 h 142"/>
                <a:gd name="T23" fmla="*/ 38 w 38"/>
                <a:gd name="T24" fmla="*/ 142 h 14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8" h="142">
                  <a:moveTo>
                    <a:pt x="38" y="13"/>
                  </a:moveTo>
                  <a:cubicBezTo>
                    <a:pt x="38" y="6"/>
                    <a:pt x="32" y="0"/>
                    <a:pt x="26" y="0"/>
                  </a:cubicBezTo>
                  <a:cubicBezTo>
                    <a:pt x="13" y="0"/>
                    <a:pt x="13" y="0"/>
                    <a:pt x="13" y="0"/>
                  </a:cubicBezTo>
                  <a:cubicBezTo>
                    <a:pt x="6" y="0"/>
                    <a:pt x="0" y="6"/>
                    <a:pt x="0" y="13"/>
                  </a:cubicBezTo>
                  <a:cubicBezTo>
                    <a:pt x="0" y="142"/>
                    <a:pt x="0" y="142"/>
                    <a:pt x="0" y="142"/>
                  </a:cubicBezTo>
                  <a:cubicBezTo>
                    <a:pt x="38" y="142"/>
                    <a:pt x="38" y="142"/>
                    <a:pt x="38" y="142"/>
                  </a:cubicBezTo>
                  <a:lnTo>
                    <a:pt x="38" y="13"/>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482" name="Freeform 806"/>
            <p:cNvSpPr>
              <a:spLocks noChangeArrowheads="1"/>
            </p:cNvSpPr>
            <p:nvPr/>
          </p:nvSpPr>
          <p:spPr bwMode="auto">
            <a:xfrm>
              <a:off x="304069" y="191144"/>
              <a:ext cx="16110" cy="225350"/>
            </a:xfrm>
            <a:custGeom>
              <a:avLst/>
              <a:gdLst>
                <a:gd name="T0" fmla="*/ 0 w 7"/>
                <a:gd name="T1" fmla="*/ 2147483647 h 104"/>
                <a:gd name="T2" fmla="*/ 2147483647 w 7"/>
                <a:gd name="T3" fmla="*/ 2147483647 h 104"/>
                <a:gd name="T4" fmla="*/ 2147483647 w 7"/>
                <a:gd name="T5" fmla="*/ 0 h 104"/>
                <a:gd name="T6" fmla="*/ 0 w 7"/>
                <a:gd name="T7" fmla="*/ 2147483647 h 104"/>
                <a:gd name="T8" fmla="*/ 0 w 7"/>
                <a:gd name="T9" fmla="*/ 2147483647 h 104"/>
                <a:gd name="T10" fmla="*/ 0 60000 65536"/>
                <a:gd name="T11" fmla="*/ 0 60000 65536"/>
                <a:gd name="T12" fmla="*/ 0 60000 65536"/>
                <a:gd name="T13" fmla="*/ 0 60000 65536"/>
                <a:gd name="T14" fmla="*/ 0 60000 65536"/>
                <a:gd name="T15" fmla="*/ 0 w 7"/>
                <a:gd name="T16" fmla="*/ 0 h 104"/>
                <a:gd name="T17" fmla="*/ 7 w 7"/>
                <a:gd name="T18" fmla="*/ 104 h 104"/>
              </a:gdLst>
              <a:ahLst/>
              <a:cxnLst>
                <a:cxn ang="T10">
                  <a:pos x="T0" y="T1"/>
                </a:cxn>
                <a:cxn ang="T11">
                  <a:pos x="T2" y="T3"/>
                </a:cxn>
                <a:cxn ang="T12">
                  <a:pos x="T4" y="T5"/>
                </a:cxn>
                <a:cxn ang="T13">
                  <a:pos x="T6" y="T7"/>
                </a:cxn>
                <a:cxn ang="T14">
                  <a:pos x="T8" y="T9"/>
                </a:cxn>
              </a:cxnLst>
              <a:rect l="T15" t="T16" r="T17" b="T18"/>
              <a:pathLst>
                <a:path w="7" h="104">
                  <a:moveTo>
                    <a:pt x="0" y="102"/>
                  </a:moveTo>
                  <a:cubicBezTo>
                    <a:pt x="2" y="102"/>
                    <a:pt x="5" y="103"/>
                    <a:pt x="7" y="104"/>
                  </a:cubicBezTo>
                  <a:cubicBezTo>
                    <a:pt x="7" y="0"/>
                    <a:pt x="7" y="0"/>
                    <a:pt x="7" y="0"/>
                  </a:cubicBezTo>
                  <a:cubicBezTo>
                    <a:pt x="5" y="1"/>
                    <a:pt x="2" y="2"/>
                    <a:pt x="0" y="2"/>
                  </a:cubicBezTo>
                  <a:lnTo>
                    <a:pt x="0" y="102"/>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gr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矩形 70"/>
          <p:cNvSpPr/>
          <p:nvPr/>
        </p:nvSpPr>
        <p:spPr>
          <a:xfrm>
            <a:off x="17961936" y="607033"/>
            <a:ext cx="304799" cy="828221"/>
          </a:xfrm>
          <a:prstGeom prst="rect">
            <a:avLst/>
          </a:prstGeom>
          <a:solidFill>
            <a:srgbClr val="F024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p>
        </p:txBody>
      </p:sp>
      <p:sp>
        <p:nvSpPr>
          <p:cNvPr id="72" name="矩形 71"/>
          <p:cNvSpPr/>
          <p:nvPr/>
        </p:nvSpPr>
        <p:spPr>
          <a:xfrm>
            <a:off x="17831306" y="607033"/>
            <a:ext cx="79828" cy="828221"/>
          </a:xfrm>
          <a:prstGeom prst="rect">
            <a:avLst/>
          </a:prstGeom>
          <a:solidFill>
            <a:srgbClr val="F024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p>
        </p:txBody>
      </p:sp>
      <p:sp>
        <p:nvSpPr>
          <p:cNvPr id="73" name="文本框 72"/>
          <p:cNvSpPr txBox="1"/>
          <p:nvPr/>
        </p:nvSpPr>
        <p:spPr>
          <a:xfrm>
            <a:off x="16922977" y="604257"/>
            <a:ext cx="947405" cy="829945"/>
          </a:xfrm>
          <a:prstGeom prst="rect">
            <a:avLst/>
          </a:prstGeom>
          <a:noFill/>
        </p:spPr>
        <p:txBody>
          <a:bodyPr wrap="square" rtlCol="0">
            <a:spAutoFit/>
          </a:bodyPr>
          <a:lstStyle/>
          <a:p>
            <a:r>
              <a:rPr lang="en-US" altLang="vi-VN" sz="4800" dirty="0" smtClean="0">
                <a:solidFill>
                  <a:schemeClr val="bg1"/>
                </a:solidFill>
                <a:latin typeface="Microsoft YaHei" panose="020B0503020204020204" pitchFamily="34" charset="-122"/>
                <a:ea typeface="Microsoft YaHei" panose="020B0503020204020204" pitchFamily="34" charset="-122"/>
              </a:rPr>
              <a:t>13</a:t>
            </a:r>
            <a:endParaRPr lang="vi-VN" altLang="en-US" sz="4800" dirty="0" smtClean="0">
              <a:solidFill>
                <a:schemeClr val="bg1"/>
              </a:solidFill>
              <a:latin typeface="Microsoft YaHei" panose="020B0503020204020204" pitchFamily="34" charset="-122"/>
              <a:ea typeface="Microsoft YaHei" panose="020B0503020204020204" pitchFamily="34" charset="-122"/>
            </a:endParaRPr>
          </a:p>
        </p:txBody>
      </p:sp>
      <p:grpSp>
        <p:nvGrpSpPr>
          <p:cNvPr id="4" name="组合 3"/>
          <p:cNvGrpSpPr/>
          <p:nvPr/>
        </p:nvGrpSpPr>
        <p:grpSpPr>
          <a:xfrm>
            <a:off x="14187805" y="7916545"/>
            <a:ext cx="4548505" cy="2686685"/>
            <a:chOff x="11519983" y="5270056"/>
            <a:chExt cx="5829924" cy="3299229"/>
          </a:xfrm>
        </p:grpSpPr>
        <p:grpSp>
          <p:nvGrpSpPr>
            <p:cNvPr id="97" name="组合 96"/>
            <p:cNvGrpSpPr/>
            <p:nvPr/>
          </p:nvGrpSpPr>
          <p:grpSpPr>
            <a:xfrm rot="5400000">
              <a:off x="12785331" y="4004708"/>
              <a:ext cx="3299229" cy="5829924"/>
              <a:chOff x="4862722" y="-238122"/>
              <a:chExt cx="3541407" cy="6152922"/>
            </a:xfrm>
          </p:grpSpPr>
          <p:grpSp>
            <p:nvGrpSpPr>
              <p:cNvPr id="98" name="组合 97"/>
              <p:cNvGrpSpPr/>
              <p:nvPr/>
            </p:nvGrpSpPr>
            <p:grpSpPr>
              <a:xfrm>
                <a:off x="4862722" y="-238122"/>
                <a:ext cx="3541407" cy="6152922"/>
                <a:chOff x="4862722" y="-238122"/>
                <a:chExt cx="3541407" cy="6152922"/>
              </a:xfrm>
              <a:effectLst>
                <a:outerShdw blurRad="203200" dist="101600" dir="2700000" algn="ctr" rotWithShape="0">
                  <a:schemeClr val="tx1">
                    <a:alpha val="40000"/>
                  </a:schemeClr>
                </a:outerShdw>
              </a:effectLst>
            </p:grpSpPr>
            <p:grpSp>
              <p:nvGrpSpPr>
                <p:cNvPr id="108" name="组合 107"/>
                <p:cNvGrpSpPr/>
                <p:nvPr/>
              </p:nvGrpSpPr>
              <p:grpSpPr>
                <a:xfrm>
                  <a:off x="7282083" y="1812626"/>
                  <a:ext cx="45719" cy="310161"/>
                  <a:chOff x="8020452" y="2062264"/>
                  <a:chExt cx="150782" cy="787940"/>
                </a:xfrm>
              </p:grpSpPr>
              <p:sp>
                <p:nvSpPr>
                  <p:cNvPr id="127" name="圆角矩形 126"/>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8" name="圆角矩形 127"/>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09" name="组合 108"/>
                <p:cNvGrpSpPr/>
                <p:nvPr/>
              </p:nvGrpSpPr>
              <p:grpSpPr>
                <a:xfrm>
                  <a:off x="4862722" y="2122787"/>
                  <a:ext cx="45719" cy="239059"/>
                  <a:chOff x="8020452" y="2062264"/>
                  <a:chExt cx="150782" cy="787940"/>
                </a:xfrm>
              </p:grpSpPr>
              <p:sp>
                <p:nvSpPr>
                  <p:cNvPr id="125" name="圆角矩形 124"/>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6" name="圆角矩形 125"/>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0" name="组合 109"/>
                <p:cNvGrpSpPr/>
                <p:nvPr/>
              </p:nvGrpSpPr>
              <p:grpSpPr>
                <a:xfrm>
                  <a:off x="4862722" y="1812626"/>
                  <a:ext cx="45719" cy="239059"/>
                  <a:chOff x="8020452" y="2062264"/>
                  <a:chExt cx="150782" cy="787940"/>
                </a:xfrm>
              </p:grpSpPr>
              <p:sp>
                <p:nvSpPr>
                  <p:cNvPr id="123" name="圆角矩形 122"/>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4" name="圆角矩形 123"/>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1" name="组合 110"/>
                <p:cNvGrpSpPr/>
                <p:nvPr/>
              </p:nvGrpSpPr>
              <p:grpSpPr>
                <a:xfrm>
                  <a:off x="4862722" y="1543685"/>
                  <a:ext cx="45719" cy="117603"/>
                  <a:chOff x="8020452" y="2062264"/>
                  <a:chExt cx="150782" cy="787940"/>
                </a:xfrm>
              </p:grpSpPr>
              <p:sp>
                <p:nvSpPr>
                  <p:cNvPr id="121" name="圆角矩形 120"/>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2" name="圆角矩形 121"/>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2" name="圆角矩形 111"/>
                <p:cNvSpPr/>
                <p:nvPr/>
              </p:nvSpPr>
              <p:spPr>
                <a:xfrm>
                  <a:off x="4890000" y="943200"/>
                  <a:ext cx="2412000" cy="4971600"/>
                </a:xfrm>
                <a:prstGeom prst="roundRect">
                  <a:avLst>
                    <a:gd name="adj" fmla="val 7335"/>
                  </a:avLst>
                </a:prstGeom>
                <a:solidFill>
                  <a:srgbClr val="404040"/>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3" name="圆角矩形 112"/>
                <p:cNvSpPr/>
                <p:nvPr/>
              </p:nvSpPr>
              <p:spPr>
                <a:xfrm>
                  <a:off x="4926000" y="979200"/>
                  <a:ext cx="2340000" cy="4899600"/>
                </a:xfrm>
                <a:prstGeom prst="roundRect">
                  <a:avLst>
                    <a:gd name="adj" fmla="val 7335"/>
                  </a:avLst>
                </a:prstGeom>
                <a:solidFill>
                  <a:srgbClr val="05050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4" name="矩形 113"/>
                <p:cNvSpPr/>
                <p:nvPr/>
              </p:nvSpPr>
              <p:spPr>
                <a:xfrm>
                  <a:off x="5034000" y="1540800"/>
                  <a:ext cx="2124000" cy="377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5" name="圆角矩形 114"/>
                <p:cNvSpPr/>
                <p:nvPr/>
              </p:nvSpPr>
              <p:spPr>
                <a:xfrm>
                  <a:off x="5901599" y="1206000"/>
                  <a:ext cx="388800" cy="36000"/>
                </a:xfrm>
                <a:prstGeom prst="roundRect">
                  <a:avLst>
                    <a:gd name="adj" fmla="val 50000"/>
                  </a:avLst>
                </a:prstGeom>
                <a:solidFill>
                  <a:srgbClr val="0D0D0D"/>
                </a:solidFill>
                <a:ln>
                  <a:noFill/>
                </a:ln>
                <a:scene3d>
                  <a:camera prst="orthographicFront"/>
                  <a:lightRig rig="threePt" dir="t"/>
                </a:scene3d>
                <a:sp3d>
                  <a:bevelT w="69850" h="50800" prst="coolSlan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16" name="组合 115"/>
                <p:cNvGrpSpPr/>
                <p:nvPr/>
              </p:nvGrpSpPr>
              <p:grpSpPr>
                <a:xfrm>
                  <a:off x="5905200" y="5406664"/>
                  <a:ext cx="381600" cy="381600"/>
                  <a:chOff x="5905200" y="3238200"/>
                  <a:chExt cx="381600" cy="381600"/>
                </a:xfrm>
              </p:grpSpPr>
              <p:sp>
                <p:nvSpPr>
                  <p:cNvPr id="119" name="椭圆 118"/>
                  <p:cNvSpPr/>
                  <p:nvPr/>
                </p:nvSpPr>
                <p:spPr>
                  <a:xfrm>
                    <a:off x="5905200" y="3238200"/>
                    <a:ext cx="381600" cy="381600"/>
                  </a:xfrm>
                  <a:prstGeom prst="ellipse">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0" name="椭圆 119"/>
                  <p:cNvSpPr/>
                  <p:nvPr/>
                </p:nvSpPr>
                <p:spPr>
                  <a:xfrm>
                    <a:off x="5932200" y="3265200"/>
                    <a:ext cx="327600" cy="3276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7" name="圆角矩形 116"/>
                <p:cNvSpPr/>
                <p:nvPr/>
              </p:nvSpPr>
              <p:spPr>
                <a:xfrm>
                  <a:off x="4883060" y="952391"/>
                  <a:ext cx="2376000" cy="4952144"/>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8" name="圆角矩形 117"/>
                <p:cNvSpPr/>
                <p:nvPr/>
              </p:nvSpPr>
              <p:spPr>
                <a:xfrm>
                  <a:off x="6028129" y="-238122"/>
                  <a:ext cx="2376000" cy="4935600"/>
                </a:xfrm>
                <a:prstGeom prst="roundRect">
                  <a:avLst>
                    <a:gd name="adj" fmla="val 7335"/>
                  </a:avLst>
                </a:prstGeom>
                <a:gradFill flip="none" rotWithShape="1">
                  <a:gsLst>
                    <a:gs pos="0">
                      <a:srgbClr val="FFFFFF">
                        <a:alpha val="18000"/>
                      </a:srgbClr>
                    </a:gs>
                    <a:gs pos="5000">
                      <a:srgbClr val="FFFFFF">
                        <a:alpha val="0"/>
                      </a:srgb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99" name="组合 98"/>
              <p:cNvGrpSpPr/>
              <p:nvPr/>
            </p:nvGrpSpPr>
            <p:grpSpPr>
              <a:xfrm>
                <a:off x="6856135" y="1608679"/>
                <a:ext cx="156128" cy="54425"/>
                <a:chOff x="6770056" y="1608698"/>
                <a:chExt cx="156128" cy="65855"/>
              </a:xfrm>
            </p:grpSpPr>
            <p:sp>
              <p:nvSpPr>
                <p:cNvPr id="105" name="矩形 104"/>
                <p:cNvSpPr/>
                <p:nvPr/>
              </p:nvSpPr>
              <p:spPr>
                <a:xfrm>
                  <a:off x="6770056" y="1608698"/>
                  <a:ext cx="146501" cy="65855"/>
                </a:xfrm>
                <a:prstGeom prst="rect">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6" name="矩形 105"/>
                <p:cNvSpPr/>
                <p:nvPr/>
              </p:nvSpPr>
              <p:spPr>
                <a:xfrm>
                  <a:off x="6916234" y="1633796"/>
                  <a:ext cx="9950" cy="16633"/>
                </a:xfrm>
                <a:prstGeom prst="rect">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7" name="矩形 106"/>
                <p:cNvSpPr/>
                <p:nvPr/>
              </p:nvSpPr>
              <p:spPr>
                <a:xfrm>
                  <a:off x="6770056" y="1608699"/>
                  <a:ext cx="83493" cy="6585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0" name="椭圆 99"/>
              <p:cNvSpPr/>
              <p:nvPr/>
            </p:nvSpPr>
            <p:spPr>
              <a:xfrm>
                <a:off x="5123906"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1" name="椭圆 100"/>
              <p:cNvSpPr/>
              <p:nvPr/>
            </p:nvSpPr>
            <p:spPr>
              <a:xfrm>
                <a:off x="5176565"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2" name="椭圆 101"/>
              <p:cNvSpPr/>
              <p:nvPr/>
            </p:nvSpPr>
            <p:spPr>
              <a:xfrm>
                <a:off x="5224538"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3" name="椭圆 102"/>
              <p:cNvSpPr/>
              <p:nvPr/>
            </p:nvSpPr>
            <p:spPr>
              <a:xfrm>
                <a:off x="5274547"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 name="椭圆 103"/>
              <p:cNvSpPr/>
              <p:nvPr/>
            </p:nvSpPr>
            <p:spPr>
              <a:xfrm>
                <a:off x="5324640" y="1619118"/>
                <a:ext cx="41564" cy="41564"/>
              </a:xfrm>
              <a:prstGeom prst="ellipse">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38" name="矩形 137"/>
            <p:cNvSpPr/>
            <p:nvPr/>
          </p:nvSpPr>
          <p:spPr bwMode="auto">
            <a:xfrm rot="16200000">
              <a:off x="12870306" y="4596683"/>
              <a:ext cx="1987572" cy="3635808"/>
            </a:xfrm>
            <a:prstGeom prst="rect">
              <a:avLst/>
            </a:prstGeom>
            <a:solidFill>
              <a:srgbClr val="2B7FB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 typeface="Arial" panose="020B0604020202020204" pitchFamily="34" charset="0"/>
                <a:buNone/>
                <a:defRPr/>
              </a:pPr>
              <a:endParaRPr lang="zh-CN" altLang="en-US"/>
            </a:p>
          </p:txBody>
        </p:sp>
        <p:grpSp>
          <p:nvGrpSpPr>
            <p:cNvPr id="141" name="组合 2"/>
            <p:cNvGrpSpPr/>
            <p:nvPr/>
          </p:nvGrpSpPr>
          <p:grpSpPr bwMode="auto">
            <a:xfrm>
              <a:off x="13580951" y="5774163"/>
              <a:ext cx="608013" cy="619125"/>
              <a:chOff x="7938529" y="3078391"/>
              <a:chExt cx="607404" cy="617990"/>
            </a:xfrm>
          </p:grpSpPr>
          <p:sp>
            <p:nvSpPr>
              <p:cNvPr id="142" name="object 5"/>
              <p:cNvSpPr/>
              <p:nvPr/>
            </p:nvSpPr>
            <p:spPr bwMode="auto">
              <a:xfrm>
                <a:off x="8052890" y="3078391"/>
                <a:ext cx="137478" cy="276999"/>
              </a:xfrm>
              <a:custGeom>
                <a:avLst/>
                <a:gdLst>
                  <a:gd name="T0" fmla="*/ 17874 w 226695"/>
                  <a:gd name="T1" fmla="*/ 0 h 262254"/>
                  <a:gd name="T2" fmla="*/ 0 w 226695"/>
                  <a:gd name="T3" fmla="*/ 197759 h 262254"/>
                  <a:gd name="T4" fmla="*/ 30590 w 226695"/>
                  <a:gd name="T5" fmla="*/ 326123 h 262254"/>
                  <a:gd name="T6" fmla="*/ 17874 w 226695"/>
                  <a:gd name="T7" fmla="*/ 0 h 26225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26695" h="262254">
                    <a:moveTo>
                      <a:pt x="132153" y="0"/>
                    </a:moveTo>
                    <a:lnTo>
                      <a:pt x="0" y="158895"/>
                    </a:lnTo>
                    <a:lnTo>
                      <a:pt x="226160" y="262033"/>
                    </a:lnTo>
                    <a:lnTo>
                      <a:pt x="132153" y="0"/>
                    </a:lnTo>
                    <a:close/>
                  </a:path>
                </a:pathLst>
              </a:custGeom>
              <a:solidFill>
                <a:srgbClr val="4ABA92"/>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3" name="object 6"/>
              <p:cNvSpPr/>
              <p:nvPr/>
            </p:nvSpPr>
            <p:spPr bwMode="auto">
              <a:xfrm>
                <a:off x="8090831" y="3419382"/>
                <a:ext cx="363912" cy="276999"/>
              </a:xfrm>
              <a:custGeom>
                <a:avLst/>
                <a:gdLst>
                  <a:gd name="T0" fmla="*/ 50573 w 600075"/>
                  <a:gd name="T1" fmla="*/ 0 h 479425"/>
                  <a:gd name="T2" fmla="*/ 0 w 600075"/>
                  <a:gd name="T3" fmla="*/ 50100 h 479425"/>
                  <a:gd name="T4" fmla="*/ 60332 w 600075"/>
                  <a:gd name="T5" fmla="*/ 53398 h 479425"/>
                  <a:gd name="T6" fmla="*/ 81164 w 600075"/>
                  <a:gd name="T7" fmla="*/ 11494 h 479425"/>
                  <a:gd name="T8" fmla="*/ 50573 w 600075"/>
                  <a:gd name="T9" fmla="*/ 0 h 4794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00075" h="479425">
                    <a:moveTo>
                      <a:pt x="373904" y="0"/>
                    </a:moveTo>
                    <a:lnTo>
                      <a:pt x="0" y="449588"/>
                    </a:lnTo>
                    <a:lnTo>
                      <a:pt x="446049" y="479179"/>
                    </a:lnTo>
                    <a:lnTo>
                      <a:pt x="600065" y="103138"/>
                    </a:lnTo>
                    <a:lnTo>
                      <a:pt x="373904" y="0"/>
                    </a:lnTo>
                    <a:close/>
                  </a:path>
                </a:pathLst>
              </a:custGeom>
              <a:solidFill>
                <a:srgbClr val="F94C07"/>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4" name="object 7"/>
              <p:cNvSpPr/>
              <p:nvPr/>
            </p:nvSpPr>
            <p:spPr bwMode="auto">
              <a:xfrm>
                <a:off x="8161226" y="3175050"/>
                <a:ext cx="384707" cy="276999"/>
              </a:xfrm>
              <a:custGeom>
                <a:avLst/>
                <a:gdLst>
                  <a:gd name="T0" fmla="*/ 0 w 634365"/>
                  <a:gd name="T1" fmla="*/ 0 h 229235"/>
                  <a:gd name="T2" fmla="*/ 67888 w 634365"/>
                  <a:gd name="T3" fmla="*/ 488025 h 229235"/>
                  <a:gd name="T4" fmla="*/ 85762 w 634365"/>
                  <a:gd name="T5" fmla="*/ 149257 h 229235"/>
                  <a:gd name="T6" fmla="*/ 0 w 634365"/>
                  <a:gd name="T7" fmla="*/ 0 h 22923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34365" h="229235">
                    <a:moveTo>
                      <a:pt x="0" y="0"/>
                    </a:moveTo>
                    <a:lnTo>
                      <a:pt x="501911" y="228904"/>
                    </a:lnTo>
                    <a:lnTo>
                      <a:pt x="634064" y="70008"/>
                    </a:lnTo>
                    <a:lnTo>
                      <a:pt x="0" y="0"/>
                    </a:lnTo>
                    <a:close/>
                  </a:path>
                </a:pathLst>
              </a:custGeom>
              <a:solidFill>
                <a:srgbClr val="1F4E79"/>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5" name="object 8"/>
              <p:cNvSpPr/>
              <p:nvPr/>
            </p:nvSpPr>
            <p:spPr bwMode="auto">
              <a:xfrm>
                <a:off x="7945652" y="3216890"/>
                <a:ext cx="145179" cy="193317"/>
              </a:xfrm>
              <a:custGeom>
                <a:avLst/>
                <a:gdLst>
                  <a:gd name="T0" fmla="*/ 19983 w 200025"/>
                  <a:gd name="T1" fmla="*/ 0 h 678814"/>
                  <a:gd name="T2" fmla="*/ 0 w 200025"/>
                  <a:gd name="T3" fmla="*/ 2184 h 678814"/>
                  <a:gd name="T4" fmla="*/ 55509 w 200025"/>
                  <a:gd name="T5" fmla="*/ 4463 h 678814"/>
                  <a:gd name="T6" fmla="*/ 19983 w 200025"/>
                  <a:gd name="T7" fmla="*/ 0 h 6788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0025" h="678814">
                    <a:moveTo>
                      <a:pt x="72008" y="0"/>
                    </a:moveTo>
                    <a:lnTo>
                      <a:pt x="0" y="332031"/>
                    </a:lnTo>
                    <a:lnTo>
                      <a:pt x="200025" y="678481"/>
                    </a:lnTo>
                    <a:lnTo>
                      <a:pt x="72008" y="0"/>
                    </a:lnTo>
                    <a:close/>
                  </a:path>
                </a:pathLst>
              </a:custGeom>
              <a:solidFill>
                <a:srgbClr val="00B050"/>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6" name="object 9"/>
              <p:cNvSpPr/>
              <p:nvPr/>
            </p:nvSpPr>
            <p:spPr bwMode="auto">
              <a:xfrm>
                <a:off x="7938529" y="3379992"/>
                <a:ext cx="304607" cy="276999"/>
              </a:xfrm>
              <a:custGeom>
                <a:avLst/>
                <a:gdLst>
                  <a:gd name="T0" fmla="*/ 0 w 502284"/>
                  <a:gd name="T1" fmla="*/ 0 h 678814"/>
                  <a:gd name="T2" fmla="*/ 17315 w 502284"/>
                  <a:gd name="T3" fmla="*/ 18813 h 678814"/>
                  <a:gd name="T4" fmla="*/ 67889 w 502284"/>
                  <a:gd name="T5" fmla="*/ 6347 h 678814"/>
                  <a:gd name="T6" fmla="*/ 0 w 502284"/>
                  <a:gd name="T7" fmla="*/ 0 h 6788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02284" h="678814">
                    <a:moveTo>
                      <a:pt x="0" y="0"/>
                    </a:moveTo>
                    <a:lnTo>
                      <a:pt x="128017" y="678492"/>
                    </a:lnTo>
                    <a:lnTo>
                      <a:pt x="501921" y="228904"/>
                    </a:lnTo>
                    <a:lnTo>
                      <a:pt x="0" y="0"/>
                    </a:lnTo>
                    <a:close/>
                  </a:path>
                </a:pathLst>
              </a:custGeom>
              <a:solidFill>
                <a:srgbClr val="ED7D31"/>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grpSp>
        <p:sp>
          <p:nvSpPr>
            <p:cNvPr id="147" name="矩形 23"/>
            <p:cNvSpPr>
              <a:spLocks noChangeArrowheads="1"/>
            </p:cNvSpPr>
            <p:nvPr/>
          </p:nvSpPr>
          <p:spPr bwMode="auto">
            <a:xfrm>
              <a:off x="12758941" y="6563170"/>
              <a:ext cx="2303462" cy="50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2F6583"/>
                  </a:solidFill>
                  <a:bevel/>
                </a14:hiddenLine>
              </a:ext>
            </a:extLst>
          </p:spPr>
          <p:txBody>
            <a:bodyPr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SimSun"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SimSun"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SimSun"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9pPr>
            </a:lstStyle>
            <a:p>
              <a:pPr algn="ctr">
                <a:lnSpc>
                  <a:spcPct val="100000"/>
                </a:lnSpc>
                <a:spcBef>
                  <a:spcPct val="0"/>
                </a:spcBef>
                <a:buFont typeface="Arial" panose="020B0604020202020204" pitchFamily="34" charset="0"/>
                <a:buNone/>
              </a:pPr>
              <a:r>
                <a:rPr lang="vi-VN" altLang="zh-CN" sz="2500" dirty="0">
                  <a:solidFill>
                    <a:schemeClr val="bg1"/>
                  </a:solidFill>
                  <a:latin typeface="Impact" panose="020B0806030902050204" pitchFamily="34" charset="0"/>
                  <a:ea typeface="Microsoft YaHei" panose="020B0503020204020204" pitchFamily="34" charset="-122"/>
                  <a:sym typeface="Impact" panose="020B0806030902050204" pitchFamily="34" charset="0"/>
                </a:rPr>
                <a:t>Nhóm </a:t>
              </a:r>
              <a:r>
                <a:rPr lang="vi-VN" altLang="zh-CN" sz="2500" dirty="0">
                  <a:solidFill>
                    <a:schemeClr val="bg1"/>
                  </a:solidFill>
                  <a:latin typeface="Impact" panose="020B0806030902050204" pitchFamily="34" charset="0"/>
                  <a:ea typeface="Microsoft YaHei" panose="020B0503020204020204" pitchFamily="34" charset="-122"/>
                  <a:sym typeface="Impact" panose="020B0806030902050204" pitchFamily="34" charset="0"/>
                </a:rPr>
                <a:t>6</a:t>
              </a:r>
              <a:endParaRPr lang="vi-VN" altLang="zh-CN" sz="2500" dirty="0">
                <a:solidFill>
                  <a:schemeClr val="bg1"/>
                </a:solidFill>
                <a:latin typeface="Impact" panose="020B0806030902050204" pitchFamily="34" charset="0"/>
                <a:ea typeface="Microsoft YaHei" panose="020B0503020204020204" pitchFamily="34" charset="-122"/>
                <a:sym typeface="Impact" panose="020B0806030902050204" pitchFamily="34" charset="0"/>
              </a:endParaRPr>
            </a:p>
          </p:txBody>
        </p:sp>
      </p:grpSp>
      <p:sp>
        <p:nvSpPr>
          <p:cNvPr id="5" name="Rounded Rectangle 4"/>
          <p:cNvSpPr/>
          <p:nvPr/>
        </p:nvSpPr>
        <p:spPr>
          <a:xfrm>
            <a:off x="304800" y="638810"/>
            <a:ext cx="8768080" cy="802005"/>
          </a:xfrm>
          <a:prstGeom prst="roundRect">
            <a:avLst/>
          </a:prstGeom>
          <a:solidFill>
            <a:srgbClr val="F02424"/>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6" name="object 3"/>
          <p:cNvSpPr txBox="1">
            <a:spLocks noChangeArrowheads="1"/>
          </p:cNvSpPr>
          <p:nvPr/>
        </p:nvSpPr>
        <p:spPr bwMode="auto">
          <a:xfrm>
            <a:off x="1071880" y="730250"/>
            <a:ext cx="7847965" cy="615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marL="6350">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SimSun"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SimSun"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SimSun"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9pPr>
          </a:lstStyle>
          <a:p>
            <a:pPr algn="ctr">
              <a:lnSpc>
                <a:spcPct val="100000"/>
              </a:lnSpc>
              <a:spcBef>
                <a:spcPct val="0"/>
              </a:spcBef>
              <a:buFont typeface="Arial" panose="020B0604020202020204" pitchFamily="34" charset="0"/>
              <a:buNone/>
            </a:pPr>
            <a:r>
              <a:rPr lang="vi-VN" altLang="zh-CN" sz="4000" dirty="0" smtClean="0">
                <a:solidFill>
                  <a:srgbClr val="FFFFFF"/>
                </a:solidFill>
                <a:latin typeface="Microsoft YaHei" panose="020B0503020204020204" pitchFamily="34" charset="-122"/>
                <a:ea typeface="Microsoft YaHei" panose="020B0503020204020204" pitchFamily="34" charset="-122"/>
                <a:sym typeface="+mn-ea"/>
              </a:rPr>
              <a:t>Playfair Cipher</a:t>
            </a:r>
            <a:endParaRPr lang="vi-VN" altLang="zh-CN" sz="4000" dirty="0" smtClean="0">
              <a:solidFill>
                <a:srgbClr val="FFFFFF"/>
              </a:solidFill>
              <a:latin typeface="Microsoft YaHei" panose="020B0503020204020204" pitchFamily="34" charset="-122"/>
              <a:ea typeface="Microsoft YaHei" panose="020B0503020204020204" pitchFamily="34" charset="-122"/>
              <a:sym typeface="+mn-ea"/>
            </a:endParaRPr>
          </a:p>
        </p:txBody>
      </p:sp>
      <p:sp>
        <p:nvSpPr>
          <p:cNvPr id="2" name="文本框 162"/>
          <p:cNvSpPr txBox="1"/>
          <p:nvPr/>
        </p:nvSpPr>
        <p:spPr>
          <a:xfrm>
            <a:off x="311150" y="1720850"/>
            <a:ext cx="17559020" cy="8181975"/>
          </a:xfrm>
          <a:prstGeom prst="rect">
            <a:avLst/>
          </a:prstGeom>
          <a:noFill/>
        </p:spPr>
        <p:txBody>
          <a:bodyPr wrap="square" rtlCol="0">
            <a:noAutofit/>
          </a:bodyPr>
          <a:p>
            <a:pPr marL="127000" indent="0">
              <a:lnSpc>
                <a:spcPct val="200000"/>
              </a:lnSpc>
              <a:buNone/>
            </a:pPr>
            <a:r>
              <a:rPr lang="en-US" altLang="zh-HK" sz="3600" dirty="0" smtClean="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sym typeface="+mn-ea"/>
              </a:rPr>
              <a:t>d, Nhược điểm của Playfair Cipher:</a:t>
            </a:r>
            <a:endParaRPr lang="en-US" altLang="zh-HK" sz="3600" dirty="0" smtClean="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sym typeface="+mn-ea"/>
            </a:endParaRPr>
          </a:p>
          <a:p>
            <a:pPr marL="127000" indent="0">
              <a:lnSpc>
                <a:spcPct val="200000"/>
              </a:lnSpc>
              <a:buNone/>
            </a:pPr>
            <a:r>
              <a:rPr lang="en-US" altLang="zh-HK" sz="3600" dirty="0" smtClean="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sym typeface="+mn-ea"/>
              </a:rPr>
              <a:t>- Phức tạp hơn trong thực hiện: So với các phương pháp như Caesar Cipher, Playfair yêu cầu nhiều bước hơn trong cả quá trình mã hóa và giải mã, có thể gây khó khăn cho người mới.</a:t>
            </a:r>
            <a:endParaRPr lang="en-US" altLang="zh-HK" sz="3600" dirty="0" smtClean="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sym typeface="+mn-ea"/>
            </a:endParaRPr>
          </a:p>
          <a:p>
            <a:pPr marL="127000" indent="0">
              <a:lnSpc>
                <a:spcPct val="200000"/>
              </a:lnSpc>
              <a:buNone/>
            </a:pPr>
            <a:r>
              <a:rPr lang="en-US" altLang="zh-HK" sz="3600" dirty="0" smtClean="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sym typeface="+mn-ea"/>
              </a:rPr>
              <a:t>- Vẫn dễ bị tấn công: Mặc dù bảo mật tốt hơn, Playfair Cipher vẫn có thể bị tấn công bằng các phương pháp phân tích tần số hoặc các kỹ thuật tấn công khác, nhất là khi có nhiều văn bản được mã hóa.</a:t>
            </a:r>
            <a:endParaRPr lang="en-US" altLang="zh-HK" sz="3600" dirty="0" smtClean="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sym typeface="+mn-ea"/>
            </a:endParaRPr>
          </a:p>
        </p:txBody>
      </p:sp>
      <p:grpSp>
        <p:nvGrpSpPr>
          <p:cNvPr id="471" name="组合 1109"/>
          <p:cNvGrpSpPr/>
          <p:nvPr/>
        </p:nvGrpSpPr>
        <p:grpSpPr bwMode="auto">
          <a:xfrm>
            <a:off x="525145" y="772795"/>
            <a:ext cx="512445" cy="557530"/>
            <a:chOff x="0" y="0"/>
            <a:chExt cx="658482" cy="653916"/>
          </a:xfrm>
          <a:solidFill>
            <a:schemeClr val="bg1"/>
          </a:solidFill>
        </p:grpSpPr>
        <p:sp>
          <p:nvSpPr>
            <p:cNvPr id="472" name="Freeform 796"/>
            <p:cNvSpPr>
              <a:spLocks noChangeArrowheads="1"/>
            </p:cNvSpPr>
            <p:nvPr/>
          </p:nvSpPr>
          <p:spPr bwMode="auto">
            <a:xfrm>
              <a:off x="106726" y="422531"/>
              <a:ext cx="147001" cy="231385"/>
            </a:xfrm>
            <a:custGeom>
              <a:avLst/>
              <a:gdLst>
                <a:gd name="T0" fmla="*/ 2147483647 w 68"/>
                <a:gd name="T1" fmla="*/ 2147483647 h 107"/>
                <a:gd name="T2" fmla="*/ 2147483647 w 68"/>
                <a:gd name="T3" fmla="*/ 2147483647 h 107"/>
                <a:gd name="T4" fmla="*/ 2147483647 w 68"/>
                <a:gd name="T5" fmla="*/ 2147483647 h 107"/>
                <a:gd name="T6" fmla="*/ 2147483647 w 68"/>
                <a:gd name="T7" fmla="*/ 2147483647 h 107"/>
                <a:gd name="T8" fmla="*/ 2147483647 w 68"/>
                <a:gd name="T9" fmla="*/ 0 h 107"/>
                <a:gd name="T10" fmla="*/ 0 w 68"/>
                <a:gd name="T11" fmla="*/ 0 h 107"/>
                <a:gd name="T12" fmla="*/ 0 w 68"/>
                <a:gd name="T13" fmla="*/ 2147483647 h 107"/>
                <a:gd name="T14" fmla="*/ 2147483647 w 68"/>
                <a:gd name="T15" fmla="*/ 2147483647 h 107"/>
                <a:gd name="T16" fmla="*/ 2147483647 w 68"/>
                <a:gd name="T17" fmla="*/ 2147483647 h 107"/>
                <a:gd name="T18" fmla="*/ 2147483647 w 68"/>
                <a:gd name="T19" fmla="*/ 2147483647 h 107"/>
                <a:gd name="T20" fmla="*/ 2147483647 w 68"/>
                <a:gd name="T21" fmla="*/ 2147483647 h 107"/>
                <a:gd name="T22" fmla="*/ 2147483647 w 68"/>
                <a:gd name="T23" fmla="*/ 2147483647 h 107"/>
                <a:gd name="T24" fmla="*/ 2147483647 w 68"/>
                <a:gd name="T25" fmla="*/ 2147483647 h 10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68"/>
                <a:gd name="T40" fmla="*/ 0 h 107"/>
                <a:gd name="T41" fmla="*/ 68 w 68"/>
                <a:gd name="T42" fmla="*/ 107 h 10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68" h="107">
                  <a:moveTo>
                    <a:pt x="65" y="81"/>
                  </a:moveTo>
                  <a:cubicBezTo>
                    <a:pt x="65" y="81"/>
                    <a:pt x="65" y="81"/>
                    <a:pt x="65" y="81"/>
                  </a:cubicBezTo>
                  <a:cubicBezTo>
                    <a:pt x="65" y="80"/>
                    <a:pt x="64" y="79"/>
                    <a:pt x="63" y="78"/>
                  </a:cubicBezTo>
                  <a:cubicBezTo>
                    <a:pt x="61" y="74"/>
                    <a:pt x="56" y="62"/>
                    <a:pt x="54" y="36"/>
                  </a:cubicBezTo>
                  <a:cubicBezTo>
                    <a:pt x="54" y="0"/>
                    <a:pt x="54" y="0"/>
                    <a:pt x="54" y="0"/>
                  </a:cubicBezTo>
                  <a:cubicBezTo>
                    <a:pt x="0" y="0"/>
                    <a:pt x="0" y="0"/>
                    <a:pt x="0" y="0"/>
                  </a:cubicBezTo>
                  <a:cubicBezTo>
                    <a:pt x="0" y="102"/>
                    <a:pt x="0" y="102"/>
                    <a:pt x="0" y="102"/>
                  </a:cubicBezTo>
                  <a:cubicBezTo>
                    <a:pt x="0" y="105"/>
                    <a:pt x="2" y="107"/>
                    <a:pt x="5" y="107"/>
                  </a:cubicBezTo>
                  <a:cubicBezTo>
                    <a:pt x="49" y="107"/>
                    <a:pt x="49" y="107"/>
                    <a:pt x="49" y="107"/>
                  </a:cubicBezTo>
                  <a:cubicBezTo>
                    <a:pt x="49" y="107"/>
                    <a:pt x="49" y="107"/>
                    <a:pt x="49" y="107"/>
                  </a:cubicBezTo>
                  <a:cubicBezTo>
                    <a:pt x="50" y="107"/>
                    <a:pt x="50" y="107"/>
                    <a:pt x="50" y="107"/>
                  </a:cubicBezTo>
                  <a:cubicBezTo>
                    <a:pt x="60" y="107"/>
                    <a:pt x="68" y="99"/>
                    <a:pt x="68" y="90"/>
                  </a:cubicBezTo>
                  <a:cubicBezTo>
                    <a:pt x="68" y="87"/>
                    <a:pt x="67" y="84"/>
                    <a:pt x="65" y="81"/>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473" name="Freeform 797"/>
            <p:cNvSpPr>
              <a:spLocks noChangeArrowheads="1"/>
            </p:cNvSpPr>
            <p:nvPr/>
          </p:nvSpPr>
          <p:spPr bwMode="auto">
            <a:xfrm>
              <a:off x="171165" y="422531"/>
              <a:ext cx="82563" cy="231385"/>
            </a:xfrm>
            <a:custGeom>
              <a:avLst/>
              <a:gdLst>
                <a:gd name="T0" fmla="*/ 2147483647 w 38"/>
                <a:gd name="T1" fmla="*/ 2147483647 h 107"/>
                <a:gd name="T2" fmla="*/ 2147483647 w 38"/>
                <a:gd name="T3" fmla="*/ 2147483647 h 107"/>
                <a:gd name="T4" fmla="*/ 2147483647 w 38"/>
                <a:gd name="T5" fmla="*/ 2147483647 h 107"/>
                <a:gd name="T6" fmla="*/ 2147483647 w 38"/>
                <a:gd name="T7" fmla="*/ 2147483647 h 107"/>
                <a:gd name="T8" fmla="*/ 2147483647 w 38"/>
                <a:gd name="T9" fmla="*/ 0 h 107"/>
                <a:gd name="T10" fmla="*/ 0 w 38"/>
                <a:gd name="T11" fmla="*/ 0 h 107"/>
                <a:gd name="T12" fmla="*/ 0 w 38"/>
                <a:gd name="T13" fmla="*/ 2147483647 h 107"/>
                <a:gd name="T14" fmla="*/ 2147483647 w 38"/>
                <a:gd name="T15" fmla="*/ 2147483647 h 107"/>
                <a:gd name="T16" fmla="*/ 2147483647 w 38"/>
                <a:gd name="T17" fmla="*/ 2147483647 h 107"/>
                <a:gd name="T18" fmla="*/ 2147483647 w 38"/>
                <a:gd name="T19" fmla="*/ 2147483647 h 107"/>
                <a:gd name="T20" fmla="*/ 2147483647 w 38"/>
                <a:gd name="T21" fmla="*/ 2147483647 h 107"/>
                <a:gd name="T22" fmla="*/ 2147483647 w 38"/>
                <a:gd name="T23" fmla="*/ 2147483647 h 10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8"/>
                <a:gd name="T37" fmla="*/ 0 h 107"/>
                <a:gd name="T38" fmla="*/ 38 w 38"/>
                <a:gd name="T39" fmla="*/ 107 h 10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8" h="107">
                  <a:moveTo>
                    <a:pt x="35" y="81"/>
                  </a:moveTo>
                  <a:cubicBezTo>
                    <a:pt x="35" y="81"/>
                    <a:pt x="35" y="81"/>
                    <a:pt x="35" y="81"/>
                  </a:cubicBezTo>
                  <a:cubicBezTo>
                    <a:pt x="35" y="80"/>
                    <a:pt x="34" y="79"/>
                    <a:pt x="33" y="78"/>
                  </a:cubicBezTo>
                  <a:cubicBezTo>
                    <a:pt x="31" y="74"/>
                    <a:pt x="26" y="62"/>
                    <a:pt x="24" y="36"/>
                  </a:cubicBezTo>
                  <a:cubicBezTo>
                    <a:pt x="24" y="0"/>
                    <a:pt x="24" y="0"/>
                    <a:pt x="24" y="0"/>
                  </a:cubicBezTo>
                  <a:cubicBezTo>
                    <a:pt x="0" y="0"/>
                    <a:pt x="0" y="0"/>
                    <a:pt x="0" y="0"/>
                  </a:cubicBezTo>
                  <a:cubicBezTo>
                    <a:pt x="0" y="107"/>
                    <a:pt x="0" y="107"/>
                    <a:pt x="0" y="107"/>
                  </a:cubicBezTo>
                  <a:cubicBezTo>
                    <a:pt x="19" y="107"/>
                    <a:pt x="19" y="107"/>
                    <a:pt x="19" y="107"/>
                  </a:cubicBezTo>
                  <a:cubicBezTo>
                    <a:pt x="19" y="107"/>
                    <a:pt x="19" y="107"/>
                    <a:pt x="19" y="107"/>
                  </a:cubicBezTo>
                  <a:cubicBezTo>
                    <a:pt x="20" y="107"/>
                    <a:pt x="20" y="107"/>
                    <a:pt x="20" y="107"/>
                  </a:cubicBezTo>
                  <a:cubicBezTo>
                    <a:pt x="30" y="107"/>
                    <a:pt x="38" y="99"/>
                    <a:pt x="38" y="90"/>
                  </a:cubicBezTo>
                  <a:cubicBezTo>
                    <a:pt x="38" y="87"/>
                    <a:pt x="37" y="84"/>
                    <a:pt x="35" y="81"/>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474" name="Freeform 798"/>
            <p:cNvSpPr>
              <a:spLocks noChangeArrowheads="1"/>
            </p:cNvSpPr>
            <p:nvPr/>
          </p:nvSpPr>
          <p:spPr bwMode="auto">
            <a:xfrm>
              <a:off x="267823" y="50301"/>
              <a:ext cx="310111" cy="509050"/>
            </a:xfrm>
            <a:custGeom>
              <a:avLst/>
              <a:gdLst>
                <a:gd name="T0" fmla="*/ 0 w 143"/>
                <a:gd name="T1" fmla="*/ 2147483647 h 236"/>
                <a:gd name="T2" fmla="*/ 0 w 143"/>
                <a:gd name="T3" fmla="*/ 2147483647 h 236"/>
                <a:gd name="T4" fmla="*/ 2147483647 w 143"/>
                <a:gd name="T5" fmla="*/ 2147483647 h 236"/>
                <a:gd name="T6" fmla="*/ 2147483647 w 143"/>
                <a:gd name="T7" fmla="*/ 0 h 236"/>
                <a:gd name="T8" fmla="*/ 0 w 143"/>
                <a:gd name="T9" fmla="*/ 2147483647 h 236"/>
                <a:gd name="T10" fmla="*/ 0 60000 65536"/>
                <a:gd name="T11" fmla="*/ 0 60000 65536"/>
                <a:gd name="T12" fmla="*/ 0 60000 65536"/>
                <a:gd name="T13" fmla="*/ 0 60000 65536"/>
                <a:gd name="T14" fmla="*/ 0 60000 65536"/>
                <a:gd name="T15" fmla="*/ 0 w 143"/>
                <a:gd name="T16" fmla="*/ 0 h 236"/>
                <a:gd name="T17" fmla="*/ 143 w 143"/>
                <a:gd name="T18" fmla="*/ 236 h 236"/>
              </a:gdLst>
              <a:ahLst/>
              <a:cxnLst>
                <a:cxn ang="T10">
                  <a:pos x="T0" y="T1"/>
                </a:cxn>
                <a:cxn ang="T11">
                  <a:pos x="T2" y="T3"/>
                </a:cxn>
                <a:cxn ang="T12">
                  <a:pos x="T4" y="T5"/>
                </a:cxn>
                <a:cxn ang="T13">
                  <a:pos x="T6" y="T7"/>
                </a:cxn>
                <a:cxn ang="T14">
                  <a:pos x="T8" y="T9"/>
                </a:cxn>
              </a:cxnLst>
              <a:rect l="T15" t="T16" r="T17" b="T18"/>
              <a:pathLst>
                <a:path w="143" h="236">
                  <a:moveTo>
                    <a:pt x="0" y="71"/>
                  </a:moveTo>
                  <a:cubicBezTo>
                    <a:pt x="0" y="165"/>
                    <a:pt x="0" y="165"/>
                    <a:pt x="0" y="165"/>
                  </a:cubicBezTo>
                  <a:cubicBezTo>
                    <a:pt x="21" y="167"/>
                    <a:pt x="74" y="178"/>
                    <a:pt x="143" y="236"/>
                  </a:cubicBezTo>
                  <a:cubicBezTo>
                    <a:pt x="143" y="0"/>
                    <a:pt x="143" y="0"/>
                    <a:pt x="143" y="0"/>
                  </a:cubicBezTo>
                  <a:cubicBezTo>
                    <a:pt x="74" y="58"/>
                    <a:pt x="21" y="69"/>
                    <a:pt x="0" y="71"/>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475" name="Freeform 799"/>
            <p:cNvSpPr>
              <a:spLocks noChangeArrowheads="1"/>
            </p:cNvSpPr>
            <p:nvPr/>
          </p:nvSpPr>
          <p:spPr bwMode="auto">
            <a:xfrm>
              <a:off x="267823" y="50301"/>
              <a:ext cx="310111" cy="253518"/>
            </a:xfrm>
            <a:custGeom>
              <a:avLst/>
              <a:gdLst>
                <a:gd name="T0" fmla="*/ 0 w 143"/>
                <a:gd name="T1" fmla="*/ 2147483647 h 118"/>
                <a:gd name="T2" fmla="*/ 2147483647 w 143"/>
                <a:gd name="T3" fmla="*/ 2147483647 h 118"/>
                <a:gd name="T4" fmla="*/ 2147483647 w 143"/>
                <a:gd name="T5" fmla="*/ 0 h 118"/>
                <a:gd name="T6" fmla="*/ 0 w 143"/>
                <a:gd name="T7" fmla="*/ 2147483647 h 118"/>
                <a:gd name="T8" fmla="*/ 0 w 143"/>
                <a:gd name="T9" fmla="*/ 2147483647 h 118"/>
                <a:gd name="T10" fmla="*/ 0 60000 65536"/>
                <a:gd name="T11" fmla="*/ 0 60000 65536"/>
                <a:gd name="T12" fmla="*/ 0 60000 65536"/>
                <a:gd name="T13" fmla="*/ 0 60000 65536"/>
                <a:gd name="T14" fmla="*/ 0 60000 65536"/>
                <a:gd name="T15" fmla="*/ 0 w 143"/>
                <a:gd name="T16" fmla="*/ 0 h 118"/>
                <a:gd name="T17" fmla="*/ 143 w 143"/>
                <a:gd name="T18" fmla="*/ 118 h 118"/>
              </a:gdLst>
              <a:ahLst/>
              <a:cxnLst>
                <a:cxn ang="T10">
                  <a:pos x="T0" y="T1"/>
                </a:cxn>
                <a:cxn ang="T11">
                  <a:pos x="T2" y="T3"/>
                </a:cxn>
                <a:cxn ang="T12">
                  <a:pos x="T4" y="T5"/>
                </a:cxn>
                <a:cxn ang="T13">
                  <a:pos x="T6" y="T7"/>
                </a:cxn>
                <a:cxn ang="T14">
                  <a:pos x="T8" y="T9"/>
                </a:cxn>
              </a:cxnLst>
              <a:rect l="T15" t="T16" r="T17" b="T18"/>
              <a:pathLst>
                <a:path w="143" h="118">
                  <a:moveTo>
                    <a:pt x="0" y="118"/>
                  </a:moveTo>
                  <a:cubicBezTo>
                    <a:pt x="143" y="118"/>
                    <a:pt x="143" y="118"/>
                    <a:pt x="143" y="118"/>
                  </a:cubicBezTo>
                  <a:cubicBezTo>
                    <a:pt x="143" y="0"/>
                    <a:pt x="143" y="0"/>
                    <a:pt x="143" y="0"/>
                  </a:cubicBezTo>
                  <a:cubicBezTo>
                    <a:pt x="74" y="58"/>
                    <a:pt x="21" y="69"/>
                    <a:pt x="0" y="71"/>
                  </a:cubicBezTo>
                  <a:lnTo>
                    <a:pt x="0" y="118"/>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476" name="Freeform 800"/>
            <p:cNvSpPr>
              <a:spLocks noChangeArrowheads="1"/>
            </p:cNvSpPr>
            <p:nvPr/>
          </p:nvSpPr>
          <p:spPr bwMode="auto">
            <a:xfrm>
              <a:off x="0" y="185109"/>
              <a:ext cx="304069" cy="237422"/>
            </a:xfrm>
            <a:custGeom>
              <a:avLst/>
              <a:gdLst>
                <a:gd name="T0" fmla="*/ 2147483647 w 141"/>
                <a:gd name="T1" fmla="*/ 0 h 110"/>
                <a:gd name="T2" fmla="*/ 2147483647 w 141"/>
                <a:gd name="T3" fmla="*/ 0 h 110"/>
                <a:gd name="T4" fmla="*/ 2147483647 w 141"/>
                <a:gd name="T5" fmla="*/ 0 h 110"/>
                <a:gd name="T6" fmla="*/ 0 w 141"/>
                <a:gd name="T7" fmla="*/ 2147483647 h 110"/>
                <a:gd name="T8" fmla="*/ 0 w 141"/>
                <a:gd name="T9" fmla="*/ 2147483647 h 110"/>
                <a:gd name="T10" fmla="*/ 2147483647 w 141"/>
                <a:gd name="T11" fmla="*/ 2147483647 h 110"/>
                <a:gd name="T12" fmla="*/ 2147483647 w 141"/>
                <a:gd name="T13" fmla="*/ 2147483647 h 110"/>
                <a:gd name="T14" fmla="*/ 2147483647 w 141"/>
                <a:gd name="T15" fmla="*/ 2147483647 h 110"/>
                <a:gd name="T16" fmla="*/ 2147483647 w 141"/>
                <a:gd name="T17" fmla="*/ 2147483647 h 110"/>
                <a:gd name="T18" fmla="*/ 2147483647 w 141"/>
                <a:gd name="T19" fmla="*/ 2147483647 h 110"/>
                <a:gd name="T20" fmla="*/ 2147483647 w 141"/>
                <a:gd name="T21" fmla="*/ 2147483647 h 110"/>
                <a:gd name="T22" fmla="*/ 2147483647 w 141"/>
                <a:gd name="T23" fmla="*/ 2147483647 h 110"/>
                <a:gd name="T24" fmla="*/ 2147483647 w 141"/>
                <a:gd name="T25" fmla="*/ 0 h 11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41"/>
                <a:gd name="T40" fmla="*/ 0 h 110"/>
                <a:gd name="T41" fmla="*/ 141 w 141"/>
                <a:gd name="T42" fmla="*/ 110 h 11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41" h="110">
                  <a:moveTo>
                    <a:pt x="135" y="0"/>
                  </a:moveTo>
                  <a:cubicBezTo>
                    <a:pt x="110" y="0"/>
                    <a:pt x="110" y="0"/>
                    <a:pt x="110" y="0"/>
                  </a:cubicBezTo>
                  <a:cubicBezTo>
                    <a:pt x="31" y="0"/>
                    <a:pt x="31" y="0"/>
                    <a:pt x="31" y="0"/>
                  </a:cubicBezTo>
                  <a:cubicBezTo>
                    <a:pt x="14" y="0"/>
                    <a:pt x="0" y="14"/>
                    <a:pt x="0" y="31"/>
                  </a:cubicBezTo>
                  <a:cubicBezTo>
                    <a:pt x="0" y="79"/>
                    <a:pt x="0" y="79"/>
                    <a:pt x="0" y="79"/>
                  </a:cubicBezTo>
                  <a:cubicBezTo>
                    <a:pt x="0" y="96"/>
                    <a:pt x="14" y="110"/>
                    <a:pt x="31" y="110"/>
                  </a:cubicBezTo>
                  <a:cubicBezTo>
                    <a:pt x="110" y="110"/>
                    <a:pt x="110" y="110"/>
                    <a:pt x="110" y="110"/>
                  </a:cubicBezTo>
                  <a:cubicBezTo>
                    <a:pt x="135" y="110"/>
                    <a:pt x="135" y="110"/>
                    <a:pt x="135" y="110"/>
                  </a:cubicBezTo>
                  <a:cubicBezTo>
                    <a:pt x="138" y="110"/>
                    <a:pt x="141" y="107"/>
                    <a:pt x="141" y="104"/>
                  </a:cubicBezTo>
                  <a:cubicBezTo>
                    <a:pt x="141" y="79"/>
                    <a:pt x="141" y="79"/>
                    <a:pt x="141" y="79"/>
                  </a:cubicBezTo>
                  <a:cubicBezTo>
                    <a:pt x="141" y="31"/>
                    <a:pt x="141" y="31"/>
                    <a:pt x="141" y="31"/>
                  </a:cubicBezTo>
                  <a:cubicBezTo>
                    <a:pt x="141" y="6"/>
                    <a:pt x="141" y="6"/>
                    <a:pt x="141" y="6"/>
                  </a:cubicBezTo>
                  <a:cubicBezTo>
                    <a:pt x="141" y="3"/>
                    <a:pt x="138" y="0"/>
                    <a:pt x="135" y="0"/>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477" name="Rectangle 801"/>
            <p:cNvSpPr>
              <a:spLocks noChangeArrowheads="1"/>
            </p:cNvSpPr>
            <p:nvPr/>
          </p:nvSpPr>
          <p:spPr bwMode="auto">
            <a:xfrm>
              <a:off x="106726" y="422531"/>
              <a:ext cx="116795" cy="14084"/>
            </a:xfrm>
            <a:prstGeom prst="rect">
              <a:avLst/>
            </a:pr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zh-CN">
                <a:solidFill>
                  <a:srgbClr val="000000"/>
                </a:solidFill>
                <a:sym typeface="SimSun" panose="02010600030101010101" pitchFamily="2" charset="-122"/>
              </a:endParaRPr>
            </a:p>
          </p:txBody>
        </p:sp>
        <p:sp>
          <p:nvSpPr>
            <p:cNvPr id="478" name="Freeform 802"/>
            <p:cNvSpPr>
              <a:spLocks noChangeArrowheads="1"/>
            </p:cNvSpPr>
            <p:nvPr/>
          </p:nvSpPr>
          <p:spPr bwMode="auto">
            <a:xfrm>
              <a:off x="561824" y="50301"/>
              <a:ext cx="16110" cy="509050"/>
            </a:xfrm>
            <a:custGeom>
              <a:avLst/>
              <a:gdLst>
                <a:gd name="T0" fmla="*/ 0 w 7"/>
                <a:gd name="T1" fmla="*/ 2147483647 h 236"/>
                <a:gd name="T2" fmla="*/ 2147483647 w 7"/>
                <a:gd name="T3" fmla="*/ 2147483647 h 236"/>
                <a:gd name="T4" fmla="*/ 2147483647 w 7"/>
                <a:gd name="T5" fmla="*/ 0 h 236"/>
                <a:gd name="T6" fmla="*/ 0 w 7"/>
                <a:gd name="T7" fmla="*/ 2147483647 h 236"/>
                <a:gd name="T8" fmla="*/ 0 w 7"/>
                <a:gd name="T9" fmla="*/ 2147483647 h 236"/>
                <a:gd name="T10" fmla="*/ 0 60000 65536"/>
                <a:gd name="T11" fmla="*/ 0 60000 65536"/>
                <a:gd name="T12" fmla="*/ 0 60000 65536"/>
                <a:gd name="T13" fmla="*/ 0 60000 65536"/>
                <a:gd name="T14" fmla="*/ 0 60000 65536"/>
                <a:gd name="T15" fmla="*/ 0 w 7"/>
                <a:gd name="T16" fmla="*/ 0 h 236"/>
                <a:gd name="T17" fmla="*/ 7 w 7"/>
                <a:gd name="T18" fmla="*/ 236 h 236"/>
              </a:gdLst>
              <a:ahLst/>
              <a:cxnLst>
                <a:cxn ang="T10">
                  <a:pos x="T0" y="T1"/>
                </a:cxn>
                <a:cxn ang="T11">
                  <a:pos x="T2" y="T3"/>
                </a:cxn>
                <a:cxn ang="T12">
                  <a:pos x="T4" y="T5"/>
                </a:cxn>
                <a:cxn ang="T13">
                  <a:pos x="T6" y="T7"/>
                </a:cxn>
                <a:cxn ang="T14">
                  <a:pos x="T8" y="T9"/>
                </a:cxn>
              </a:cxnLst>
              <a:rect l="T15" t="T16" r="T17" b="T18"/>
              <a:pathLst>
                <a:path w="7" h="236">
                  <a:moveTo>
                    <a:pt x="0" y="230"/>
                  </a:moveTo>
                  <a:cubicBezTo>
                    <a:pt x="3" y="232"/>
                    <a:pt x="5" y="234"/>
                    <a:pt x="7" y="236"/>
                  </a:cubicBezTo>
                  <a:cubicBezTo>
                    <a:pt x="7" y="0"/>
                    <a:pt x="7" y="0"/>
                    <a:pt x="7" y="0"/>
                  </a:cubicBezTo>
                  <a:cubicBezTo>
                    <a:pt x="5" y="2"/>
                    <a:pt x="3" y="4"/>
                    <a:pt x="0" y="6"/>
                  </a:cubicBezTo>
                  <a:lnTo>
                    <a:pt x="0" y="230"/>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479" name="Freeform 803"/>
            <p:cNvSpPr>
              <a:spLocks noChangeArrowheads="1"/>
            </p:cNvSpPr>
            <p:nvPr/>
          </p:nvSpPr>
          <p:spPr bwMode="auto">
            <a:xfrm>
              <a:off x="0" y="185109"/>
              <a:ext cx="304069" cy="120723"/>
            </a:xfrm>
            <a:custGeom>
              <a:avLst/>
              <a:gdLst>
                <a:gd name="T0" fmla="*/ 2147483647 w 141"/>
                <a:gd name="T1" fmla="*/ 0 h 56"/>
                <a:gd name="T2" fmla="*/ 2147483647 w 141"/>
                <a:gd name="T3" fmla="*/ 0 h 56"/>
                <a:gd name="T4" fmla="*/ 0 w 141"/>
                <a:gd name="T5" fmla="*/ 2147483647 h 56"/>
                <a:gd name="T6" fmla="*/ 0 w 141"/>
                <a:gd name="T7" fmla="*/ 2147483647 h 56"/>
                <a:gd name="T8" fmla="*/ 2147483647 w 141"/>
                <a:gd name="T9" fmla="*/ 2147483647 h 56"/>
                <a:gd name="T10" fmla="*/ 2147483647 w 141"/>
                <a:gd name="T11" fmla="*/ 2147483647 h 56"/>
                <a:gd name="T12" fmla="*/ 2147483647 w 141"/>
                <a:gd name="T13" fmla="*/ 2147483647 h 56"/>
                <a:gd name="T14" fmla="*/ 2147483647 w 141"/>
                <a:gd name="T15" fmla="*/ 2147483647 h 56"/>
                <a:gd name="T16" fmla="*/ 2147483647 w 141"/>
                <a:gd name="T17" fmla="*/ 0 h 5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41"/>
                <a:gd name="T28" fmla="*/ 0 h 56"/>
                <a:gd name="T29" fmla="*/ 141 w 141"/>
                <a:gd name="T30" fmla="*/ 56 h 5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41" h="56">
                  <a:moveTo>
                    <a:pt x="135" y="0"/>
                  </a:moveTo>
                  <a:cubicBezTo>
                    <a:pt x="31" y="0"/>
                    <a:pt x="31" y="0"/>
                    <a:pt x="31" y="0"/>
                  </a:cubicBezTo>
                  <a:cubicBezTo>
                    <a:pt x="14" y="0"/>
                    <a:pt x="0" y="14"/>
                    <a:pt x="0" y="31"/>
                  </a:cubicBezTo>
                  <a:cubicBezTo>
                    <a:pt x="0" y="47"/>
                    <a:pt x="0" y="47"/>
                    <a:pt x="0" y="47"/>
                  </a:cubicBezTo>
                  <a:cubicBezTo>
                    <a:pt x="1" y="52"/>
                    <a:pt x="6" y="56"/>
                    <a:pt x="12" y="56"/>
                  </a:cubicBezTo>
                  <a:cubicBezTo>
                    <a:pt x="129" y="56"/>
                    <a:pt x="129" y="56"/>
                    <a:pt x="129" y="56"/>
                  </a:cubicBezTo>
                  <a:cubicBezTo>
                    <a:pt x="135" y="56"/>
                    <a:pt x="140" y="52"/>
                    <a:pt x="141" y="47"/>
                  </a:cubicBezTo>
                  <a:cubicBezTo>
                    <a:pt x="141" y="6"/>
                    <a:pt x="141" y="6"/>
                    <a:pt x="141" y="6"/>
                  </a:cubicBezTo>
                  <a:cubicBezTo>
                    <a:pt x="141" y="3"/>
                    <a:pt x="138" y="0"/>
                    <a:pt x="135" y="0"/>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480" name="Freeform 804"/>
            <p:cNvSpPr>
              <a:spLocks noChangeArrowheads="1"/>
            </p:cNvSpPr>
            <p:nvPr/>
          </p:nvSpPr>
          <p:spPr bwMode="auto">
            <a:xfrm>
              <a:off x="577934" y="305832"/>
              <a:ext cx="80548" cy="301808"/>
            </a:xfrm>
            <a:custGeom>
              <a:avLst/>
              <a:gdLst>
                <a:gd name="T0" fmla="*/ 0 w 38"/>
                <a:gd name="T1" fmla="*/ 0 h 140"/>
                <a:gd name="T2" fmla="*/ 0 w 38"/>
                <a:gd name="T3" fmla="*/ 2147483647 h 140"/>
                <a:gd name="T4" fmla="*/ 2147483647 w 38"/>
                <a:gd name="T5" fmla="*/ 2147483647 h 140"/>
                <a:gd name="T6" fmla="*/ 2147483647 w 38"/>
                <a:gd name="T7" fmla="*/ 2147483647 h 140"/>
                <a:gd name="T8" fmla="*/ 2147483647 w 38"/>
                <a:gd name="T9" fmla="*/ 2147483647 h 140"/>
                <a:gd name="T10" fmla="*/ 2147483647 w 38"/>
                <a:gd name="T11" fmla="*/ 0 h 140"/>
                <a:gd name="T12" fmla="*/ 0 w 38"/>
                <a:gd name="T13" fmla="*/ 0 h 140"/>
                <a:gd name="T14" fmla="*/ 0 60000 65536"/>
                <a:gd name="T15" fmla="*/ 0 60000 65536"/>
                <a:gd name="T16" fmla="*/ 0 60000 65536"/>
                <a:gd name="T17" fmla="*/ 0 60000 65536"/>
                <a:gd name="T18" fmla="*/ 0 60000 65536"/>
                <a:gd name="T19" fmla="*/ 0 60000 65536"/>
                <a:gd name="T20" fmla="*/ 0 60000 65536"/>
                <a:gd name="T21" fmla="*/ 0 w 38"/>
                <a:gd name="T22" fmla="*/ 0 h 140"/>
                <a:gd name="T23" fmla="*/ 38 w 38"/>
                <a:gd name="T24" fmla="*/ 140 h 14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8" h="140">
                  <a:moveTo>
                    <a:pt x="0" y="0"/>
                  </a:moveTo>
                  <a:cubicBezTo>
                    <a:pt x="0" y="127"/>
                    <a:pt x="0" y="127"/>
                    <a:pt x="0" y="127"/>
                  </a:cubicBezTo>
                  <a:cubicBezTo>
                    <a:pt x="0" y="134"/>
                    <a:pt x="6" y="140"/>
                    <a:pt x="13" y="140"/>
                  </a:cubicBezTo>
                  <a:cubicBezTo>
                    <a:pt x="26" y="140"/>
                    <a:pt x="26" y="140"/>
                    <a:pt x="26" y="140"/>
                  </a:cubicBezTo>
                  <a:cubicBezTo>
                    <a:pt x="32" y="140"/>
                    <a:pt x="38" y="134"/>
                    <a:pt x="38" y="127"/>
                  </a:cubicBezTo>
                  <a:cubicBezTo>
                    <a:pt x="38" y="0"/>
                    <a:pt x="38" y="0"/>
                    <a:pt x="38" y="0"/>
                  </a:cubicBezTo>
                  <a:lnTo>
                    <a:pt x="0" y="0"/>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481" name="Freeform 805"/>
            <p:cNvSpPr>
              <a:spLocks noChangeArrowheads="1"/>
            </p:cNvSpPr>
            <p:nvPr/>
          </p:nvSpPr>
          <p:spPr bwMode="auto">
            <a:xfrm>
              <a:off x="577934" y="0"/>
              <a:ext cx="80548" cy="305832"/>
            </a:xfrm>
            <a:custGeom>
              <a:avLst/>
              <a:gdLst>
                <a:gd name="T0" fmla="*/ 2147483647 w 38"/>
                <a:gd name="T1" fmla="*/ 2147483647 h 142"/>
                <a:gd name="T2" fmla="*/ 2147483647 w 38"/>
                <a:gd name="T3" fmla="*/ 0 h 142"/>
                <a:gd name="T4" fmla="*/ 2147483647 w 38"/>
                <a:gd name="T5" fmla="*/ 0 h 142"/>
                <a:gd name="T6" fmla="*/ 0 w 38"/>
                <a:gd name="T7" fmla="*/ 2147483647 h 142"/>
                <a:gd name="T8" fmla="*/ 0 w 38"/>
                <a:gd name="T9" fmla="*/ 2147483647 h 142"/>
                <a:gd name="T10" fmla="*/ 2147483647 w 38"/>
                <a:gd name="T11" fmla="*/ 2147483647 h 142"/>
                <a:gd name="T12" fmla="*/ 2147483647 w 38"/>
                <a:gd name="T13" fmla="*/ 2147483647 h 142"/>
                <a:gd name="T14" fmla="*/ 0 60000 65536"/>
                <a:gd name="T15" fmla="*/ 0 60000 65536"/>
                <a:gd name="T16" fmla="*/ 0 60000 65536"/>
                <a:gd name="T17" fmla="*/ 0 60000 65536"/>
                <a:gd name="T18" fmla="*/ 0 60000 65536"/>
                <a:gd name="T19" fmla="*/ 0 60000 65536"/>
                <a:gd name="T20" fmla="*/ 0 60000 65536"/>
                <a:gd name="T21" fmla="*/ 0 w 38"/>
                <a:gd name="T22" fmla="*/ 0 h 142"/>
                <a:gd name="T23" fmla="*/ 38 w 38"/>
                <a:gd name="T24" fmla="*/ 142 h 14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8" h="142">
                  <a:moveTo>
                    <a:pt x="38" y="13"/>
                  </a:moveTo>
                  <a:cubicBezTo>
                    <a:pt x="38" y="6"/>
                    <a:pt x="32" y="0"/>
                    <a:pt x="26" y="0"/>
                  </a:cubicBezTo>
                  <a:cubicBezTo>
                    <a:pt x="13" y="0"/>
                    <a:pt x="13" y="0"/>
                    <a:pt x="13" y="0"/>
                  </a:cubicBezTo>
                  <a:cubicBezTo>
                    <a:pt x="6" y="0"/>
                    <a:pt x="0" y="6"/>
                    <a:pt x="0" y="13"/>
                  </a:cubicBezTo>
                  <a:cubicBezTo>
                    <a:pt x="0" y="142"/>
                    <a:pt x="0" y="142"/>
                    <a:pt x="0" y="142"/>
                  </a:cubicBezTo>
                  <a:cubicBezTo>
                    <a:pt x="38" y="142"/>
                    <a:pt x="38" y="142"/>
                    <a:pt x="38" y="142"/>
                  </a:cubicBezTo>
                  <a:lnTo>
                    <a:pt x="38" y="13"/>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482" name="Freeform 806"/>
            <p:cNvSpPr>
              <a:spLocks noChangeArrowheads="1"/>
            </p:cNvSpPr>
            <p:nvPr/>
          </p:nvSpPr>
          <p:spPr bwMode="auto">
            <a:xfrm>
              <a:off x="304069" y="191144"/>
              <a:ext cx="16110" cy="225350"/>
            </a:xfrm>
            <a:custGeom>
              <a:avLst/>
              <a:gdLst>
                <a:gd name="T0" fmla="*/ 0 w 7"/>
                <a:gd name="T1" fmla="*/ 2147483647 h 104"/>
                <a:gd name="T2" fmla="*/ 2147483647 w 7"/>
                <a:gd name="T3" fmla="*/ 2147483647 h 104"/>
                <a:gd name="T4" fmla="*/ 2147483647 w 7"/>
                <a:gd name="T5" fmla="*/ 0 h 104"/>
                <a:gd name="T6" fmla="*/ 0 w 7"/>
                <a:gd name="T7" fmla="*/ 2147483647 h 104"/>
                <a:gd name="T8" fmla="*/ 0 w 7"/>
                <a:gd name="T9" fmla="*/ 2147483647 h 104"/>
                <a:gd name="T10" fmla="*/ 0 60000 65536"/>
                <a:gd name="T11" fmla="*/ 0 60000 65536"/>
                <a:gd name="T12" fmla="*/ 0 60000 65536"/>
                <a:gd name="T13" fmla="*/ 0 60000 65536"/>
                <a:gd name="T14" fmla="*/ 0 60000 65536"/>
                <a:gd name="T15" fmla="*/ 0 w 7"/>
                <a:gd name="T16" fmla="*/ 0 h 104"/>
                <a:gd name="T17" fmla="*/ 7 w 7"/>
                <a:gd name="T18" fmla="*/ 104 h 104"/>
              </a:gdLst>
              <a:ahLst/>
              <a:cxnLst>
                <a:cxn ang="T10">
                  <a:pos x="T0" y="T1"/>
                </a:cxn>
                <a:cxn ang="T11">
                  <a:pos x="T2" y="T3"/>
                </a:cxn>
                <a:cxn ang="T12">
                  <a:pos x="T4" y="T5"/>
                </a:cxn>
                <a:cxn ang="T13">
                  <a:pos x="T6" y="T7"/>
                </a:cxn>
                <a:cxn ang="T14">
                  <a:pos x="T8" y="T9"/>
                </a:cxn>
              </a:cxnLst>
              <a:rect l="T15" t="T16" r="T17" b="T18"/>
              <a:pathLst>
                <a:path w="7" h="104">
                  <a:moveTo>
                    <a:pt x="0" y="102"/>
                  </a:moveTo>
                  <a:cubicBezTo>
                    <a:pt x="2" y="102"/>
                    <a:pt x="5" y="103"/>
                    <a:pt x="7" y="104"/>
                  </a:cubicBezTo>
                  <a:cubicBezTo>
                    <a:pt x="7" y="0"/>
                    <a:pt x="7" y="0"/>
                    <a:pt x="7" y="0"/>
                  </a:cubicBezTo>
                  <a:cubicBezTo>
                    <a:pt x="5" y="1"/>
                    <a:pt x="2" y="2"/>
                    <a:pt x="0" y="2"/>
                  </a:cubicBezTo>
                  <a:lnTo>
                    <a:pt x="0" y="102"/>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gr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0" name="图片 189"/>
          <p:cNvPicPr>
            <a:picLocks noChangeAspect="1"/>
          </p:cNvPicPr>
          <p:nvPr/>
        </p:nvPicPr>
        <p:blipFill>
          <a:blip r:embed="rId1"/>
          <a:stretch>
            <a:fillRect/>
          </a:stretch>
        </p:blipFill>
        <p:spPr>
          <a:xfrm>
            <a:off x="7680615" y="4671549"/>
            <a:ext cx="9661962" cy="5608806"/>
          </a:xfrm>
          <a:prstGeom prst="rect">
            <a:avLst/>
          </a:prstGeom>
          <a:scene3d>
            <a:camera prst="orthographicFront">
              <a:rot lat="0" lon="10800000" rev="0"/>
            </a:camera>
            <a:lightRig rig="threePt" dir="t"/>
          </a:scene3d>
        </p:spPr>
      </p:pic>
      <p:sp>
        <p:nvSpPr>
          <p:cNvPr id="156" name="平行四边形 155"/>
          <p:cNvSpPr/>
          <p:nvPr/>
        </p:nvSpPr>
        <p:spPr>
          <a:xfrm>
            <a:off x="10442581" y="2254239"/>
            <a:ext cx="7845419" cy="8029891"/>
          </a:xfrm>
          <a:custGeom>
            <a:avLst/>
            <a:gdLst>
              <a:gd name="connsiteX0" fmla="*/ 0 w 8763000"/>
              <a:gd name="connsiteY0" fmla="*/ 8029891 h 8029891"/>
              <a:gd name="connsiteX1" fmla="*/ 4625779 w 8763000"/>
              <a:gd name="connsiteY1" fmla="*/ 0 h 8029891"/>
              <a:gd name="connsiteX2" fmla="*/ 8763000 w 8763000"/>
              <a:gd name="connsiteY2" fmla="*/ 0 h 8029891"/>
              <a:gd name="connsiteX3" fmla="*/ 4137221 w 8763000"/>
              <a:gd name="connsiteY3" fmla="*/ 8029891 h 8029891"/>
              <a:gd name="connsiteX4" fmla="*/ 0 w 8763000"/>
              <a:gd name="connsiteY4" fmla="*/ 8029891 h 8029891"/>
              <a:gd name="connsiteX0-1" fmla="*/ 0 w 8763000"/>
              <a:gd name="connsiteY0-2" fmla="*/ 8029891 h 8029891"/>
              <a:gd name="connsiteX1-3" fmla="*/ 4625779 w 8763000"/>
              <a:gd name="connsiteY1-4" fmla="*/ 0 h 8029891"/>
              <a:gd name="connsiteX2-5" fmla="*/ 8763000 w 8763000"/>
              <a:gd name="connsiteY2-6" fmla="*/ 0 h 8029891"/>
              <a:gd name="connsiteX3-7" fmla="*/ 4243546 w 8763000"/>
              <a:gd name="connsiteY3-8" fmla="*/ 8008626 h 8029891"/>
              <a:gd name="connsiteX4-9" fmla="*/ 0 w 8763000"/>
              <a:gd name="connsiteY4-10" fmla="*/ 8029891 h 8029891"/>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8763000" h="8029891">
                <a:moveTo>
                  <a:pt x="0" y="8029891"/>
                </a:moveTo>
                <a:lnTo>
                  <a:pt x="4625779" y="0"/>
                </a:lnTo>
                <a:lnTo>
                  <a:pt x="8763000" y="0"/>
                </a:lnTo>
                <a:lnTo>
                  <a:pt x="4243546" y="8008626"/>
                </a:lnTo>
                <a:lnTo>
                  <a:pt x="0" y="8029891"/>
                </a:lnTo>
                <a:close/>
              </a:path>
            </a:pathLst>
          </a:custGeom>
          <a:solidFill>
            <a:schemeClr val="tx1">
              <a:lumMod val="75000"/>
              <a:lumOff val="25000"/>
              <a:alpha val="60000"/>
            </a:schemeClr>
          </a:solidFill>
          <a:ln>
            <a:noFill/>
          </a:ln>
          <a:scene3d>
            <a:camera prst="orthographicFront">
              <a:rot lat="0" lon="10800000" rev="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nvSpPr>
        <p:spPr>
          <a:xfrm>
            <a:off x="0" y="-6351"/>
            <a:ext cx="7110226" cy="10286705"/>
          </a:xfrm>
          <a:custGeom>
            <a:avLst/>
            <a:gdLst>
              <a:gd name="connsiteX0" fmla="*/ 0 w 7110226"/>
              <a:gd name="connsiteY0" fmla="*/ 0 h 10286705"/>
              <a:gd name="connsiteX1" fmla="*/ 7110226 w 7110226"/>
              <a:gd name="connsiteY1" fmla="*/ 0 h 10286705"/>
              <a:gd name="connsiteX2" fmla="*/ 7110226 w 7110226"/>
              <a:gd name="connsiteY2" fmla="*/ 10286705 h 10286705"/>
              <a:gd name="connsiteX3" fmla="*/ 0 w 7110226"/>
              <a:gd name="connsiteY3" fmla="*/ 10286705 h 10286705"/>
              <a:gd name="connsiteX4" fmla="*/ 0 w 7110226"/>
              <a:gd name="connsiteY4" fmla="*/ 0 h 10286705"/>
              <a:gd name="connsiteX0-1" fmla="*/ 0 w 7110226"/>
              <a:gd name="connsiteY0-2" fmla="*/ 0 h 10286705"/>
              <a:gd name="connsiteX1-3" fmla="*/ 7110226 w 7110226"/>
              <a:gd name="connsiteY1-4" fmla="*/ 0 h 10286705"/>
              <a:gd name="connsiteX2-5" fmla="*/ 4001266 w 7110226"/>
              <a:gd name="connsiteY2-6" fmla="*/ 10286705 h 10286705"/>
              <a:gd name="connsiteX3-7" fmla="*/ 0 w 7110226"/>
              <a:gd name="connsiteY3-8" fmla="*/ 10286705 h 10286705"/>
              <a:gd name="connsiteX4-9" fmla="*/ 0 w 7110226"/>
              <a:gd name="connsiteY4-10" fmla="*/ 0 h 1028670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7110226" h="10286705">
                <a:moveTo>
                  <a:pt x="0" y="0"/>
                </a:moveTo>
                <a:lnTo>
                  <a:pt x="7110226" y="0"/>
                </a:lnTo>
                <a:lnTo>
                  <a:pt x="4001266" y="10286705"/>
                </a:lnTo>
                <a:lnTo>
                  <a:pt x="0" y="10286705"/>
                </a:lnTo>
                <a:lnTo>
                  <a:pt x="0" y="0"/>
                </a:lnTo>
                <a:close/>
              </a:path>
            </a:pathLst>
          </a:custGeom>
          <a:solidFill>
            <a:srgbClr val="F02424">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 name="TextBox 46"/>
          <p:cNvSpPr txBox="1"/>
          <p:nvPr/>
        </p:nvSpPr>
        <p:spPr>
          <a:xfrm>
            <a:off x="2713140" y="1462338"/>
            <a:ext cx="3119149" cy="7786747"/>
          </a:xfrm>
          <a:prstGeom prst="rect">
            <a:avLst/>
          </a:prstGeom>
          <a:noFill/>
          <a:effectLst>
            <a:outerShdw blurRad="1270000" dist="38100" dir="5400000" algn="t" rotWithShape="0">
              <a:prstClr val="black">
                <a:alpha val="40000"/>
              </a:prstClr>
            </a:outerShdw>
          </a:effectLst>
        </p:spPr>
        <p:txBody>
          <a:bodyPr wrap="square" rtlCol="0">
            <a:spAutoFit/>
          </a:bodyPr>
          <a:lstStyle>
            <a:defPPr>
              <a:defRPr lang="zh-CN"/>
            </a:defPPr>
            <a:lvl1pPr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9pPr>
          </a:lstStyle>
          <a:p>
            <a:pPr algn="ctr"/>
            <a:r>
              <a:rPr lang="en-US" altLang="zh-CN" sz="50000" b="1" dirty="0" smtClean="0">
                <a:solidFill>
                  <a:schemeClr val="bg1"/>
                </a:solidFill>
                <a:latin typeface="Microsoft YaHei" panose="020B0503020204020204" pitchFamily="34" charset="-122"/>
                <a:ea typeface="Microsoft YaHei" panose="020B0503020204020204" pitchFamily="34" charset="-122"/>
                <a:sym typeface="Microsoft YaHei" panose="020B0503020204020204" pitchFamily="34" charset="-122"/>
              </a:rPr>
              <a:t>2</a:t>
            </a:r>
            <a:endParaRPr lang="zh-CN" altLang="en-US" sz="50000" b="1" dirty="0">
              <a:solidFill>
                <a:schemeClr val="bg1"/>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5" name="矩形 4"/>
          <p:cNvSpPr/>
          <p:nvPr/>
        </p:nvSpPr>
        <p:spPr>
          <a:xfrm>
            <a:off x="4684033" y="5381133"/>
            <a:ext cx="1862918" cy="2679024"/>
          </a:xfrm>
          <a:custGeom>
            <a:avLst/>
            <a:gdLst>
              <a:gd name="connsiteX0" fmla="*/ 0 w 914400"/>
              <a:gd name="connsiteY0" fmla="*/ 0 h 2494462"/>
              <a:gd name="connsiteX1" fmla="*/ 914400 w 914400"/>
              <a:gd name="connsiteY1" fmla="*/ 0 h 2494462"/>
              <a:gd name="connsiteX2" fmla="*/ 914400 w 914400"/>
              <a:gd name="connsiteY2" fmla="*/ 2494462 h 2494462"/>
              <a:gd name="connsiteX3" fmla="*/ 0 w 914400"/>
              <a:gd name="connsiteY3" fmla="*/ 2494462 h 2494462"/>
              <a:gd name="connsiteX4" fmla="*/ 0 w 914400"/>
              <a:gd name="connsiteY4" fmla="*/ 0 h 2494462"/>
              <a:gd name="connsiteX0-1" fmla="*/ 744279 w 1658679"/>
              <a:gd name="connsiteY0-2" fmla="*/ 0 h 2685848"/>
              <a:gd name="connsiteX1-3" fmla="*/ 1658679 w 1658679"/>
              <a:gd name="connsiteY1-4" fmla="*/ 0 h 2685848"/>
              <a:gd name="connsiteX2-5" fmla="*/ 1658679 w 1658679"/>
              <a:gd name="connsiteY2-6" fmla="*/ 2494462 h 2685848"/>
              <a:gd name="connsiteX3-7" fmla="*/ 0 w 1658679"/>
              <a:gd name="connsiteY3-8" fmla="*/ 2685848 h 2685848"/>
              <a:gd name="connsiteX4-9" fmla="*/ 744279 w 1658679"/>
              <a:gd name="connsiteY4-10" fmla="*/ 0 h 2685848"/>
              <a:gd name="connsiteX0-11" fmla="*/ 744279 w 2509283"/>
              <a:gd name="connsiteY0-12" fmla="*/ 0 h 2685848"/>
              <a:gd name="connsiteX1-13" fmla="*/ 1658679 w 2509283"/>
              <a:gd name="connsiteY1-14" fmla="*/ 0 h 2685848"/>
              <a:gd name="connsiteX2-15" fmla="*/ 2509283 w 2509283"/>
              <a:gd name="connsiteY2-16" fmla="*/ 2622053 h 2685848"/>
              <a:gd name="connsiteX3-17" fmla="*/ 0 w 2509283"/>
              <a:gd name="connsiteY3-18" fmla="*/ 2685848 h 2685848"/>
              <a:gd name="connsiteX4-19" fmla="*/ 744279 w 2509283"/>
              <a:gd name="connsiteY4-20" fmla="*/ 0 h 2685848"/>
              <a:gd name="connsiteX0-21" fmla="*/ 744279 w 1658679"/>
              <a:gd name="connsiteY0-22" fmla="*/ 0 h 2685848"/>
              <a:gd name="connsiteX1-23" fmla="*/ 1658679 w 1658679"/>
              <a:gd name="connsiteY1-24" fmla="*/ 0 h 2685848"/>
              <a:gd name="connsiteX2-25" fmla="*/ 1531087 w 1658679"/>
              <a:gd name="connsiteY2-26" fmla="*/ 2643318 h 2685848"/>
              <a:gd name="connsiteX3-27" fmla="*/ 0 w 1658679"/>
              <a:gd name="connsiteY3-28" fmla="*/ 2685848 h 2685848"/>
              <a:gd name="connsiteX4-29" fmla="*/ 744279 w 1658679"/>
              <a:gd name="connsiteY4-30" fmla="*/ 0 h 2685848"/>
              <a:gd name="connsiteX0-31" fmla="*/ 744279 w 1658679"/>
              <a:gd name="connsiteY0-32" fmla="*/ 0 h 2685848"/>
              <a:gd name="connsiteX1-33" fmla="*/ 1658679 w 1658679"/>
              <a:gd name="connsiteY1-34" fmla="*/ 0 h 2685848"/>
              <a:gd name="connsiteX2-35" fmla="*/ 1531087 w 1658679"/>
              <a:gd name="connsiteY2-36" fmla="*/ 2643318 h 2685848"/>
              <a:gd name="connsiteX3-37" fmla="*/ 0 w 1658679"/>
              <a:gd name="connsiteY3-38" fmla="*/ 2685848 h 2685848"/>
              <a:gd name="connsiteX4-39" fmla="*/ 744279 w 1658679"/>
              <a:gd name="connsiteY4-40" fmla="*/ 0 h 2685848"/>
              <a:gd name="connsiteX0-41" fmla="*/ 744279 w 1828798"/>
              <a:gd name="connsiteY0-42" fmla="*/ 0 h 2685848"/>
              <a:gd name="connsiteX1-43" fmla="*/ 1658679 w 1828798"/>
              <a:gd name="connsiteY1-44" fmla="*/ 0 h 2685848"/>
              <a:gd name="connsiteX2-45" fmla="*/ 1828798 w 1828798"/>
              <a:gd name="connsiteY2-46" fmla="*/ 2196751 h 2685848"/>
              <a:gd name="connsiteX3-47" fmla="*/ 0 w 1828798"/>
              <a:gd name="connsiteY3-48" fmla="*/ 2685848 h 2685848"/>
              <a:gd name="connsiteX4-49" fmla="*/ 744279 w 1828798"/>
              <a:gd name="connsiteY4-50" fmla="*/ 0 h 2685848"/>
              <a:gd name="connsiteX0-51" fmla="*/ 778399 w 1862918"/>
              <a:gd name="connsiteY0-52" fmla="*/ 0 h 2665376"/>
              <a:gd name="connsiteX1-53" fmla="*/ 1692799 w 1862918"/>
              <a:gd name="connsiteY1-54" fmla="*/ 0 h 2665376"/>
              <a:gd name="connsiteX2-55" fmla="*/ 1862918 w 1862918"/>
              <a:gd name="connsiteY2-56" fmla="*/ 2196751 h 2665376"/>
              <a:gd name="connsiteX3-57" fmla="*/ 0 w 1862918"/>
              <a:gd name="connsiteY3-58" fmla="*/ 2665376 h 2665376"/>
              <a:gd name="connsiteX4-59" fmla="*/ 778399 w 1862918"/>
              <a:gd name="connsiteY4-60" fmla="*/ 0 h 2665376"/>
              <a:gd name="connsiteX0-61" fmla="*/ 798870 w 1862918"/>
              <a:gd name="connsiteY0-62" fmla="*/ 0 h 2679024"/>
              <a:gd name="connsiteX1-63" fmla="*/ 1692799 w 1862918"/>
              <a:gd name="connsiteY1-64" fmla="*/ 13648 h 2679024"/>
              <a:gd name="connsiteX2-65" fmla="*/ 1862918 w 1862918"/>
              <a:gd name="connsiteY2-66" fmla="*/ 2210399 h 2679024"/>
              <a:gd name="connsiteX3-67" fmla="*/ 0 w 1862918"/>
              <a:gd name="connsiteY3-68" fmla="*/ 2679024 h 2679024"/>
              <a:gd name="connsiteX4-69" fmla="*/ 798870 w 1862918"/>
              <a:gd name="connsiteY4-70" fmla="*/ 0 h 2679024"/>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862918" h="2679024">
                <a:moveTo>
                  <a:pt x="798870" y="0"/>
                </a:moveTo>
                <a:lnTo>
                  <a:pt x="1692799" y="13648"/>
                </a:lnTo>
                <a:lnTo>
                  <a:pt x="1862918" y="2210399"/>
                </a:lnTo>
                <a:lnTo>
                  <a:pt x="0" y="2679024"/>
                </a:lnTo>
                <a:lnTo>
                  <a:pt x="798870" y="0"/>
                </a:lnTo>
                <a:close/>
              </a:path>
            </a:pathLst>
          </a:custGeom>
          <a:solidFill>
            <a:srgbClr val="252E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文本框 14"/>
          <p:cNvSpPr txBox="1"/>
          <p:nvPr/>
        </p:nvSpPr>
        <p:spPr>
          <a:xfrm>
            <a:off x="6271260" y="3244850"/>
            <a:ext cx="10253980" cy="4523105"/>
          </a:xfrm>
          <a:prstGeom prst="rect">
            <a:avLst/>
          </a:prstGeom>
          <a:noFill/>
        </p:spPr>
        <p:txBody>
          <a:bodyPr wrap="square" rtlCol="0">
            <a:spAutoFit/>
          </a:bodyPr>
          <a:lstStyle/>
          <a:p>
            <a:r>
              <a:rPr lang="vi-VN" altLang="zh-CN" sz="9600"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sym typeface="Microsoft YaHei" panose="020B0503020204020204" pitchFamily="34" charset="-122"/>
              </a:rPr>
              <a:t>NGUYÊN LÝ HOẠT ĐỘNG</a:t>
            </a:r>
            <a:r>
              <a:rPr lang="en-US" altLang="vi-VN" sz="9600"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sym typeface="Microsoft YaHei" panose="020B0503020204020204" pitchFamily="34" charset="-122"/>
              </a:rPr>
              <a:t> MÃ HÓA AFFINE</a:t>
            </a:r>
            <a:endParaRPr lang="en-US" altLang="vi-VN" sz="9600"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sym typeface="Microsoft YaHei" panose="020B0503020204020204" pitchFamily="34" charset="-122"/>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矩形 70"/>
          <p:cNvSpPr/>
          <p:nvPr/>
        </p:nvSpPr>
        <p:spPr>
          <a:xfrm>
            <a:off x="17961936" y="607033"/>
            <a:ext cx="304799" cy="828221"/>
          </a:xfrm>
          <a:prstGeom prst="rect">
            <a:avLst/>
          </a:prstGeom>
          <a:solidFill>
            <a:srgbClr val="F024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p>
        </p:txBody>
      </p:sp>
      <p:sp>
        <p:nvSpPr>
          <p:cNvPr id="72" name="矩形 71"/>
          <p:cNvSpPr/>
          <p:nvPr/>
        </p:nvSpPr>
        <p:spPr>
          <a:xfrm>
            <a:off x="17831306" y="607033"/>
            <a:ext cx="79828" cy="828221"/>
          </a:xfrm>
          <a:prstGeom prst="rect">
            <a:avLst/>
          </a:prstGeom>
          <a:solidFill>
            <a:srgbClr val="F024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p>
        </p:txBody>
      </p:sp>
      <p:sp>
        <p:nvSpPr>
          <p:cNvPr id="73" name="文本框 72"/>
          <p:cNvSpPr txBox="1"/>
          <p:nvPr/>
        </p:nvSpPr>
        <p:spPr>
          <a:xfrm>
            <a:off x="16922977" y="604257"/>
            <a:ext cx="947405" cy="829945"/>
          </a:xfrm>
          <a:prstGeom prst="rect">
            <a:avLst/>
          </a:prstGeom>
          <a:noFill/>
        </p:spPr>
        <p:txBody>
          <a:bodyPr wrap="square" rtlCol="0">
            <a:spAutoFit/>
          </a:bodyPr>
          <a:lstStyle/>
          <a:p>
            <a:r>
              <a:rPr lang="en-US" altLang="vi-VN" sz="4800" dirty="0" smtClean="0">
                <a:solidFill>
                  <a:schemeClr val="bg1"/>
                </a:solidFill>
                <a:latin typeface="Microsoft YaHei" panose="020B0503020204020204" pitchFamily="34" charset="-122"/>
                <a:ea typeface="Microsoft YaHei" panose="020B0503020204020204" pitchFamily="34" charset="-122"/>
              </a:rPr>
              <a:t>14</a:t>
            </a:r>
            <a:endParaRPr lang="en-US" altLang="vi-VN" sz="4800" dirty="0" smtClean="0">
              <a:solidFill>
                <a:schemeClr val="bg1"/>
              </a:solidFill>
              <a:latin typeface="Microsoft YaHei" panose="020B0503020204020204" pitchFamily="34" charset="-122"/>
              <a:ea typeface="Microsoft YaHei" panose="020B0503020204020204" pitchFamily="34" charset="-122"/>
            </a:endParaRPr>
          </a:p>
        </p:txBody>
      </p:sp>
      <p:grpSp>
        <p:nvGrpSpPr>
          <p:cNvPr id="4" name="组合 3"/>
          <p:cNvGrpSpPr/>
          <p:nvPr/>
        </p:nvGrpSpPr>
        <p:grpSpPr>
          <a:xfrm>
            <a:off x="14187805" y="7916545"/>
            <a:ext cx="4548505" cy="2686685"/>
            <a:chOff x="11519983" y="5270056"/>
            <a:chExt cx="5829924" cy="3299229"/>
          </a:xfrm>
        </p:grpSpPr>
        <p:grpSp>
          <p:nvGrpSpPr>
            <p:cNvPr id="97" name="组合 96"/>
            <p:cNvGrpSpPr/>
            <p:nvPr/>
          </p:nvGrpSpPr>
          <p:grpSpPr>
            <a:xfrm rot="5400000">
              <a:off x="12785331" y="4004708"/>
              <a:ext cx="3299229" cy="5829924"/>
              <a:chOff x="4862722" y="-238122"/>
              <a:chExt cx="3541407" cy="6152922"/>
            </a:xfrm>
          </p:grpSpPr>
          <p:grpSp>
            <p:nvGrpSpPr>
              <p:cNvPr id="98" name="组合 97"/>
              <p:cNvGrpSpPr/>
              <p:nvPr/>
            </p:nvGrpSpPr>
            <p:grpSpPr>
              <a:xfrm>
                <a:off x="4862722" y="-238122"/>
                <a:ext cx="3541407" cy="6152922"/>
                <a:chOff x="4862722" y="-238122"/>
                <a:chExt cx="3541407" cy="6152922"/>
              </a:xfrm>
              <a:effectLst>
                <a:outerShdw blurRad="203200" dist="101600" dir="2700000" algn="ctr" rotWithShape="0">
                  <a:schemeClr val="tx1">
                    <a:alpha val="40000"/>
                  </a:schemeClr>
                </a:outerShdw>
              </a:effectLst>
            </p:grpSpPr>
            <p:grpSp>
              <p:nvGrpSpPr>
                <p:cNvPr id="108" name="组合 107"/>
                <p:cNvGrpSpPr/>
                <p:nvPr/>
              </p:nvGrpSpPr>
              <p:grpSpPr>
                <a:xfrm>
                  <a:off x="7282083" y="1812626"/>
                  <a:ext cx="45719" cy="310161"/>
                  <a:chOff x="8020452" y="2062264"/>
                  <a:chExt cx="150782" cy="787940"/>
                </a:xfrm>
              </p:grpSpPr>
              <p:sp>
                <p:nvSpPr>
                  <p:cNvPr id="127" name="圆角矩形 126"/>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8" name="圆角矩形 127"/>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09" name="组合 108"/>
                <p:cNvGrpSpPr/>
                <p:nvPr/>
              </p:nvGrpSpPr>
              <p:grpSpPr>
                <a:xfrm>
                  <a:off x="4862722" y="2122787"/>
                  <a:ext cx="45719" cy="239059"/>
                  <a:chOff x="8020452" y="2062264"/>
                  <a:chExt cx="150782" cy="787940"/>
                </a:xfrm>
              </p:grpSpPr>
              <p:sp>
                <p:nvSpPr>
                  <p:cNvPr id="125" name="圆角矩形 124"/>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6" name="圆角矩形 125"/>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0" name="组合 109"/>
                <p:cNvGrpSpPr/>
                <p:nvPr/>
              </p:nvGrpSpPr>
              <p:grpSpPr>
                <a:xfrm>
                  <a:off x="4862722" y="1812626"/>
                  <a:ext cx="45719" cy="239059"/>
                  <a:chOff x="8020452" y="2062264"/>
                  <a:chExt cx="150782" cy="787940"/>
                </a:xfrm>
              </p:grpSpPr>
              <p:sp>
                <p:nvSpPr>
                  <p:cNvPr id="123" name="圆角矩形 122"/>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4" name="圆角矩形 123"/>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1" name="组合 110"/>
                <p:cNvGrpSpPr/>
                <p:nvPr/>
              </p:nvGrpSpPr>
              <p:grpSpPr>
                <a:xfrm>
                  <a:off x="4862722" y="1543685"/>
                  <a:ext cx="45719" cy="117603"/>
                  <a:chOff x="8020452" y="2062264"/>
                  <a:chExt cx="150782" cy="787940"/>
                </a:xfrm>
              </p:grpSpPr>
              <p:sp>
                <p:nvSpPr>
                  <p:cNvPr id="121" name="圆角矩形 120"/>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2" name="圆角矩形 121"/>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2" name="圆角矩形 111"/>
                <p:cNvSpPr/>
                <p:nvPr/>
              </p:nvSpPr>
              <p:spPr>
                <a:xfrm>
                  <a:off x="4890000" y="943200"/>
                  <a:ext cx="2412000" cy="4971600"/>
                </a:xfrm>
                <a:prstGeom prst="roundRect">
                  <a:avLst>
                    <a:gd name="adj" fmla="val 7335"/>
                  </a:avLst>
                </a:prstGeom>
                <a:solidFill>
                  <a:srgbClr val="404040"/>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3" name="圆角矩形 112"/>
                <p:cNvSpPr/>
                <p:nvPr/>
              </p:nvSpPr>
              <p:spPr>
                <a:xfrm>
                  <a:off x="4926000" y="979200"/>
                  <a:ext cx="2340000" cy="4899600"/>
                </a:xfrm>
                <a:prstGeom prst="roundRect">
                  <a:avLst>
                    <a:gd name="adj" fmla="val 7335"/>
                  </a:avLst>
                </a:prstGeom>
                <a:solidFill>
                  <a:srgbClr val="05050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4" name="矩形 113"/>
                <p:cNvSpPr/>
                <p:nvPr/>
              </p:nvSpPr>
              <p:spPr>
                <a:xfrm>
                  <a:off x="5034000" y="1540800"/>
                  <a:ext cx="2124000" cy="377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5" name="圆角矩形 114"/>
                <p:cNvSpPr/>
                <p:nvPr/>
              </p:nvSpPr>
              <p:spPr>
                <a:xfrm>
                  <a:off x="5901599" y="1206000"/>
                  <a:ext cx="388800" cy="36000"/>
                </a:xfrm>
                <a:prstGeom prst="roundRect">
                  <a:avLst>
                    <a:gd name="adj" fmla="val 50000"/>
                  </a:avLst>
                </a:prstGeom>
                <a:solidFill>
                  <a:srgbClr val="0D0D0D"/>
                </a:solidFill>
                <a:ln>
                  <a:noFill/>
                </a:ln>
                <a:scene3d>
                  <a:camera prst="orthographicFront"/>
                  <a:lightRig rig="threePt" dir="t"/>
                </a:scene3d>
                <a:sp3d>
                  <a:bevelT w="69850" h="50800" prst="coolSlan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16" name="组合 115"/>
                <p:cNvGrpSpPr/>
                <p:nvPr/>
              </p:nvGrpSpPr>
              <p:grpSpPr>
                <a:xfrm>
                  <a:off x="5905200" y="5406664"/>
                  <a:ext cx="381600" cy="381600"/>
                  <a:chOff x="5905200" y="3238200"/>
                  <a:chExt cx="381600" cy="381600"/>
                </a:xfrm>
              </p:grpSpPr>
              <p:sp>
                <p:nvSpPr>
                  <p:cNvPr id="119" name="椭圆 118"/>
                  <p:cNvSpPr/>
                  <p:nvPr/>
                </p:nvSpPr>
                <p:spPr>
                  <a:xfrm>
                    <a:off x="5905200" y="3238200"/>
                    <a:ext cx="381600" cy="381600"/>
                  </a:xfrm>
                  <a:prstGeom prst="ellipse">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0" name="椭圆 119"/>
                  <p:cNvSpPr/>
                  <p:nvPr/>
                </p:nvSpPr>
                <p:spPr>
                  <a:xfrm>
                    <a:off x="5932200" y="3265200"/>
                    <a:ext cx="327600" cy="3276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7" name="圆角矩形 116"/>
                <p:cNvSpPr/>
                <p:nvPr/>
              </p:nvSpPr>
              <p:spPr>
                <a:xfrm>
                  <a:off x="4883060" y="952391"/>
                  <a:ext cx="2376000" cy="4952144"/>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8" name="圆角矩形 117"/>
                <p:cNvSpPr/>
                <p:nvPr/>
              </p:nvSpPr>
              <p:spPr>
                <a:xfrm>
                  <a:off x="6028129" y="-238122"/>
                  <a:ext cx="2376000" cy="4935600"/>
                </a:xfrm>
                <a:prstGeom prst="roundRect">
                  <a:avLst>
                    <a:gd name="adj" fmla="val 7335"/>
                  </a:avLst>
                </a:prstGeom>
                <a:gradFill flip="none" rotWithShape="1">
                  <a:gsLst>
                    <a:gs pos="0">
                      <a:srgbClr val="FFFFFF">
                        <a:alpha val="18000"/>
                      </a:srgbClr>
                    </a:gs>
                    <a:gs pos="5000">
                      <a:srgbClr val="FFFFFF">
                        <a:alpha val="0"/>
                      </a:srgb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99" name="组合 98"/>
              <p:cNvGrpSpPr/>
              <p:nvPr/>
            </p:nvGrpSpPr>
            <p:grpSpPr>
              <a:xfrm>
                <a:off x="6856135" y="1608679"/>
                <a:ext cx="156128" cy="54425"/>
                <a:chOff x="6770056" y="1608698"/>
                <a:chExt cx="156128" cy="65855"/>
              </a:xfrm>
            </p:grpSpPr>
            <p:sp>
              <p:nvSpPr>
                <p:cNvPr id="105" name="矩形 104"/>
                <p:cNvSpPr/>
                <p:nvPr/>
              </p:nvSpPr>
              <p:spPr>
                <a:xfrm>
                  <a:off x="6770056" y="1608698"/>
                  <a:ext cx="146501" cy="65855"/>
                </a:xfrm>
                <a:prstGeom prst="rect">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6" name="矩形 105"/>
                <p:cNvSpPr/>
                <p:nvPr/>
              </p:nvSpPr>
              <p:spPr>
                <a:xfrm>
                  <a:off x="6916234" y="1633796"/>
                  <a:ext cx="9950" cy="16633"/>
                </a:xfrm>
                <a:prstGeom prst="rect">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7" name="矩形 106"/>
                <p:cNvSpPr/>
                <p:nvPr/>
              </p:nvSpPr>
              <p:spPr>
                <a:xfrm>
                  <a:off x="6770056" y="1608699"/>
                  <a:ext cx="83493" cy="6585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0" name="椭圆 99"/>
              <p:cNvSpPr/>
              <p:nvPr/>
            </p:nvSpPr>
            <p:spPr>
              <a:xfrm>
                <a:off x="5123906"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1" name="椭圆 100"/>
              <p:cNvSpPr/>
              <p:nvPr/>
            </p:nvSpPr>
            <p:spPr>
              <a:xfrm>
                <a:off x="5176565"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2" name="椭圆 101"/>
              <p:cNvSpPr/>
              <p:nvPr/>
            </p:nvSpPr>
            <p:spPr>
              <a:xfrm>
                <a:off x="5224538"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3" name="椭圆 102"/>
              <p:cNvSpPr/>
              <p:nvPr/>
            </p:nvSpPr>
            <p:spPr>
              <a:xfrm>
                <a:off x="5274547"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 name="椭圆 103"/>
              <p:cNvSpPr/>
              <p:nvPr/>
            </p:nvSpPr>
            <p:spPr>
              <a:xfrm>
                <a:off x="5324640" y="1619118"/>
                <a:ext cx="41564" cy="41564"/>
              </a:xfrm>
              <a:prstGeom prst="ellipse">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38" name="矩形 137"/>
            <p:cNvSpPr/>
            <p:nvPr/>
          </p:nvSpPr>
          <p:spPr bwMode="auto">
            <a:xfrm rot="16200000">
              <a:off x="12870306" y="4596683"/>
              <a:ext cx="1987572" cy="3635808"/>
            </a:xfrm>
            <a:prstGeom prst="rect">
              <a:avLst/>
            </a:prstGeom>
            <a:solidFill>
              <a:srgbClr val="2B7FB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 typeface="Arial" panose="020B0604020202020204" pitchFamily="34" charset="0"/>
                <a:buNone/>
                <a:defRPr/>
              </a:pPr>
              <a:endParaRPr lang="zh-CN" altLang="en-US"/>
            </a:p>
          </p:txBody>
        </p:sp>
        <p:grpSp>
          <p:nvGrpSpPr>
            <p:cNvPr id="141" name="组合 2"/>
            <p:cNvGrpSpPr/>
            <p:nvPr/>
          </p:nvGrpSpPr>
          <p:grpSpPr bwMode="auto">
            <a:xfrm>
              <a:off x="13580951" y="5774163"/>
              <a:ext cx="608013" cy="619125"/>
              <a:chOff x="7938529" y="3078391"/>
              <a:chExt cx="607404" cy="617990"/>
            </a:xfrm>
          </p:grpSpPr>
          <p:sp>
            <p:nvSpPr>
              <p:cNvPr id="142" name="object 5"/>
              <p:cNvSpPr/>
              <p:nvPr/>
            </p:nvSpPr>
            <p:spPr bwMode="auto">
              <a:xfrm>
                <a:off x="8052890" y="3078391"/>
                <a:ext cx="137478" cy="276999"/>
              </a:xfrm>
              <a:custGeom>
                <a:avLst/>
                <a:gdLst>
                  <a:gd name="T0" fmla="*/ 17874 w 226695"/>
                  <a:gd name="T1" fmla="*/ 0 h 262254"/>
                  <a:gd name="T2" fmla="*/ 0 w 226695"/>
                  <a:gd name="T3" fmla="*/ 197759 h 262254"/>
                  <a:gd name="T4" fmla="*/ 30590 w 226695"/>
                  <a:gd name="T5" fmla="*/ 326123 h 262254"/>
                  <a:gd name="T6" fmla="*/ 17874 w 226695"/>
                  <a:gd name="T7" fmla="*/ 0 h 26225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26695" h="262254">
                    <a:moveTo>
                      <a:pt x="132153" y="0"/>
                    </a:moveTo>
                    <a:lnTo>
                      <a:pt x="0" y="158895"/>
                    </a:lnTo>
                    <a:lnTo>
                      <a:pt x="226160" y="262033"/>
                    </a:lnTo>
                    <a:lnTo>
                      <a:pt x="132153" y="0"/>
                    </a:lnTo>
                    <a:close/>
                  </a:path>
                </a:pathLst>
              </a:custGeom>
              <a:solidFill>
                <a:srgbClr val="4ABA92"/>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3" name="object 6"/>
              <p:cNvSpPr/>
              <p:nvPr/>
            </p:nvSpPr>
            <p:spPr bwMode="auto">
              <a:xfrm>
                <a:off x="8090831" y="3419382"/>
                <a:ext cx="363912" cy="276999"/>
              </a:xfrm>
              <a:custGeom>
                <a:avLst/>
                <a:gdLst>
                  <a:gd name="T0" fmla="*/ 50573 w 600075"/>
                  <a:gd name="T1" fmla="*/ 0 h 479425"/>
                  <a:gd name="T2" fmla="*/ 0 w 600075"/>
                  <a:gd name="T3" fmla="*/ 50100 h 479425"/>
                  <a:gd name="T4" fmla="*/ 60332 w 600075"/>
                  <a:gd name="T5" fmla="*/ 53398 h 479425"/>
                  <a:gd name="T6" fmla="*/ 81164 w 600075"/>
                  <a:gd name="T7" fmla="*/ 11494 h 479425"/>
                  <a:gd name="T8" fmla="*/ 50573 w 600075"/>
                  <a:gd name="T9" fmla="*/ 0 h 4794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00075" h="479425">
                    <a:moveTo>
                      <a:pt x="373904" y="0"/>
                    </a:moveTo>
                    <a:lnTo>
                      <a:pt x="0" y="449588"/>
                    </a:lnTo>
                    <a:lnTo>
                      <a:pt x="446049" y="479179"/>
                    </a:lnTo>
                    <a:lnTo>
                      <a:pt x="600065" y="103138"/>
                    </a:lnTo>
                    <a:lnTo>
                      <a:pt x="373904" y="0"/>
                    </a:lnTo>
                    <a:close/>
                  </a:path>
                </a:pathLst>
              </a:custGeom>
              <a:solidFill>
                <a:srgbClr val="F94C07"/>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4" name="object 7"/>
              <p:cNvSpPr/>
              <p:nvPr/>
            </p:nvSpPr>
            <p:spPr bwMode="auto">
              <a:xfrm>
                <a:off x="8161226" y="3175050"/>
                <a:ext cx="384707" cy="276999"/>
              </a:xfrm>
              <a:custGeom>
                <a:avLst/>
                <a:gdLst>
                  <a:gd name="T0" fmla="*/ 0 w 634365"/>
                  <a:gd name="T1" fmla="*/ 0 h 229235"/>
                  <a:gd name="T2" fmla="*/ 67888 w 634365"/>
                  <a:gd name="T3" fmla="*/ 488025 h 229235"/>
                  <a:gd name="T4" fmla="*/ 85762 w 634365"/>
                  <a:gd name="T5" fmla="*/ 149257 h 229235"/>
                  <a:gd name="T6" fmla="*/ 0 w 634365"/>
                  <a:gd name="T7" fmla="*/ 0 h 22923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34365" h="229235">
                    <a:moveTo>
                      <a:pt x="0" y="0"/>
                    </a:moveTo>
                    <a:lnTo>
                      <a:pt x="501911" y="228904"/>
                    </a:lnTo>
                    <a:lnTo>
                      <a:pt x="634064" y="70008"/>
                    </a:lnTo>
                    <a:lnTo>
                      <a:pt x="0" y="0"/>
                    </a:lnTo>
                    <a:close/>
                  </a:path>
                </a:pathLst>
              </a:custGeom>
              <a:solidFill>
                <a:srgbClr val="1F4E79"/>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5" name="object 8"/>
              <p:cNvSpPr/>
              <p:nvPr/>
            </p:nvSpPr>
            <p:spPr bwMode="auto">
              <a:xfrm>
                <a:off x="7945652" y="3216890"/>
                <a:ext cx="145179" cy="193317"/>
              </a:xfrm>
              <a:custGeom>
                <a:avLst/>
                <a:gdLst>
                  <a:gd name="T0" fmla="*/ 19983 w 200025"/>
                  <a:gd name="T1" fmla="*/ 0 h 678814"/>
                  <a:gd name="T2" fmla="*/ 0 w 200025"/>
                  <a:gd name="T3" fmla="*/ 2184 h 678814"/>
                  <a:gd name="T4" fmla="*/ 55509 w 200025"/>
                  <a:gd name="T5" fmla="*/ 4463 h 678814"/>
                  <a:gd name="T6" fmla="*/ 19983 w 200025"/>
                  <a:gd name="T7" fmla="*/ 0 h 6788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0025" h="678814">
                    <a:moveTo>
                      <a:pt x="72008" y="0"/>
                    </a:moveTo>
                    <a:lnTo>
                      <a:pt x="0" y="332031"/>
                    </a:lnTo>
                    <a:lnTo>
                      <a:pt x="200025" y="678481"/>
                    </a:lnTo>
                    <a:lnTo>
                      <a:pt x="72008" y="0"/>
                    </a:lnTo>
                    <a:close/>
                  </a:path>
                </a:pathLst>
              </a:custGeom>
              <a:solidFill>
                <a:srgbClr val="00B050"/>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6" name="object 9"/>
              <p:cNvSpPr/>
              <p:nvPr/>
            </p:nvSpPr>
            <p:spPr bwMode="auto">
              <a:xfrm>
                <a:off x="7938529" y="3379992"/>
                <a:ext cx="304607" cy="276999"/>
              </a:xfrm>
              <a:custGeom>
                <a:avLst/>
                <a:gdLst>
                  <a:gd name="T0" fmla="*/ 0 w 502284"/>
                  <a:gd name="T1" fmla="*/ 0 h 678814"/>
                  <a:gd name="T2" fmla="*/ 17315 w 502284"/>
                  <a:gd name="T3" fmla="*/ 18813 h 678814"/>
                  <a:gd name="T4" fmla="*/ 67889 w 502284"/>
                  <a:gd name="T5" fmla="*/ 6347 h 678814"/>
                  <a:gd name="T6" fmla="*/ 0 w 502284"/>
                  <a:gd name="T7" fmla="*/ 0 h 6788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02284" h="678814">
                    <a:moveTo>
                      <a:pt x="0" y="0"/>
                    </a:moveTo>
                    <a:lnTo>
                      <a:pt x="128017" y="678492"/>
                    </a:lnTo>
                    <a:lnTo>
                      <a:pt x="501921" y="228904"/>
                    </a:lnTo>
                    <a:lnTo>
                      <a:pt x="0" y="0"/>
                    </a:lnTo>
                    <a:close/>
                  </a:path>
                </a:pathLst>
              </a:custGeom>
              <a:solidFill>
                <a:srgbClr val="ED7D31"/>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grpSp>
        <p:sp>
          <p:nvSpPr>
            <p:cNvPr id="147" name="矩形 23"/>
            <p:cNvSpPr>
              <a:spLocks noChangeArrowheads="1"/>
            </p:cNvSpPr>
            <p:nvPr/>
          </p:nvSpPr>
          <p:spPr bwMode="auto">
            <a:xfrm>
              <a:off x="12758941" y="6563170"/>
              <a:ext cx="2303462" cy="50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2F6583"/>
                  </a:solidFill>
                  <a:bevel/>
                </a14:hiddenLine>
              </a:ext>
            </a:extLst>
          </p:spPr>
          <p:txBody>
            <a:bodyPr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SimSun"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SimSun"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SimSun"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9pPr>
            </a:lstStyle>
            <a:p>
              <a:pPr algn="ctr">
                <a:lnSpc>
                  <a:spcPct val="100000"/>
                </a:lnSpc>
                <a:spcBef>
                  <a:spcPct val="0"/>
                </a:spcBef>
                <a:buFont typeface="Arial" panose="020B0604020202020204" pitchFamily="34" charset="0"/>
                <a:buNone/>
              </a:pPr>
              <a:r>
                <a:rPr lang="vi-VN" altLang="zh-CN" sz="2500" dirty="0">
                  <a:solidFill>
                    <a:schemeClr val="bg1"/>
                  </a:solidFill>
                  <a:latin typeface="Impact" panose="020B0806030902050204" pitchFamily="34" charset="0"/>
                  <a:ea typeface="Microsoft YaHei" panose="020B0503020204020204" pitchFamily="34" charset="-122"/>
                  <a:sym typeface="Impact" panose="020B0806030902050204" pitchFamily="34" charset="0"/>
                </a:rPr>
                <a:t>Nhóm </a:t>
              </a:r>
              <a:r>
                <a:rPr lang="vi-VN" altLang="zh-CN" sz="2500" dirty="0">
                  <a:solidFill>
                    <a:schemeClr val="bg1"/>
                  </a:solidFill>
                  <a:latin typeface="Impact" panose="020B0806030902050204" pitchFamily="34" charset="0"/>
                  <a:ea typeface="Microsoft YaHei" panose="020B0503020204020204" pitchFamily="34" charset="-122"/>
                  <a:sym typeface="Impact" panose="020B0806030902050204" pitchFamily="34" charset="0"/>
                </a:rPr>
                <a:t>6</a:t>
              </a:r>
              <a:endParaRPr lang="vi-VN" altLang="zh-CN" sz="2500" dirty="0">
                <a:solidFill>
                  <a:schemeClr val="bg1"/>
                </a:solidFill>
                <a:latin typeface="Impact" panose="020B0806030902050204" pitchFamily="34" charset="0"/>
                <a:ea typeface="Microsoft YaHei" panose="020B0503020204020204" pitchFamily="34" charset="-122"/>
                <a:sym typeface="Impact" panose="020B0806030902050204" pitchFamily="34" charset="0"/>
              </a:endParaRPr>
            </a:p>
          </p:txBody>
        </p:sp>
      </p:grpSp>
      <p:sp>
        <p:nvSpPr>
          <p:cNvPr id="5" name="Rounded Rectangle 4"/>
          <p:cNvSpPr/>
          <p:nvPr/>
        </p:nvSpPr>
        <p:spPr>
          <a:xfrm>
            <a:off x="304800" y="638810"/>
            <a:ext cx="8768080" cy="802005"/>
          </a:xfrm>
          <a:prstGeom prst="roundRect">
            <a:avLst/>
          </a:prstGeom>
          <a:solidFill>
            <a:srgbClr val="F02424"/>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6" name="object 3"/>
          <p:cNvSpPr txBox="1">
            <a:spLocks noChangeArrowheads="1"/>
          </p:cNvSpPr>
          <p:nvPr/>
        </p:nvSpPr>
        <p:spPr bwMode="auto">
          <a:xfrm>
            <a:off x="1071880" y="730250"/>
            <a:ext cx="7847965" cy="615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marL="6350">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SimSun"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SimSun"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SimSun"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9pPr>
          </a:lstStyle>
          <a:p>
            <a:pPr algn="ctr">
              <a:lnSpc>
                <a:spcPct val="100000"/>
              </a:lnSpc>
              <a:spcBef>
                <a:spcPct val="0"/>
              </a:spcBef>
              <a:buFont typeface="Arial" panose="020B0604020202020204" pitchFamily="34" charset="0"/>
              <a:buNone/>
            </a:pPr>
            <a:r>
              <a:rPr lang="en-US" sz="4000" dirty="0">
                <a:solidFill>
                  <a:schemeClr val="bg1"/>
                </a:solidFill>
                <a:latin typeface="Times New Roman" panose="02020603050405020304" pitchFamily="18" charset="0"/>
                <a:ea typeface="DM Sans" pitchFamily="34" charset="-122"/>
                <a:cs typeface="Times New Roman" panose="02020603050405020304" pitchFamily="18" charset="0"/>
                <a:sym typeface="+mn-ea"/>
              </a:rPr>
              <a:t>Affine Cipher</a:t>
            </a:r>
            <a:endParaRPr lang="en-US" altLang="zh-CN" sz="4000" dirty="0" smtClean="0">
              <a:solidFill>
                <a:schemeClr val="bg1"/>
              </a:solidFill>
              <a:latin typeface="Times New Roman" panose="02020603050405020304" pitchFamily="18" charset="0"/>
              <a:ea typeface="DM Sans" pitchFamily="34" charset="-122"/>
              <a:cs typeface="Times New Roman" panose="02020603050405020304" pitchFamily="18" charset="0"/>
              <a:sym typeface="+mn-ea"/>
            </a:endParaRPr>
          </a:p>
        </p:txBody>
      </p:sp>
      <p:sp>
        <p:nvSpPr>
          <p:cNvPr id="2" name="文本框 162"/>
          <p:cNvSpPr txBox="1"/>
          <p:nvPr/>
        </p:nvSpPr>
        <p:spPr>
          <a:xfrm>
            <a:off x="311150" y="1720850"/>
            <a:ext cx="17559020" cy="8181975"/>
          </a:xfrm>
          <a:prstGeom prst="rect">
            <a:avLst/>
          </a:prstGeom>
          <a:noFill/>
        </p:spPr>
        <p:txBody>
          <a:bodyPr wrap="square" rtlCol="0">
            <a:noAutofit/>
          </a:bodyPr>
          <a:p>
            <a:pPr marL="0" indent="0">
              <a:lnSpc>
                <a:spcPct val="130000"/>
              </a:lnSpc>
              <a:spcBef>
                <a:spcPts val="0"/>
              </a:spcBef>
              <a:spcAft>
                <a:spcPts val="0"/>
              </a:spcAft>
              <a:buNone/>
            </a:pPr>
            <a:r>
              <a:rPr lang="en-US" sz="3600" i="1" dirty="0">
                <a:solidFill>
                  <a:schemeClr val="bg1"/>
                </a:solidFill>
                <a:latin typeface="Times New Roman" panose="02020603050405020304" pitchFamily="18" charset="0"/>
                <a:ea typeface="DM Sans" pitchFamily="34" charset="-122"/>
                <a:cs typeface="Times New Roman" panose="02020603050405020304" pitchFamily="18" charset="0"/>
                <a:sym typeface="+mn-ea"/>
              </a:rPr>
              <a:t>a, Khái niệm cơ bản</a:t>
            </a:r>
            <a:endParaRPr lang="en-US" sz="3600" i="1" dirty="0">
              <a:solidFill>
                <a:schemeClr val="bg1"/>
              </a:solidFill>
              <a:latin typeface="Times New Roman" panose="02020603050405020304" pitchFamily="18" charset="0"/>
              <a:ea typeface="DM Sans" pitchFamily="34" charset="-122"/>
              <a:cs typeface="Times New Roman" panose="02020603050405020304" pitchFamily="18" charset="0"/>
              <a:sym typeface="+mn-ea"/>
            </a:endParaRPr>
          </a:p>
          <a:p>
            <a:pPr marL="0" indent="457200">
              <a:lnSpc>
                <a:spcPct val="130000"/>
              </a:lnSpc>
              <a:spcBef>
                <a:spcPts val="0"/>
              </a:spcBef>
              <a:spcAft>
                <a:spcPts val="0"/>
              </a:spcAft>
              <a:buNone/>
            </a:pPr>
            <a:r>
              <a:rPr lang="en-US" sz="3600" dirty="0">
                <a:solidFill>
                  <a:schemeClr val="bg1"/>
                </a:solidFill>
                <a:latin typeface="Times New Roman" panose="02020603050405020304" pitchFamily="18" charset="0"/>
                <a:ea typeface="DM Sans" pitchFamily="34" charset="-122"/>
                <a:cs typeface="Times New Roman" panose="02020603050405020304" pitchFamily="18" charset="0"/>
                <a:sym typeface="+mn-ea"/>
              </a:rPr>
              <a:t>Affine Cipher là một phương pháp mã hóa thay thế dựa trên sự kết hợp giữa phép nhân và phép cộng theo mô-đun. Mã hóa Affine sử dụng hai tham số (thường gọi là khóa) để mã hóa mỗi ký tự trong văn bản gốc.</a:t>
            </a:r>
            <a:endParaRPr lang="en-US" sz="3600" dirty="0">
              <a:solidFill>
                <a:schemeClr val="bg1"/>
              </a:solidFill>
              <a:latin typeface="Times New Roman" panose="02020603050405020304" pitchFamily="18" charset="0"/>
              <a:ea typeface="DM Sans" pitchFamily="34" charset="-122"/>
              <a:cs typeface="Times New Roman" panose="02020603050405020304" pitchFamily="18" charset="0"/>
              <a:sym typeface="+mn-ea"/>
            </a:endParaRPr>
          </a:p>
          <a:p>
            <a:pPr marL="0" indent="0">
              <a:lnSpc>
                <a:spcPct val="130000"/>
              </a:lnSpc>
              <a:spcBef>
                <a:spcPts val="0"/>
              </a:spcBef>
              <a:spcAft>
                <a:spcPts val="0"/>
              </a:spcAft>
              <a:buNone/>
            </a:pPr>
            <a:r>
              <a:rPr lang="en-US" altLang="zh-HK" sz="3600" i="1" dirty="0" smtClean="0">
                <a:solidFill>
                  <a:schemeClr val="bg1"/>
                </a:solidFill>
                <a:latin typeface="Times New Roman" panose="02020603050405020304" pitchFamily="18" charset="0"/>
                <a:ea typeface="DM Sans" pitchFamily="34" charset="-122"/>
                <a:cs typeface="Times New Roman" panose="02020603050405020304" pitchFamily="18" charset="0"/>
                <a:sym typeface="+mn-ea"/>
              </a:rPr>
              <a:t>b, Cấu trúc </a:t>
            </a:r>
            <a:endParaRPr lang="en-US" altLang="zh-HK" sz="3600" i="1" dirty="0" smtClean="0">
              <a:solidFill>
                <a:schemeClr val="bg1"/>
              </a:solidFill>
              <a:latin typeface="Times New Roman" panose="02020603050405020304" pitchFamily="18" charset="0"/>
              <a:ea typeface="DM Sans" pitchFamily="34" charset="-122"/>
              <a:cs typeface="Times New Roman" panose="02020603050405020304" pitchFamily="18" charset="0"/>
              <a:sym typeface="+mn-ea"/>
            </a:endParaRPr>
          </a:p>
          <a:p>
            <a:pPr marL="0" indent="0">
              <a:lnSpc>
                <a:spcPct val="130000"/>
              </a:lnSpc>
              <a:spcBef>
                <a:spcPts val="0"/>
              </a:spcBef>
              <a:spcAft>
                <a:spcPts val="0"/>
              </a:spcAft>
              <a:buNone/>
            </a:pPr>
            <a:r>
              <a:rPr lang="en-US" altLang="zh-HK" sz="3600" dirty="0" smtClean="0">
                <a:solidFill>
                  <a:schemeClr val="bg1"/>
                </a:solidFill>
                <a:latin typeface="Times New Roman" panose="02020603050405020304" pitchFamily="18" charset="0"/>
                <a:ea typeface="DM Sans" pitchFamily="34" charset="-122"/>
                <a:cs typeface="Times New Roman" panose="02020603050405020304" pitchFamily="18" charset="0"/>
                <a:sym typeface="+mn-ea"/>
              </a:rPr>
              <a:t>Phương trình mã hóa trong Affine Cipher là:</a:t>
            </a:r>
            <a:endParaRPr lang="en-US" altLang="zh-HK" sz="3600" dirty="0" smtClean="0">
              <a:solidFill>
                <a:schemeClr val="bg1"/>
              </a:solidFill>
              <a:latin typeface="Times New Roman" panose="02020603050405020304" pitchFamily="18" charset="0"/>
              <a:ea typeface="DM Sans" pitchFamily="34" charset="-122"/>
              <a:cs typeface="Times New Roman" panose="02020603050405020304" pitchFamily="18" charset="0"/>
              <a:sym typeface="+mn-ea"/>
            </a:endParaRPr>
          </a:p>
          <a:p>
            <a:pPr marL="0" indent="0" algn="ctr">
              <a:lnSpc>
                <a:spcPct val="130000"/>
              </a:lnSpc>
              <a:spcBef>
                <a:spcPts val="0"/>
              </a:spcBef>
              <a:spcAft>
                <a:spcPts val="0"/>
              </a:spcAft>
              <a:buNone/>
            </a:pPr>
            <a:r>
              <a:rPr lang="en-US" altLang="zh-HK" sz="3600" dirty="0" smtClean="0">
                <a:solidFill>
                  <a:schemeClr val="bg1"/>
                </a:solidFill>
                <a:latin typeface="Times New Roman" panose="02020603050405020304" pitchFamily="18" charset="0"/>
                <a:ea typeface="DM Sans" pitchFamily="34" charset="-122"/>
                <a:cs typeface="Times New Roman" panose="02020603050405020304" pitchFamily="18" charset="0"/>
                <a:sym typeface="+mn-ea"/>
              </a:rPr>
              <a:t>E(x)=(a*x+b)mod26</a:t>
            </a:r>
            <a:endParaRPr lang="en-US" altLang="zh-HK" sz="3600" dirty="0" smtClean="0">
              <a:solidFill>
                <a:schemeClr val="bg1"/>
              </a:solidFill>
              <a:latin typeface="Times New Roman" panose="02020603050405020304" pitchFamily="18" charset="0"/>
              <a:ea typeface="DM Sans" pitchFamily="34" charset="-122"/>
              <a:cs typeface="Times New Roman" panose="02020603050405020304" pitchFamily="18" charset="0"/>
              <a:sym typeface="+mn-ea"/>
            </a:endParaRPr>
          </a:p>
          <a:p>
            <a:pPr marL="0" indent="0">
              <a:lnSpc>
                <a:spcPct val="130000"/>
              </a:lnSpc>
              <a:spcBef>
                <a:spcPts val="0"/>
              </a:spcBef>
              <a:spcAft>
                <a:spcPts val="0"/>
              </a:spcAft>
              <a:buNone/>
            </a:pPr>
            <a:r>
              <a:rPr lang="en-US" altLang="zh-HK" sz="3600" dirty="0" smtClean="0">
                <a:solidFill>
                  <a:schemeClr val="bg1"/>
                </a:solidFill>
                <a:latin typeface="Times New Roman" panose="02020603050405020304" pitchFamily="18" charset="0"/>
                <a:ea typeface="DM Sans" pitchFamily="34" charset="-122"/>
                <a:cs typeface="Times New Roman" panose="02020603050405020304" pitchFamily="18" charset="0"/>
                <a:sym typeface="+mn-ea"/>
              </a:rPr>
              <a:t>Trong đó:</a:t>
            </a:r>
            <a:endParaRPr lang="en-US" altLang="zh-HK" sz="3600" dirty="0" smtClean="0">
              <a:solidFill>
                <a:schemeClr val="bg1"/>
              </a:solidFill>
              <a:latin typeface="Times New Roman" panose="02020603050405020304" pitchFamily="18" charset="0"/>
              <a:ea typeface="DM Sans" pitchFamily="34" charset="-122"/>
              <a:cs typeface="Times New Roman" panose="02020603050405020304" pitchFamily="18" charset="0"/>
              <a:sym typeface="+mn-ea"/>
            </a:endParaRPr>
          </a:p>
          <a:p>
            <a:pPr marL="457200" lvl="1" indent="0">
              <a:lnSpc>
                <a:spcPct val="130000"/>
              </a:lnSpc>
              <a:spcBef>
                <a:spcPts val="0"/>
              </a:spcBef>
              <a:spcAft>
                <a:spcPts val="0"/>
              </a:spcAft>
              <a:buNone/>
            </a:pPr>
            <a:r>
              <a:rPr lang="en-US" altLang="zh-HK" sz="3600" dirty="0" smtClean="0">
                <a:solidFill>
                  <a:schemeClr val="bg1"/>
                </a:solidFill>
                <a:latin typeface="Times New Roman" panose="02020603050405020304" pitchFamily="18" charset="0"/>
                <a:ea typeface="DM Sans" pitchFamily="34" charset="-122"/>
                <a:cs typeface="Times New Roman" panose="02020603050405020304" pitchFamily="18" charset="0"/>
                <a:sym typeface="+mn-ea"/>
              </a:rPr>
              <a:t>E(x) là ký tự được mã hóa.</a:t>
            </a:r>
            <a:endParaRPr lang="en-US" altLang="zh-HK" sz="3600" dirty="0" smtClean="0">
              <a:solidFill>
                <a:schemeClr val="bg1"/>
              </a:solidFill>
              <a:latin typeface="Times New Roman" panose="02020603050405020304" pitchFamily="18" charset="0"/>
              <a:ea typeface="DM Sans" pitchFamily="34" charset="-122"/>
              <a:cs typeface="Times New Roman" panose="02020603050405020304" pitchFamily="18" charset="0"/>
              <a:sym typeface="+mn-ea"/>
            </a:endParaRPr>
          </a:p>
          <a:p>
            <a:pPr marL="457200" lvl="1" indent="0">
              <a:lnSpc>
                <a:spcPct val="130000"/>
              </a:lnSpc>
              <a:spcBef>
                <a:spcPts val="0"/>
              </a:spcBef>
              <a:spcAft>
                <a:spcPts val="0"/>
              </a:spcAft>
              <a:buNone/>
            </a:pPr>
            <a:r>
              <a:rPr lang="en-US" altLang="zh-HK" sz="3600" dirty="0" smtClean="0">
                <a:solidFill>
                  <a:schemeClr val="bg1"/>
                </a:solidFill>
                <a:latin typeface="Times New Roman" panose="02020603050405020304" pitchFamily="18" charset="0"/>
                <a:ea typeface="DM Sans" pitchFamily="34" charset="-122"/>
                <a:cs typeface="Times New Roman" panose="02020603050405020304" pitchFamily="18" charset="0"/>
                <a:sym typeface="+mn-ea"/>
              </a:rPr>
              <a:t>a và b là các khóa mã hóa (với điều kiện UCLN(a,26)=1).</a:t>
            </a:r>
            <a:endParaRPr lang="en-US" altLang="zh-HK" sz="3600" dirty="0" smtClean="0">
              <a:solidFill>
                <a:schemeClr val="bg1"/>
              </a:solidFill>
              <a:latin typeface="Times New Roman" panose="02020603050405020304" pitchFamily="18" charset="0"/>
              <a:ea typeface="DM Sans" pitchFamily="34" charset="-122"/>
              <a:cs typeface="Times New Roman" panose="02020603050405020304" pitchFamily="18" charset="0"/>
              <a:sym typeface="+mn-ea"/>
            </a:endParaRPr>
          </a:p>
          <a:p>
            <a:pPr marL="457200" lvl="1" indent="0">
              <a:lnSpc>
                <a:spcPct val="130000"/>
              </a:lnSpc>
              <a:spcBef>
                <a:spcPts val="0"/>
              </a:spcBef>
              <a:spcAft>
                <a:spcPts val="0"/>
              </a:spcAft>
              <a:buNone/>
            </a:pPr>
            <a:r>
              <a:rPr lang="en-US" altLang="zh-HK" sz="3600" dirty="0" smtClean="0">
                <a:solidFill>
                  <a:schemeClr val="bg1"/>
                </a:solidFill>
                <a:latin typeface="Times New Roman" panose="02020603050405020304" pitchFamily="18" charset="0"/>
                <a:ea typeface="DM Sans" pitchFamily="34" charset="-122"/>
                <a:cs typeface="Times New Roman" panose="02020603050405020304" pitchFamily="18" charset="0"/>
                <a:sym typeface="+mn-ea"/>
              </a:rPr>
              <a:t>x là vị trí của ký tự trong bảng chữ cái (ví dụ: A=0, B=1,... Z=25).</a:t>
            </a:r>
            <a:endParaRPr lang="en-US" altLang="zh-HK" sz="3600" dirty="0" smtClean="0">
              <a:solidFill>
                <a:schemeClr val="bg1"/>
              </a:solidFill>
              <a:latin typeface="Times New Roman" panose="02020603050405020304" pitchFamily="18" charset="0"/>
              <a:ea typeface="DM Sans" pitchFamily="34" charset="-122"/>
              <a:cs typeface="Times New Roman" panose="02020603050405020304" pitchFamily="18" charset="0"/>
              <a:sym typeface="+mn-ea"/>
            </a:endParaRPr>
          </a:p>
          <a:p>
            <a:pPr marL="0" indent="0">
              <a:lnSpc>
                <a:spcPct val="130000"/>
              </a:lnSpc>
              <a:spcBef>
                <a:spcPts val="0"/>
              </a:spcBef>
              <a:spcAft>
                <a:spcPts val="0"/>
              </a:spcAft>
              <a:buNone/>
            </a:pPr>
            <a:endParaRPr lang="en-US" altLang="zh-HK" sz="3600" dirty="0" smtClean="0">
              <a:solidFill>
                <a:schemeClr val="bg1"/>
              </a:solidFill>
              <a:latin typeface="Times New Roman" panose="02020603050405020304" pitchFamily="18" charset="0"/>
              <a:ea typeface="DM Sans" pitchFamily="34" charset="-122"/>
              <a:cs typeface="Times New Roman" panose="02020603050405020304" pitchFamily="18" charset="0"/>
              <a:sym typeface="+mn-ea"/>
            </a:endParaRPr>
          </a:p>
        </p:txBody>
      </p:sp>
      <p:grpSp>
        <p:nvGrpSpPr>
          <p:cNvPr id="471" name="组合 1109"/>
          <p:cNvGrpSpPr/>
          <p:nvPr/>
        </p:nvGrpSpPr>
        <p:grpSpPr bwMode="auto">
          <a:xfrm>
            <a:off x="525145" y="772795"/>
            <a:ext cx="512445" cy="557530"/>
            <a:chOff x="0" y="0"/>
            <a:chExt cx="658482" cy="653916"/>
          </a:xfrm>
          <a:solidFill>
            <a:schemeClr val="bg1"/>
          </a:solidFill>
        </p:grpSpPr>
        <p:sp>
          <p:nvSpPr>
            <p:cNvPr id="472" name="Freeform 796"/>
            <p:cNvSpPr>
              <a:spLocks noChangeArrowheads="1"/>
            </p:cNvSpPr>
            <p:nvPr/>
          </p:nvSpPr>
          <p:spPr bwMode="auto">
            <a:xfrm>
              <a:off x="106726" y="422531"/>
              <a:ext cx="147001" cy="231385"/>
            </a:xfrm>
            <a:custGeom>
              <a:avLst/>
              <a:gdLst>
                <a:gd name="T0" fmla="*/ 2147483647 w 68"/>
                <a:gd name="T1" fmla="*/ 2147483647 h 107"/>
                <a:gd name="T2" fmla="*/ 2147483647 w 68"/>
                <a:gd name="T3" fmla="*/ 2147483647 h 107"/>
                <a:gd name="T4" fmla="*/ 2147483647 w 68"/>
                <a:gd name="T5" fmla="*/ 2147483647 h 107"/>
                <a:gd name="T6" fmla="*/ 2147483647 w 68"/>
                <a:gd name="T7" fmla="*/ 2147483647 h 107"/>
                <a:gd name="T8" fmla="*/ 2147483647 w 68"/>
                <a:gd name="T9" fmla="*/ 0 h 107"/>
                <a:gd name="T10" fmla="*/ 0 w 68"/>
                <a:gd name="T11" fmla="*/ 0 h 107"/>
                <a:gd name="T12" fmla="*/ 0 w 68"/>
                <a:gd name="T13" fmla="*/ 2147483647 h 107"/>
                <a:gd name="T14" fmla="*/ 2147483647 w 68"/>
                <a:gd name="T15" fmla="*/ 2147483647 h 107"/>
                <a:gd name="T16" fmla="*/ 2147483647 w 68"/>
                <a:gd name="T17" fmla="*/ 2147483647 h 107"/>
                <a:gd name="T18" fmla="*/ 2147483647 w 68"/>
                <a:gd name="T19" fmla="*/ 2147483647 h 107"/>
                <a:gd name="T20" fmla="*/ 2147483647 w 68"/>
                <a:gd name="T21" fmla="*/ 2147483647 h 107"/>
                <a:gd name="T22" fmla="*/ 2147483647 w 68"/>
                <a:gd name="T23" fmla="*/ 2147483647 h 107"/>
                <a:gd name="T24" fmla="*/ 2147483647 w 68"/>
                <a:gd name="T25" fmla="*/ 2147483647 h 10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68"/>
                <a:gd name="T40" fmla="*/ 0 h 107"/>
                <a:gd name="T41" fmla="*/ 68 w 68"/>
                <a:gd name="T42" fmla="*/ 107 h 10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68" h="107">
                  <a:moveTo>
                    <a:pt x="65" y="81"/>
                  </a:moveTo>
                  <a:cubicBezTo>
                    <a:pt x="65" y="81"/>
                    <a:pt x="65" y="81"/>
                    <a:pt x="65" y="81"/>
                  </a:cubicBezTo>
                  <a:cubicBezTo>
                    <a:pt x="65" y="80"/>
                    <a:pt x="64" y="79"/>
                    <a:pt x="63" y="78"/>
                  </a:cubicBezTo>
                  <a:cubicBezTo>
                    <a:pt x="61" y="74"/>
                    <a:pt x="56" y="62"/>
                    <a:pt x="54" y="36"/>
                  </a:cubicBezTo>
                  <a:cubicBezTo>
                    <a:pt x="54" y="0"/>
                    <a:pt x="54" y="0"/>
                    <a:pt x="54" y="0"/>
                  </a:cubicBezTo>
                  <a:cubicBezTo>
                    <a:pt x="0" y="0"/>
                    <a:pt x="0" y="0"/>
                    <a:pt x="0" y="0"/>
                  </a:cubicBezTo>
                  <a:cubicBezTo>
                    <a:pt x="0" y="102"/>
                    <a:pt x="0" y="102"/>
                    <a:pt x="0" y="102"/>
                  </a:cubicBezTo>
                  <a:cubicBezTo>
                    <a:pt x="0" y="105"/>
                    <a:pt x="2" y="107"/>
                    <a:pt x="5" y="107"/>
                  </a:cubicBezTo>
                  <a:cubicBezTo>
                    <a:pt x="49" y="107"/>
                    <a:pt x="49" y="107"/>
                    <a:pt x="49" y="107"/>
                  </a:cubicBezTo>
                  <a:cubicBezTo>
                    <a:pt x="49" y="107"/>
                    <a:pt x="49" y="107"/>
                    <a:pt x="49" y="107"/>
                  </a:cubicBezTo>
                  <a:cubicBezTo>
                    <a:pt x="50" y="107"/>
                    <a:pt x="50" y="107"/>
                    <a:pt x="50" y="107"/>
                  </a:cubicBezTo>
                  <a:cubicBezTo>
                    <a:pt x="60" y="107"/>
                    <a:pt x="68" y="99"/>
                    <a:pt x="68" y="90"/>
                  </a:cubicBezTo>
                  <a:cubicBezTo>
                    <a:pt x="68" y="87"/>
                    <a:pt x="67" y="84"/>
                    <a:pt x="65" y="81"/>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473" name="Freeform 797"/>
            <p:cNvSpPr>
              <a:spLocks noChangeArrowheads="1"/>
            </p:cNvSpPr>
            <p:nvPr/>
          </p:nvSpPr>
          <p:spPr bwMode="auto">
            <a:xfrm>
              <a:off x="171165" y="422531"/>
              <a:ext cx="82563" cy="231385"/>
            </a:xfrm>
            <a:custGeom>
              <a:avLst/>
              <a:gdLst>
                <a:gd name="T0" fmla="*/ 2147483647 w 38"/>
                <a:gd name="T1" fmla="*/ 2147483647 h 107"/>
                <a:gd name="T2" fmla="*/ 2147483647 w 38"/>
                <a:gd name="T3" fmla="*/ 2147483647 h 107"/>
                <a:gd name="T4" fmla="*/ 2147483647 w 38"/>
                <a:gd name="T5" fmla="*/ 2147483647 h 107"/>
                <a:gd name="T6" fmla="*/ 2147483647 w 38"/>
                <a:gd name="T7" fmla="*/ 2147483647 h 107"/>
                <a:gd name="T8" fmla="*/ 2147483647 w 38"/>
                <a:gd name="T9" fmla="*/ 0 h 107"/>
                <a:gd name="T10" fmla="*/ 0 w 38"/>
                <a:gd name="T11" fmla="*/ 0 h 107"/>
                <a:gd name="T12" fmla="*/ 0 w 38"/>
                <a:gd name="T13" fmla="*/ 2147483647 h 107"/>
                <a:gd name="T14" fmla="*/ 2147483647 w 38"/>
                <a:gd name="T15" fmla="*/ 2147483647 h 107"/>
                <a:gd name="T16" fmla="*/ 2147483647 w 38"/>
                <a:gd name="T17" fmla="*/ 2147483647 h 107"/>
                <a:gd name="T18" fmla="*/ 2147483647 w 38"/>
                <a:gd name="T19" fmla="*/ 2147483647 h 107"/>
                <a:gd name="T20" fmla="*/ 2147483647 w 38"/>
                <a:gd name="T21" fmla="*/ 2147483647 h 107"/>
                <a:gd name="T22" fmla="*/ 2147483647 w 38"/>
                <a:gd name="T23" fmla="*/ 2147483647 h 10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8"/>
                <a:gd name="T37" fmla="*/ 0 h 107"/>
                <a:gd name="T38" fmla="*/ 38 w 38"/>
                <a:gd name="T39" fmla="*/ 107 h 10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8" h="107">
                  <a:moveTo>
                    <a:pt x="35" y="81"/>
                  </a:moveTo>
                  <a:cubicBezTo>
                    <a:pt x="35" y="81"/>
                    <a:pt x="35" y="81"/>
                    <a:pt x="35" y="81"/>
                  </a:cubicBezTo>
                  <a:cubicBezTo>
                    <a:pt x="35" y="80"/>
                    <a:pt x="34" y="79"/>
                    <a:pt x="33" y="78"/>
                  </a:cubicBezTo>
                  <a:cubicBezTo>
                    <a:pt x="31" y="74"/>
                    <a:pt x="26" y="62"/>
                    <a:pt x="24" y="36"/>
                  </a:cubicBezTo>
                  <a:cubicBezTo>
                    <a:pt x="24" y="0"/>
                    <a:pt x="24" y="0"/>
                    <a:pt x="24" y="0"/>
                  </a:cubicBezTo>
                  <a:cubicBezTo>
                    <a:pt x="0" y="0"/>
                    <a:pt x="0" y="0"/>
                    <a:pt x="0" y="0"/>
                  </a:cubicBezTo>
                  <a:cubicBezTo>
                    <a:pt x="0" y="107"/>
                    <a:pt x="0" y="107"/>
                    <a:pt x="0" y="107"/>
                  </a:cubicBezTo>
                  <a:cubicBezTo>
                    <a:pt x="19" y="107"/>
                    <a:pt x="19" y="107"/>
                    <a:pt x="19" y="107"/>
                  </a:cubicBezTo>
                  <a:cubicBezTo>
                    <a:pt x="19" y="107"/>
                    <a:pt x="19" y="107"/>
                    <a:pt x="19" y="107"/>
                  </a:cubicBezTo>
                  <a:cubicBezTo>
                    <a:pt x="20" y="107"/>
                    <a:pt x="20" y="107"/>
                    <a:pt x="20" y="107"/>
                  </a:cubicBezTo>
                  <a:cubicBezTo>
                    <a:pt x="30" y="107"/>
                    <a:pt x="38" y="99"/>
                    <a:pt x="38" y="90"/>
                  </a:cubicBezTo>
                  <a:cubicBezTo>
                    <a:pt x="38" y="87"/>
                    <a:pt x="37" y="84"/>
                    <a:pt x="35" y="81"/>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474" name="Freeform 798"/>
            <p:cNvSpPr>
              <a:spLocks noChangeArrowheads="1"/>
            </p:cNvSpPr>
            <p:nvPr/>
          </p:nvSpPr>
          <p:spPr bwMode="auto">
            <a:xfrm>
              <a:off x="267823" y="50301"/>
              <a:ext cx="310111" cy="509050"/>
            </a:xfrm>
            <a:custGeom>
              <a:avLst/>
              <a:gdLst>
                <a:gd name="T0" fmla="*/ 0 w 143"/>
                <a:gd name="T1" fmla="*/ 2147483647 h 236"/>
                <a:gd name="T2" fmla="*/ 0 w 143"/>
                <a:gd name="T3" fmla="*/ 2147483647 h 236"/>
                <a:gd name="T4" fmla="*/ 2147483647 w 143"/>
                <a:gd name="T5" fmla="*/ 2147483647 h 236"/>
                <a:gd name="T6" fmla="*/ 2147483647 w 143"/>
                <a:gd name="T7" fmla="*/ 0 h 236"/>
                <a:gd name="T8" fmla="*/ 0 w 143"/>
                <a:gd name="T9" fmla="*/ 2147483647 h 236"/>
                <a:gd name="T10" fmla="*/ 0 60000 65536"/>
                <a:gd name="T11" fmla="*/ 0 60000 65536"/>
                <a:gd name="T12" fmla="*/ 0 60000 65536"/>
                <a:gd name="T13" fmla="*/ 0 60000 65536"/>
                <a:gd name="T14" fmla="*/ 0 60000 65536"/>
                <a:gd name="T15" fmla="*/ 0 w 143"/>
                <a:gd name="T16" fmla="*/ 0 h 236"/>
                <a:gd name="T17" fmla="*/ 143 w 143"/>
                <a:gd name="T18" fmla="*/ 236 h 236"/>
              </a:gdLst>
              <a:ahLst/>
              <a:cxnLst>
                <a:cxn ang="T10">
                  <a:pos x="T0" y="T1"/>
                </a:cxn>
                <a:cxn ang="T11">
                  <a:pos x="T2" y="T3"/>
                </a:cxn>
                <a:cxn ang="T12">
                  <a:pos x="T4" y="T5"/>
                </a:cxn>
                <a:cxn ang="T13">
                  <a:pos x="T6" y="T7"/>
                </a:cxn>
                <a:cxn ang="T14">
                  <a:pos x="T8" y="T9"/>
                </a:cxn>
              </a:cxnLst>
              <a:rect l="T15" t="T16" r="T17" b="T18"/>
              <a:pathLst>
                <a:path w="143" h="236">
                  <a:moveTo>
                    <a:pt x="0" y="71"/>
                  </a:moveTo>
                  <a:cubicBezTo>
                    <a:pt x="0" y="165"/>
                    <a:pt x="0" y="165"/>
                    <a:pt x="0" y="165"/>
                  </a:cubicBezTo>
                  <a:cubicBezTo>
                    <a:pt x="21" y="167"/>
                    <a:pt x="74" y="178"/>
                    <a:pt x="143" y="236"/>
                  </a:cubicBezTo>
                  <a:cubicBezTo>
                    <a:pt x="143" y="0"/>
                    <a:pt x="143" y="0"/>
                    <a:pt x="143" y="0"/>
                  </a:cubicBezTo>
                  <a:cubicBezTo>
                    <a:pt x="74" y="58"/>
                    <a:pt x="21" y="69"/>
                    <a:pt x="0" y="71"/>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475" name="Freeform 799"/>
            <p:cNvSpPr>
              <a:spLocks noChangeArrowheads="1"/>
            </p:cNvSpPr>
            <p:nvPr/>
          </p:nvSpPr>
          <p:spPr bwMode="auto">
            <a:xfrm>
              <a:off x="267823" y="50301"/>
              <a:ext cx="310111" cy="253518"/>
            </a:xfrm>
            <a:custGeom>
              <a:avLst/>
              <a:gdLst>
                <a:gd name="T0" fmla="*/ 0 w 143"/>
                <a:gd name="T1" fmla="*/ 2147483647 h 118"/>
                <a:gd name="T2" fmla="*/ 2147483647 w 143"/>
                <a:gd name="T3" fmla="*/ 2147483647 h 118"/>
                <a:gd name="T4" fmla="*/ 2147483647 w 143"/>
                <a:gd name="T5" fmla="*/ 0 h 118"/>
                <a:gd name="T6" fmla="*/ 0 w 143"/>
                <a:gd name="T7" fmla="*/ 2147483647 h 118"/>
                <a:gd name="T8" fmla="*/ 0 w 143"/>
                <a:gd name="T9" fmla="*/ 2147483647 h 118"/>
                <a:gd name="T10" fmla="*/ 0 60000 65536"/>
                <a:gd name="T11" fmla="*/ 0 60000 65536"/>
                <a:gd name="T12" fmla="*/ 0 60000 65536"/>
                <a:gd name="T13" fmla="*/ 0 60000 65536"/>
                <a:gd name="T14" fmla="*/ 0 60000 65536"/>
                <a:gd name="T15" fmla="*/ 0 w 143"/>
                <a:gd name="T16" fmla="*/ 0 h 118"/>
                <a:gd name="T17" fmla="*/ 143 w 143"/>
                <a:gd name="T18" fmla="*/ 118 h 118"/>
              </a:gdLst>
              <a:ahLst/>
              <a:cxnLst>
                <a:cxn ang="T10">
                  <a:pos x="T0" y="T1"/>
                </a:cxn>
                <a:cxn ang="T11">
                  <a:pos x="T2" y="T3"/>
                </a:cxn>
                <a:cxn ang="T12">
                  <a:pos x="T4" y="T5"/>
                </a:cxn>
                <a:cxn ang="T13">
                  <a:pos x="T6" y="T7"/>
                </a:cxn>
                <a:cxn ang="T14">
                  <a:pos x="T8" y="T9"/>
                </a:cxn>
              </a:cxnLst>
              <a:rect l="T15" t="T16" r="T17" b="T18"/>
              <a:pathLst>
                <a:path w="143" h="118">
                  <a:moveTo>
                    <a:pt x="0" y="118"/>
                  </a:moveTo>
                  <a:cubicBezTo>
                    <a:pt x="143" y="118"/>
                    <a:pt x="143" y="118"/>
                    <a:pt x="143" y="118"/>
                  </a:cubicBezTo>
                  <a:cubicBezTo>
                    <a:pt x="143" y="0"/>
                    <a:pt x="143" y="0"/>
                    <a:pt x="143" y="0"/>
                  </a:cubicBezTo>
                  <a:cubicBezTo>
                    <a:pt x="74" y="58"/>
                    <a:pt x="21" y="69"/>
                    <a:pt x="0" y="71"/>
                  </a:cubicBezTo>
                  <a:lnTo>
                    <a:pt x="0" y="118"/>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476" name="Freeform 800"/>
            <p:cNvSpPr>
              <a:spLocks noChangeArrowheads="1"/>
            </p:cNvSpPr>
            <p:nvPr/>
          </p:nvSpPr>
          <p:spPr bwMode="auto">
            <a:xfrm>
              <a:off x="0" y="185109"/>
              <a:ext cx="304069" cy="237422"/>
            </a:xfrm>
            <a:custGeom>
              <a:avLst/>
              <a:gdLst>
                <a:gd name="T0" fmla="*/ 2147483647 w 141"/>
                <a:gd name="T1" fmla="*/ 0 h 110"/>
                <a:gd name="T2" fmla="*/ 2147483647 w 141"/>
                <a:gd name="T3" fmla="*/ 0 h 110"/>
                <a:gd name="T4" fmla="*/ 2147483647 w 141"/>
                <a:gd name="T5" fmla="*/ 0 h 110"/>
                <a:gd name="T6" fmla="*/ 0 w 141"/>
                <a:gd name="T7" fmla="*/ 2147483647 h 110"/>
                <a:gd name="T8" fmla="*/ 0 w 141"/>
                <a:gd name="T9" fmla="*/ 2147483647 h 110"/>
                <a:gd name="T10" fmla="*/ 2147483647 w 141"/>
                <a:gd name="T11" fmla="*/ 2147483647 h 110"/>
                <a:gd name="T12" fmla="*/ 2147483647 w 141"/>
                <a:gd name="T13" fmla="*/ 2147483647 h 110"/>
                <a:gd name="T14" fmla="*/ 2147483647 w 141"/>
                <a:gd name="T15" fmla="*/ 2147483647 h 110"/>
                <a:gd name="T16" fmla="*/ 2147483647 w 141"/>
                <a:gd name="T17" fmla="*/ 2147483647 h 110"/>
                <a:gd name="T18" fmla="*/ 2147483647 w 141"/>
                <a:gd name="T19" fmla="*/ 2147483647 h 110"/>
                <a:gd name="T20" fmla="*/ 2147483647 w 141"/>
                <a:gd name="T21" fmla="*/ 2147483647 h 110"/>
                <a:gd name="T22" fmla="*/ 2147483647 w 141"/>
                <a:gd name="T23" fmla="*/ 2147483647 h 110"/>
                <a:gd name="T24" fmla="*/ 2147483647 w 141"/>
                <a:gd name="T25" fmla="*/ 0 h 11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41"/>
                <a:gd name="T40" fmla="*/ 0 h 110"/>
                <a:gd name="T41" fmla="*/ 141 w 141"/>
                <a:gd name="T42" fmla="*/ 110 h 11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41" h="110">
                  <a:moveTo>
                    <a:pt x="135" y="0"/>
                  </a:moveTo>
                  <a:cubicBezTo>
                    <a:pt x="110" y="0"/>
                    <a:pt x="110" y="0"/>
                    <a:pt x="110" y="0"/>
                  </a:cubicBezTo>
                  <a:cubicBezTo>
                    <a:pt x="31" y="0"/>
                    <a:pt x="31" y="0"/>
                    <a:pt x="31" y="0"/>
                  </a:cubicBezTo>
                  <a:cubicBezTo>
                    <a:pt x="14" y="0"/>
                    <a:pt x="0" y="14"/>
                    <a:pt x="0" y="31"/>
                  </a:cubicBezTo>
                  <a:cubicBezTo>
                    <a:pt x="0" y="79"/>
                    <a:pt x="0" y="79"/>
                    <a:pt x="0" y="79"/>
                  </a:cubicBezTo>
                  <a:cubicBezTo>
                    <a:pt x="0" y="96"/>
                    <a:pt x="14" y="110"/>
                    <a:pt x="31" y="110"/>
                  </a:cubicBezTo>
                  <a:cubicBezTo>
                    <a:pt x="110" y="110"/>
                    <a:pt x="110" y="110"/>
                    <a:pt x="110" y="110"/>
                  </a:cubicBezTo>
                  <a:cubicBezTo>
                    <a:pt x="135" y="110"/>
                    <a:pt x="135" y="110"/>
                    <a:pt x="135" y="110"/>
                  </a:cubicBezTo>
                  <a:cubicBezTo>
                    <a:pt x="138" y="110"/>
                    <a:pt x="141" y="107"/>
                    <a:pt x="141" y="104"/>
                  </a:cubicBezTo>
                  <a:cubicBezTo>
                    <a:pt x="141" y="79"/>
                    <a:pt x="141" y="79"/>
                    <a:pt x="141" y="79"/>
                  </a:cubicBezTo>
                  <a:cubicBezTo>
                    <a:pt x="141" y="31"/>
                    <a:pt x="141" y="31"/>
                    <a:pt x="141" y="31"/>
                  </a:cubicBezTo>
                  <a:cubicBezTo>
                    <a:pt x="141" y="6"/>
                    <a:pt x="141" y="6"/>
                    <a:pt x="141" y="6"/>
                  </a:cubicBezTo>
                  <a:cubicBezTo>
                    <a:pt x="141" y="3"/>
                    <a:pt x="138" y="0"/>
                    <a:pt x="135" y="0"/>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477" name="Rectangle 801"/>
            <p:cNvSpPr>
              <a:spLocks noChangeArrowheads="1"/>
            </p:cNvSpPr>
            <p:nvPr/>
          </p:nvSpPr>
          <p:spPr bwMode="auto">
            <a:xfrm>
              <a:off x="106726" y="422531"/>
              <a:ext cx="116795" cy="14084"/>
            </a:xfrm>
            <a:prstGeom prst="rect">
              <a:avLst/>
            </a:pr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zh-CN">
                <a:solidFill>
                  <a:srgbClr val="000000"/>
                </a:solidFill>
                <a:sym typeface="SimSun" panose="02010600030101010101" pitchFamily="2" charset="-122"/>
              </a:endParaRPr>
            </a:p>
          </p:txBody>
        </p:sp>
        <p:sp>
          <p:nvSpPr>
            <p:cNvPr id="478" name="Freeform 802"/>
            <p:cNvSpPr>
              <a:spLocks noChangeArrowheads="1"/>
            </p:cNvSpPr>
            <p:nvPr/>
          </p:nvSpPr>
          <p:spPr bwMode="auto">
            <a:xfrm>
              <a:off x="561824" y="50301"/>
              <a:ext cx="16110" cy="509050"/>
            </a:xfrm>
            <a:custGeom>
              <a:avLst/>
              <a:gdLst>
                <a:gd name="T0" fmla="*/ 0 w 7"/>
                <a:gd name="T1" fmla="*/ 2147483647 h 236"/>
                <a:gd name="T2" fmla="*/ 2147483647 w 7"/>
                <a:gd name="T3" fmla="*/ 2147483647 h 236"/>
                <a:gd name="T4" fmla="*/ 2147483647 w 7"/>
                <a:gd name="T5" fmla="*/ 0 h 236"/>
                <a:gd name="T6" fmla="*/ 0 w 7"/>
                <a:gd name="T7" fmla="*/ 2147483647 h 236"/>
                <a:gd name="T8" fmla="*/ 0 w 7"/>
                <a:gd name="T9" fmla="*/ 2147483647 h 236"/>
                <a:gd name="T10" fmla="*/ 0 60000 65536"/>
                <a:gd name="T11" fmla="*/ 0 60000 65536"/>
                <a:gd name="T12" fmla="*/ 0 60000 65536"/>
                <a:gd name="T13" fmla="*/ 0 60000 65536"/>
                <a:gd name="T14" fmla="*/ 0 60000 65536"/>
                <a:gd name="T15" fmla="*/ 0 w 7"/>
                <a:gd name="T16" fmla="*/ 0 h 236"/>
                <a:gd name="T17" fmla="*/ 7 w 7"/>
                <a:gd name="T18" fmla="*/ 236 h 236"/>
              </a:gdLst>
              <a:ahLst/>
              <a:cxnLst>
                <a:cxn ang="T10">
                  <a:pos x="T0" y="T1"/>
                </a:cxn>
                <a:cxn ang="T11">
                  <a:pos x="T2" y="T3"/>
                </a:cxn>
                <a:cxn ang="T12">
                  <a:pos x="T4" y="T5"/>
                </a:cxn>
                <a:cxn ang="T13">
                  <a:pos x="T6" y="T7"/>
                </a:cxn>
                <a:cxn ang="T14">
                  <a:pos x="T8" y="T9"/>
                </a:cxn>
              </a:cxnLst>
              <a:rect l="T15" t="T16" r="T17" b="T18"/>
              <a:pathLst>
                <a:path w="7" h="236">
                  <a:moveTo>
                    <a:pt x="0" y="230"/>
                  </a:moveTo>
                  <a:cubicBezTo>
                    <a:pt x="3" y="232"/>
                    <a:pt x="5" y="234"/>
                    <a:pt x="7" y="236"/>
                  </a:cubicBezTo>
                  <a:cubicBezTo>
                    <a:pt x="7" y="0"/>
                    <a:pt x="7" y="0"/>
                    <a:pt x="7" y="0"/>
                  </a:cubicBezTo>
                  <a:cubicBezTo>
                    <a:pt x="5" y="2"/>
                    <a:pt x="3" y="4"/>
                    <a:pt x="0" y="6"/>
                  </a:cubicBezTo>
                  <a:lnTo>
                    <a:pt x="0" y="230"/>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479" name="Freeform 803"/>
            <p:cNvSpPr>
              <a:spLocks noChangeArrowheads="1"/>
            </p:cNvSpPr>
            <p:nvPr/>
          </p:nvSpPr>
          <p:spPr bwMode="auto">
            <a:xfrm>
              <a:off x="0" y="185109"/>
              <a:ext cx="304069" cy="120723"/>
            </a:xfrm>
            <a:custGeom>
              <a:avLst/>
              <a:gdLst>
                <a:gd name="T0" fmla="*/ 2147483647 w 141"/>
                <a:gd name="T1" fmla="*/ 0 h 56"/>
                <a:gd name="T2" fmla="*/ 2147483647 w 141"/>
                <a:gd name="T3" fmla="*/ 0 h 56"/>
                <a:gd name="T4" fmla="*/ 0 w 141"/>
                <a:gd name="T5" fmla="*/ 2147483647 h 56"/>
                <a:gd name="T6" fmla="*/ 0 w 141"/>
                <a:gd name="T7" fmla="*/ 2147483647 h 56"/>
                <a:gd name="T8" fmla="*/ 2147483647 w 141"/>
                <a:gd name="T9" fmla="*/ 2147483647 h 56"/>
                <a:gd name="T10" fmla="*/ 2147483647 w 141"/>
                <a:gd name="T11" fmla="*/ 2147483647 h 56"/>
                <a:gd name="T12" fmla="*/ 2147483647 w 141"/>
                <a:gd name="T13" fmla="*/ 2147483647 h 56"/>
                <a:gd name="T14" fmla="*/ 2147483647 w 141"/>
                <a:gd name="T15" fmla="*/ 2147483647 h 56"/>
                <a:gd name="T16" fmla="*/ 2147483647 w 141"/>
                <a:gd name="T17" fmla="*/ 0 h 5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41"/>
                <a:gd name="T28" fmla="*/ 0 h 56"/>
                <a:gd name="T29" fmla="*/ 141 w 141"/>
                <a:gd name="T30" fmla="*/ 56 h 5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41" h="56">
                  <a:moveTo>
                    <a:pt x="135" y="0"/>
                  </a:moveTo>
                  <a:cubicBezTo>
                    <a:pt x="31" y="0"/>
                    <a:pt x="31" y="0"/>
                    <a:pt x="31" y="0"/>
                  </a:cubicBezTo>
                  <a:cubicBezTo>
                    <a:pt x="14" y="0"/>
                    <a:pt x="0" y="14"/>
                    <a:pt x="0" y="31"/>
                  </a:cubicBezTo>
                  <a:cubicBezTo>
                    <a:pt x="0" y="47"/>
                    <a:pt x="0" y="47"/>
                    <a:pt x="0" y="47"/>
                  </a:cubicBezTo>
                  <a:cubicBezTo>
                    <a:pt x="1" y="52"/>
                    <a:pt x="6" y="56"/>
                    <a:pt x="12" y="56"/>
                  </a:cubicBezTo>
                  <a:cubicBezTo>
                    <a:pt x="129" y="56"/>
                    <a:pt x="129" y="56"/>
                    <a:pt x="129" y="56"/>
                  </a:cubicBezTo>
                  <a:cubicBezTo>
                    <a:pt x="135" y="56"/>
                    <a:pt x="140" y="52"/>
                    <a:pt x="141" y="47"/>
                  </a:cubicBezTo>
                  <a:cubicBezTo>
                    <a:pt x="141" y="6"/>
                    <a:pt x="141" y="6"/>
                    <a:pt x="141" y="6"/>
                  </a:cubicBezTo>
                  <a:cubicBezTo>
                    <a:pt x="141" y="3"/>
                    <a:pt x="138" y="0"/>
                    <a:pt x="135" y="0"/>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480" name="Freeform 804"/>
            <p:cNvSpPr>
              <a:spLocks noChangeArrowheads="1"/>
            </p:cNvSpPr>
            <p:nvPr/>
          </p:nvSpPr>
          <p:spPr bwMode="auto">
            <a:xfrm>
              <a:off x="577934" y="305832"/>
              <a:ext cx="80548" cy="301808"/>
            </a:xfrm>
            <a:custGeom>
              <a:avLst/>
              <a:gdLst>
                <a:gd name="T0" fmla="*/ 0 w 38"/>
                <a:gd name="T1" fmla="*/ 0 h 140"/>
                <a:gd name="T2" fmla="*/ 0 w 38"/>
                <a:gd name="T3" fmla="*/ 2147483647 h 140"/>
                <a:gd name="T4" fmla="*/ 2147483647 w 38"/>
                <a:gd name="T5" fmla="*/ 2147483647 h 140"/>
                <a:gd name="T6" fmla="*/ 2147483647 w 38"/>
                <a:gd name="T7" fmla="*/ 2147483647 h 140"/>
                <a:gd name="T8" fmla="*/ 2147483647 w 38"/>
                <a:gd name="T9" fmla="*/ 2147483647 h 140"/>
                <a:gd name="T10" fmla="*/ 2147483647 w 38"/>
                <a:gd name="T11" fmla="*/ 0 h 140"/>
                <a:gd name="T12" fmla="*/ 0 w 38"/>
                <a:gd name="T13" fmla="*/ 0 h 140"/>
                <a:gd name="T14" fmla="*/ 0 60000 65536"/>
                <a:gd name="T15" fmla="*/ 0 60000 65536"/>
                <a:gd name="T16" fmla="*/ 0 60000 65536"/>
                <a:gd name="T17" fmla="*/ 0 60000 65536"/>
                <a:gd name="T18" fmla="*/ 0 60000 65536"/>
                <a:gd name="T19" fmla="*/ 0 60000 65536"/>
                <a:gd name="T20" fmla="*/ 0 60000 65536"/>
                <a:gd name="T21" fmla="*/ 0 w 38"/>
                <a:gd name="T22" fmla="*/ 0 h 140"/>
                <a:gd name="T23" fmla="*/ 38 w 38"/>
                <a:gd name="T24" fmla="*/ 140 h 14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8" h="140">
                  <a:moveTo>
                    <a:pt x="0" y="0"/>
                  </a:moveTo>
                  <a:cubicBezTo>
                    <a:pt x="0" y="127"/>
                    <a:pt x="0" y="127"/>
                    <a:pt x="0" y="127"/>
                  </a:cubicBezTo>
                  <a:cubicBezTo>
                    <a:pt x="0" y="134"/>
                    <a:pt x="6" y="140"/>
                    <a:pt x="13" y="140"/>
                  </a:cubicBezTo>
                  <a:cubicBezTo>
                    <a:pt x="26" y="140"/>
                    <a:pt x="26" y="140"/>
                    <a:pt x="26" y="140"/>
                  </a:cubicBezTo>
                  <a:cubicBezTo>
                    <a:pt x="32" y="140"/>
                    <a:pt x="38" y="134"/>
                    <a:pt x="38" y="127"/>
                  </a:cubicBezTo>
                  <a:cubicBezTo>
                    <a:pt x="38" y="0"/>
                    <a:pt x="38" y="0"/>
                    <a:pt x="38" y="0"/>
                  </a:cubicBezTo>
                  <a:lnTo>
                    <a:pt x="0" y="0"/>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481" name="Freeform 805"/>
            <p:cNvSpPr>
              <a:spLocks noChangeArrowheads="1"/>
            </p:cNvSpPr>
            <p:nvPr/>
          </p:nvSpPr>
          <p:spPr bwMode="auto">
            <a:xfrm>
              <a:off x="577934" y="0"/>
              <a:ext cx="80548" cy="305832"/>
            </a:xfrm>
            <a:custGeom>
              <a:avLst/>
              <a:gdLst>
                <a:gd name="T0" fmla="*/ 2147483647 w 38"/>
                <a:gd name="T1" fmla="*/ 2147483647 h 142"/>
                <a:gd name="T2" fmla="*/ 2147483647 w 38"/>
                <a:gd name="T3" fmla="*/ 0 h 142"/>
                <a:gd name="T4" fmla="*/ 2147483647 w 38"/>
                <a:gd name="T5" fmla="*/ 0 h 142"/>
                <a:gd name="T6" fmla="*/ 0 w 38"/>
                <a:gd name="T7" fmla="*/ 2147483647 h 142"/>
                <a:gd name="T8" fmla="*/ 0 w 38"/>
                <a:gd name="T9" fmla="*/ 2147483647 h 142"/>
                <a:gd name="T10" fmla="*/ 2147483647 w 38"/>
                <a:gd name="T11" fmla="*/ 2147483647 h 142"/>
                <a:gd name="T12" fmla="*/ 2147483647 w 38"/>
                <a:gd name="T13" fmla="*/ 2147483647 h 142"/>
                <a:gd name="T14" fmla="*/ 0 60000 65536"/>
                <a:gd name="T15" fmla="*/ 0 60000 65536"/>
                <a:gd name="T16" fmla="*/ 0 60000 65536"/>
                <a:gd name="T17" fmla="*/ 0 60000 65536"/>
                <a:gd name="T18" fmla="*/ 0 60000 65536"/>
                <a:gd name="T19" fmla="*/ 0 60000 65536"/>
                <a:gd name="T20" fmla="*/ 0 60000 65536"/>
                <a:gd name="T21" fmla="*/ 0 w 38"/>
                <a:gd name="T22" fmla="*/ 0 h 142"/>
                <a:gd name="T23" fmla="*/ 38 w 38"/>
                <a:gd name="T24" fmla="*/ 142 h 14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8" h="142">
                  <a:moveTo>
                    <a:pt x="38" y="13"/>
                  </a:moveTo>
                  <a:cubicBezTo>
                    <a:pt x="38" y="6"/>
                    <a:pt x="32" y="0"/>
                    <a:pt x="26" y="0"/>
                  </a:cubicBezTo>
                  <a:cubicBezTo>
                    <a:pt x="13" y="0"/>
                    <a:pt x="13" y="0"/>
                    <a:pt x="13" y="0"/>
                  </a:cubicBezTo>
                  <a:cubicBezTo>
                    <a:pt x="6" y="0"/>
                    <a:pt x="0" y="6"/>
                    <a:pt x="0" y="13"/>
                  </a:cubicBezTo>
                  <a:cubicBezTo>
                    <a:pt x="0" y="142"/>
                    <a:pt x="0" y="142"/>
                    <a:pt x="0" y="142"/>
                  </a:cubicBezTo>
                  <a:cubicBezTo>
                    <a:pt x="38" y="142"/>
                    <a:pt x="38" y="142"/>
                    <a:pt x="38" y="142"/>
                  </a:cubicBezTo>
                  <a:lnTo>
                    <a:pt x="38" y="13"/>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482" name="Freeform 806"/>
            <p:cNvSpPr>
              <a:spLocks noChangeArrowheads="1"/>
            </p:cNvSpPr>
            <p:nvPr/>
          </p:nvSpPr>
          <p:spPr bwMode="auto">
            <a:xfrm>
              <a:off x="304069" y="191144"/>
              <a:ext cx="16110" cy="225350"/>
            </a:xfrm>
            <a:custGeom>
              <a:avLst/>
              <a:gdLst>
                <a:gd name="T0" fmla="*/ 0 w 7"/>
                <a:gd name="T1" fmla="*/ 2147483647 h 104"/>
                <a:gd name="T2" fmla="*/ 2147483647 w 7"/>
                <a:gd name="T3" fmla="*/ 2147483647 h 104"/>
                <a:gd name="T4" fmla="*/ 2147483647 w 7"/>
                <a:gd name="T5" fmla="*/ 0 h 104"/>
                <a:gd name="T6" fmla="*/ 0 w 7"/>
                <a:gd name="T7" fmla="*/ 2147483647 h 104"/>
                <a:gd name="T8" fmla="*/ 0 w 7"/>
                <a:gd name="T9" fmla="*/ 2147483647 h 104"/>
                <a:gd name="T10" fmla="*/ 0 60000 65536"/>
                <a:gd name="T11" fmla="*/ 0 60000 65536"/>
                <a:gd name="T12" fmla="*/ 0 60000 65536"/>
                <a:gd name="T13" fmla="*/ 0 60000 65536"/>
                <a:gd name="T14" fmla="*/ 0 60000 65536"/>
                <a:gd name="T15" fmla="*/ 0 w 7"/>
                <a:gd name="T16" fmla="*/ 0 h 104"/>
                <a:gd name="T17" fmla="*/ 7 w 7"/>
                <a:gd name="T18" fmla="*/ 104 h 104"/>
              </a:gdLst>
              <a:ahLst/>
              <a:cxnLst>
                <a:cxn ang="T10">
                  <a:pos x="T0" y="T1"/>
                </a:cxn>
                <a:cxn ang="T11">
                  <a:pos x="T2" y="T3"/>
                </a:cxn>
                <a:cxn ang="T12">
                  <a:pos x="T4" y="T5"/>
                </a:cxn>
                <a:cxn ang="T13">
                  <a:pos x="T6" y="T7"/>
                </a:cxn>
                <a:cxn ang="T14">
                  <a:pos x="T8" y="T9"/>
                </a:cxn>
              </a:cxnLst>
              <a:rect l="T15" t="T16" r="T17" b="T18"/>
              <a:pathLst>
                <a:path w="7" h="104">
                  <a:moveTo>
                    <a:pt x="0" y="102"/>
                  </a:moveTo>
                  <a:cubicBezTo>
                    <a:pt x="2" y="102"/>
                    <a:pt x="5" y="103"/>
                    <a:pt x="7" y="104"/>
                  </a:cubicBezTo>
                  <a:cubicBezTo>
                    <a:pt x="7" y="0"/>
                    <a:pt x="7" y="0"/>
                    <a:pt x="7" y="0"/>
                  </a:cubicBezTo>
                  <a:cubicBezTo>
                    <a:pt x="5" y="1"/>
                    <a:pt x="2" y="2"/>
                    <a:pt x="0" y="2"/>
                  </a:cubicBezTo>
                  <a:lnTo>
                    <a:pt x="0" y="102"/>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gr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矩形 70"/>
          <p:cNvSpPr/>
          <p:nvPr/>
        </p:nvSpPr>
        <p:spPr>
          <a:xfrm>
            <a:off x="17961936" y="607033"/>
            <a:ext cx="304799" cy="828221"/>
          </a:xfrm>
          <a:prstGeom prst="rect">
            <a:avLst/>
          </a:prstGeom>
          <a:solidFill>
            <a:srgbClr val="F024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p>
        </p:txBody>
      </p:sp>
      <p:sp>
        <p:nvSpPr>
          <p:cNvPr id="72" name="矩形 71"/>
          <p:cNvSpPr/>
          <p:nvPr/>
        </p:nvSpPr>
        <p:spPr>
          <a:xfrm>
            <a:off x="17831306" y="607033"/>
            <a:ext cx="79828" cy="828221"/>
          </a:xfrm>
          <a:prstGeom prst="rect">
            <a:avLst/>
          </a:prstGeom>
          <a:solidFill>
            <a:srgbClr val="F024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p>
        </p:txBody>
      </p:sp>
      <p:sp>
        <p:nvSpPr>
          <p:cNvPr id="73" name="文本框 72"/>
          <p:cNvSpPr txBox="1"/>
          <p:nvPr/>
        </p:nvSpPr>
        <p:spPr>
          <a:xfrm>
            <a:off x="16922977" y="604257"/>
            <a:ext cx="947405" cy="829945"/>
          </a:xfrm>
          <a:prstGeom prst="rect">
            <a:avLst/>
          </a:prstGeom>
          <a:noFill/>
        </p:spPr>
        <p:txBody>
          <a:bodyPr wrap="square" rtlCol="0">
            <a:spAutoFit/>
          </a:bodyPr>
          <a:lstStyle/>
          <a:p>
            <a:r>
              <a:rPr lang="en-US" altLang="vi-VN" sz="4800" dirty="0" smtClean="0">
                <a:solidFill>
                  <a:schemeClr val="bg1"/>
                </a:solidFill>
                <a:latin typeface="Microsoft YaHei" panose="020B0503020204020204" pitchFamily="34" charset="-122"/>
                <a:ea typeface="Microsoft YaHei" panose="020B0503020204020204" pitchFamily="34" charset="-122"/>
              </a:rPr>
              <a:t>15</a:t>
            </a:r>
            <a:endParaRPr lang="vi-VN" altLang="en-US" sz="4800" dirty="0" smtClean="0">
              <a:solidFill>
                <a:schemeClr val="bg1"/>
              </a:solidFill>
              <a:latin typeface="Microsoft YaHei" panose="020B0503020204020204" pitchFamily="34" charset="-122"/>
              <a:ea typeface="Microsoft YaHei" panose="020B0503020204020204" pitchFamily="34" charset="-122"/>
            </a:endParaRPr>
          </a:p>
        </p:txBody>
      </p:sp>
      <p:grpSp>
        <p:nvGrpSpPr>
          <p:cNvPr id="4" name="组合 3"/>
          <p:cNvGrpSpPr/>
          <p:nvPr/>
        </p:nvGrpSpPr>
        <p:grpSpPr>
          <a:xfrm>
            <a:off x="14187805" y="7916545"/>
            <a:ext cx="4548505" cy="2686685"/>
            <a:chOff x="11519983" y="5270056"/>
            <a:chExt cx="5829924" cy="3299229"/>
          </a:xfrm>
        </p:grpSpPr>
        <p:grpSp>
          <p:nvGrpSpPr>
            <p:cNvPr id="97" name="组合 96"/>
            <p:cNvGrpSpPr/>
            <p:nvPr/>
          </p:nvGrpSpPr>
          <p:grpSpPr>
            <a:xfrm rot="5400000">
              <a:off x="12785331" y="4004708"/>
              <a:ext cx="3299229" cy="5829924"/>
              <a:chOff x="4862722" y="-238122"/>
              <a:chExt cx="3541407" cy="6152922"/>
            </a:xfrm>
          </p:grpSpPr>
          <p:grpSp>
            <p:nvGrpSpPr>
              <p:cNvPr id="98" name="组合 97"/>
              <p:cNvGrpSpPr/>
              <p:nvPr/>
            </p:nvGrpSpPr>
            <p:grpSpPr>
              <a:xfrm>
                <a:off x="4862722" y="-238122"/>
                <a:ext cx="3541407" cy="6152922"/>
                <a:chOff x="4862722" y="-238122"/>
                <a:chExt cx="3541407" cy="6152922"/>
              </a:xfrm>
              <a:effectLst>
                <a:outerShdw blurRad="203200" dist="101600" dir="2700000" algn="ctr" rotWithShape="0">
                  <a:schemeClr val="tx1">
                    <a:alpha val="40000"/>
                  </a:schemeClr>
                </a:outerShdw>
              </a:effectLst>
            </p:grpSpPr>
            <p:grpSp>
              <p:nvGrpSpPr>
                <p:cNvPr id="108" name="组合 107"/>
                <p:cNvGrpSpPr/>
                <p:nvPr/>
              </p:nvGrpSpPr>
              <p:grpSpPr>
                <a:xfrm>
                  <a:off x="7282083" y="1812626"/>
                  <a:ext cx="45719" cy="310161"/>
                  <a:chOff x="8020452" y="2062264"/>
                  <a:chExt cx="150782" cy="787940"/>
                </a:xfrm>
              </p:grpSpPr>
              <p:sp>
                <p:nvSpPr>
                  <p:cNvPr id="127" name="圆角矩形 126"/>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8" name="圆角矩形 127"/>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09" name="组合 108"/>
                <p:cNvGrpSpPr/>
                <p:nvPr/>
              </p:nvGrpSpPr>
              <p:grpSpPr>
                <a:xfrm>
                  <a:off x="4862722" y="2122787"/>
                  <a:ext cx="45719" cy="239059"/>
                  <a:chOff x="8020452" y="2062264"/>
                  <a:chExt cx="150782" cy="787940"/>
                </a:xfrm>
              </p:grpSpPr>
              <p:sp>
                <p:nvSpPr>
                  <p:cNvPr id="125" name="圆角矩形 124"/>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6" name="圆角矩形 125"/>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0" name="组合 109"/>
                <p:cNvGrpSpPr/>
                <p:nvPr/>
              </p:nvGrpSpPr>
              <p:grpSpPr>
                <a:xfrm>
                  <a:off x="4862722" y="1812626"/>
                  <a:ext cx="45719" cy="239059"/>
                  <a:chOff x="8020452" y="2062264"/>
                  <a:chExt cx="150782" cy="787940"/>
                </a:xfrm>
              </p:grpSpPr>
              <p:sp>
                <p:nvSpPr>
                  <p:cNvPr id="123" name="圆角矩形 122"/>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4" name="圆角矩形 123"/>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1" name="组合 110"/>
                <p:cNvGrpSpPr/>
                <p:nvPr/>
              </p:nvGrpSpPr>
              <p:grpSpPr>
                <a:xfrm>
                  <a:off x="4862722" y="1543685"/>
                  <a:ext cx="45719" cy="117603"/>
                  <a:chOff x="8020452" y="2062264"/>
                  <a:chExt cx="150782" cy="787940"/>
                </a:xfrm>
              </p:grpSpPr>
              <p:sp>
                <p:nvSpPr>
                  <p:cNvPr id="121" name="圆角矩形 120"/>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2" name="圆角矩形 121"/>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2" name="圆角矩形 111"/>
                <p:cNvSpPr/>
                <p:nvPr/>
              </p:nvSpPr>
              <p:spPr>
                <a:xfrm>
                  <a:off x="4890000" y="943200"/>
                  <a:ext cx="2412000" cy="4971600"/>
                </a:xfrm>
                <a:prstGeom prst="roundRect">
                  <a:avLst>
                    <a:gd name="adj" fmla="val 7335"/>
                  </a:avLst>
                </a:prstGeom>
                <a:solidFill>
                  <a:srgbClr val="404040"/>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3" name="圆角矩形 112"/>
                <p:cNvSpPr/>
                <p:nvPr/>
              </p:nvSpPr>
              <p:spPr>
                <a:xfrm>
                  <a:off x="4926000" y="979200"/>
                  <a:ext cx="2340000" cy="4899600"/>
                </a:xfrm>
                <a:prstGeom prst="roundRect">
                  <a:avLst>
                    <a:gd name="adj" fmla="val 7335"/>
                  </a:avLst>
                </a:prstGeom>
                <a:solidFill>
                  <a:srgbClr val="05050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4" name="矩形 113"/>
                <p:cNvSpPr/>
                <p:nvPr/>
              </p:nvSpPr>
              <p:spPr>
                <a:xfrm>
                  <a:off x="5034000" y="1540800"/>
                  <a:ext cx="2124000" cy="377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5" name="圆角矩形 114"/>
                <p:cNvSpPr/>
                <p:nvPr/>
              </p:nvSpPr>
              <p:spPr>
                <a:xfrm>
                  <a:off x="5901599" y="1206000"/>
                  <a:ext cx="388800" cy="36000"/>
                </a:xfrm>
                <a:prstGeom prst="roundRect">
                  <a:avLst>
                    <a:gd name="adj" fmla="val 50000"/>
                  </a:avLst>
                </a:prstGeom>
                <a:solidFill>
                  <a:srgbClr val="0D0D0D"/>
                </a:solidFill>
                <a:ln>
                  <a:noFill/>
                </a:ln>
                <a:scene3d>
                  <a:camera prst="orthographicFront"/>
                  <a:lightRig rig="threePt" dir="t"/>
                </a:scene3d>
                <a:sp3d>
                  <a:bevelT w="69850" h="50800" prst="coolSlan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16" name="组合 115"/>
                <p:cNvGrpSpPr/>
                <p:nvPr/>
              </p:nvGrpSpPr>
              <p:grpSpPr>
                <a:xfrm>
                  <a:off x="5905200" y="5406664"/>
                  <a:ext cx="381600" cy="381600"/>
                  <a:chOff x="5905200" y="3238200"/>
                  <a:chExt cx="381600" cy="381600"/>
                </a:xfrm>
              </p:grpSpPr>
              <p:sp>
                <p:nvSpPr>
                  <p:cNvPr id="119" name="椭圆 118"/>
                  <p:cNvSpPr/>
                  <p:nvPr/>
                </p:nvSpPr>
                <p:spPr>
                  <a:xfrm>
                    <a:off x="5905200" y="3238200"/>
                    <a:ext cx="381600" cy="381600"/>
                  </a:xfrm>
                  <a:prstGeom prst="ellipse">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0" name="椭圆 119"/>
                  <p:cNvSpPr/>
                  <p:nvPr/>
                </p:nvSpPr>
                <p:spPr>
                  <a:xfrm>
                    <a:off x="5932200" y="3265200"/>
                    <a:ext cx="327600" cy="3276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7" name="圆角矩形 116"/>
                <p:cNvSpPr/>
                <p:nvPr/>
              </p:nvSpPr>
              <p:spPr>
                <a:xfrm>
                  <a:off x="4883060" y="952391"/>
                  <a:ext cx="2376000" cy="4952144"/>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8" name="圆角矩形 117"/>
                <p:cNvSpPr/>
                <p:nvPr/>
              </p:nvSpPr>
              <p:spPr>
                <a:xfrm>
                  <a:off x="6028129" y="-238122"/>
                  <a:ext cx="2376000" cy="4935600"/>
                </a:xfrm>
                <a:prstGeom prst="roundRect">
                  <a:avLst>
                    <a:gd name="adj" fmla="val 7335"/>
                  </a:avLst>
                </a:prstGeom>
                <a:gradFill flip="none" rotWithShape="1">
                  <a:gsLst>
                    <a:gs pos="0">
                      <a:srgbClr val="FFFFFF">
                        <a:alpha val="18000"/>
                      </a:srgbClr>
                    </a:gs>
                    <a:gs pos="5000">
                      <a:srgbClr val="FFFFFF">
                        <a:alpha val="0"/>
                      </a:srgb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99" name="组合 98"/>
              <p:cNvGrpSpPr/>
              <p:nvPr/>
            </p:nvGrpSpPr>
            <p:grpSpPr>
              <a:xfrm>
                <a:off x="6856135" y="1608679"/>
                <a:ext cx="156128" cy="54425"/>
                <a:chOff x="6770056" y="1608698"/>
                <a:chExt cx="156128" cy="65855"/>
              </a:xfrm>
            </p:grpSpPr>
            <p:sp>
              <p:nvSpPr>
                <p:cNvPr id="105" name="矩形 104"/>
                <p:cNvSpPr/>
                <p:nvPr/>
              </p:nvSpPr>
              <p:spPr>
                <a:xfrm>
                  <a:off x="6770056" y="1608698"/>
                  <a:ext cx="146501" cy="65855"/>
                </a:xfrm>
                <a:prstGeom prst="rect">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6" name="矩形 105"/>
                <p:cNvSpPr/>
                <p:nvPr/>
              </p:nvSpPr>
              <p:spPr>
                <a:xfrm>
                  <a:off x="6916234" y="1633796"/>
                  <a:ext cx="9950" cy="16633"/>
                </a:xfrm>
                <a:prstGeom prst="rect">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7" name="矩形 106"/>
                <p:cNvSpPr/>
                <p:nvPr/>
              </p:nvSpPr>
              <p:spPr>
                <a:xfrm>
                  <a:off x="6770056" y="1608699"/>
                  <a:ext cx="83493" cy="6585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0" name="椭圆 99"/>
              <p:cNvSpPr/>
              <p:nvPr/>
            </p:nvSpPr>
            <p:spPr>
              <a:xfrm>
                <a:off x="5123906"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1" name="椭圆 100"/>
              <p:cNvSpPr/>
              <p:nvPr/>
            </p:nvSpPr>
            <p:spPr>
              <a:xfrm>
                <a:off x="5176565"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2" name="椭圆 101"/>
              <p:cNvSpPr/>
              <p:nvPr/>
            </p:nvSpPr>
            <p:spPr>
              <a:xfrm>
                <a:off x="5224538"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3" name="椭圆 102"/>
              <p:cNvSpPr/>
              <p:nvPr/>
            </p:nvSpPr>
            <p:spPr>
              <a:xfrm>
                <a:off x="5274547"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 name="椭圆 103"/>
              <p:cNvSpPr/>
              <p:nvPr/>
            </p:nvSpPr>
            <p:spPr>
              <a:xfrm>
                <a:off x="5324640" y="1619118"/>
                <a:ext cx="41564" cy="41564"/>
              </a:xfrm>
              <a:prstGeom prst="ellipse">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38" name="矩形 137"/>
            <p:cNvSpPr/>
            <p:nvPr/>
          </p:nvSpPr>
          <p:spPr bwMode="auto">
            <a:xfrm rot="16200000">
              <a:off x="12870306" y="4596683"/>
              <a:ext cx="1987572" cy="3635808"/>
            </a:xfrm>
            <a:prstGeom prst="rect">
              <a:avLst/>
            </a:prstGeom>
            <a:solidFill>
              <a:srgbClr val="2B7FB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 typeface="Arial" panose="020B0604020202020204" pitchFamily="34" charset="0"/>
                <a:buNone/>
                <a:defRPr/>
              </a:pPr>
              <a:endParaRPr lang="zh-CN" altLang="en-US"/>
            </a:p>
          </p:txBody>
        </p:sp>
        <p:grpSp>
          <p:nvGrpSpPr>
            <p:cNvPr id="141" name="组合 2"/>
            <p:cNvGrpSpPr/>
            <p:nvPr/>
          </p:nvGrpSpPr>
          <p:grpSpPr bwMode="auto">
            <a:xfrm>
              <a:off x="13580951" y="5774163"/>
              <a:ext cx="608013" cy="619125"/>
              <a:chOff x="7938529" y="3078391"/>
              <a:chExt cx="607404" cy="617990"/>
            </a:xfrm>
          </p:grpSpPr>
          <p:sp>
            <p:nvSpPr>
              <p:cNvPr id="142" name="object 5"/>
              <p:cNvSpPr/>
              <p:nvPr/>
            </p:nvSpPr>
            <p:spPr bwMode="auto">
              <a:xfrm>
                <a:off x="8052890" y="3078391"/>
                <a:ext cx="137478" cy="276999"/>
              </a:xfrm>
              <a:custGeom>
                <a:avLst/>
                <a:gdLst>
                  <a:gd name="T0" fmla="*/ 17874 w 226695"/>
                  <a:gd name="T1" fmla="*/ 0 h 262254"/>
                  <a:gd name="T2" fmla="*/ 0 w 226695"/>
                  <a:gd name="T3" fmla="*/ 197759 h 262254"/>
                  <a:gd name="T4" fmla="*/ 30590 w 226695"/>
                  <a:gd name="T5" fmla="*/ 326123 h 262254"/>
                  <a:gd name="T6" fmla="*/ 17874 w 226695"/>
                  <a:gd name="T7" fmla="*/ 0 h 26225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26695" h="262254">
                    <a:moveTo>
                      <a:pt x="132153" y="0"/>
                    </a:moveTo>
                    <a:lnTo>
                      <a:pt x="0" y="158895"/>
                    </a:lnTo>
                    <a:lnTo>
                      <a:pt x="226160" y="262033"/>
                    </a:lnTo>
                    <a:lnTo>
                      <a:pt x="132153" y="0"/>
                    </a:lnTo>
                    <a:close/>
                  </a:path>
                </a:pathLst>
              </a:custGeom>
              <a:solidFill>
                <a:srgbClr val="4ABA92"/>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3" name="object 6"/>
              <p:cNvSpPr/>
              <p:nvPr/>
            </p:nvSpPr>
            <p:spPr bwMode="auto">
              <a:xfrm>
                <a:off x="8090831" y="3419382"/>
                <a:ext cx="363912" cy="276999"/>
              </a:xfrm>
              <a:custGeom>
                <a:avLst/>
                <a:gdLst>
                  <a:gd name="T0" fmla="*/ 50573 w 600075"/>
                  <a:gd name="T1" fmla="*/ 0 h 479425"/>
                  <a:gd name="T2" fmla="*/ 0 w 600075"/>
                  <a:gd name="T3" fmla="*/ 50100 h 479425"/>
                  <a:gd name="T4" fmla="*/ 60332 w 600075"/>
                  <a:gd name="T5" fmla="*/ 53398 h 479425"/>
                  <a:gd name="T6" fmla="*/ 81164 w 600075"/>
                  <a:gd name="T7" fmla="*/ 11494 h 479425"/>
                  <a:gd name="T8" fmla="*/ 50573 w 600075"/>
                  <a:gd name="T9" fmla="*/ 0 h 4794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00075" h="479425">
                    <a:moveTo>
                      <a:pt x="373904" y="0"/>
                    </a:moveTo>
                    <a:lnTo>
                      <a:pt x="0" y="449588"/>
                    </a:lnTo>
                    <a:lnTo>
                      <a:pt x="446049" y="479179"/>
                    </a:lnTo>
                    <a:lnTo>
                      <a:pt x="600065" y="103138"/>
                    </a:lnTo>
                    <a:lnTo>
                      <a:pt x="373904" y="0"/>
                    </a:lnTo>
                    <a:close/>
                  </a:path>
                </a:pathLst>
              </a:custGeom>
              <a:solidFill>
                <a:srgbClr val="F94C07"/>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4" name="object 7"/>
              <p:cNvSpPr/>
              <p:nvPr/>
            </p:nvSpPr>
            <p:spPr bwMode="auto">
              <a:xfrm>
                <a:off x="8161226" y="3175050"/>
                <a:ext cx="384707" cy="276999"/>
              </a:xfrm>
              <a:custGeom>
                <a:avLst/>
                <a:gdLst>
                  <a:gd name="T0" fmla="*/ 0 w 634365"/>
                  <a:gd name="T1" fmla="*/ 0 h 229235"/>
                  <a:gd name="T2" fmla="*/ 67888 w 634365"/>
                  <a:gd name="T3" fmla="*/ 488025 h 229235"/>
                  <a:gd name="T4" fmla="*/ 85762 w 634365"/>
                  <a:gd name="T5" fmla="*/ 149257 h 229235"/>
                  <a:gd name="T6" fmla="*/ 0 w 634365"/>
                  <a:gd name="T7" fmla="*/ 0 h 22923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34365" h="229235">
                    <a:moveTo>
                      <a:pt x="0" y="0"/>
                    </a:moveTo>
                    <a:lnTo>
                      <a:pt x="501911" y="228904"/>
                    </a:lnTo>
                    <a:lnTo>
                      <a:pt x="634064" y="70008"/>
                    </a:lnTo>
                    <a:lnTo>
                      <a:pt x="0" y="0"/>
                    </a:lnTo>
                    <a:close/>
                  </a:path>
                </a:pathLst>
              </a:custGeom>
              <a:solidFill>
                <a:srgbClr val="1F4E79"/>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5" name="object 8"/>
              <p:cNvSpPr/>
              <p:nvPr/>
            </p:nvSpPr>
            <p:spPr bwMode="auto">
              <a:xfrm>
                <a:off x="7945652" y="3216890"/>
                <a:ext cx="145179" cy="193317"/>
              </a:xfrm>
              <a:custGeom>
                <a:avLst/>
                <a:gdLst>
                  <a:gd name="T0" fmla="*/ 19983 w 200025"/>
                  <a:gd name="T1" fmla="*/ 0 h 678814"/>
                  <a:gd name="T2" fmla="*/ 0 w 200025"/>
                  <a:gd name="T3" fmla="*/ 2184 h 678814"/>
                  <a:gd name="T4" fmla="*/ 55509 w 200025"/>
                  <a:gd name="T5" fmla="*/ 4463 h 678814"/>
                  <a:gd name="T6" fmla="*/ 19983 w 200025"/>
                  <a:gd name="T7" fmla="*/ 0 h 6788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0025" h="678814">
                    <a:moveTo>
                      <a:pt x="72008" y="0"/>
                    </a:moveTo>
                    <a:lnTo>
                      <a:pt x="0" y="332031"/>
                    </a:lnTo>
                    <a:lnTo>
                      <a:pt x="200025" y="678481"/>
                    </a:lnTo>
                    <a:lnTo>
                      <a:pt x="72008" y="0"/>
                    </a:lnTo>
                    <a:close/>
                  </a:path>
                </a:pathLst>
              </a:custGeom>
              <a:solidFill>
                <a:srgbClr val="00B050"/>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6" name="object 9"/>
              <p:cNvSpPr/>
              <p:nvPr/>
            </p:nvSpPr>
            <p:spPr bwMode="auto">
              <a:xfrm>
                <a:off x="7938529" y="3379992"/>
                <a:ext cx="304607" cy="276999"/>
              </a:xfrm>
              <a:custGeom>
                <a:avLst/>
                <a:gdLst>
                  <a:gd name="T0" fmla="*/ 0 w 502284"/>
                  <a:gd name="T1" fmla="*/ 0 h 678814"/>
                  <a:gd name="T2" fmla="*/ 17315 w 502284"/>
                  <a:gd name="T3" fmla="*/ 18813 h 678814"/>
                  <a:gd name="T4" fmla="*/ 67889 w 502284"/>
                  <a:gd name="T5" fmla="*/ 6347 h 678814"/>
                  <a:gd name="T6" fmla="*/ 0 w 502284"/>
                  <a:gd name="T7" fmla="*/ 0 h 6788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02284" h="678814">
                    <a:moveTo>
                      <a:pt x="0" y="0"/>
                    </a:moveTo>
                    <a:lnTo>
                      <a:pt x="128017" y="678492"/>
                    </a:lnTo>
                    <a:lnTo>
                      <a:pt x="501921" y="228904"/>
                    </a:lnTo>
                    <a:lnTo>
                      <a:pt x="0" y="0"/>
                    </a:lnTo>
                    <a:close/>
                  </a:path>
                </a:pathLst>
              </a:custGeom>
              <a:solidFill>
                <a:srgbClr val="ED7D31"/>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grpSp>
        <p:sp>
          <p:nvSpPr>
            <p:cNvPr id="147" name="矩形 23"/>
            <p:cNvSpPr>
              <a:spLocks noChangeArrowheads="1"/>
            </p:cNvSpPr>
            <p:nvPr/>
          </p:nvSpPr>
          <p:spPr bwMode="auto">
            <a:xfrm>
              <a:off x="12758941" y="6563170"/>
              <a:ext cx="2303462" cy="50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2F6583"/>
                  </a:solidFill>
                  <a:bevel/>
                </a14:hiddenLine>
              </a:ext>
            </a:extLst>
          </p:spPr>
          <p:txBody>
            <a:bodyPr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SimSun"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SimSun"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SimSun"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9pPr>
            </a:lstStyle>
            <a:p>
              <a:pPr algn="ctr">
                <a:lnSpc>
                  <a:spcPct val="100000"/>
                </a:lnSpc>
                <a:spcBef>
                  <a:spcPct val="0"/>
                </a:spcBef>
                <a:buFont typeface="Arial" panose="020B0604020202020204" pitchFamily="34" charset="0"/>
                <a:buNone/>
              </a:pPr>
              <a:r>
                <a:rPr lang="vi-VN" altLang="zh-CN" sz="2500" dirty="0">
                  <a:solidFill>
                    <a:schemeClr val="bg1"/>
                  </a:solidFill>
                  <a:latin typeface="Impact" panose="020B0806030902050204" pitchFamily="34" charset="0"/>
                  <a:ea typeface="Microsoft YaHei" panose="020B0503020204020204" pitchFamily="34" charset="-122"/>
                  <a:sym typeface="Impact" panose="020B0806030902050204" pitchFamily="34" charset="0"/>
                </a:rPr>
                <a:t>Nhóm </a:t>
              </a:r>
              <a:r>
                <a:rPr lang="vi-VN" altLang="zh-CN" sz="2500" dirty="0">
                  <a:solidFill>
                    <a:schemeClr val="bg1"/>
                  </a:solidFill>
                  <a:latin typeface="Impact" panose="020B0806030902050204" pitchFamily="34" charset="0"/>
                  <a:ea typeface="Microsoft YaHei" panose="020B0503020204020204" pitchFamily="34" charset="-122"/>
                  <a:sym typeface="Impact" panose="020B0806030902050204" pitchFamily="34" charset="0"/>
                </a:rPr>
                <a:t>6</a:t>
              </a:r>
              <a:endParaRPr lang="vi-VN" altLang="zh-CN" sz="2500" dirty="0">
                <a:solidFill>
                  <a:schemeClr val="bg1"/>
                </a:solidFill>
                <a:latin typeface="Impact" panose="020B0806030902050204" pitchFamily="34" charset="0"/>
                <a:ea typeface="Microsoft YaHei" panose="020B0503020204020204" pitchFamily="34" charset="-122"/>
                <a:sym typeface="Impact" panose="020B0806030902050204" pitchFamily="34" charset="0"/>
              </a:endParaRPr>
            </a:p>
          </p:txBody>
        </p:sp>
      </p:grpSp>
      <p:sp>
        <p:nvSpPr>
          <p:cNvPr id="5" name="Rounded Rectangle 4"/>
          <p:cNvSpPr/>
          <p:nvPr/>
        </p:nvSpPr>
        <p:spPr>
          <a:xfrm>
            <a:off x="304800" y="638810"/>
            <a:ext cx="8768080" cy="802005"/>
          </a:xfrm>
          <a:prstGeom prst="roundRect">
            <a:avLst/>
          </a:prstGeom>
          <a:solidFill>
            <a:srgbClr val="F02424"/>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6" name="object 3"/>
          <p:cNvSpPr txBox="1">
            <a:spLocks noChangeArrowheads="1"/>
          </p:cNvSpPr>
          <p:nvPr/>
        </p:nvSpPr>
        <p:spPr bwMode="auto">
          <a:xfrm>
            <a:off x="1071880" y="730250"/>
            <a:ext cx="7847965" cy="615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marL="6350">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SimSun"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SimSun"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SimSun"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9pPr>
          </a:lstStyle>
          <a:p>
            <a:pPr algn="ctr">
              <a:lnSpc>
                <a:spcPct val="100000"/>
              </a:lnSpc>
              <a:spcBef>
                <a:spcPct val="0"/>
              </a:spcBef>
              <a:buFont typeface="Arial" panose="020B0604020202020204" pitchFamily="34" charset="0"/>
              <a:buNone/>
            </a:pPr>
            <a:r>
              <a:rPr lang="en-US" sz="4000" dirty="0">
                <a:solidFill>
                  <a:schemeClr val="bg1"/>
                </a:solidFill>
                <a:latin typeface="Times New Roman" panose="02020603050405020304" pitchFamily="18" charset="0"/>
                <a:ea typeface="DM Sans" pitchFamily="34" charset="-122"/>
                <a:cs typeface="Times New Roman" panose="02020603050405020304" pitchFamily="18" charset="0"/>
                <a:sym typeface="+mn-ea"/>
              </a:rPr>
              <a:t>Affine Cipher</a:t>
            </a:r>
            <a:endParaRPr lang="vi-VN" altLang="zh-CN" sz="4000" dirty="0" smtClean="0">
              <a:solidFill>
                <a:srgbClr val="FFFFFF"/>
              </a:solidFill>
              <a:latin typeface="Microsoft YaHei" panose="020B0503020204020204" pitchFamily="34" charset="-122"/>
              <a:ea typeface="Microsoft YaHei" panose="020B0503020204020204" pitchFamily="34" charset="-122"/>
              <a:sym typeface="+mn-ea"/>
            </a:endParaRPr>
          </a:p>
        </p:txBody>
      </p:sp>
      <p:sp>
        <p:nvSpPr>
          <p:cNvPr id="2" name="文本框 162"/>
          <p:cNvSpPr txBox="1"/>
          <p:nvPr/>
        </p:nvSpPr>
        <p:spPr>
          <a:xfrm>
            <a:off x="311150" y="1720850"/>
            <a:ext cx="17559020" cy="7937500"/>
          </a:xfrm>
          <a:prstGeom prst="rect">
            <a:avLst/>
          </a:prstGeom>
          <a:noFill/>
        </p:spPr>
        <p:txBody>
          <a:bodyPr wrap="square" rtlCol="0">
            <a:noAutofit/>
          </a:bodyPr>
          <a:p>
            <a:pPr marL="0" indent="0">
              <a:lnSpc>
                <a:spcPct val="130000"/>
              </a:lnSpc>
              <a:spcBef>
                <a:spcPts val="0"/>
              </a:spcBef>
              <a:spcAft>
                <a:spcPts val="0"/>
              </a:spcAft>
              <a:buNone/>
            </a:pPr>
            <a:r>
              <a:rPr lang="en-US" altLang="zh-HK" sz="3600" i="1" dirty="0" smtClean="0">
                <a:solidFill>
                  <a:schemeClr val="bg1"/>
                </a:solidFill>
                <a:latin typeface="Times New Roman" panose="02020603050405020304" pitchFamily="18" charset="0"/>
                <a:ea typeface="DM Sans" pitchFamily="34" charset="-122"/>
                <a:cs typeface="Times New Roman" panose="02020603050405020304" pitchFamily="18" charset="0"/>
                <a:sym typeface="+mn-ea"/>
              </a:rPr>
              <a:t>c, Quy trình mã hóa</a:t>
            </a:r>
            <a:endParaRPr lang="en-US" altLang="zh-HK" sz="3600" i="1" dirty="0" smtClean="0">
              <a:solidFill>
                <a:schemeClr val="bg1"/>
              </a:solidFill>
              <a:latin typeface="Times New Roman" panose="02020603050405020304" pitchFamily="18" charset="0"/>
              <a:ea typeface="DM Sans" pitchFamily="34" charset="-122"/>
              <a:cs typeface="Times New Roman" panose="02020603050405020304" pitchFamily="18" charset="0"/>
              <a:sym typeface="+mn-ea"/>
            </a:endParaRPr>
          </a:p>
          <a:p>
            <a:pPr marL="0" indent="0">
              <a:lnSpc>
                <a:spcPct val="130000"/>
              </a:lnSpc>
              <a:spcBef>
                <a:spcPts val="0"/>
              </a:spcBef>
              <a:spcAft>
                <a:spcPts val="0"/>
              </a:spcAft>
              <a:buNone/>
            </a:pPr>
            <a:r>
              <a:rPr lang="en-US" altLang="zh-HK" sz="3600" dirty="0" smtClean="0">
                <a:solidFill>
                  <a:schemeClr val="bg1"/>
                </a:solidFill>
                <a:latin typeface="Times New Roman" panose="02020603050405020304" pitchFamily="18" charset="0"/>
                <a:ea typeface="DM Sans" pitchFamily="34" charset="-122"/>
                <a:cs typeface="Times New Roman" panose="02020603050405020304" pitchFamily="18" charset="0"/>
                <a:sym typeface="+mn-ea"/>
              </a:rPr>
              <a:t>Chọn khóa: Người mã hóa chọn hai số nguyên aaa và bbb, với điều kiện aaa và 26 phải nguyên tố cùng nhau (tức là UCLN(a,26)=1UCLN(a, 26) = 1UCLN(a,26)=1).</a:t>
            </a:r>
            <a:endParaRPr lang="en-US" altLang="zh-HK" sz="3600" dirty="0" smtClean="0">
              <a:solidFill>
                <a:schemeClr val="bg1"/>
              </a:solidFill>
              <a:latin typeface="Times New Roman" panose="02020603050405020304" pitchFamily="18" charset="0"/>
              <a:ea typeface="DM Sans" pitchFamily="34" charset="-122"/>
              <a:cs typeface="Times New Roman" panose="02020603050405020304" pitchFamily="18" charset="0"/>
              <a:sym typeface="+mn-ea"/>
            </a:endParaRPr>
          </a:p>
          <a:p>
            <a:pPr marL="0" indent="0">
              <a:lnSpc>
                <a:spcPct val="130000"/>
              </a:lnSpc>
              <a:spcBef>
                <a:spcPts val="0"/>
              </a:spcBef>
              <a:spcAft>
                <a:spcPts val="0"/>
              </a:spcAft>
              <a:buNone/>
            </a:pPr>
            <a:r>
              <a:rPr lang="en-US" altLang="zh-HK" sz="3600" dirty="0" smtClean="0">
                <a:solidFill>
                  <a:schemeClr val="bg1"/>
                </a:solidFill>
                <a:latin typeface="Times New Roman" panose="02020603050405020304" pitchFamily="18" charset="0"/>
                <a:ea typeface="DM Sans" pitchFamily="34" charset="-122"/>
                <a:cs typeface="Times New Roman" panose="02020603050405020304" pitchFamily="18" charset="0"/>
                <a:sym typeface="+mn-ea"/>
              </a:rPr>
              <a:t>	Chuyển đổi ký tự thành số: Mỗi ký tự trong văn bản gốc được ánh xạ vào một số từ 0 đến 25.</a:t>
            </a:r>
            <a:endParaRPr lang="en-US" altLang="zh-HK" sz="3600" dirty="0" smtClean="0">
              <a:solidFill>
                <a:schemeClr val="bg1"/>
              </a:solidFill>
              <a:latin typeface="Times New Roman" panose="02020603050405020304" pitchFamily="18" charset="0"/>
              <a:ea typeface="DM Sans" pitchFamily="34" charset="-122"/>
              <a:cs typeface="Times New Roman" panose="02020603050405020304" pitchFamily="18" charset="0"/>
              <a:sym typeface="+mn-ea"/>
            </a:endParaRPr>
          </a:p>
          <a:p>
            <a:pPr marL="0" indent="0">
              <a:lnSpc>
                <a:spcPct val="130000"/>
              </a:lnSpc>
              <a:spcBef>
                <a:spcPts val="0"/>
              </a:spcBef>
              <a:spcAft>
                <a:spcPts val="0"/>
              </a:spcAft>
              <a:buNone/>
            </a:pPr>
            <a:r>
              <a:rPr lang="en-US" altLang="zh-HK" sz="3600" dirty="0" smtClean="0">
                <a:solidFill>
                  <a:schemeClr val="bg1"/>
                </a:solidFill>
                <a:latin typeface="Times New Roman" panose="02020603050405020304" pitchFamily="18" charset="0"/>
                <a:ea typeface="DM Sans" pitchFamily="34" charset="-122"/>
                <a:cs typeface="Times New Roman" panose="02020603050405020304" pitchFamily="18" charset="0"/>
                <a:sym typeface="+mn-ea"/>
              </a:rPr>
              <a:t>	Áp dụng công thức mã hóa: Áp dụng công thức E(x)=(a×x+b)mod  26 để mã hóa từng ký tự.</a:t>
            </a:r>
            <a:endParaRPr lang="en-US" altLang="zh-HK" sz="3600" dirty="0" smtClean="0">
              <a:solidFill>
                <a:schemeClr val="bg1"/>
              </a:solidFill>
              <a:latin typeface="Times New Roman" panose="02020603050405020304" pitchFamily="18" charset="0"/>
              <a:ea typeface="DM Sans" pitchFamily="34" charset="-122"/>
              <a:cs typeface="Times New Roman" panose="02020603050405020304" pitchFamily="18" charset="0"/>
              <a:sym typeface="+mn-ea"/>
            </a:endParaRPr>
          </a:p>
          <a:p>
            <a:pPr marL="0" indent="0">
              <a:lnSpc>
                <a:spcPct val="130000"/>
              </a:lnSpc>
              <a:spcBef>
                <a:spcPts val="0"/>
              </a:spcBef>
              <a:spcAft>
                <a:spcPts val="0"/>
              </a:spcAft>
              <a:buNone/>
            </a:pPr>
            <a:r>
              <a:rPr lang="en-US" altLang="zh-HK" sz="3600" dirty="0" smtClean="0">
                <a:solidFill>
                  <a:schemeClr val="bg1"/>
                </a:solidFill>
                <a:latin typeface="Times New Roman" panose="02020603050405020304" pitchFamily="18" charset="0"/>
                <a:ea typeface="DM Sans" pitchFamily="34" charset="-122"/>
                <a:cs typeface="Times New Roman" panose="02020603050405020304" pitchFamily="18" charset="0"/>
                <a:sym typeface="+mn-ea"/>
              </a:rPr>
              <a:t>	Chuyển đổi số trở lại ký tự: Các số sau khi mã hóa được chuyển đổi lại thành ký tự trong bảng chữ cái.</a:t>
            </a:r>
            <a:endParaRPr lang="en-US" altLang="zh-HK" sz="3600" dirty="0" smtClean="0">
              <a:solidFill>
                <a:schemeClr val="bg1"/>
              </a:solidFill>
              <a:latin typeface="Times New Roman" panose="02020603050405020304" pitchFamily="18" charset="0"/>
              <a:ea typeface="DM Sans" pitchFamily="34" charset="-122"/>
              <a:cs typeface="Times New Roman" panose="02020603050405020304" pitchFamily="18" charset="0"/>
              <a:sym typeface="+mn-ea"/>
            </a:endParaRPr>
          </a:p>
          <a:p>
            <a:pPr marL="0" indent="0">
              <a:lnSpc>
                <a:spcPct val="130000"/>
              </a:lnSpc>
              <a:spcBef>
                <a:spcPts val="0"/>
              </a:spcBef>
              <a:spcAft>
                <a:spcPts val="0"/>
              </a:spcAft>
              <a:buNone/>
            </a:pPr>
            <a:r>
              <a:rPr lang="en-US" altLang="zh-HK" sz="3600" dirty="0" smtClean="0">
                <a:solidFill>
                  <a:schemeClr val="bg1"/>
                </a:solidFill>
                <a:latin typeface="Times New Roman" panose="02020603050405020304" pitchFamily="18" charset="0"/>
                <a:ea typeface="DM Sans" pitchFamily="34" charset="-122"/>
                <a:cs typeface="Times New Roman" panose="02020603050405020304" pitchFamily="18" charset="0"/>
                <a:sym typeface="+mn-ea"/>
              </a:rPr>
              <a:t>Quy trình giải mã ngược lại với công thức: D(x)=a−1×(x−b)mod26</a:t>
            </a:r>
            <a:endParaRPr lang="en-US" altLang="zh-HK" sz="3600" dirty="0" smtClean="0">
              <a:solidFill>
                <a:schemeClr val="bg1"/>
              </a:solidFill>
              <a:latin typeface="Microsoft YaHei" panose="020B0503020204020204" pitchFamily="34" charset="-122"/>
              <a:ea typeface="Microsoft YaHei" panose="020B0503020204020204" pitchFamily="34" charset="-122"/>
              <a:cs typeface="Microsoft YaHei" panose="020B0503020204020204" pitchFamily="34" charset="-122"/>
              <a:sym typeface="+mn-ea"/>
            </a:endParaRPr>
          </a:p>
        </p:txBody>
      </p:sp>
      <p:grpSp>
        <p:nvGrpSpPr>
          <p:cNvPr id="862" name="组合 1638"/>
          <p:cNvGrpSpPr/>
          <p:nvPr/>
        </p:nvGrpSpPr>
        <p:grpSpPr bwMode="auto">
          <a:xfrm>
            <a:off x="531495" y="768350"/>
            <a:ext cx="681355" cy="541655"/>
            <a:chOff x="0" y="0"/>
            <a:chExt cx="709986" cy="558307"/>
          </a:xfrm>
          <a:solidFill>
            <a:schemeClr val="bg1"/>
          </a:solidFill>
        </p:grpSpPr>
        <p:sp>
          <p:nvSpPr>
            <p:cNvPr id="863" name="Freeform 542"/>
            <p:cNvSpPr>
              <a:spLocks noChangeArrowheads="1"/>
            </p:cNvSpPr>
            <p:nvPr/>
          </p:nvSpPr>
          <p:spPr bwMode="auto">
            <a:xfrm>
              <a:off x="0" y="0"/>
              <a:ext cx="311564" cy="310171"/>
            </a:xfrm>
            <a:custGeom>
              <a:avLst/>
              <a:gdLst>
                <a:gd name="T0" fmla="*/ 2147483647 w 163"/>
                <a:gd name="T1" fmla="*/ 2147483647 h 163"/>
                <a:gd name="T2" fmla="*/ 2147483647 w 163"/>
                <a:gd name="T3" fmla="*/ 2147483647 h 163"/>
                <a:gd name="T4" fmla="*/ 2147483647 w 163"/>
                <a:gd name="T5" fmla="*/ 2147483647 h 163"/>
                <a:gd name="T6" fmla="*/ 2147483647 w 163"/>
                <a:gd name="T7" fmla="*/ 2147483647 h 163"/>
                <a:gd name="T8" fmla="*/ 2147483647 w 163"/>
                <a:gd name="T9" fmla="*/ 2147483647 h 163"/>
                <a:gd name="T10" fmla="*/ 2147483647 w 163"/>
                <a:gd name="T11" fmla="*/ 2147483647 h 163"/>
                <a:gd name="T12" fmla="*/ 2147483647 w 163"/>
                <a:gd name="T13" fmla="*/ 2147483647 h 163"/>
                <a:gd name="T14" fmla="*/ 2147483647 w 163"/>
                <a:gd name="T15" fmla="*/ 2147483647 h 163"/>
                <a:gd name="T16" fmla="*/ 2147483647 w 163"/>
                <a:gd name="T17" fmla="*/ 2147483647 h 163"/>
                <a:gd name="T18" fmla="*/ 2147483647 w 163"/>
                <a:gd name="T19" fmla="*/ 2147483647 h 16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63"/>
                <a:gd name="T31" fmla="*/ 0 h 163"/>
                <a:gd name="T32" fmla="*/ 163 w 163"/>
                <a:gd name="T33" fmla="*/ 163 h 16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63" h="163">
                  <a:moveTo>
                    <a:pt x="48" y="14"/>
                  </a:moveTo>
                  <a:cubicBezTo>
                    <a:pt x="92" y="58"/>
                    <a:pt x="92" y="58"/>
                    <a:pt x="92" y="58"/>
                  </a:cubicBezTo>
                  <a:cubicBezTo>
                    <a:pt x="97" y="63"/>
                    <a:pt x="97" y="72"/>
                    <a:pt x="92" y="77"/>
                  </a:cubicBezTo>
                  <a:cubicBezTo>
                    <a:pt x="77" y="91"/>
                    <a:pt x="77" y="91"/>
                    <a:pt x="77" y="91"/>
                  </a:cubicBezTo>
                  <a:cubicBezTo>
                    <a:pt x="72" y="96"/>
                    <a:pt x="64" y="96"/>
                    <a:pt x="58" y="91"/>
                  </a:cubicBezTo>
                  <a:cubicBezTo>
                    <a:pt x="14" y="47"/>
                    <a:pt x="14" y="47"/>
                    <a:pt x="14" y="47"/>
                  </a:cubicBezTo>
                  <a:cubicBezTo>
                    <a:pt x="0" y="75"/>
                    <a:pt x="5" y="110"/>
                    <a:pt x="28" y="134"/>
                  </a:cubicBezTo>
                  <a:cubicBezTo>
                    <a:pt x="58" y="163"/>
                    <a:pt x="105" y="163"/>
                    <a:pt x="134" y="134"/>
                  </a:cubicBezTo>
                  <a:cubicBezTo>
                    <a:pt x="163" y="104"/>
                    <a:pt x="163" y="57"/>
                    <a:pt x="134" y="28"/>
                  </a:cubicBezTo>
                  <a:cubicBezTo>
                    <a:pt x="111" y="5"/>
                    <a:pt x="76" y="0"/>
                    <a:pt x="48" y="14"/>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864" name="Freeform 543"/>
            <p:cNvSpPr>
              <a:spLocks noEditPoints="1" noChangeArrowheads="1"/>
            </p:cNvSpPr>
            <p:nvPr/>
          </p:nvSpPr>
          <p:spPr bwMode="auto">
            <a:xfrm>
              <a:off x="198268" y="195501"/>
              <a:ext cx="362546" cy="362806"/>
            </a:xfrm>
            <a:custGeom>
              <a:avLst/>
              <a:gdLst>
                <a:gd name="T0" fmla="*/ 2147483647 w 190"/>
                <a:gd name="T1" fmla="*/ 2147483647 h 190"/>
                <a:gd name="T2" fmla="*/ 0 w 190"/>
                <a:gd name="T3" fmla="*/ 2147483647 h 190"/>
                <a:gd name="T4" fmla="*/ 2147483647 w 190"/>
                <a:gd name="T5" fmla="*/ 2147483647 h 190"/>
                <a:gd name="T6" fmla="*/ 2147483647 w 190"/>
                <a:gd name="T7" fmla="*/ 2147483647 h 190"/>
                <a:gd name="T8" fmla="*/ 2147483647 w 190"/>
                <a:gd name="T9" fmla="*/ 2147483647 h 190"/>
                <a:gd name="T10" fmla="*/ 2147483647 w 190"/>
                <a:gd name="T11" fmla="*/ 2147483647 h 190"/>
                <a:gd name="T12" fmla="*/ 2147483647 w 190"/>
                <a:gd name="T13" fmla="*/ 0 h 190"/>
                <a:gd name="T14" fmla="*/ 2147483647 w 190"/>
                <a:gd name="T15" fmla="*/ 2147483647 h 190"/>
                <a:gd name="T16" fmla="*/ 2147483647 w 190"/>
                <a:gd name="T17" fmla="*/ 2147483647 h 190"/>
                <a:gd name="T18" fmla="*/ 2147483647 w 190"/>
                <a:gd name="T19" fmla="*/ 2147483647 h 190"/>
                <a:gd name="T20" fmla="*/ 2147483647 w 190"/>
                <a:gd name="T21" fmla="*/ 2147483647 h 190"/>
                <a:gd name="T22" fmla="*/ 2147483647 w 190"/>
                <a:gd name="T23" fmla="*/ 2147483647 h 190"/>
                <a:gd name="T24" fmla="*/ 2147483647 w 190"/>
                <a:gd name="T25" fmla="*/ 2147483647 h 19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90"/>
                <a:gd name="T40" fmla="*/ 0 h 190"/>
                <a:gd name="T41" fmla="*/ 190 w 190"/>
                <a:gd name="T42" fmla="*/ 190 h 19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90" h="190">
                  <a:moveTo>
                    <a:pt x="30" y="31"/>
                  </a:moveTo>
                  <a:cubicBezTo>
                    <a:pt x="21" y="39"/>
                    <a:pt x="11" y="46"/>
                    <a:pt x="0" y="49"/>
                  </a:cubicBezTo>
                  <a:cubicBezTo>
                    <a:pt x="138" y="188"/>
                    <a:pt x="138" y="188"/>
                    <a:pt x="138" y="188"/>
                  </a:cubicBezTo>
                  <a:cubicBezTo>
                    <a:pt x="141" y="190"/>
                    <a:pt x="145" y="190"/>
                    <a:pt x="148" y="188"/>
                  </a:cubicBezTo>
                  <a:cubicBezTo>
                    <a:pt x="187" y="148"/>
                    <a:pt x="187" y="148"/>
                    <a:pt x="187" y="148"/>
                  </a:cubicBezTo>
                  <a:cubicBezTo>
                    <a:pt x="190" y="146"/>
                    <a:pt x="190" y="141"/>
                    <a:pt x="187" y="139"/>
                  </a:cubicBezTo>
                  <a:cubicBezTo>
                    <a:pt x="48" y="0"/>
                    <a:pt x="48" y="0"/>
                    <a:pt x="48" y="0"/>
                  </a:cubicBezTo>
                  <a:cubicBezTo>
                    <a:pt x="45" y="11"/>
                    <a:pt x="39" y="22"/>
                    <a:pt x="30" y="31"/>
                  </a:cubicBezTo>
                  <a:close/>
                  <a:moveTo>
                    <a:pt x="156" y="157"/>
                  </a:moveTo>
                  <a:cubicBezTo>
                    <a:pt x="153" y="160"/>
                    <a:pt x="147" y="160"/>
                    <a:pt x="143" y="157"/>
                  </a:cubicBezTo>
                  <a:cubicBezTo>
                    <a:pt x="139" y="153"/>
                    <a:pt x="139" y="147"/>
                    <a:pt x="143" y="143"/>
                  </a:cubicBezTo>
                  <a:cubicBezTo>
                    <a:pt x="147" y="140"/>
                    <a:pt x="153" y="140"/>
                    <a:pt x="156" y="143"/>
                  </a:cubicBezTo>
                  <a:cubicBezTo>
                    <a:pt x="160" y="147"/>
                    <a:pt x="160" y="153"/>
                    <a:pt x="156" y="157"/>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865" name="Freeform 544"/>
            <p:cNvSpPr>
              <a:spLocks noEditPoints="1" noChangeArrowheads="1"/>
            </p:cNvSpPr>
            <p:nvPr/>
          </p:nvSpPr>
          <p:spPr bwMode="auto">
            <a:xfrm>
              <a:off x="219038" y="216180"/>
              <a:ext cx="330446" cy="332727"/>
            </a:xfrm>
            <a:custGeom>
              <a:avLst/>
              <a:gdLst>
                <a:gd name="T0" fmla="*/ 2147483647 w 173"/>
                <a:gd name="T1" fmla="*/ 2147483647 h 174"/>
                <a:gd name="T2" fmla="*/ 2147483647 w 173"/>
                <a:gd name="T3" fmla="*/ 2147483647 h 174"/>
                <a:gd name="T4" fmla="*/ 2147483647 w 173"/>
                <a:gd name="T5" fmla="*/ 0 h 174"/>
                <a:gd name="T6" fmla="*/ 2147483647 w 173"/>
                <a:gd name="T7" fmla="*/ 2147483647 h 174"/>
                <a:gd name="T8" fmla="*/ 0 w 173"/>
                <a:gd name="T9" fmla="*/ 2147483647 h 174"/>
                <a:gd name="T10" fmla="*/ 2147483647 w 173"/>
                <a:gd name="T11" fmla="*/ 2147483647 h 174"/>
                <a:gd name="T12" fmla="*/ 2147483647 w 173"/>
                <a:gd name="T13" fmla="*/ 2147483647 h 174"/>
                <a:gd name="T14" fmla="*/ 2147483647 w 173"/>
                <a:gd name="T15" fmla="*/ 2147483647 h 174"/>
                <a:gd name="T16" fmla="*/ 2147483647 w 173"/>
                <a:gd name="T17" fmla="*/ 2147483647 h 174"/>
                <a:gd name="T18" fmla="*/ 2147483647 w 173"/>
                <a:gd name="T19" fmla="*/ 2147483647 h 174"/>
                <a:gd name="T20" fmla="*/ 2147483647 w 173"/>
                <a:gd name="T21" fmla="*/ 2147483647 h 17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73"/>
                <a:gd name="T34" fmla="*/ 0 h 174"/>
                <a:gd name="T35" fmla="*/ 173 w 173"/>
                <a:gd name="T36" fmla="*/ 174 h 17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73" h="174">
                  <a:moveTo>
                    <a:pt x="140" y="174"/>
                  </a:moveTo>
                  <a:cubicBezTo>
                    <a:pt x="173" y="140"/>
                    <a:pt x="173" y="140"/>
                    <a:pt x="173" y="140"/>
                  </a:cubicBezTo>
                  <a:cubicBezTo>
                    <a:pt x="33" y="0"/>
                    <a:pt x="33" y="0"/>
                    <a:pt x="33" y="0"/>
                  </a:cubicBezTo>
                  <a:cubicBezTo>
                    <a:pt x="29" y="7"/>
                    <a:pt x="25" y="14"/>
                    <a:pt x="19" y="20"/>
                  </a:cubicBezTo>
                  <a:cubicBezTo>
                    <a:pt x="13" y="25"/>
                    <a:pt x="7" y="30"/>
                    <a:pt x="0" y="33"/>
                  </a:cubicBezTo>
                  <a:lnTo>
                    <a:pt x="140" y="174"/>
                  </a:lnTo>
                  <a:close/>
                  <a:moveTo>
                    <a:pt x="132" y="132"/>
                  </a:moveTo>
                  <a:cubicBezTo>
                    <a:pt x="136" y="129"/>
                    <a:pt x="142" y="129"/>
                    <a:pt x="145" y="132"/>
                  </a:cubicBezTo>
                  <a:cubicBezTo>
                    <a:pt x="149" y="136"/>
                    <a:pt x="149" y="142"/>
                    <a:pt x="145" y="146"/>
                  </a:cubicBezTo>
                  <a:cubicBezTo>
                    <a:pt x="142" y="149"/>
                    <a:pt x="136" y="149"/>
                    <a:pt x="132" y="146"/>
                  </a:cubicBezTo>
                  <a:cubicBezTo>
                    <a:pt x="128" y="142"/>
                    <a:pt x="128" y="136"/>
                    <a:pt x="132" y="132"/>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866" name="Freeform 545"/>
            <p:cNvSpPr>
              <a:spLocks noEditPoints="1" noChangeArrowheads="1"/>
            </p:cNvSpPr>
            <p:nvPr/>
          </p:nvSpPr>
          <p:spPr bwMode="auto">
            <a:xfrm>
              <a:off x="254916" y="251896"/>
              <a:ext cx="200156" cy="203021"/>
            </a:xfrm>
            <a:custGeom>
              <a:avLst/>
              <a:gdLst>
                <a:gd name="T0" fmla="*/ 2147483647 w 250"/>
                <a:gd name="T1" fmla="*/ 0 h 253"/>
                <a:gd name="T2" fmla="*/ 2147483647 w 250"/>
                <a:gd name="T3" fmla="*/ 2147483647 h 253"/>
                <a:gd name="T4" fmla="*/ 2147483647 w 250"/>
                <a:gd name="T5" fmla="*/ 2147483647 h 253"/>
                <a:gd name="T6" fmla="*/ 2147483647 w 250"/>
                <a:gd name="T7" fmla="*/ 2147483647 h 253"/>
                <a:gd name="T8" fmla="*/ 2147483647 w 250"/>
                <a:gd name="T9" fmla="*/ 0 h 253"/>
                <a:gd name="T10" fmla="*/ 0 w 250"/>
                <a:gd name="T11" fmla="*/ 2147483647 h 253"/>
                <a:gd name="T12" fmla="*/ 2147483647 w 250"/>
                <a:gd name="T13" fmla="*/ 2147483647 h 253"/>
                <a:gd name="T14" fmla="*/ 2147483647 w 250"/>
                <a:gd name="T15" fmla="*/ 2147483647 h 253"/>
                <a:gd name="T16" fmla="*/ 2147483647 w 250"/>
                <a:gd name="T17" fmla="*/ 2147483647 h 253"/>
                <a:gd name="T18" fmla="*/ 0 w 250"/>
                <a:gd name="T19" fmla="*/ 2147483647 h 25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50"/>
                <a:gd name="T31" fmla="*/ 0 h 253"/>
                <a:gd name="T32" fmla="*/ 250 w 250"/>
                <a:gd name="T33" fmla="*/ 253 h 25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50" h="253">
                  <a:moveTo>
                    <a:pt x="115" y="0"/>
                  </a:moveTo>
                  <a:lnTo>
                    <a:pt x="96" y="19"/>
                  </a:lnTo>
                  <a:lnTo>
                    <a:pt x="234" y="156"/>
                  </a:lnTo>
                  <a:lnTo>
                    <a:pt x="250" y="137"/>
                  </a:lnTo>
                  <a:lnTo>
                    <a:pt x="115" y="0"/>
                  </a:lnTo>
                  <a:close/>
                  <a:moveTo>
                    <a:pt x="0" y="116"/>
                  </a:moveTo>
                  <a:lnTo>
                    <a:pt x="134" y="253"/>
                  </a:lnTo>
                  <a:lnTo>
                    <a:pt x="153" y="234"/>
                  </a:lnTo>
                  <a:lnTo>
                    <a:pt x="18" y="97"/>
                  </a:lnTo>
                  <a:lnTo>
                    <a:pt x="0" y="116"/>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867" name="Freeform 546"/>
            <p:cNvSpPr>
              <a:spLocks noChangeArrowheads="1"/>
            </p:cNvSpPr>
            <p:nvPr/>
          </p:nvSpPr>
          <p:spPr bwMode="auto">
            <a:xfrm>
              <a:off x="268133" y="266934"/>
              <a:ext cx="175609" cy="172943"/>
            </a:xfrm>
            <a:custGeom>
              <a:avLst/>
              <a:gdLst>
                <a:gd name="T0" fmla="*/ 0 w 216"/>
                <a:gd name="T1" fmla="*/ 2147483647 h 215"/>
                <a:gd name="T2" fmla="*/ 2147483647 w 216"/>
                <a:gd name="T3" fmla="*/ 2147483647 h 215"/>
                <a:gd name="T4" fmla="*/ 2147483647 w 216"/>
                <a:gd name="T5" fmla="*/ 2147483647 h 215"/>
                <a:gd name="T6" fmla="*/ 2147483647 w 216"/>
                <a:gd name="T7" fmla="*/ 0 h 215"/>
                <a:gd name="T8" fmla="*/ 0 w 216"/>
                <a:gd name="T9" fmla="*/ 2147483647 h 215"/>
                <a:gd name="T10" fmla="*/ 0 60000 65536"/>
                <a:gd name="T11" fmla="*/ 0 60000 65536"/>
                <a:gd name="T12" fmla="*/ 0 60000 65536"/>
                <a:gd name="T13" fmla="*/ 0 60000 65536"/>
                <a:gd name="T14" fmla="*/ 0 60000 65536"/>
                <a:gd name="T15" fmla="*/ 0 w 216"/>
                <a:gd name="T16" fmla="*/ 0 h 215"/>
                <a:gd name="T17" fmla="*/ 216 w 216"/>
                <a:gd name="T18" fmla="*/ 215 h 215"/>
              </a:gdLst>
              <a:ahLst/>
              <a:cxnLst>
                <a:cxn ang="T10">
                  <a:pos x="T0" y="T1"/>
                </a:cxn>
                <a:cxn ang="T11">
                  <a:pos x="T2" y="T3"/>
                </a:cxn>
                <a:cxn ang="T12">
                  <a:pos x="T4" y="T5"/>
                </a:cxn>
                <a:cxn ang="T13">
                  <a:pos x="T6" y="T7"/>
                </a:cxn>
                <a:cxn ang="T14">
                  <a:pos x="T8" y="T9"/>
                </a:cxn>
              </a:cxnLst>
              <a:rect l="T15" t="T16" r="T17" b="T18"/>
              <a:pathLst>
                <a:path w="216" h="215">
                  <a:moveTo>
                    <a:pt x="0" y="78"/>
                  </a:moveTo>
                  <a:lnTo>
                    <a:pt x="135" y="215"/>
                  </a:lnTo>
                  <a:lnTo>
                    <a:pt x="216" y="137"/>
                  </a:lnTo>
                  <a:lnTo>
                    <a:pt x="78" y="0"/>
                  </a:lnTo>
                  <a:lnTo>
                    <a:pt x="0" y="78"/>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868" name="Freeform 547"/>
            <p:cNvSpPr>
              <a:spLocks noChangeArrowheads="1"/>
            </p:cNvSpPr>
            <p:nvPr/>
          </p:nvSpPr>
          <p:spPr bwMode="auto">
            <a:xfrm>
              <a:off x="398424" y="0"/>
              <a:ext cx="311562" cy="310171"/>
            </a:xfrm>
            <a:custGeom>
              <a:avLst/>
              <a:gdLst>
                <a:gd name="T0" fmla="*/ 2147483647 w 163"/>
                <a:gd name="T1" fmla="*/ 2147483647 h 163"/>
                <a:gd name="T2" fmla="*/ 2147483647 w 163"/>
                <a:gd name="T3" fmla="*/ 2147483647 h 163"/>
                <a:gd name="T4" fmla="*/ 2147483647 w 163"/>
                <a:gd name="T5" fmla="*/ 2147483647 h 163"/>
                <a:gd name="T6" fmla="*/ 2147483647 w 163"/>
                <a:gd name="T7" fmla="*/ 2147483647 h 163"/>
                <a:gd name="T8" fmla="*/ 2147483647 w 163"/>
                <a:gd name="T9" fmla="*/ 2147483647 h 163"/>
                <a:gd name="T10" fmla="*/ 2147483647 w 163"/>
                <a:gd name="T11" fmla="*/ 2147483647 h 163"/>
                <a:gd name="T12" fmla="*/ 2147483647 w 163"/>
                <a:gd name="T13" fmla="*/ 2147483647 h 163"/>
                <a:gd name="T14" fmla="*/ 2147483647 w 163"/>
                <a:gd name="T15" fmla="*/ 2147483647 h 163"/>
                <a:gd name="T16" fmla="*/ 2147483647 w 163"/>
                <a:gd name="T17" fmla="*/ 2147483647 h 163"/>
                <a:gd name="T18" fmla="*/ 2147483647 w 163"/>
                <a:gd name="T19" fmla="*/ 2147483647 h 16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63"/>
                <a:gd name="T31" fmla="*/ 0 h 163"/>
                <a:gd name="T32" fmla="*/ 163 w 163"/>
                <a:gd name="T33" fmla="*/ 163 h 16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63" h="163">
                  <a:moveTo>
                    <a:pt x="149" y="47"/>
                  </a:moveTo>
                  <a:cubicBezTo>
                    <a:pt x="105" y="91"/>
                    <a:pt x="105" y="91"/>
                    <a:pt x="105" y="91"/>
                  </a:cubicBezTo>
                  <a:cubicBezTo>
                    <a:pt x="100" y="96"/>
                    <a:pt x="91" y="96"/>
                    <a:pt x="86" y="91"/>
                  </a:cubicBezTo>
                  <a:cubicBezTo>
                    <a:pt x="72" y="77"/>
                    <a:pt x="72" y="77"/>
                    <a:pt x="72" y="77"/>
                  </a:cubicBezTo>
                  <a:cubicBezTo>
                    <a:pt x="66" y="72"/>
                    <a:pt x="66" y="63"/>
                    <a:pt x="72" y="58"/>
                  </a:cubicBezTo>
                  <a:cubicBezTo>
                    <a:pt x="115" y="14"/>
                    <a:pt x="115" y="14"/>
                    <a:pt x="115" y="14"/>
                  </a:cubicBezTo>
                  <a:cubicBezTo>
                    <a:pt x="87" y="0"/>
                    <a:pt x="52" y="5"/>
                    <a:pt x="29" y="28"/>
                  </a:cubicBezTo>
                  <a:cubicBezTo>
                    <a:pt x="0" y="57"/>
                    <a:pt x="0" y="104"/>
                    <a:pt x="29" y="134"/>
                  </a:cubicBezTo>
                  <a:cubicBezTo>
                    <a:pt x="58" y="163"/>
                    <a:pt x="106" y="163"/>
                    <a:pt x="135" y="134"/>
                  </a:cubicBezTo>
                  <a:cubicBezTo>
                    <a:pt x="158" y="110"/>
                    <a:pt x="163" y="75"/>
                    <a:pt x="149" y="47"/>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869" name="Freeform 548"/>
            <p:cNvSpPr>
              <a:spLocks noEditPoints="1" noChangeArrowheads="1"/>
            </p:cNvSpPr>
            <p:nvPr/>
          </p:nvSpPr>
          <p:spPr bwMode="auto">
            <a:xfrm>
              <a:off x="149173" y="195501"/>
              <a:ext cx="364434" cy="362806"/>
            </a:xfrm>
            <a:custGeom>
              <a:avLst/>
              <a:gdLst>
                <a:gd name="T0" fmla="*/ 2147483647 w 191"/>
                <a:gd name="T1" fmla="*/ 2147483647 h 190"/>
                <a:gd name="T2" fmla="*/ 2147483647 w 191"/>
                <a:gd name="T3" fmla="*/ 0 h 190"/>
                <a:gd name="T4" fmla="*/ 2147483647 w 191"/>
                <a:gd name="T5" fmla="*/ 2147483647 h 190"/>
                <a:gd name="T6" fmla="*/ 2147483647 w 191"/>
                <a:gd name="T7" fmla="*/ 2147483647 h 190"/>
                <a:gd name="T8" fmla="*/ 2147483647 w 191"/>
                <a:gd name="T9" fmla="*/ 2147483647 h 190"/>
                <a:gd name="T10" fmla="*/ 2147483647 w 191"/>
                <a:gd name="T11" fmla="*/ 2147483647 h 190"/>
                <a:gd name="T12" fmla="*/ 2147483647 w 191"/>
                <a:gd name="T13" fmla="*/ 2147483647 h 190"/>
                <a:gd name="T14" fmla="*/ 2147483647 w 191"/>
                <a:gd name="T15" fmla="*/ 2147483647 h 190"/>
                <a:gd name="T16" fmla="*/ 2147483647 w 191"/>
                <a:gd name="T17" fmla="*/ 2147483647 h 190"/>
                <a:gd name="T18" fmla="*/ 2147483647 w 191"/>
                <a:gd name="T19" fmla="*/ 2147483647 h 190"/>
                <a:gd name="T20" fmla="*/ 2147483647 w 191"/>
                <a:gd name="T21" fmla="*/ 2147483647 h 190"/>
                <a:gd name="T22" fmla="*/ 2147483647 w 191"/>
                <a:gd name="T23" fmla="*/ 2147483647 h 190"/>
                <a:gd name="T24" fmla="*/ 2147483647 w 191"/>
                <a:gd name="T25" fmla="*/ 2147483647 h 19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91"/>
                <a:gd name="T40" fmla="*/ 0 h 190"/>
                <a:gd name="T41" fmla="*/ 191 w 191"/>
                <a:gd name="T42" fmla="*/ 190 h 19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91" h="190">
                  <a:moveTo>
                    <a:pt x="160" y="31"/>
                  </a:moveTo>
                  <a:cubicBezTo>
                    <a:pt x="151" y="22"/>
                    <a:pt x="145" y="11"/>
                    <a:pt x="142" y="0"/>
                  </a:cubicBezTo>
                  <a:cubicBezTo>
                    <a:pt x="3" y="139"/>
                    <a:pt x="3" y="139"/>
                    <a:pt x="3" y="139"/>
                  </a:cubicBezTo>
                  <a:cubicBezTo>
                    <a:pt x="0" y="141"/>
                    <a:pt x="0" y="146"/>
                    <a:pt x="3" y="148"/>
                  </a:cubicBezTo>
                  <a:cubicBezTo>
                    <a:pt x="42" y="188"/>
                    <a:pt x="42" y="188"/>
                    <a:pt x="42" y="188"/>
                  </a:cubicBezTo>
                  <a:cubicBezTo>
                    <a:pt x="45" y="190"/>
                    <a:pt x="49" y="190"/>
                    <a:pt x="52" y="188"/>
                  </a:cubicBezTo>
                  <a:cubicBezTo>
                    <a:pt x="191" y="49"/>
                    <a:pt x="191" y="49"/>
                    <a:pt x="191" y="49"/>
                  </a:cubicBezTo>
                  <a:cubicBezTo>
                    <a:pt x="179" y="46"/>
                    <a:pt x="169" y="39"/>
                    <a:pt x="160" y="31"/>
                  </a:cubicBezTo>
                  <a:close/>
                  <a:moveTo>
                    <a:pt x="34" y="157"/>
                  </a:moveTo>
                  <a:cubicBezTo>
                    <a:pt x="30" y="153"/>
                    <a:pt x="30" y="147"/>
                    <a:pt x="34" y="143"/>
                  </a:cubicBezTo>
                  <a:cubicBezTo>
                    <a:pt x="38" y="140"/>
                    <a:pt x="44" y="140"/>
                    <a:pt x="47" y="143"/>
                  </a:cubicBezTo>
                  <a:cubicBezTo>
                    <a:pt x="51" y="147"/>
                    <a:pt x="51" y="153"/>
                    <a:pt x="47" y="157"/>
                  </a:cubicBezTo>
                  <a:cubicBezTo>
                    <a:pt x="44" y="160"/>
                    <a:pt x="38" y="160"/>
                    <a:pt x="34" y="157"/>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870" name="Freeform 549"/>
            <p:cNvSpPr>
              <a:spLocks noEditPoints="1" noChangeArrowheads="1"/>
            </p:cNvSpPr>
            <p:nvPr/>
          </p:nvSpPr>
          <p:spPr bwMode="auto">
            <a:xfrm>
              <a:off x="160503" y="216180"/>
              <a:ext cx="332334" cy="332727"/>
            </a:xfrm>
            <a:custGeom>
              <a:avLst/>
              <a:gdLst>
                <a:gd name="T0" fmla="*/ 0 w 174"/>
                <a:gd name="T1" fmla="*/ 2147483647 h 174"/>
                <a:gd name="T2" fmla="*/ 2147483647 w 174"/>
                <a:gd name="T3" fmla="*/ 2147483647 h 174"/>
                <a:gd name="T4" fmla="*/ 2147483647 w 174"/>
                <a:gd name="T5" fmla="*/ 2147483647 h 174"/>
                <a:gd name="T6" fmla="*/ 2147483647 w 174"/>
                <a:gd name="T7" fmla="*/ 2147483647 h 174"/>
                <a:gd name="T8" fmla="*/ 2147483647 w 174"/>
                <a:gd name="T9" fmla="*/ 0 h 174"/>
                <a:gd name="T10" fmla="*/ 0 w 174"/>
                <a:gd name="T11" fmla="*/ 2147483647 h 174"/>
                <a:gd name="T12" fmla="*/ 2147483647 w 174"/>
                <a:gd name="T13" fmla="*/ 2147483647 h 174"/>
                <a:gd name="T14" fmla="*/ 2147483647 w 174"/>
                <a:gd name="T15" fmla="*/ 2147483647 h 174"/>
                <a:gd name="T16" fmla="*/ 2147483647 w 174"/>
                <a:gd name="T17" fmla="*/ 2147483647 h 174"/>
                <a:gd name="T18" fmla="*/ 2147483647 w 174"/>
                <a:gd name="T19" fmla="*/ 2147483647 h 174"/>
                <a:gd name="T20" fmla="*/ 2147483647 w 174"/>
                <a:gd name="T21" fmla="*/ 2147483647 h 17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74"/>
                <a:gd name="T34" fmla="*/ 0 h 174"/>
                <a:gd name="T35" fmla="*/ 174 w 174"/>
                <a:gd name="T36" fmla="*/ 174 h 17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74" h="174">
                  <a:moveTo>
                    <a:pt x="0" y="140"/>
                  </a:moveTo>
                  <a:cubicBezTo>
                    <a:pt x="33" y="174"/>
                    <a:pt x="33" y="174"/>
                    <a:pt x="33" y="174"/>
                  </a:cubicBezTo>
                  <a:cubicBezTo>
                    <a:pt x="174" y="33"/>
                    <a:pt x="174" y="33"/>
                    <a:pt x="174" y="33"/>
                  </a:cubicBezTo>
                  <a:cubicBezTo>
                    <a:pt x="167" y="30"/>
                    <a:pt x="160" y="25"/>
                    <a:pt x="154" y="20"/>
                  </a:cubicBezTo>
                  <a:cubicBezTo>
                    <a:pt x="148" y="14"/>
                    <a:pt x="144" y="7"/>
                    <a:pt x="140" y="0"/>
                  </a:cubicBezTo>
                  <a:lnTo>
                    <a:pt x="0" y="140"/>
                  </a:lnTo>
                  <a:close/>
                  <a:moveTo>
                    <a:pt x="41" y="132"/>
                  </a:moveTo>
                  <a:cubicBezTo>
                    <a:pt x="45" y="136"/>
                    <a:pt x="45" y="142"/>
                    <a:pt x="41" y="146"/>
                  </a:cubicBezTo>
                  <a:cubicBezTo>
                    <a:pt x="38" y="149"/>
                    <a:pt x="32" y="149"/>
                    <a:pt x="28" y="146"/>
                  </a:cubicBezTo>
                  <a:cubicBezTo>
                    <a:pt x="24" y="142"/>
                    <a:pt x="24" y="136"/>
                    <a:pt x="28" y="132"/>
                  </a:cubicBezTo>
                  <a:cubicBezTo>
                    <a:pt x="32" y="129"/>
                    <a:pt x="38" y="129"/>
                    <a:pt x="41" y="132"/>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871" name="Freeform 550"/>
            <p:cNvSpPr>
              <a:spLocks noChangeArrowheads="1"/>
            </p:cNvSpPr>
            <p:nvPr/>
          </p:nvSpPr>
          <p:spPr bwMode="auto">
            <a:xfrm>
              <a:off x="198268" y="195501"/>
              <a:ext cx="107630" cy="107150"/>
            </a:xfrm>
            <a:custGeom>
              <a:avLst/>
              <a:gdLst>
                <a:gd name="T0" fmla="*/ 2147483647 w 56"/>
                <a:gd name="T1" fmla="*/ 0 h 56"/>
                <a:gd name="T2" fmla="*/ 2147483647 w 56"/>
                <a:gd name="T3" fmla="*/ 2147483647 h 56"/>
                <a:gd name="T4" fmla="*/ 0 w 56"/>
                <a:gd name="T5" fmla="*/ 2147483647 h 56"/>
                <a:gd name="T6" fmla="*/ 2147483647 w 56"/>
                <a:gd name="T7" fmla="*/ 2147483647 h 56"/>
                <a:gd name="T8" fmla="*/ 2147483647 w 56"/>
                <a:gd name="T9" fmla="*/ 2147483647 h 56"/>
                <a:gd name="T10" fmla="*/ 2147483647 w 56"/>
                <a:gd name="T11" fmla="*/ 2147483647 h 56"/>
                <a:gd name="T12" fmla="*/ 2147483647 w 56"/>
                <a:gd name="T13" fmla="*/ 0 h 56"/>
                <a:gd name="T14" fmla="*/ 0 60000 65536"/>
                <a:gd name="T15" fmla="*/ 0 60000 65536"/>
                <a:gd name="T16" fmla="*/ 0 60000 65536"/>
                <a:gd name="T17" fmla="*/ 0 60000 65536"/>
                <a:gd name="T18" fmla="*/ 0 60000 65536"/>
                <a:gd name="T19" fmla="*/ 0 60000 65536"/>
                <a:gd name="T20" fmla="*/ 0 60000 65536"/>
                <a:gd name="T21" fmla="*/ 0 w 56"/>
                <a:gd name="T22" fmla="*/ 0 h 56"/>
                <a:gd name="T23" fmla="*/ 56 w 56"/>
                <a:gd name="T24" fmla="*/ 56 h 5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6" h="56">
                  <a:moveTo>
                    <a:pt x="48" y="0"/>
                  </a:moveTo>
                  <a:cubicBezTo>
                    <a:pt x="45" y="11"/>
                    <a:pt x="39" y="22"/>
                    <a:pt x="30" y="31"/>
                  </a:cubicBezTo>
                  <a:cubicBezTo>
                    <a:pt x="21" y="39"/>
                    <a:pt x="11" y="46"/>
                    <a:pt x="0" y="49"/>
                  </a:cubicBezTo>
                  <a:cubicBezTo>
                    <a:pt x="7" y="56"/>
                    <a:pt x="7" y="56"/>
                    <a:pt x="7" y="56"/>
                  </a:cubicBezTo>
                  <a:cubicBezTo>
                    <a:pt x="18" y="53"/>
                    <a:pt x="28" y="47"/>
                    <a:pt x="37" y="38"/>
                  </a:cubicBezTo>
                  <a:cubicBezTo>
                    <a:pt x="46" y="29"/>
                    <a:pt x="52" y="18"/>
                    <a:pt x="56" y="7"/>
                  </a:cubicBezTo>
                  <a:lnTo>
                    <a:pt x="48" y="0"/>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872" name="Freeform 551"/>
            <p:cNvSpPr>
              <a:spLocks noChangeArrowheads="1"/>
            </p:cNvSpPr>
            <p:nvPr/>
          </p:nvSpPr>
          <p:spPr bwMode="auto">
            <a:xfrm>
              <a:off x="219038" y="216180"/>
              <a:ext cx="77419" cy="78952"/>
            </a:xfrm>
            <a:custGeom>
              <a:avLst/>
              <a:gdLst>
                <a:gd name="T0" fmla="*/ 2147483647 w 40"/>
                <a:gd name="T1" fmla="*/ 2147483647 h 41"/>
                <a:gd name="T2" fmla="*/ 2147483647 w 40"/>
                <a:gd name="T3" fmla="*/ 2147483647 h 41"/>
                <a:gd name="T4" fmla="*/ 0 w 40"/>
                <a:gd name="T5" fmla="*/ 2147483647 h 41"/>
                <a:gd name="T6" fmla="*/ 2147483647 w 40"/>
                <a:gd name="T7" fmla="*/ 2147483647 h 41"/>
                <a:gd name="T8" fmla="*/ 2147483647 w 40"/>
                <a:gd name="T9" fmla="*/ 2147483647 h 41"/>
                <a:gd name="T10" fmla="*/ 2147483647 w 40"/>
                <a:gd name="T11" fmla="*/ 2147483647 h 41"/>
                <a:gd name="T12" fmla="*/ 2147483647 w 40"/>
                <a:gd name="T13" fmla="*/ 0 h 41"/>
                <a:gd name="T14" fmla="*/ 2147483647 w 40"/>
                <a:gd name="T15" fmla="*/ 2147483647 h 41"/>
                <a:gd name="T16" fmla="*/ 2147483647 w 40"/>
                <a:gd name="T17" fmla="*/ 2147483647 h 41"/>
                <a:gd name="T18" fmla="*/ 2147483647 w 40"/>
                <a:gd name="T19" fmla="*/ 2147483647 h 41"/>
                <a:gd name="T20" fmla="*/ 2147483647 w 40"/>
                <a:gd name="T21" fmla="*/ 2147483647 h 41"/>
                <a:gd name="T22" fmla="*/ 2147483647 w 40"/>
                <a:gd name="T23" fmla="*/ 2147483647 h 41"/>
                <a:gd name="T24" fmla="*/ 2147483647 w 40"/>
                <a:gd name="T25" fmla="*/ 2147483647 h 4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0"/>
                <a:gd name="T40" fmla="*/ 0 h 41"/>
                <a:gd name="T41" fmla="*/ 40 w 40"/>
                <a:gd name="T42" fmla="*/ 41 h 41"/>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0" h="41">
                  <a:moveTo>
                    <a:pt x="15" y="23"/>
                  </a:moveTo>
                  <a:cubicBezTo>
                    <a:pt x="15" y="24"/>
                    <a:pt x="14" y="24"/>
                    <a:pt x="14" y="24"/>
                  </a:cubicBezTo>
                  <a:cubicBezTo>
                    <a:pt x="9" y="28"/>
                    <a:pt x="5" y="31"/>
                    <a:pt x="0" y="34"/>
                  </a:cubicBezTo>
                  <a:cubicBezTo>
                    <a:pt x="7" y="41"/>
                    <a:pt x="7" y="41"/>
                    <a:pt x="7" y="41"/>
                  </a:cubicBezTo>
                  <a:cubicBezTo>
                    <a:pt x="14" y="37"/>
                    <a:pt x="20" y="33"/>
                    <a:pt x="26" y="27"/>
                  </a:cubicBezTo>
                  <a:cubicBezTo>
                    <a:pt x="32" y="21"/>
                    <a:pt x="37" y="14"/>
                    <a:pt x="40" y="7"/>
                  </a:cubicBezTo>
                  <a:cubicBezTo>
                    <a:pt x="33" y="0"/>
                    <a:pt x="33" y="0"/>
                    <a:pt x="33" y="0"/>
                  </a:cubicBezTo>
                  <a:cubicBezTo>
                    <a:pt x="31" y="5"/>
                    <a:pt x="27" y="10"/>
                    <a:pt x="24" y="14"/>
                  </a:cubicBezTo>
                  <a:cubicBezTo>
                    <a:pt x="23" y="15"/>
                    <a:pt x="23" y="15"/>
                    <a:pt x="23" y="15"/>
                  </a:cubicBezTo>
                  <a:cubicBezTo>
                    <a:pt x="22" y="16"/>
                    <a:pt x="22" y="16"/>
                    <a:pt x="22" y="17"/>
                  </a:cubicBezTo>
                  <a:cubicBezTo>
                    <a:pt x="21" y="18"/>
                    <a:pt x="20" y="19"/>
                    <a:pt x="19" y="20"/>
                  </a:cubicBezTo>
                  <a:cubicBezTo>
                    <a:pt x="18" y="20"/>
                    <a:pt x="17" y="21"/>
                    <a:pt x="16" y="22"/>
                  </a:cubicBezTo>
                  <a:cubicBezTo>
                    <a:pt x="16" y="23"/>
                    <a:pt x="15" y="23"/>
                    <a:pt x="15" y="23"/>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873" name="Freeform 552"/>
            <p:cNvSpPr>
              <a:spLocks noChangeArrowheads="1"/>
            </p:cNvSpPr>
            <p:nvPr/>
          </p:nvSpPr>
          <p:spPr bwMode="auto">
            <a:xfrm>
              <a:off x="404088" y="195501"/>
              <a:ext cx="109519" cy="107150"/>
            </a:xfrm>
            <a:custGeom>
              <a:avLst/>
              <a:gdLst>
                <a:gd name="T0" fmla="*/ 2147483647 w 57"/>
                <a:gd name="T1" fmla="*/ 2147483647 h 56"/>
                <a:gd name="T2" fmla="*/ 2147483647 w 57"/>
                <a:gd name="T3" fmla="*/ 2147483647 h 56"/>
                <a:gd name="T4" fmla="*/ 2147483647 w 57"/>
                <a:gd name="T5" fmla="*/ 0 h 56"/>
                <a:gd name="T6" fmla="*/ 0 w 57"/>
                <a:gd name="T7" fmla="*/ 2147483647 h 56"/>
                <a:gd name="T8" fmla="*/ 2147483647 w 57"/>
                <a:gd name="T9" fmla="*/ 2147483647 h 56"/>
                <a:gd name="T10" fmla="*/ 2147483647 w 57"/>
                <a:gd name="T11" fmla="*/ 2147483647 h 56"/>
                <a:gd name="T12" fmla="*/ 2147483647 w 57"/>
                <a:gd name="T13" fmla="*/ 2147483647 h 56"/>
                <a:gd name="T14" fmla="*/ 0 60000 65536"/>
                <a:gd name="T15" fmla="*/ 0 60000 65536"/>
                <a:gd name="T16" fmla="*/ 0 60000 65536"/>
                <a:gd name="T17" fmla="*/ 0 60000 65536"/>
                <a:gd name="T18" fmla="*/ 0 60000 65536"/>
                <a:gd name="T19" fmla="*/ 0 60000 65536"/>
                <a:gd name="T20" fmla="*/ 0 60000 65536"/>
                <a:gd name="T21" fmla="*/ 0 w 57"/>
                <a:gd name="T22" fmla="*/ 0 h 56"/>
                <a:gd name="T23" fmla="*/ 57 w 57"/>
                <a:gd name="T24" fmla="*/ 56 h 5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7" h="56">
                  <a:moveTo>
                    <a:pt x="57" y="49"/>
                  </a:moveTo>
                  <a:cubicBezTo>
                    <a:pt x="45" y="46"/>
                    <a:pt x="35" y="39"/>
                    <a:pt x="26" y="31"/>
                  </a:cubicBezTo>
                  <a:cubicBezTo>
                    <a:pt x="17" y="22"/>
                    <a:pt x="11" y="11"/>
                    <a:pt x="8" y="0"/>
                  </a:cubicBezTo>
                  <a:cubicBezTo>
                    <a:pt x="0" y="7"/>
                    <a:pt x="0" y="7"/>
                    <a:pt x="0" y="7"/>
                  </a:cubicBezTo>
                  <a:cubicBezTo>
                    <a:pt x="4" y="18"/>
                    <a:pt x="10" y="29"/>
                    <a:pt x="19" y="38"/>
                  </a:cubicBezTo>
                  <a:cubicBezTo>
                    <a:pt x="28" y="47"/>
                    <a:pt x="38" y="53"/>
                    <a:pt x="49" y="56"/>
                  </a:cubicBezTo>
                  <a:lnTo>
                    <a:pt x="57" y="49"/>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874" name="Freeform 553"/>
            <p:cNvSpPr>
              <a:spLocks noChangeArrowheads="1"/>
            </p:cNvSpPr>
            <p:nvPr/>
          </p:nvSpPr>
          <p:spPr bwMode="auto">
            <a:xfrm>
              <a:off x="413530" y="216180"/>
              <a:ext cx="77418" cy="78952"/>
            </a:xfrm>
            <a:custGeom>
              <a:avLst/>
              <a:gdLst>
                <a:gd name="T0" fmla="*/ 2147483647 w 40"/>
                <a:gd name="T1" fmla="*/ 2147483647 h 41"/>
                <a:gd name="T2" fmla="*/ 2147483647 w 40"/>
                <a:gd name="T3" fmla="*/ 2147483647 h 41"/>
                <a:gd name="T4" fmla="*/ 2147483647 w 40"/>
                <a:gd name="T5" fmla="*/ 0 h 41"/>
                <a:gd name="T6" fmla="*/ 0 w 40"/>
                <a:gd name="T7" fmla="*/ 2147483647 h 41"/>
                <a:gd name="T8" fmla="*/ 2147483647 w 40"/>
                <a:gd name="T9" fmla="*/ 2147483647 h 41"/>
                <a:gd name="T10" fmla="*/ 2147483647 w 40"/>
                <a:gd name="T11" fmla="*/ 2147483647 h 41"/>
                <a:gd name="T12" fmla="*/ 2147483647 w 40"/>
                <a:gd name="T13" fmla="*/ 2147483647 h 41"/>
                <a:gd name="T14" fmla="*/ 2147483647 w 40"/>
                <a:gd name="T15" fmla="*/ 2147483647 h 41"/>
                <a:gd name="T16" fmla="*/ 2147483647 w 40"/>
                <a:gd name="T17" fmla="*/ 2147483647 h 41"/>
                <a:gd name="T18" fmla="*/ 2147483647 w 40"/>
                <a:gd name="T19" fmla="*/ 2147483647 h 41"/>
                <a:gd name="T20" fmla="*/ 2147483647 w 40"/>
                <a:gd name="T21" fmla="*/ 2147483647 h 41"/>
                <a:gd name="T22" fmla="*/ 2147483647 w 40"/>
                <a:gd name="T23" fmla="*/ 2147483647 h 41"/>
                <a:gd name="T24" fmla="*/ 2147483647 w 40"/>
                <a:gd name="T25" fmla="*/ 2147483647 h 4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0"/>
                <a:gd name="T40" fmla="*/ 0 h 41"/>
                <a:gd name="T41" fmla="*/ 40 w 40"/>
                <a:gd name="T42" fmla="*/ 41 h 41"/>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0" h="41">
                  <a:moveTo>
                    <a:pt x="17" y="16"/>
                  </a:moveTo>
                  <a:cubicBezTo>
                    <a:pt x="17" y="15"/>
                    <a:pt x="17" y="15"/>
                    <a:pt x="16" y="14"/>
                  </a:cubicBezTo>
                  <a:cubicBezTo>
                    <a:pt x="13" y="10"/>
                    <a:pt x="10" y="5"/>
                    <a:pt x="7" y="0"/>
                  </a:cubicBezTo>
                  <a:cubicBezTo>
                    <a:pt x="0" y="7"/>
                    <a:pt x="0" y="7"/>
                    <a:pt x="0" y="7"/>
                  </a:cubicBezTo>
                  <a:cubicBezTo>
                    <a:pt x="3" y="14"/>
                    <a:pt x="8" y="21"/>
                    <a:pt x="14" y="27"/>
                  </a:cubicBezTo>
                  <a:cubicBezTo>
                    <a:pt x="20" y="33"/>
                    <a:pt x="26" y="37"/>
                    <a:pt x="33" y="41"/>
                  </a:cubicBezTo>
                  <a:cubicBezTo>
                    <a:pt x="40" y="34"/>
                    <a:pt x="40" y="34"/>
                    <a:pt x="40" y="34"/>
                  </a:cubicBezTo>
                  <a:cubicBezTo>
                    <a:pt x="35" y="31"/>
                    <a:pt x="31" y="28"/>
                    <a:pt x="26" y="24"/>
                  </a:cubicBezTo>
                  <a:cubicBezTo>
                    <a:pt x="25" y="23"/>
                    <a:pt x="25" y="23"/>
                    <a:pt x="25" y="23"/>
                  </a:cubicBezTo>
                  <a:cubicBezTo>
                    <a:pt x="25" y="23"/>
                    <a:pt x="24" y="23"/>
                    <a:pt x="24" y="22"/>
                  </a:cubicBezTo>
                  <a:cubicBezTo>
                    <a:pt x="23" y="21"/>
                    <a:pt x="22" y="20"/>
                    <a:pt x="21" y="20"/>
                  </a:cubicBezTo>
                  <a:cubicBezTo>
                    <a:pt x="20" y="19"/>
                    <a:pt x="19" y="18"/>
                    <a:pt x="18" y="17"/>
                  </a:cubicBezTo>
                  <a:cubicBezTo>
                    <a:pt x="18" y="16"/>
                    <a:pt x="18" y="16"/>
                    <a:pt x="17" y="16"/>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gr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矩形 70"/>
          <p:cNvSpPr/>
          <p:nvPr/>
        </p:nvSpPr>
        <p:spPr>
          <a:xfrm>
            <a:off x="17961936" y="607033"/>
            <a:ext cx="304799" cy="828221"/>
          </a:xfrm>
          <a:prstGeom prst="rect">
            <a:avLst/>
          </a:prstGeom>
          <a:solidFill>
            <a:srgbClr val="F024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p>
        </p:txBody>
      </p:sp>
      <p:sp>
        <p:nvSpPr>
          <p:cNvPr id="72" name="矩形 71"/>
          <p:cNvSpPr/>
          <p:nvPr/>
        </p:nvSpPr>
        <p:spPr>
          <a:xfrm>
            <a:off x="17831306" y="607033"/>
            <a:ext cx="79828" cy="828221"/>
          </a:xfrm>
          <a:prstGeom prst="rect">
            <a:avLst/>
          </a:prstGeom>
          <a:solidFill>
            <a:srgbClr val="F024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p>
        </p:txBody>
      </p:sp>
      <p:sp>
        <p:nvSpPr>
          <p:cNvPr id="73" name="文本框 72"/>
          <p:cNvSpPr txBox="1"/>
          <p:nvPr/>
        </p:nvSpPr>
        <p:spPr>
          <a:xfrm>
            <a:off x="16922977" y="604257"/>
            <a:ext cx="947405" cy="829945"/>
          </a:xfrm>
          <a:prstGeom prst="rect">
            <a:avLst/>
          </a:prstGeom>
          <a:noFill/>
        </p:spPr>
        <p:txBody>
          <a:bodyPr wrap="square" rtlCol="0">
            <a:spAutoFit/>
          </a:bodyPr>
          <a:lstStyle/>
          <a:p>
            <a:r>
              <a:rPr lang="en-US" altLang="vi-VN" sz="4800" dirty="0" smtClean="0">
                <a:solidFill>
                  <a:schemeClr val="bg1"/>
                </a:solidFill>
                <a:latin typeface="Microsoft YaHei" panose="020B0503020204020204" pitchFamily="34" charset="-122"/>
                <a:ea typeface="Microsoft YaHei" panose="020B0503020204020204" pitchFamily="34" charset="-122"/>
              </a:rPr>
              <a:t>16</a:t>
            </a:r>
            <a:endParaRPr lang="vi-VN" altLang="en-US" sz="4800" dirty="0" smtClean="0">
              <a:solidFill>
                <a:schemeClr val="bg1"/>
              </a:solidFill>
              <a:latin typeface="Microsoft YaHei" panose="020B0503020204020204" pitchFamily="34" charset="-122"/>
              <a:ea typeface="Microsoft YaHei" panose="020B0503020204020204" pitchFamily="34" charset="-122"/>
            </a:endParaRPr>
          </a:p>
        </p:txBody>
      </p:sp>
      <p:grpSp>
        <p:nvGrpSpPr>
          <p:cNvPr id="4" name="组合 3"/>
          <p:cNvGrpSpPr/>
          <p:nvPr/>
        </p:nvGrpSpPr>
        <p:grpSpPr>
          <a:xfrm>
            <a:off x="14187805" y="7916545"/>
            <a:ext cx="4548505" cy="2686685"/>
            <a:chOff x="11519983" y="5270056"/>
            <a:chExt cx="5829924" cy="3299229"/>
          </a:xfrm>
        </p:grpSpPr>
        <p:grpSp>
          <p:nvGrpSpPr>
            <p:cNvPr id="97" name="组合 96"/>
            <p:cNvGrpSpPr/>
            <p:nvPr/>
          </p:nvGrpSpPr>
          <p:grpSpPr>
            <a:xfrm rot="5400000">
              <a:off x="12785331" y="4004708"/>
              <a:ext cx="3299229" cy="5829924"/>
              <a:chOff x="4862722" y="-238122"/>
              <a:chExt cx="3541407" cy="6152922"/>
            </a:xfrm>
          </p:grpSpPr>
          <p:grpSp>
            <p:nvGrpSpPr>
              <p:cNvPr id="98" name="组合 97"/>
              <p:cNvGrpSpPr/>
              <p:nvPr/>
            </p:nvGrpSpPr>
            <p:grpSpPr>
              <a:xfrm>
                <a:off x="4862722" y="-238122"/>
                <a:ext cx="3541407" cy="6152922"/>
                <a:chOff x="4862722" y="-238122"/>
                <a:chExt cx="3541407" cy="6152922"/>
              </a:xfrm>
              <a:effectLst>
                <a:outerShdw blurRad="203200" dist="101600" dir="2700000" algn="ctr" rotWithShape="0">
                  <a:schemeClr val="tx1">
                    <a:alpha val="40000"/>
                  </a:schemeClr>
                </a:outerShdw>
              </a:effectLst>
            </p:grpSpPr>
            <p:grpSp>
              <p:nvGrpSpPr>
                <p:cNvPr id="108" name="组合 107"/>
                <p:cNvGrpSpPr/>
                <p:nvPr/>
              </p:nvGrpSpPr>
              <p:grpSpPr>
                <a:xfrm>
                  <a:off x="7282083" y="1812626"/>
                  <a:ext cx="45719" cy="310161"/>
                  <a:chOff x="8020452" y="2062264"/>
                  <a:chExt cx="150782" cy="787940"/>
                </a:xfrm>
              </p:grpSpPr>
              <p:sp>
                <p:nvSpPr>
                  <p:cNvPr id="127" name="圆角矩形 126"/>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8" name="圆角矩形 127"/>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09" name="组合 108"/>
                <p:cNvGrpSpPr/>
                <p:nvPr/>
              </p:nvGrpSpPr>
              <p:grpSpPr>
                <a:xfrm>
                  <a:off x="4862722" y="2122787"/>
                  <a:ext cx="45719" cy="239059"/>
                  <a:chOff x="8020452" y="2062264"/>
                  <a:chExt cx="150782" cy="787940"/>
                </a:xfrm>
              </p:grpSpPr>
              <p:sp>
                <p:nvSpPr>
                  <p:cNvPr id="125" name="圆角矩形 124"/>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6" name="圆角矩形 125"/>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0" name="组合 109"/>
                <p:cNvGrpSpPr/>
                <p:nvPr/>
              </p:nvGrpSpPr>
              <p:grpSpPr>
                <a:xfrm>
                  <a:off x="4862722" y="1812626"/>
                  <a:ext cx="45719" cy="239059"/>
                  <a:chOff x="8020452" y="2062264"/>
                  <a:chExt cx="150782" cy="787940"/>
                </a:xfrm>
              </p:grpSpPr>
              <p:sp>
                <p:nvSpPr>
                  <p:cNvPr id="123" name="圆角矩形 122"/>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4" name="圆角矩形 123"/>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1" name="组合 110"/>
                <p:cNvGrpSpPr/>
                <p:nvPr/>
              </p:nvGrpSpPr>
              <p:grpSpPr>
                <a:xfrm>
                  <a:off x="4862722" y="1543685"/>
                  <a:ext cx="45719" cy="117603"/>
                  <a:chOff x="8020452" y="2062264"/>
                  <a:chExt cx="150782" cy="787940"/>
                </a:xfrm>
              </p:grpSpPr>
              <p:sp>
                <p:nvSpPr>
                  <p:cNvPr id="121" name="圆角矩形 120"/>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2" name="圆角矩形 121"/>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2" name="圆角矩形 111"/>
                <p:cNvSpPr/>
                <p:nvPr/>
              </p:nvSpPr>
              <p:spPr>
                <a:xfrm>
                  <a:off x="4890000" y="943200"/>
                  <a:ext cx="2412000" cy="4971600"/>
                </a:xfrm>
                <a:prstGeom prst="roundRect">
                  <a:avLst>
                    <a:gd name="adj" fmla="val 7335"/>
                  </a:avLst>
                </a:prstGeom>
                <a:solidFill>
                  <a:srgbClr val="404040"/>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3" name="圆角矩形 112"/>
                <p:cNvSpPr/>
                <p:nvPr/>
              </p:nvSpPr>
              <p:spPr>
                <a:xfrm>
                  <a:off x="4926000" y="979200"/>
                  <a:ext cx="2340000" cy="4899600"/>
                </a:xfrm>
                <a:prstGeom prst="roundRect">
                  <a:avLst>
                    <a:gd name="adj" fmla="val 7335"/>
                  </a:avLst>
                </a:prstGeom>
                <a:solidFill>
                  <a:srgbClr val="05050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4" name="矩形 113"/>
                <p:cNvSpPr/>
                <p:nvPr/>
              </p:nvSpPr>
              <p:spPr>
                <a:xfrm>
                  <a:off x="5034000" y="1540800"/>
                  <a:ext cx="2124000" cy="377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5" name="圆角矩形 114"/>
                <p:cNvSpPr/>
                <p:nvPr/>
              </p:nvSpPr>
              <p:spPr>
                <a:xfrm>
                  <a:off x="5901599" y="1206000"/>
                  <a:ext cx="388800" cy="36000"/>
                </a:xfrm>
                <a:prstGeom prst="roundRect">
                  <a:avLst>
                    <a:gd name="adj" fmla="val 50000"/>
                  </a:avLst>
                </a:prstGeom>
                <a:solidFill>
                  <a:srgbClr val="0D0D0D"/>
                </a:solidFill>
                <a:ln>
                  <a:noFill/>
                </a:ln>
                <a:scene3d>
                  <a:camera prst="orthographicFront"/>
                  <a:lightRig rig="threePt" dir="t"/>
                </a:scene3d>
                <a:sp3d>
                  <a:bevelT w="69850" h="50800" prst="coolSlan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16" name="组合 115"/>
                <p:cNvGrpSpPr/>
                <p:nvPr/>
              </p:nvGrpSpPr>
              <p:grpSpPr>
                <a:xfrm>
                  <a:off x="5905200" y="5406664"/>
                  <a:ext cx="381600" cy="381600"/>
                  <a:chOff x="5905200" y="3238200"/>
                  <a:chExt cx="381600" cy="381600"/>
                </a:xfrm>
              </p:grpSpPr>
              <p:sp>
                <p:nvSpPr>
                  <p:cNvPr id="119" name="椭圆 118"/>
                  <p:cNvSpPr/>
                  <p:nvPr/>
                </p:nvSpPr>
                <p:spPr>
                  <a:xfrm>
                    <a:off x="5905200" y="3238200"/>
                    <a:ext cx="381600" cy="381600"/>
                  </a:xfrm>
                  <a:prstGeom prst="ellipse">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0" name="椭圆 119"/>
                  <p:cNvSpPr/>
                  <p:nvPr/>
                </p:nvSpPr>
                <p:spPr>
                  <a:xfrm>
                    <a:off x="5932200" y="3265200"/>
                    <a:ext cx="327600" cy="3276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7" name="圆角矩形 116"/>
                <p:cNvSpPr/>
                <p:nvPr/>
              </p:nvSpPr>
              <p:spPr>
                <a:xfrm>
                  <a:off x="4883060" y="952391"/>
                  <a:ext cx="2376000" cy="4952144"/>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8" name="圆角矩形 117"/>
                <p:cNvSpPr/>
                <p:nvPr/>
              </p:nvSpPr>
              <p:spPr>
                <a:xfrm>
                  <a:off x="6028129" y="-238122"/>
                  <a:ext cx="2376000" cy="4935600"/>
                </a:xfrm>
                <a:prstGeom prst="roundRect">
                  <a:avLst>
                    <a:gd name="adj" fmla="val 7335"/>
                  </a:avLst>
                </a:prstGeom>
                <a:gradFill flip="none" rotWithShape="1">
                  <a:gsLst>
                    <a:gs pos="0">
                      <a:srgbClr val="FFFFFF">
                        <a:alpha val="18000"/>
                      </a:srgbClr>
                    </a:gs>
                    <a:gs pos="5000">
                      <a:srgbClr val="FFFFFF">
                        <a:alpha val="0"/>
                      </a:srgb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99" name="组合 98"/>
              <p:cNvGrpSpPr/>
              <p:nvPr/>
            </p:nvGrpSpPr>
            <p:grpSpPr>
              <a:xfrm>
                <a:off x="6856135" y="1608679"/>
                <a:ext cx="156128" cy="54425"/>
                <a:chOff x="6770056" y="1608698"/>
                <a:chExt cx="156128" cy="65855"/>
              </a:xfrm>
            </p:grpSpPr>
            <p:sp>
              <p:nvSpPr>
                <p:cNvPr id="105" name="矩形 104"/>
                <p:cNvSpPr/>
                <p:nvPr/>
              </p:nvSpPr>
              <p:spPr>
                <a:xfrm>
                  <a:off x="6770056" y="1608698"/>
                  <a:ext cx="146501" cy="65855"/>
                </a:xfrm>
                <a:prstGeom prst="rect">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6" name="矩形 105"/>
                <p:cNvSpPr/>
                <p:nvPr/>
              </p:nvSpPr>
              <p:spPr>
                <a:xfrm>
                  <a:off x="6916234" y="1633796"/>
                  <a:ext cx="9950" cy="16633"/>
                </a:xfrm>
                <a:prstGeom prst="rect">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7" name="矩形 106"/>
                <p:cNvSpPr/>
                <p:nvPr/>
              </p:nvSpPr>
              <p:spPr>
                <a:xfrm>
                  <a:off x="6770056" y="1608699"/>
                  <a:ext cx="83493" cy="6585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0" name="椭圆 99"/>
              <p:cNvSpPr/>
              <p:nvPr/>
            </p:nvSpPr>
            <p:spPr>
              <a:xfrm>
                <a:off x="5123906"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1" name="椭圆 100"/>
              <p:cNvSpPr/>
              <p:nvPr/>
            </p:nvSpPr>
            <p:spPr>
              <a:xfrm>
                <a:off x="5176565"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2" name="椭圆 101"/>
              <p:cNvSpPr/>
              <p:nvPr/>
            </p:nvSpPr>
            <p:spPr>
              <a:xfrm>
                <a:off x="5224538"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3" name="椭圆 102"/>
              <p:cNvSpPr/>
              <p:nvPr/>
            </p:nvSpPr>
            <p:spPr>
              <a:xfrm>
                <a:off x="5274547"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 name="椭圆 103"/>
              <p:cNvSpPr/>
              <p:nvPr/>
            </p:nvSpPr>
            <p:spPr>
              <a:xfrm>
                <a:off x="5324640" y="1619118"/>
                <a:ext cx="41564" cy="41564"/>
              </a:xfrm>
              <a:prstGeom prst="ellipse">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38" name="矩形 137"/>
            <p:cNvSpPr/>
            <p:nvPr/>
          </p:nvSpPr>
          <p:spPr bwMode="auto">
            <a:xfrm rot="16200000">
              <a:off x="12870306" y="4596683"/>
              <a:ext cx="1987572" cy="3635808"/>
            </a:xfrm>
            <a:prstGeom prst="rect">
              <a:avLst/>
            </a:prstGeom>
            <a:solidFill>
              <a:srgbClr val="2B7FB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 typeface="Arial" panose="020B0604020202020204" pitchFamily="34" charset="0"/>
                <a:buNone/>
                <a:defRPr/>
              </a:pPr>
              <a:endParaRPr lang="zh-CN" altLang="en-US"/>
            </a:p>
          </p:txBody>
        </p:sp>
        <p:grpSp>
          <p:nvGrpSpPr>
            <p:cNvPr id="141" name="组合 2"/>
            <p:cNvGrpSpPr/>
            <p:nvPr/>
          </p:nvGrpSpPr>
          <p:grpSpPr bwMode="auto">
            <a:xfrm>
              <a:off x="13580951" y="5774163"/>
              <a:ext cx="608013" cy="619125"/>
              <a:chOff x="7938529" y="3078391"/>
              <a:chExt cx="607404" cy="617990"/>
            </a:xfrm>
          </p:grpSpPr>
          <p:sp>
            <p:nvSpPr>
              <p:cNvPr id="142" name="object 5"/>
              <p:cNvSpPr/>
              <p:nvPr/>
            </p:nvSpPr>
            <p:spPr bwMode="auto">
              <a:xfrm>
                <a:off x="8052890" y="3078391"/>
                <a:ext cx="137478" cy="276999"/>
              </a:xfrm>
              <a:custGeom>
                <a:avLst/>
                <a:gdLst>
                  <a:gd name="T0" fmla="*/ 17874 w 226695"/>
                  <a:gd name="T1" fmla="*/ 0 h 262254"/>
                  <a:gd name="T2" fmla="*/ 0 w 226695"/>
                  <a:gd name="T3" fmla="*/ 197759 h 262254"/>
                  <a:gd name="T4" fmla="*/ 30590 w 226695"/>
                  <a:gd name="T5" fmla="*/ 326123 h 262254"/>
                  <a:gd name="T6" fmla="*/ 17874 w 226695"/>
                  <a:gd name="T7" fmla="*/ 0 h 26225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26695" h="262254">
                    <a:moveTo>
                      <a:pt x="132153" y="0"/>
                    </a:moveTo>
                    <a:lnTo>
                      <a:pt x="0" y="158895"/>
                    </a:lnTo>
                    <a:lnTo>
                      <a:pt x="226160" y="262033"/>
                    </a:lnTo>
                    <a:lnTo>
                      <a:pt x="132153" y="0"/>
                    </a:lnTo>
                    <a:close/>
                  </a:path>
                </a:pathLst>
              </a:custGeom>
              <a:solidFill>
                <a:srgbClr val="4ABA92"/>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3" name="object 6"/>
              <p:cNvSpPr/>
              <p:nvPr/>
            </p:nvSpPr>
            <p:spPr bwMode="auto">
              <a:xfrm>
                <a:off x="8090831" y="3419382"/>
                <a:ext cx="363912" cy="276999"/>
              </a:xfrm>
              <a:custGeom>
                <a:avLst/>
                <a:gdLst>
                  <a:gd name="T0" fmla="*/ 50573 w 600075"/>
                  <a:gd name="T1" fmla="*/ 0 h 479425"/>
                  <a:gd name="T2" fmla="*/ 0 w 600075"/>
                  <a:gd name="T3" fmla="*/ 50100 h 479425"/>
                  <a:gd name="T4" fmla="*/ 60332 w 600075"/>
                  <a:gd name="T5" fmla="*/ 53398 h 479425"/>
                  <a:gd name="T6" fmla="*/ 81164 w 600075"/>
                  <a:gd name="T7" fmla="*/ 11494 h 479425"/>
                  <a:gd name="T8" fmla="*/ 50573 w 600075"/>
                  <a:gd name="T9" fmla="*/ 0 h 4794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00075" h="479425">
                    <a:moveTo>
                      <a:pt x="373904" y="0"/>
                    </a:moveTo>
                    <a:lnTo>
                      <a:pt x="0" y="449588"/>
                    </a:lnTo>
                    <a:lnTo>
                      <a:pt x="446049" y="479179"/>
                    </a:lnTo>
                    <a:lnTo>
                      <a:pt x="600065" y="103138"/>
                    </a:lnTo>
                    <a:lnTo>
                      <a:pt x="373904" y="0"/>
                    </a:lnTo>
                    <a:close/>
                  </a:path>
                </a:pathLst>
              </a:custGeom>
              <a:solidFill>
                <a:srgbClr val="F94C07"/>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4" name="object 7"/>
              <p:cNvSpPr/>
              <p:nvPr/>
            </p:nvSpPr>
            <p:spPr bwMode="auto">
              <a:xfrm>
                <a:off x="8161226" y="3175050"/>
                <a:ext cx="384707" cy="276999"/>
              </a:xfrm>
              <a:custGeom>
                <a:avLst/>
                <a:gdLst>
                  <a:gd name="T0" fmla="*/ 0 w 634365"/>
                  <a:gd name="T1" fmla="*/ 0 h 229235"/>
                  <a:gd name="T2" fmla="*/ 67888 w 634365"/>
                  <a:gd name="T3" fmla="*/ 488025 h 229235"/>
                  <a:gd name="T4" fmla="*/ 85762 w 634365"/>
                  <a:gd name="T5" fmla="*/ 149257 h 229235"/>
                  <a:gd name="T6" fmla="*/ 0 w 634365"/>
                  <a:gd name="T7" fmla="*/ 0 h 22923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34365" h="229235">
                    <a:moveTo>
                      <a:pt x="0" y="0"/>
                    </a:moveTo>
                    <a:lnTo>
                      <a:pt x="501911" y="228904"/>
                    </a:lnTo>
                    <a:lnTo>
                      <a:pt x="634064" y="70008"/>
                    </a:lnTo>
                    <a:lnTo>
                      <a:pt x="0" y="0"/>
                    </a:lnTo>
                    <a:close/>
                  </a:path>
                </a:pathLst>
              </a:custGeom>
              <a:solidFill>
                <a:srgbClr val="1F4E79"/>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5" name="object 8"/>
              <p:cNvSpPr/>
              <p:nvPr/>
            </p:nvSpPr>
            <p:spPr bwMode="auto">
              <a:xfrm>
                <a:off x="7945652" y="3216890"/>
                <a:ext cx="145179" cy="193317"/>
              </a:xfrm>
              <a:custGeom>
                <a:avLst/>
                <a:gdLst>
                  <a:gd name="T0" fmla="*/ 19983 w 200025"/>
                  <a:gd name="T1" fmla="*/ 0 h 678814"/>
                  <a:gd name="T2" fmla="*/ 0 w 200025"/>
                  <a:gd name="T3" fmla="*/ 2184 h 678814"/>
                  <a:gd name="T4" fmla="*/ 55509 w 200025"/>
                  <a:gd name="T5" fmla="*/ 4463 h 678814"/>
                  <a:gd name="T6" fmla="*/ 19983 w 200025"/>
                  <a:gd name="T7" fmla="*/ 0 h 6788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0025" h="678814">
                    <a:moveTo>
                      <a:pt x="72008" y="0"/>
                    </a:moveTo>
                    <a:lnTo>
                      <a:pt x="0" y="332031"/>
                    </a:lnTo>
                    <a:lnTo>
                      <a:pt x="200025" y="678481"/>
                    </a:lnTo>
                    <a:lnTo>
                      <a:pt x="72008" y="0"/>
                    </a:lnTo>
                    <a:close/>
                  </a:path>
                </a:pathLst>
              </a:custGeom>
              <a:solidFill>
                <a:srgbClr val="00B050"/>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6" name="object 9"/>
              <p:cNvSpPr/>
              <p:nvPr/>
            </p:nvSpPr>
            <p:spPr bwMode="auto">
              <a:xfrm>
                <a:off x="7938529" y="3379992"/>
                <a:ext cx="304607" cy="276999"/>
              </a:xfrm>
              <a:custGeom>
                <a:avLst/>
                <a:gdLst>
                  <a:gd name="T0" fmla="*/ 0 w 502284"/>
                  <a:gd name="T1" fmla="*/ 0 h 678814"/>
                  <a:gd name="T2" fmla="*/ 17315 w 502284"/>
                  <a:gd name="T3" fmla="*/ 18813 h 678814"/>
                  <a:gd name="T4" fmla="*/ 67889 w 502284"/>
                  <a:gd name="T5" fmla="*/ 6347 h 678814"/>
                  <a:gd name="T6" fmla="*/ 0 w 502284"/>
                  <a:gd name="T7" fmla="*/ 0 h 6788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02284" h="678814">
                    <a:moveTo>
                      <a:pt x="0" y="0"/>
                    </a:moveTo>
                    <a:lnTo>
                      <a:pt x="128017" y="678492"/>
                    </a:lnTo>
                    <a:lnTo>
                      <a:pt x="501921" y="228904"/>
                    </a:lnTo>
                    <a:lnTo>
                      <a:pt x="0" y="0"/>
                    </a:lnTo>
                    <a:close/>
                  </a:path>
                </a:pathLst>
              </a:custGeom>
              <a:solidFill>
                <a:srgbClr val="ED7D31"/>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grpSp>
        <p:sp>
          <p:nvSpPr>
            <p:cNvPr id="147" name="矩形 23"/>
            <p:cNvSpPr>
              <a:spLocks noChangeArrowheads="1"/>
            </p:cNvSpPr>
            <p:nvPr/>
          </p:nvSpPr>
          <p:spPr bwMode="auto">
            <a:xfrm>
              <a:off x="12758941" y="6563170"/>
              <a:ext cx="2303462" cy="50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2F6583"/>
                  </a:solidFill>
                  <a:bevel/>
                </a14:hiddenLine>
              </a:ext>
            </a:extLst>
          </p:spPr>
          <p:txBody>
            <a:bodyPr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SimSun"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SimSun"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SimSun"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9pPr>
            </a:lstStyle>
            <a:p>
              <a:pPr algn="ctr">
                <a:lnSpc>
                  <a:spcPct val="100000"/>
                </a:lnSpc>
                <a:spcBef>
                  <a:spcPct val="0"/>
                </a:spcBef>
                <a:buFont typeface="Arial" panose="020B0604020202020204" pitchFamily="34" charset="0"/>
                <a:buNone/>
              </a:pPr>
              <a:r>
                <a:rPr lang="vi-VN" altLang="zh-CN" sz="2500" dirty="0">
                  <a:solidFill>
                    <a:schemeClr val="bg1"/>
                  </a:solidFill>
                  <a:latin typeface="Impact" panose="020B0806030902050204" pitchFamily="34" charset="0"/>
                  <a:ea typeface="Microsoft YaHei" panose="020B0503020204020204" pitchFamily="34" charset="-122"/>
                  <a:sym typeface="Impact" panose="020B0806030902050204" pitchFamily="34" charset="0"/>
                </a:rPr>
                <a:t>Nhóm </a:t>
              </a:r>
              <a:r>
                <a:rPr lang="vi-VN" altLang="zh-CN" sz="2500" dirty="0">
                  <a:solidFill>
                    <a:schemeClr val="bg1"/>
                  </a:solidFill>
                  <a:latin typeface="Impact" panose="020B0806030902050204" pitchFamily="34" charset="0"/>
                  <a:ea typeface="Microsoft YaHei" panose="020B0503020204020204" pitchFamily="34" charset="-122"/>
                  <a:sym typeface="Impact" panose="020B0806030902050204" pitchFamily="34" charset="0"/>
                </a:rPr>
                <a:t>6</a:t>
              </a:r>
              <a:endParaRPr lang="vi-VN" altLang="zh-CN" sz="2500" dirty="0">
                <a:solidFill>
                  <a:schemeClr val="bg1"/>
                </a:solidFill>
                <a:latin typeface="Impact" panose="020B0806030902050204" pitchFamily="34" charset="0"/>
                <a:ea typeface="Microsoft YaHei" panose="020B0503020204020204" pitchFamily="34" charset="-122"/>
                <a:sym typeface="Impact" panose="020B0806030902050204" pitchFamily="34" charset="0"/>
              </a:endParaRPr>
            </a:p>
          </p:txBody>
        </p:sp>
      </p:grpSp>
      <p:sp>
        <p:nvSpPr>
          <p:cNvPr id="5" name="Rounded Rectangle 4"/>
          <p:cNvSpPr/>
          <p:nvPr/>
        </p:nvSpPr>
        <p:spPr>
          <a:xfrm>
            <a:off x="304800" y="638810"/>
            <a:ext cx="8768080" cy="802005"/>
          </a:xfrm>
          <a:prstGeom prst="roundRect">
            <a:avLst/>
          </a:prstGeom>
          <a:solidFill>
            <a:srgbClr val="F02424"/>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6" name="object 3"/>
          <p:cNvSpPr txBox="1">
            <a:spLocks noChangeArrowheads="1"/>
          </p:cNvSpPr>
          <p:nvPr/>
        </p:nvSpPr>
        <p:spPr bwMode="auto">
          <a:xfrm>
            <a:off x="1071880" y="730250"/>
            <a:ext cx="7847965" cy="615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marL="6350">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SimSun"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SimSun"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SimSun"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9pPr>
          </a:lstStyle>
          <a:p>
            <a:pPr algn="ctr">
              <a:lnSpc>
                <a:spcPct val="100000"/>
              </a:lnSpc>
              <a:spcBef>
                <a:spcPct val="0"/>
              </a:spcBef>
              <a:buFont typeface="Arial" panose="020B0604020202020204" pitchFamily="34" charset="0"/>
              <a:buNone/>
            </a:pPr>
            <a:r>
              <a:rPr lang="en-US" sz="4000" dirty="0">
                <a:solidFill>
                  <a:schemeClr val="bg1"/>
                </a:solidFill>
                <a:latin typeface="Times New Roman" panose="02020603050405020304" pitchFamily="18" charset="0"/>
                <a:ea typeface="DM Sans" pitchFamily="34" charset="-122"/>
                <a:cs typeface="Times New Roman" panose="02020603050405020304" pitchFamily="18" charset="0"/>
                <a:sym typeface="+mn-ea"/>
              </a:rPr>
              <a:t>Affine Cipher</a:t>
            </a:r>
            <a:endParaRPr lang="vi-VN" altLang="zh-CN" sz="4000" dirty="0" smtClean="0">
              <a:solidFill>
                <a:srgbClr val="FFFFFF"/>
              </a:solidFill>
              <a:latin typeface="Microsoft YaHei" panose="020B0503020204020204" pitchFamily="34" charset="-122"/>
              <a:ea typeface="Microsoft YaHei" panose="020B0503020204020204" pitchFamily="34" charset="-122"/>
              <a:sym typeface="+mn-ea"/>
            </a:endParaRPr>
          </a:p>
        </p:txBody>
      </p:sp>
      <p:sp>
        <p:nvSpPr>
          <p:cNvPr id="2" name="文本框 162"/>
          <p:cNvSpPr txBox="1"/>
          <p:nvPr/>
        </p:nvSpPr>
        <p:spPr>
          <a:xfrm>
            <a:off x="311150" y="1720850"/>
            <a:ext cx="17559020" cy="8301355"/>
          </a:xfrm>
          <a:prstGeom prst="rect">
            <a:avLst/>
          </a:prstGeom>
          <a:noFill/>
        </p:spPr>
        <p:txBody>
          <a:bodyPr wrap="square" rtlCol="0">
            <a:noAutofit/>
          </a:bodyPr>
          <a:p>
            <a:pPr lvl="0">
              <a:lnSpc>
                <a:spcPct val="150000"/>
              </a:lnSpc>
            </a:pPr>
            <a:r>
              <a:rPr lang="en-US" sz="4000" i="1" smtClean="0">
                <a:solidFill>
                  <a:schemeClr val="bg1"/>
                </a:solidFill>
                <a:effectLst/>
                <a:latin typeface="Times New Roman" panose="02020603050405020304" pitchFamily="18" charset="0"/>
                <a:ea typeface="Microsoft YaHei" panose="020B0503020204020204" pitchFamily="34" charset="-122"/>
                <a:cs typeface="Times New Roman" panose="02020603050405020304" pitchFamily="18" charset="0"/>
                <a:sym typeface="Arial" panose="020B0604020202020204"/>
              </a:rPr>
              <a:t>d, Ưu điểm</a:t>
            </a:r>
            <a:endParaRPr lang="en-US" sz="4000" i="1" smtClean="0">
              <a:solidFill>
                <a:schemeClr val="bg1"/>
              </a:solidFill>
              <a:effectLst/>
              <a:latin typeface="Times New Roman" panose="02020603050405020304" pitchFamily="18" charset="0"/>
              <a:ea typeface="Microsoft YaHei" panose="020B0503020204020204" pitchFamily="34" charset="-122"/>
              <a:cs typeface="Times New Roman" panose="02020603050405020304" pitchFamily="18" charset="0"/>
              <a:sym typeface="Arial" panose="020B0604020202020204"/>
            </a:endParaRPr>
          </a:p>
          <a:p>
            <a:pPr lvl="0">
              <a:lnSpc>
                <a:spcPct val="150000"/>
              </a:lnSpc>
            </a:pPr>
            <a:r>
              <a:rPr lang="en-US" sz="4000" smtClean="0">
                <a:solidFill>
                  <a:schemeClr val="bg1"/>
                </a:solidFill>
                <a:effectLst/>
                <a:latin typeface="Times New Roman" panose="02020603050405020304" pitchFamily="18" charset="0"/>
                <a:ea typeface="Microsoft YaHei" panose="020B0503020204020204" pitchFamily="34" charset="-122"/>
                <a:cs typeface="Times New Roman" panose="02020603050405020304" pitchFamily="18" charset="0"/>
                <a:sym typeface="Arial" panose="020B0604020202020204"/>
              </a:rPr>
              <a:t>- Đơn giản và dễ triển khai: Phương pháp mã hóa Affine có cấu trúc đơn giản, dễ hiểu và dễ thực hiện trong các ứng dụng mã hóa cổ điển.</a:t>
            </a:r>
            <a:endParaRPr lang="en-US" sz="4000" smtClean="0">
              <a:solidFill>
                <a:schemeClr val="bg1"/>
              </a:solidFill>
              <a:effectLst/>
              <a:latin typeface="Times New Roman" panose="02020603050405020304" pitchFamily="18" charset="0"/>
              <a:ea typeface="Microsoft YaHei" panose="020B0503020204020204" pitchFamily="34" charset="-122"/>
              <a:cs typeface="Times New Roman" panose="02020603050405020304" pitchFamily="18" charset="0"/>
              <a:sym typeface="Arial" panose="020B0604020202020204"/>
            </a:endParaRPr>
          </a:p>
          <a:p>
            <a:pPr lvl="0">
              <a:lnSpc>
                <a:spcPct val="150000"/>
              </a:lnSpc>
            </a:pPr>
            <a:r>
              <a:rPr lang="en-US" sz="4000" smtClean="0">
                <a:solidFill>
                  <a:schemeClr val="bg1"/>
                </a:solidFill>
                <a:effectLst/>
                <a:latin typeface="Times New Roman" panose="02020603050405020304" pitchFamily="18" charset="0"/>
                <a:ea typeface="Microsoft YaHei" panose="020B0503020204020204" pitchFamily="34" charset="-122"/>
                <a:cs typeface="Times New Roman" panose="02020603050405020304" pitchFamily="18" charset="0"/>
                <a:sym typeface="Arial" panose="020B0604020202020204"/>
              </a:rPr>
              <a:t>- Mã hóa đa biến: Sự kết hợp giữa phép nhân và phép cộng giúp Affine Cipher mạnh mẽ hơn so với các phương pháp mã hóa chỉ dựa trên phép dịch chuyển, như Caesar Cipher.</a:t>
            </a:r>
            <a:endParaRPr lang="en-US" sz="4000" smtClean="0">
              <a:solidFill>
                <a:schemeClr val="bg1"/>
              </a:solidFill>
              <a:effectLst/>
              <a:latin typeface="Times New Roman" panose="02020603050405020304" pitchFamily="18" charset="0"/>
              <a:ea typeface="Microsoft YaHei" panose="020B0503020204020204" pitchFamily="34" charset="-122"/>
              <a:cs typeface="Times New Roman" panose="02020603050405020304" pitchFamily="18" charset="0"/>
              <a:sym typeface="Arial" panose="020B0604020202020204"/>
            </a:endParaRPr>
          </a:p>
          <a:p>
            <a:pPr lvl="0">
              <a:lnSpc>
                <a:spcPct val="150000"/>
              </a:lnSpc>
            </a:pPr>
            <a:endParaRPr lang="en-US" sz="4000" smtClean="0">
              <a:solidFill>
                <a:schemeClr val="bg1"/>
              </a:solidFill>
              <a:effectLst/>
              <a:latin typeface="Times New Roman" panose="02020603050405020304" pitchFamily="18" charset="0"/>
              <a:ea typeface="Microsoft YaHei" panose="020B0503020204020204" pitchFamily="34" charset="-122"/>
              <a:cs typeface="Times New Roman" panose="02020603050405020304" pitchFamily="18" charset="0"/>
              <a:sym typeface="Arial" panose="020B0604020202020204"/>
            </a:endParaRPr>
          </a:p>
        </p:txBody>
      </p:sp>
      <p:grpSp>
        <p:nvGrpSpPr>
          <p:cNvPr id="471" name="组合 1109"/>
          <p:cNvGrpSpPr/>
          <p:nvPr/>
        </p:nvGrpSpPr>
        <p:grpSpPr bwMode="auto">
          <a:xfrm>
            <a:off x="601345" y="772795"/>
            <a:ext cx="512445" cy="557530"/>
            <a:chOff x="0" y="0"/>
            <a:chExt cx="658482" cy="653916"/>
          </a:xfrm>
          <a:solidFill>
            <a:schemeClr val="bg1"/>
          </a:solidFill>
        </p:grpSpPr>
        <p:sp>
          <p:nvSpPr>
            <p:cNvPr id="472" name="Freeform 796"/>
            <p:cNvSpPr>
              <a:spLocks noChangeArrowheads="1"/>
            </p:cNvSpPr>
            <p:nvPr/>
          </p:nvSpPr>
          <p:spPr bwMode="auto">
            <a:xfrm>
              <a:off x="106726" y="422531"/>
              <a:ext cx="147001" cy="231385"/>
            </a:xfrm>
            <a:custGeom>
              <a:avLst/>
              <a:gdLst>
                <a:gd name="T0" fmla="*/ 2147483647 w 68"/>
                <a:gd name="T1" fmla="*/ 2147483647 h 107"/>
                <a:gd name="T2" fmla="*/ 2147483647 w 68"/>
                <a:gd name="T3" fmla="*/ 2147483647 h 107"/>
                <a:gd name="T4" fmla="*/ 2147483647 w 68"/>
                <a:gd name="T5" fmla="*/ 2147483647 h 107"/>
                <a:gd name="T6" fmla="*/ 2147483647 w 68"/>
                <a:gd name="T7" fmla="*/ 2147483647 h 107"/>
                <a:gd name="T8" fmla="*/ 2147483647 w 68"/>
                <a:gd name="T9" fmla="*/ 0 h 107"/>
                <a:gd name="T10" fmla="*/ 0 w 68"/>
                <a:gd name="T11" fmla="*/ 0 h 107"/>
                <a:gd name="T12" fmla="*/ 0 w 68"/>
                <a:gd name="T13" fmla="*/ 2147483647 h 107"/>
                <a:gd name="T14" fmla="*/ 2147483647 w 68"/>
                <a:gd name="T15" fmla="*/ 2147483647 h 107"/>
                <a:gd name="T16" fmla="*/ 2147483647 w 68"/>
                <a:gd name="T17" fmla="*/ 2147483647 h 107"/>
                <a:gd name="T18" fmla="*/ 2147483647 w 68"/>
                <a:gd name="T19" fmla="*/ 2147483647 h 107"/>
                <a:gd name="T20" fmla="*/ 2147483647 w 68"/>
                <a:gd name="T21" fmla="*/ 2147483647 h 107"/>
                <a:gd name="T22" fmla="*/ 2147483647 w 68"/>
                <a:gd name="T23" fmla="*/ 2147483647 h 107"/>
                <a:gd name="T24" fmla="*/ 2147483647 w 68"/>
                <a:gd name="T25" fmla="*/ 2147483647 h 10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68"/>
                <a:gd name="T40" fmla="*/ 0 h 107"/>
                <a:gd name="T41" fmla="*/ 68 w 68"/>
                <a:gd name="T42" fmla="*/ 107 h 10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68" h="107">
                  <a:moveTo>
                    <a:pt x="65" y="81"/>
                  </a:moveTo>
                  <a:cubicBezTo>
                    <a:pt x="65" y="81"/>
                    <a:pt x="65" y="81"/>
                    <a:pt x="65" y="81"/>
                  </a:cubicBezTo>
                  <a:cubicBezTo>
                    <a:pt x="65" y="80"/>
                    <a:pt x="64" y="79"/>
                    <a:pt x="63" y="78"/>
                  </a:cubicBezTo>
                  <a:cubicBezTo>
                    <a:pt x="61" y="74"/>
                    <a:pt x="56" y="62"/>
                    <a:pt x="54" y="36"/>
                  </a:cubicBezTo>
                  <a:cubicBezTo>
                    <a:pt x="54" y="0"/>
                    <a:pt x="54" y="0"/>
                    <a:pt x="54" y="0"/>
                  </a:cubicBezTo>
                  <a:cubicBezTo>
                    <a:pt x="0" y="0"/>
                    <a:pt x="0" y="0"/>
                    <a:pt x="0" y="0"/>
                  </a:cubicBezTo>
                  <a:cubicBezTo>
                    <a:pt x="0" y="102"/>
                    <a:pt x="0" y="102"/>
                    <a:pt x="0" y="102"/>
                  </a:cubicBezTo>
                  <a:cubicBezTo>
                    <a:pt x="0" y="105"/>
                    <a:pt x="2" y="107"/>
                    <a:pt x="5" y="107"/>
                  </a:cubicBezTo>
                  <a:cubicBezTo>
                    <a:pt x="49" y="107"/>
                    <a:pt x="49" y="107"/>
                    <a:pt x="49" y="107"/>
                  </a:cubicBezTo>
                  <a:cubicBezTo>
                    <a:pt x="49" y="107"/>
                    <a:pt x="49" y="107"/>
                    <a:pt x="49" y="107"/>
                  </a:cubicBezTo>
                  <a:cubicBezTo>
                    <a:pt x="50" y="107"/>
                    <a:pt x="50" y="107"/>
                    <a:pt x="50" y="107"/>
                  </a:cubicBezTo>
                  <a:cubicBezTo>
                    <a:pt x="60" y="107"/>
                    <a:pt x="68" y="99"/>
                    <a:pt x="68" y="90"/>
                  </a:cubicBezTo>
                  <a:cubicBezTo>
                    <a:pt x="68" y="87"/>
                    <a:pt x="67" y="84"/>
                    <a:pt x="65" y="81"/>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473" name="Freeform 797"/>
            <p:cNvSpPr>
              <a:spLocks noChangeArrowheads="1"/>
            </p:cNvSpPr>
            <p:nvPr/>
          </p:nvSpPr>
          <p:spPr bwMode="auto">
            <a:xfrm>
              <a:off x="171165" y="422531"/>
              <a:ext cx="82563" cy="231385"/>
            </a:xfrm>
            <a:custGeom>
              <a:avLst/>
              <a:gdLst>
                <a:gd name="T0" fmla="*/ 2147483647 w 38"/>
                <a:gd name="T1" fmla="*/ 2147483647 h 107"/>
                <a:gd name="T2" fmla="*/ 2147483647 w 38"/>
                <a:gd name="T3" fmla="*/ 2147483647 h 107"/>
                <a:gd name="T4" fmla="*/ 2147483647 w 38"/>
                <a:gd name="T5" fmla="*/ 2147483647 h 107"/>
                <a:gd name="T6" fmla="*/ 2147483647 w 38"/>
                <a:gd name="T7" fmla="*/ 2147483647 h 107"/>
                <a:gd name="T8" fmla="*/ 2147483647 w 38"/>
                <a:gd name="T9" fmla="*/ 0 h 107"/>
                <a:gd name="T10" fmla="*/ 0 w 38"/>
                <a:gd name="T11" fmla="*/ 0 h 107"/>
                <a:gd name="T12" fmla="*/ 0 w 38"/>
                <a:gd name="T13" fmla="*/ 2147483647 h 107"/>
                <a:gd name="T14" fmla="*/ 2147483647 w 38"/>
                <a:gd name="T15" fmla="*/ 2147483647 h 107"/>
                <a:gd name="T16" fmla="*/ 2147483647 w 38"/>
                <a:gd name="T17" fmla="*/ 2147483647 h 107"/>
                <a:gd name="T18" fmla="*/ 2147483647 w 38"/>
                <a:gd name="T19" fmla="*/ 2147483647 h 107"/>
                <a:gd name="T20" fmla="*/ 2147483647 w 38"/>
                <a:gd name="T21" fmla="*/ 2147483647 h 107"/>
                <a:gd name="T22" fmla="*/ 2147483647 w 38"/>
                <a:gd name="T23" fmla="*/ 2147483647 h 10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8"/>
                <a:gd name="T37" fmla="*/ 0 h 107"/>
                <a:gd name="T38" fmla="*/ 38 w 38"/>
                <a:gd name="T39" fmla="*/ 107 h 10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8" h="107">
                  <a:moveTo>
                    <a:pt x="35" y="81"/>
                  </a:moveTo>
                  <a:cubicBezTo>
                    <a:pt x="35" y="81"/>
                    <a:pt x="35" y="81"/>
                    <a:pt x="35" y="81"/>
                  </a:cubicBezTo>
                  <a:cubicBezTo>
                    <a:pt x="35" y="80"/>
                    <a:pt x="34" y="79"/>
                    <a:pt x="33" y="78"/>
                  </a:cubicBezTo>
                  <a:cubicBezTo>
                    <a:pt x="31" y="74"/>
                    <a:pt x="26" y="62"/>
                    <a:pt x="24" y="36"/>
                  </a:cubicBezTo>
                  <a:cubicBezTo>
                    <a:pt x="24" y="0"/>
                    <a:pt x="24" y="0"/>
                    <a:pt x="24" y="0"/>
                  </a:cubicBezTo>
                  <a:cubicBezTo>
                    <a:pt x="0" y="0"/>
                    <a:pt x="0" y="0"/>
                    <a:pt x="0" y="0"/>
                  </a:cubicBezTo>
                  <a:cubicBezTo>
                    <a:pt x="0" y="107"/>
                    <a:pt x="0" y="107"/>
                    <a:pt x="0" y="107"/>
                  </a:cubicBezTo>
                  <a:cubicBezTo>
                    <a:pt x="19" y="107"/>
                    <a:pt x="19" y="107"/>
                    <a:pt x="19" y="107"/>
                  </a:cubicBezTo>
                  <a:cubicBezTo>
                    <a:pt x="19" y="107"/>
                    <a:pt x="19" y="107"/>
                    <a:pt x="19" y="107"/>
                  </a:cubicBezTo>
                  <a:cubicBezTo>
                    <a:pt x="20" y="107"/>
                    <a:pt x="20" y="107"/>
                    <a:pt x="20" y="107"/>
                  </a:cubicBezTo>
                  <a:cubicBezTo>
                    <a:pt x="30" y="107"/>
                    <a:pt x="38" y="99"/>
                    <a:pt x="38" y="90"/>
                  </a:cubicBezTo>
                  <a:cubicBezTo>
                    <a:pt x="38" y="87"/>
                    <a:pt x="37" y="84"/>
                    <a:pt x="35" y="81"/>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474" name="Freeform 798"/>
            <p:cNvSpPr>
              <a:spLocks noChangeArrowheads="1"/>
            </p:cNvSpPr>
            <p:nvPr/>
          </p:nvSpPr>
          <p:spPr bwMode="auto">
            <a:xfrm>
              <a:off x="267823" y="50301"/>
              <a:ext cx="310111" cy="509050"/>
            </a:xfrm>
            <a:custGeom>
              <a:avLst/>
              <a:gdLst>
                <a:gd name="T0" fmla="*/ 0 w 143"/>
                <a:gd name="T1" fmla="*/ 2147483647 h 236"/>
                <a:gd name="T2" fmla="*/ 0 w 143"/>
                <a:gd name="T3" fmla="*/ 2147483647 h 236"/>
                <a:gd name="T4" fmla="*/ 2147483647 w 143"/>
                <a:gd name="T5" fmla="*/ 2147483647 h 236"/>
                <a:gd name="T6" fmla="*/ 2147483647 w 143"/>
                <a:gd name="T7" fmla="*/ 0 h 236"/>
                <a:gd name="T8" fmla="*/ 0 w 143"/>
                <a:gd name="T9" fmla="*/ 2147483647 h 236"/>
                <a:gd name="T10" fmla="*/ 0 60000 65536"/>
                <a:gd name="T11" fmla="*/ 0 60000 65536"/>
                <a:gd name="T12" fmla="*/ 0 60000 65536"/>
                <a:gd name="T13" fmla="*/ 0 60000 65536"/>
                <a:gd name="T14" fmla="*/ 0 60000 65536"/>
                <a:gd name="T15" fmla="*/ 0 w 143"/>
                <a:gd name="T16" fmla="*/ 0 h 236"/>
                <a:gd name="T17" fmla="*/ 143 w 143"/>
                <a:gd name="T18" fmla="*/ 236 h 236"/>
              </a:gdLst>
              <a:ahLst/>
              <a:cxnLst>
                <a:cxn ang="T10">
                  <a:pos x="T0" y="T1"/>
                </a:cxn>
                <a:cxn ang="T11">
                  <a:pos x="T2" y="T3"/>
                </a:cxn>
                <a:cxn ang="T12">
                  <a:pos x="T4" y="T5"/>
                </a:cxn>
                <a:cxn ang="T13">
                  <a:pos x="T6" y="T7"/>
                </a:cxn>
                <a:cxn ang="T14">
                  <a:pos x="T8" y="T9"/>
                </a:cxn>
              </a:cxnLst>
              <a:rect l="T15" t="T16" r="T17" b="T18"/>
              <a:pathLst>
                <a:path w="143" h="236">
                  <a:moveTo>
                    <a:pt x="0" y="71"/>
                  </a:moveTo>
                  <a:cubicBezTo>
                    <a:pt x="0" y="165"/>
                    <a:pt x="0" y="165"/>
                    <a:pt x="0" y="165"/>
                  </a:cubicBezTo>
                  <a:cubicBezTo>
                    <a:pt x="21" y="167"/>
                    <a:pt x="74" y="178"/>
                    <a:pt x="143" y="236"/>
                  </a:cubicBezTo>
                  <a:cubicBezTo>
                    <a:pt x="143" y="0"/>
                    <a:pt x="143" y="0"/>
                    <a:pt x="143" y="0"/>
                  </a:cubicBezTo>
                  <a:cubicBezTo>
                    <a:pt x="74" y="58"/>
                    <a:pt x="21" y="69"/>
                    <a:pt x="0" y="71"/>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475" name="Freeform 799"/>
            <p:cNvSpPr>
              <a:spLocks noChangeArrowheads="1"/>
            </p:cNvSpPr>
            <p:nvPr/>
          </p:nvSpPr>
          <p:spPr bwMode="auto">
            <a:xfrm>
              <a:off x="267823" y="50301"/>
              <a:ext cx="310111" cy="253518"/>
            </a:xfrm>
            <a:custGeom>
              <a:avLst/>
              <a:gdLst>
                <a:gd name="T0" fmla="*/ 0 w 143"/>
                <a:gd name="T1" fmla="*/ 2147483647 h 118"/>
                <a:gd name="T2" fmla="*/ 2147483647 w 143"/>
                <a:gd name="T3" fmla="*/ 2147483647 h 118"/>
                <a:gd name="T4" fmla="*/ 2147483647 w 143"/>
                <a:gd name="T5" fmla="*/ 0 h 118"/>
                <a:gd name="T6" fmla="*/ 0 w 143"/>
                <a:gd name="T7" fmla="*/ 2147483647 h 118"/>
                <a:gd name="T8" fmla="*/ 0 w 143"/>
                <a:gd name="T9" fmla="*/ 2147483647 h 118"/>
                <a:gd name="T10" fmla="*/ 0 60000 65536"/>
                <a:gd name="T11" fmla="*/ 0 60000 65536"/>
                <a:gd name="T12" fmla="*/ 0 60000 65536"/>
                <a:gd name="T13" fmla="*/ 0 60000 65536"/>
                <a:gd name="T14" fmla="*/ 0 60000 65536"/>
                <a:gd name="T15" fmla="*/ 0 w 143"/>
                <a:gd name="T16" fmla="*/ 0 h 118"/>
                <a:gd name="T17" fmla="*/ 143 w 143"/>
                <a:gd name="T18" fmla="*/ 118 h 118"/>
              </a:gdLst>
              <a:ahLst/>
              <a:cxnLst>
                <a:cxn ang="T10">
                  <a:pos x="T0" y="T1"/>
                </a:cxn>
                <a:cxn ang="T11">
                  <a:pos x="T2" y="T3"/>
                </a:cxn>
                <a:cxn ang="T12">
                  <a:pos x="T4" y="T5"/>
                </a:cxn>
                <a:cxn ang="T13">
                  <a:pos x="T6" y="T7"/>
                </a:cxn>
                <a:cxn ang="T14">
                  <a:pos x="T8" y="T9"/>
                </a:cxn>
              </a:cxnLst>
              <a:rect l="T15" t="T16" r="T17" b="T18"/>
              <a:pathLst>
                <a:path w="143" h="118">
                  <a:moveTo>
                    <a:pt x="0" y="118"/>
                  </a:moveTo>
                  <a:cubicBezTo>
                    <a:pt x="143" y="118"/>
                    <a:pt x="143" y="118"/>
                    <a:pt x="143" y="118"/>
                  </a:cubicBezTo>
                  <a:cubicBezTo>
                    <a:pt x="143" y="0"/>
                    <a:pt x="143" y="0"/>
                    <a:pt x="143" y="0"/>
                  </a:cubicBezTo>
                  <a:cubicBezTo>
                    <a:pt x="74" y="58"/>
                    <a:pt x="21" y="69"/>
                    <a:pt x="0" y="71"/>
                  </a:cubicBezTo>
                  <a:lnTo>
                    <a:pt x="0" y="118"/>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476" name="Freeform 800"/>
            <p:cNvSpPr>
              <a:spLocks noChangeArrowheads="1"/>
            </p:cNvSpPr>
            <p:nvPr/>
          </p:nvSpPr>
          <p:spPr bwMode="auto">
            <a:xfrm>
              <a:off x="0" y="185109"/>
              <a:ext cx="304069" cy="237422"/>
            </a:xfrm>
            <a:custGeom>
              <a:avLst/>
              <a:gdLst>
                <a:gd name="T0" fmla="*/ 2147483647 w 141"/>
                <a:gd name="T1" fmla="*/ 0 h 110"/>
                <a:gd name="T2" fmla="*/ 2147483647 w 141"/>
                <a:gd name="T3" fmla="*/ 0 h 110"/>
                <a:gd name="T4" fmla="*/ 2147483647 w 141"/>
                <a:gd name="T5" fmla="*/ 0 h 110"/>
                <a:gd name="T6" fmla="*/ 0 w 141"/>
                <a:gd name="T7" fmla="*/ 2147483647 h 110"/>
                <a:gd name="T8" fmla="*/ 0 w 141"/>
                <a:gd name="T9" fmla="*/ 2147483647 h 110"/>
                <a:gd name="T10" fmla="*/ 2147483647 w 141"/>
                <a:gd name="T11" fmla="*/ 2147483647 h 110"/>
                <a:gd name="T12" fmla="*/ 2147483647 w 141"/>
                <a:gd name="T13" fmla="*/ 2147483647 h 110"/>
                <a:gd name="T14" fmla="*/ 2147483647 w 141"/>
                <a:gd name="T15" fmla="*/ 2147483647 h 110"/>
                <a:gd name="T16" fmla="*/ 2147483647 w 141"/>
                <a:gd name="T17" fmla="*/ 2147483647 h 110"/>
                <a:gd name="T18" fmla="*/ 2147483647 w 141"/>
                <a:gd name="T19" fmla="*/ 2147483647 h 110"/>
                <a:gd name="T20" fmla="*/ 2147483647 w 141"/>
                <a:gd name="T21" fmla="*/ 2147483647 h 110"/>
                <a:gd name="T22" fmla="*/ 2147483647 w 141"/>
                <a:gd name="T23" fmla="*/ 2147483647 h 110"/>
                <a:gd name="T24" fmla="*/ 2147483647 w 141"/>
                <a:gd name="T25" fmla="*/ 0 h 11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41"/>
                <a:gd name="T40" fmla="*/ 0 h 110"/>
                <a:gd name="T41" fmla="*/ 141 w 141"/>
                <a:gd name="T42" fmla="*/ 110 h 11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41" h="110">
                  <a:moveTo>
                    <a:pt x="135" y="0"/>
                  </a:moveTo>
                  <a:cubicBezTo>
                    <a:pt x="110" y="0"/>
                    <a:pt x="110" y="0"/>
                    <a:pt x="110" y="0"/>
                  </a:cubicBezTo>
                  <a:cubicBezTo>
                    <a:pt x="31" y="0"/>
                    <a:pt x="31" y="0"/>
                    <a:pt x="31" y="0"/>
                  </a:cubicBezTo>
                  <a:cubicBezTo>
                    <a:pt x="14" y="0"/>
                    <a:pt x="0" y="14"/>
                    <a:pt x="0" y="31"/>
                  </a:cubicBezTo>
                  <a:cubicBezTo>
                    <a:pt x="0" y="79"/>
                    <a:pt x="0" y="79"/>
                    <a:pt x="0" y="79"/>
                  </a:cubicBezTo>
                  <a:cubicBezTo>
                    <a:pt x="0" y="96"/>
                    <a:pt x="14" y="110"/>
                    <a:pt x="31" y="110"/>
                  </a:cubicBezTo>
                  <a:cubicBezTo>
                    <a:pt x="110" y="110"/>
                    <a:pt x="110" y="110"/>
                    <a:pt x="110" y="110"/>
                  </a:cubicBezTo>
                  <a:cubicBezTo>
                    <a:pt x="135" y="110"/>
                    <a:pt x="135" y="110"/>
                    <a:pt x="135" y="110"/>
                  </a:cubicBezTo>
                  <a:cubicBezTo>
                    <a:pt x="138" y="110"/>
                    <a:pt x="141" y="107"/>
                    <a:pt x="141" y="104"/>
                  </a:cubicBezTo>
                  <a:cubicBezTo>
                    <a:pt x="141" y="79"/>
                    <a:pt x="141" y="79"/>
                    <a:pt x="141" y="79"/>
                  </a:cubicBezTo>
                  <a:cubicBezTo>
                    <a:pt x="141" y="31"/>
                    <a:pt x="141" y="31"/>
                    <a:pt x="141" y="31"/>
                  </a:cubicBezTo>
                  <a:cubicBezTo>
                    <a:pt x="141" y="6"/>
                    <a:pt x="141" y="6"/>
                    <a:pt x="141" y="6"/>
                  </a:cubicBezTo>
                  <a:cubicBezTo>
                    <a:pt x="141" y="3"/>
                    <a:pt x="138" y="0"/>
                    <a:pt x="135" y="0"/>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477" name="Rectangle 801"/>
            <p:cNvSpPr>
              <a:spLocks noChangeArrowheads="1"/>
            </p:cNvSpPr>
            <p:nvPr/>
          </p:nvSpPr>
          <p:spPr bwMode="auto">
            <a:xfrm>
              <a:off x="106726" y="422531"/>
              <a:ext cx="116795" cy="14084"/>
            </a:xfrm>
            <a:prstGeom prst="rect">
              <a:avLst/>
            </a:pr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zh-CN">
                <a:solidFill>
                  <a:srgbClr val="000000"/>
                </a:solidFill>
                <a:sym typeface="SimSun" panose="02010600030101010101" pitchFamily="2" charset="-122"/>
              </a:endParaRPr>
            </a:p>
          </p:txBody>
        </p:sp>
        <p:sp>
          <p:nvSpPr>
            <p:cNvPr id="478" name="Freeform 802"/>
            <p:cNvSpPr>
              <a:spLocks noChangeArrowheads="1"/>
            </p:cNvSpPr>
            <p:nvPr/>
          </p:nvSpPr>
          <p:spPr bwMode="auto">
            <a:xfrm>
              <a:off x="561824" y="50301"/>
              <a:ext cx="16110" cy="509050"/>
            </a:xfrm>
            <a:custGeom>
              <a:avLst/>
              <a:gdLst>
                <a:gd name="T0" fmla="*/ 0 w 7"/>
                <a:gd name="T1" fmla="*/ 2147483647 h 236"/>
                <a:gd name="T2" fmla="*/ 2147483647 w 7"/>
                <a:gd name="T3" fmla="*/ 2147483647 h 236"/>
                <a:gd name="T4" fmla="*/ 2147483647 w 7"/>
                <a:gd name="T5" fmla="*/ 0 h 236"/>
                <a:gd name="T6" fmla="*/ 0 w 7"/>
                <a:gd name="T7" fmla="*/ 2147483647 h 236"/>
                <a:gd name="T8" fmla="*/ 0 w 7"/>
                <a:gd name="T9" fmla="*/ 2147483647 h 236"/>
                <a:gd name="T10" fmla="*/ 0 60000 65536"/>
                <a:gd name="T11" fmla="*/ 0 60000 65536"/>
                <a:gd name="T12" fmla="*/ 0 60000 65536"/>
                <a:gd name="T13" fmla="*/ 0 60000 65536"/>
                <a:gd name="T14" fmla="*/ 0 60000 65536"/>
                <a:gd name="T15" fmla="*/ 0 w 7"/>
                <a:gd name="T16" fmla="*/ 0 h 236"/>
                <a:gd name="T17" fmla="*/ 7 w 7"/>
                <a:gd name="T18" fmla="*/ 236 h 236"/>
              </a:gdLst>
              <a:ahLst/>
              <a:cxnLst>
                <a:cxn ang="T10">
                  <a:pos x="T0" y="T1"/>
                </a:cxn>
                <a:cxn ang="T11">
                  <a:pos x="T2" y="T3"/>
                </a:cxn>
                <a:cxn ang="T12">
                  <a:pos x="T4" y="T5"/>
                </a:cxn>
                <a:cxn ang="T13">
                  <a:pos x="T6" y="T7"/>
                </a:cxn>
                <a:cxn ang="T14">
                  <a:pos x="T8" y="T9"/>
                </a:cxn>
              </a:cxnLst>
              <a:rect l="T15" t="T16" r="T17" b="T18"/>
              <a:pathLst>
                <a:path w="7" h="236">
                  <a:moveTo>
                    <a:pt x="0" y="230"/>
                  </a:moveTo>
                  <a:cubicBezTo>
                    <a:pt x="3" y="232"/>
                    <a:pt x="5" y="234"/>
                    <a:pt x="7" y="236"/>
                  </a:cubicBezTo>
                  <a:cubicBezTo>
                    <a:pt x="7" y="0"/>
                    <a:pt x="7" y="0"/>
                    <a:pt x="7" y="0"/>
                  </a:cubicBezTo>
                  <a:cubicBezTo>
                    <a:pt x="5" y="2"/>
                    <a:pt x="3" y="4"/>
                    <a:pt x="0" y="6"/>
                  </a:cubicBezTo>
                  <a:lnTo>
                    <a:pt x="0" y="230"/>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479" name="Freeform 803"/>
            <p:cNvSpPr>
              <a:spLocks noChangeArrowheads="1"/>
            </p:cNvSpPr>
            <p:nvPr/>
          </p:nvSpPr>
          <p:spPr bwMode="auto">
            <a:xfrm>
              <a:off x="0" y="185109"/>
              <a:ext cx="304069" cy="120723"/>
            </a:xfrm>
            <a:custGeom>
              <a:avLst/>
              <a:gdLst>
                <a:gd name="T0" fmla="*/ 2147483647 w 141"/>
                <a:gd name="T1" fmla="*/ 0 h 56"/>
                <a:gd name="T2" fmla="*/ 2147483647 w 141"/>
                <a:gd name="T3" fmla="*/ 0 h 56"/>
                <a:gd name="T4" fmla="*/ 0 w 141"/>
                <a:gd name="T5" fmla="*/ 2147483647 h 56"/>
                <a:gd name="T6" fmla="*/ 0 w 141"/>
                <a:gd name="T7" fmla="*/ 2147483647 h 56"/>
                <a:gd name="T8" fmla="*/ 2147483647 w 141"/>
                <a:gd name="T9" fmla="*/ 2147483647 h 56"/>
                <a:gd name="T10" fmla="*/ 2147483647 w 141"/>
                <a:gd name="T11" fmla="*/ 2147483647 h 56"/>
                <a:gd name="T12" fmla="*/ 2147483647 w 141"/>
                <a:gd name="T13" fmla="*/ 2147483647 h 56"/>
                <a:gd name="T14" fmla="*/ 2147483647 w 141"/>
                <a:gd name="T15" fmla="*/ 2147483647 h 56"/>
                <a:gd name="T16" fmla="*/ 2147483647 w 141"/>
                <a:gd name="T17" fmla="*/ 0 h 5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41"/>
                <a:gd name="T28" fmla="*/ 0 h 56"/>
                <a:gd name="T29" fmla="*/ 141 w 141"/>
                <a:gd name="T30" fmla="*/ 56 h 5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41" h="56">
                  <a:moveTo>
                    <a:pt x="135" y="0"/>
                  </a:moveTo>
                  <a:cubicBezTo>
                    <a:pt x="31" y="0"/>
                    <a:pt x="31" y="0"/>
                    <a:pt x="31" y="0"/>
                  </a:cubicBezTo>
                  <a:cubicBezTo>
                    <a:pt x="14" y="0"/>
                    <a:pt x="0" y="14"/>
                    <a:pt x="0" y="31"/>
                  </a:cubicBezTo>
                  <a:cubicBezTo>
                    <a:pt x="0" y="47"/>
                    <a:pt x="0" y="47"/>
                    <a:pt x="0" y="47"/>
                  </a:cubicBezTo>
                  <a:cubicBezTo>
                    <a:pt x="1" y="52"/>
                    <a:pt x="6" y="56"/>
                    <a:pt x="12" y="56"/>
                  </a:cubicBezTo>
                  <a:cubicBezTo>
                    <a:pt x="129" y="56"/>
                    <a:pt x="129" y="56"/>
                    <a:pt x="129" y="56"/>
                  </a:cubicBezTo>
                  <a:cubicBezTo>
                    <a:pt x="135" y="56"/>
                    <a:pt x="140" y="52"/>
                    <a:pt x="141" y="47"/>
                  </a:cubicBezTo>
                  <a:cubicBezTo>
                    <a:pt x="141" y="6"/>
                    <a:pt x="141" y="6"/>
                    <a:pt x="141" y="6"/>
                  </a:cubicBezTo>
                  <a:cubicBezTo>
                    <a:pt x="141" y="3"/>
                    <a:pt x="138" y="0"/>
                    <a:pt x="135" y="0"/>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480" name="Freeform 804"/>
            <p:cNvSpPr>
              <a:spLocks noChangeArrowheads="1"/>
            </p:cNvSpPr>
            <p:nvPr/>
          </p:nvSpPr>
          <p:spPr bwMode="auto">
            <a:xfrm>
              <a:off x="577934" y="305832"/>
              <a:ext cx="80548" cy="301808"/>
            </a:xfrm>
            <a:custGeom>
              <a:avLst/>
              <a:gdLst>
                <a:gd name="T0" fmla="*/ 0 w 38"/>
                <a:gd name="T1" fmla="*/ 0 h 140"/>
                <a:gd name="T2" fmla="*/ 0 w 38"/>
                <a:gd name="T3" fmla="*/ 2147483647 h 140"/>
                <a:gd name="T4" fmla="*/ 2147483647 w 38"/>
                <a:gd name="T5" fmla="*/ 2147483647 h 140"/>
                <a:gd name="T6" fmla="*/ 2147483647 w 38"/>
                <a:gd name="T7" fmla="*/ 2147483647 h 140"/>
                <a:gd name="T8" fmla="*/ 2147483647 w 38"/>
                <a:gd name="T9" fmla="*/ 2147483647 h 140"/>
                <a:gd name="T10" fmla="*/ 2147483647 w 38"/>
                <a:gd name="T11" fmla="*/ 0 h 140"/>
                <a:gd name="T12" fmla="*/ 0 w 38"/>
                <a:gd name="T13" fmla="*/ 0 h 140"/>
                <a:gd name="T14" fmla="*/ 0 60000 65536"/>
                <a:gd name="T15" fmla="*/ 0 60000 65536"/>
                <a:gd name="T16" fmla="*/ 0 60000 65536"/>
                <a:gd name="T17" fmla="*/ 0 60000 65536"/>
                <a:gd name="T18" fmla="*/ 0 60000 65536"/>
                <a:gd name="T19" fmla="*/ 0 60000 65536"/>
                <a:gd name="T20" fmla="*/ 0 60000 65536"/>
                <a:gd name="T21" fmla="*/ 0 w 38"/>
                <a:gd name="T22" fmla="*/ 0 h 140"/>
                <a:gd name="T23" fmla="*/ 38 w 38"/>
                <a:gd name="T24" fmla="*/ 140 h 14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8" h="140">
                  <a:moveTo>
                    <a:pt x="0" y="0"/>
                  </a:moveTo>
                  <a:cubicBezTo>
                    <a:pt x="0" y="127"/>
                    <a:pt x="0" y="127"/>
                    <a:pt x="0" y="127"/>
                  </a:cubicBezTo>
                  <a:cubicBezTo>
                    <a:pt x="0" y="134"/>
                    <a:pt x="6" y="140"/>
                    <a:pt x="13" y="140"/>
                  </a:cubicBezTo>
                  <a:cubicBezTo>
                    <a:pt x="26" y="140"/>
                    <a:pt x="26" y="140"/>
                    <a:pt x="26" y="140"/>
                  </a:cubicBezTo>
                  <a:cubicBezTo>
                    <a:pt x="32" y="140"/>
                    <a:pt x="38" y="134"/>
                    <a:pt x="38" y="127"/>
                  </a:cubicBezTo>
                  <a:cubicBezTo>
                    <a:pt x="38" y="0"/>
                    <a:pt x="38" y="0"/>
                    <a:pt x="38" y="0"/>
                  </a:cubicBezTo>
                  <a:lnTo>
                    <a:pt x="0" y="0"/>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481" name="Freeform 805"/>
            <p:cNvSpPr>
              <a:spLocks noChangeArrowheads="1"/>
            </p:cNvSpPr>
            <p:nvPr/>
          </p:nvSpPr>
          <p:spPr bwMode="auto">
            <a:xfrm>
              <a:off x="577934" y="0"/>
              <a:ext cx="80548" cy="305832"/>
            </a:xfrm>
            <a:custGeom>
              <a:avLst/>
              <a:gdLst>
                <a:gd name="T0" fmla="*/ 2147483647 w 38"/>
                <a:gd name="T1" fmla="*/ 2147483647 h 142"/>
                <a:gd name="T2" fmla="*/ 2147483647 w 38"/>
                <a:gd name="T3" fmla="*/ 0 h 142"/>
                <a:gd name="T4" fmla="*/ 2147483647 w 38"/>
                <a:gd name="T5" fmla="*/ 0 h 142"/>
                <a:gd name="T6" fmla="*/ 0 w 38"/>
                <a:gd name="T7" fmla="*/ 2147483647 h 142"/>
                <a:gd name="T8" fmla="*/ 0 w 38"/>
                <a:gd name="T9" fmla="*/ 2147483647 h 142"/>
                <a:gd name="T10" fmla="*/ 2147483647 w 38"/>
                <a:gd name="T11" fmla="*/ 2147483647 h 142"/>
                <a:gd name="T12" fmla="*/ 2147483647 w 38"/>
                <a:gd name="T13" fmla="*/ 2147483647 h 142"/>
                <a:gd name="T14" fmla="*/ 0 60000 65536"/>
                <a:gd name="T15" fmla="*/ 0 60000 65536"/>
                <a:gd name="T16" fmla="*/ 0 60000 65536"/>
                <a:gd name="T17" fmla="*/ 0 60000 65536"/>
                <a:gd name="T18" fmla="*/ 0 60000 65536"/>
                <a:gd name="T19" fmla="*/ 0 60000 65536"/>
                <a:gd name="T20" fmla="*/ 0 60000 65536"/>
                <a:gd name="T21" fmla="*/ 0 w 38"/>
                <a:gd name="T22" fmla="*/ 0 h 142"/>
                <a:gd name="T23" fmla="*/ 38 w 38"/>
                <a:gd name="T24" fmla="*/ 142 h 14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8" h="142">
                  <a:moveTo>
                    <a:pt x="38" y="13"/>
                  </a:moveTo>
                  <a:cubicBezTo>
                    <a:pt x="38" y="6"/>
                    <a:pt x="32" y="0"/>
                    <a:pt x="26" y="0"/>
                  </a:cubicBezTo>
                  <a:cubicBezTo>
                    <a:pt x="13" y="0"/>
                    <a:pt x="13" y="0"/>
                    <a:pt x="13" y="0"/>
                  </a:cubicBezTo>
                  <a:cubicBezTo>
                    <a:pt x="6" y="0"/>
                    <a:pt x="0" y="6"/>
                    <a:pt x="0" y="13"/>
                  </a:cubicBezTo>
                  <a:cubicBezTo>
                    <a:pt x="0" y="142"/>
                    <a:pt x="0" y="142"/>
                    <a:pt x="0" y="142"/>
                  </a:cubicBezTo>
                  <a:cubicBezTo>
                    <a:pt x="38" y="142"/>
                    <a:pt x="38" y="142"/>
                    <a:pt x="38" y="142"/>
                  </a:cubicBezTo>
                  <a:lnTo>
                    <a:pt x="38" y="13"/>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482" name="Freeform 806"/>
            <p:cNvSpPr>
              <a:spLocks noChangeArrowheads="1"/>
            </p:cNvSpPr>
            <p:nvPr/>
          </p:nvSpPr>
          <p:spPr bwMode="auto">
            <a:xfrm>
              <a:off x="304069" y="191144"/>
              <a:ext cx="16110" cy="225350"/>
            </a:xfrm>
            <a:custGeom>
              <a:avLst/>
              <a:gdLst>
                <a:gd name="T0" fmla="*/ 0 w 7"/>
                <a:gd name="T1" fmla="*/ 2147483647 h 104"/>
                <a:gd name="T2" fmla="*/ 2147483647 w 7"/>
                <a:gd name="T3" fmla="*/ 2147483647 h 104"/>
                <a:gd name="T4" fmla="*/ 2147483647 w 7"/>
                <a:gd name="T5" fmla="*/ 0 h 104"/>
                <a:gd name="T6" fmla="*/ 0 w 7"/>
                <a:gd name="T7" fmla="*/ 2147483647 h 104"/>
                <a:gd name="T8" fmla="*/ 0 w 7"/>
                <a:gd name="T9" fmla="*/ 2147483647 h 104"/>
                <a:gd name="T10" fmla="*/ 0 60000 65536"/>
                <a:gd name="T11" fmla="*/ 0 60000 65536"/>
                <a:gd name="T12" fmla="*/ 0 60000 65536"/>
                <a:gd name="T13" fmla="*/ 0 60000 65536"/>
                <a:gd name="T14" fmla="*/ 0 60000 65536"/>
                <a:gd name="T15" fmla="*/ 0 w 7"/>
                <a:gd name="T16" fmla="*/ 0 h 104"/>
                <a:gd name="T17" fmla="*/ 7 w 7"/>
                <a:gd name="T18" fmla="*/ 104 h 104"/>
              </a:gdLst>
              <a:ahLst/>
              <a:cxnLst>
                <a:cxn ang="T10">
                  <a:pos x="T0" y="T1"/>
                </a:cxn>
                <a:cxn ang="T11">
                  <a:pos x="T2" y="T3"/>
                </a:cxn>
                <a:cxn ang="T12">
                  <a:pos x="T4" y="T5"/>
                </a:cxn>
                <a:cxn ang="T13">
                  <a:pos x="T6" y="T7"/>
                </a:cxn>
                <a:cxn ang="T14">
                  <a:pos x="T8" y="T9"/>
                </a:cxn>
              </a:cxnLst>
              <a:rect l="T15" t="T16" r="T17" b="T18"/>
              <a:pathLst>
                <a:path w="7" h="104">
                  <a:moveTo>
                    <a:pt x="0" y="102"/>
                  </a:moveTo>
                  <a:cubicBezTo>
                    <a:pt x="2" y="102"/>
                    <a:pt x="5" y="103"/>
                    <a:pt x="7" y="104"/>
                  </a:cubicBezTo>
                  <a:cubicBezTo>
                    <a:pt x="7" y="0"/>
                    <a:pt x="7" y="0"/>
                    <a:pt x="7" y="0"/>
                  </a:cubicBezTo>
                  <a:cubicBezTo>
                    <a:pt x="5" y="1"/>
                    <a:pt x="2" y="2"/>
                    <a:pt x="0" y="2"/>
                  </a:cubicBezTo>
                  <a:lnTo>
                    <a:pt x="0" y="102"/>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gr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矩形 70"/>
          <p:cNvSpPr/>
          <p:nvPr/>
        </p:nvSpPr>
        <p:spPr>
          <a:xfrm>
            <a:off x="17961936" y="607033"/>
            <a:ext cx="304799" cy="828221"/>
          </a:xfrm>
          <a:prstGeom prst="rect">
            <a:avLst/>
          </a:prstGeom>
          <a:solidFill>
            <a:srgbClr val="F024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p>
        </p:txBody>
      </p:sp>
      <p:sp>
        <p:nvSpPr>
          <p:cNvPr id="72" name="矩形 71"/>
          <p:cNvSpPr/>
          <p:nvPr/>
        </p:nvSpPr>
        <p:spPr>
          <a:xfrm>
            <a:off x="17831306" y="607033"/>
            <a:ext cx="79828" cy="828221"/>
          </a:xfrm>
          <a:prstGeom prst="rect">
            <a:avLst/>
          </a:prstGeom>
          <a:solidFill>
            <a:srgbClr val="F024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p>
        </p:txBody>
      </p:sp>
      <p:sp>
        <p:nvSpPr>
          <p:cNvPr id="73" name="文本框 72"/>
          <p:cNvSpPr txBox="1"/>
          <p:nvPr/>
        </p:nvSpPr>
        <p:spPr>
          <a:xfrm>
            <a:off x="16922977" y="604257"/>
            <a:ext cx="947405" cy="829945"/>
          </a:xfrm>
          <a:prstGeom prst="rect">
            <a:avLst/>
          </a:prstGeom>
          <a:noFill/>
        </p:spPr>
        <p:txBody>
          <a:bodyPr wrap="square" rtlCol="0">
            <a:spAutoFit/>
          </a:bodyPr>
          <a:lstStyle/>
          <a:p>
            <a:r>
              <a:rPr lang="en-US" altLang="vi-VN" sz="4800" dirty="0" smtClean="0">
                <a:solidFill>
                  <a:schemeClr val="bg1"/>
                </a:solidFill>
                <a:latin typeface="Microsoft YaHei" panose="020B0503020204020204" pitchFamily="34" charset="-122"/>
                <a:ea typeface="Microsoft YaHei" panose="020B0503020204020204" pitchFamily="34" charset="-122"/>
              </a:rPr>
              <a:t>17</a:t>
            </a:r>
            <a:endParaRPr lang="vi-VN" altLang="en-US" sz="4800" dirty="0" smtClean="0">
              <a:solidFill>
                <a:schemeClr val="bg1"/>
              </a:solidFill>
              <a:latin typeface="Microsoft YaHei" panose="020B0503020204020204" pitchFamily="34" charset="-122"/>
              <a:ea typeface="Microsoft YaHei" panose="020B0503020204020204" pitchFamily="34" charset="-122"/>
            </a:endParaRPr>
          </a:p>
        </p:txBody>
      </p:sp>
      <p:grpSp>
        <p:nvGrpSpPr>
          <p:cNvPr id="4" name="组合 3"/>
          <p:cNvGrpSpPr/>
          <p:nvPr/>
        </p:nvGrpSpPr>
        <p:grpSpPr>
          <a:xfrm>
            <a:off x="14187805" y="7916545"/>
            <a:ext cx="4548505" cy="2686685"/>
            <a:chOff x="11519983" y="5270056"/>
            <a:chExt cx="5829924" cy="3299229"/>
          </a:xfrm>
        </p:grpSpPr>
        <p:grpSp>
          <p:nvGrpSpPr>
            <p:cNvPr id="97" name="组合 96"/>
            <p:cNvGrpSpPr/>
            <p:nvPr/>
          </p:nvGrpSpPr>
          <p:grpSpPr>
            <a:xfrm rot="5400000">
              <a:off x="12785331" y="4004708"/>
              <a:ext cx="3299229" cy="5829924"/>
              <a:chOff x="4862722" y="-238122"/>
              <a:chExt cx="3541407" cy="6152922"/>
            </a:xfrm>
          </p:grpSpPr>
          <p:grpSp>
            <p:nvGrpSpPr>
              <p:cNvPr id="98" name="组合 97"/>
              <p:cNvGrpSpPr/>
              <p:nvPr/>
            </p:nvGrpSpPr>
            <p:grpSpPr>
              <a:xfrm>
                <a:off x="4862722" y="-238122"/>
                <a:ext cx="3541407" cy="6152922"/>
                <a:chOff x="4862722" y="-238122"/>
                <a:chExt cx="3541407" cy="6152922"/>
              </a:xfrm>
              <a:effectLst>
                <a:outerShdw blurRad="203200" dist="101600" dir="2700000" algn="ctr" rotWithShape="0">
                  <a:schemeClr val="tx1">
                    <a:alpha val="40000"/>
                  </a:schemeClr>
                </a:outerShdw>
              </a:effectLst>
            </p:grpSpPr>
            <p:grpSp>
              <p:nvGrpSpPr>
                <p:cNvPr id="108" name="组合 107"/>
                <p:cNvGrpSpPr/>
                <p:nvPr/>
              </p:nvGrpSpPr>
              <p:grpSpPr>
                <a:xfrm>
                  <a:off x="7282083" y="1812626"/>
                  <a:ext cx="45719" cy="310161"/>
                  <a:chOff x="8020452" y="2062264"/>
                  <a:chExt cx="150782" cy="787940"/>
                </a:xfrm>
              </p:grpSpPr>
              <p:sp>
                <p:nvSpPr>
                  <p:cNvPr id="127" name="圆角矩形 126"/>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8" name="圆角矩形 127"/>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09" name="组合 108"/>
                <p:cNvGrpSpPr/>
                <p:nvPr/>
              </p:nvGrpSpPr>
              <p:grpSpPr>
                <a:xfrm>
                  <a:off x="4862722" y="2122787"/>
                  <a:ext cx="45719" cy="239059"/>
                  <a:chOff x="8020452" y="2062264"/>
                  <a:chExt cx="150782" cy="787940"/>
                </a:xfrm>
              </p:grpSpPr>
              <p:sp>
                <p:nvSpPr>
                  <p:cNvPr id="125" name="圆角矩形 124"/>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6" name="圆角矩形 125"/>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0" name="组合 109"/>
                <p:cNvGrpSpPr/>
                <p:nvPr/>
              </p:nvGrpSpPr>
              <p:grpSpPr>
                <a:xfrm>
                  <a:off x="4862722" y="1812626"/>
                  <a:ext cx="45719" cy="239059"/>
                  <a:chOff x="8020452" y="2062264"/>
                  <a:chExt cx="150782" cy="787940"/>
                </a:xfrm>
              </p:grpSpPr>
              <p:sp>
                <p:nvSpPr>
                  <p:cNvPr id="123" name="圆角矩形 122"/>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4" name="圆角矩形 123"/>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1" name="组合 110"/>
                <p:cNvGrpSpPr/>
                <p:nvPr/>
              </p:nvGrpSpPr>
              <p:grpSpPr>
                <a:xfrm>
                  <a:off x="4862722" y="1543685"/>
                  <a:ext cx="45719" cy="117603"/>
                  <a:chOff x="8020452" y="2062264"/>
                  <a:chExt cx="150782" cy="787940"/>
                </a:xfrm>
              </p:grpSpPr>
              <p:sp>
                <p:nvSpPr>
                  <p:cNvPr id="121" name="圆角矩形 120"/>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2" name="圆角矩形 121"/>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2" name="圆角矩形 111"/>
                <p:cNvSpPr/>
                <p:nvPr/>
              </p:nvSpPr>
              <p:spPr>
                <a:xfrm>
                  <a:off x="4890000" y="943200"/>
                  <a:ext cx="2412000" cy="4971600"/>
                </a:xfrm>
                <a:prstGeom prst="roundRect">
                  <a:avLst>
                    <a:gd name="adj" fmla="val 7335"/>
                  </a:avLst>
                </a:prstGeom>
                <a:solidFill>
                  <a:srgbClr val="404040"/>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3" name="圆角矩形 112"/>
                <p:cNvSpPr/>
                <p:nvPr/>
              </p:nvSpPr>
              <p:spPr>
                <a:xfrm>
                  <a:off x="4926000" y="979200"/>
                  <a:ext cx="2340000" cy="4899600"/>
                </a:xfrm>
                <a:prstGeom prst="roundRect">
                  <a:avLst>
                    <a:gd name="adj" fmla="val 7335"/>
                  </a:avLst>
                </a:prstGeom>
                <a:solidFill>
                  <a:srgbClr val="05050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4" name="矩形 113"/>
                <p:cNvSpPr/>
                <p:nvPr/>
              </p:nvSpPr>
              <p:spPr>
                <a:xfrm>
                  <a:off x="5034000" y="1540800"/>
                  <a:ext cx="2124000" cy="377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5" name="圆角矩形 114"/>
                <p:cNvSpPr/>
                <p:nvPr/>
              </p:nvSpPr>
              <p:spPr>
                <a:xfrm>
                  <a:off x="5901599" y="1206000"/>
                  <a:ext cx="388800" cy="36000"/>
                </a:xfrm>
                <a:prstGeom prst="roundRect">
                  <a:avLst>
                    <a:gd name="adj" fmla="val 50000"/>
                  </a:avLst>
                </a:prstGeom>
                <a:solidFill>
                  <a:srgbClr val="0D0D0D"/>
                </a:solidFill>
                <a:ln>
                  <a:noFill/>
                </a:ln>
                <a:scene3d>
                  <a:camera prst="orthographicFront"/>
                  <a:lightRig rig="threePt" dir="t"/>
                </a:scene3d>
                <a:sp3d>
                  <a:bevelT w="69850" h="50800" prst="coolSlan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16" name="组合 115"/>
                <p:cNvGrpSpPr/>
                <p:nvPr/>
              </p:nvGrpSpPr>
              <p:grpSpPr>
                <a:xfrm>
                  <a:off x="5905200" y="5406664"/>
                  <a:ext cx="381600" cy="381600"/>
                  <a:chOff x="5905200" y="3238200"/>
                  <a:chExt cx="381600" cy="381600"/>
                </a:xfrm>
              </p:grpSpPr>
              <p:sp>
                <p:nvSpPr>
                  <p:cNvPr id="119" name="椭圆 118"/>
                  <p:cNvSpPr/>
                  <p:nvPr/>
                </p:nvSpPr>
                <p:spPr>
                  <a:xfrm>
                    <a:off x="5905200" y="3238200"/>
                    <a:ext cx="381600" cy="381600"/>
                  </a:xfrm>
                  <a:prstGeom prst="ellipse">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0" name="椭圆 119"/>
                  <p:cNvSpPr/>
                  <p:nvPr/>
                </p:nvSpPr>
                <p:spPr>
                  <a:xfrm>
                    <a:off x="5932200" y="3265200"/>
                    <a:ext cx="327600" cy="3276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7" name="圆角矩形 116"/>
                <p:cNvSpPr/>
                <p:nvPr/>
              </p:nvSpPr>
              <p:spPr>
                <a:xfrm>
                  <a:off x="4883060" y="952391"/>
                  <a:ext cx="2376000" cy="4952144"/>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8" name="圆角矩形 117"/>
                <p:cNvSpPr/>
                <p:nvPr/>
              </p:nvSpPr>
              <p:spPr>
                <a:xfrm>
                  <a:off x="6028129" y="-238122"/>
                  <a:ext cx="2376000" cy="4935600"/>
                </a:xfrm>
                <a:prstGeom prst="roundRect">
                  <a:avLst>
                    <a:gd name="adj" fmla="val 7335"/>
                  </a:avLst>
                </a:prstGeom>
                <a:gradFill flip="none" rotWithShape="1">
                  <a:gsLst>
                    <a:gs pos="0">
                      <a:srgbClr val="FFFFFF">
                        <a:alpha val="18000"/>
                      </a:srgbClr>
                    </a:gs>
                    <a:gs pos="5000">
                      <a:srgbClr val="FFFFFF">
                        <a:alpha val="0"/>
                      </a:srgb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99" name="组合 98"/>
              <p:cNvGrpSpPr/>
              <p:nvPr/>
            </p:nvGrpSpPr>
            <p:grpSpPr>
              <a:xfrm>
                <a:off x="6856135" y="1608679"/>
                <a:ext cx="156128" cy="54425"/>
                <a:chOff x="6770056" y="1608698"/>
                <a:chExt cx="156128" cy="65855"/>
              </a:xfrm>
            </p:grpSpPr>
            <p:sp>
              <p:nvSpPr>
                <p:cNvPr id="105" name="矩形 104"/>
                <p:cNvSpPr/>
                <p:nvPr/>
              </p:nvSpPr>
              <p:spPr>
                <a:xfrm>
                  <a:off x="6770056" y="1608698"/>
                  <a:ext cx="146501" cy="65855"/>
                </a:xfrm>
                <a:prstGeom prst="rect">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6" name="矩形 105"/>
                <p:cNvSpPr/>
                <p:nvPr/>
              </p:nvSpPr>
              <p:spPr>
                <a:xfrm>
                  <a:off x="6916234" y="1633796"/>
                  <a:ext cx="9950" cy="16633"/>
                </a:xfrm>
                <a:prstGeom prst="rect">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7" name="矩形 106"/>
                <p:cNvSpPr/>
                <p:nvPr/>
              </p:nvSpPr>
              <p:spPr>
                <a:xfrm>
                  <a:off x="6770056" y="1608699"/>
                  <a:ext cx="83493" cy="6585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0" name="椭圆 99"/>
              <p:cNvSpPr/>
              <p:nvPr/>
            </p:nvSpPr>
            <p:spPr>
              <a:xfrm>
                <a:off x="5123906"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1" name="椭圆 100"/>
              <p:cNvSpPr/>
              <p:nvPr/>
            </p:nvSpPr>
            <p:spPr>
              <a:xfrm>
                <a:off x="5176565"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2" name="椭圆 101"/>
              <p:cNvSpPr/>
              <p:nvPr/>
            </p:nvSpPr>
            <p:spPr>
              <a:xfrm>
                <a:off x="5224538"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3" name="椭圆 102"/>
              <p:cNvSpPr/>
              <p:nvPr/>
            </p:nvSpPr>
            <p:spPr>
              <a:xfrm>
                <a:off x="5274547"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 name="椭圆 103"/>
              <p:cNvSpPr/>
              <p:nvPr/>
            </p:nvSpPr>
            <p:spPr>
              <a:xfrm>
                <a:off x="5324640" y="1619118"/>
                <a:ext cx="41564" cy="41564"/>
              </a:xfrm>
              <a:prstGeom prst="ellipse">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38" name="矩形 137"/>
            <p:cNvSpPr/>
            <p:nvPr/>
          </p:nvSpPr>
          <p:spPr bwMode="auto">
            <a:xfrm rot="16200000">
              <a:off x="12870306" y="4596683"/>
              <a:ext cx="1987572" cy="3635808"/>
            </a:xfrm>
            <a:prstGeom prst="rect">
              <a:avLst/>
            </a:prstGeom>
            <a:solidFill>
              <a:srgbClr val="2B7FB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 typeface="Arial" panose="020B0604020202020204" pitchFamily="34" charset="0"/>
                <a:buNone/>
                <a:defRPr/>
              </a:pPr>
              <a:endParaRPr lang="zh-CN" altLang="en-US"/>
            </a:p>
          </p:txBody>
        </p:sp>
        <p:grpSp>
          <p:nvGrpSpPr>
            <p:cNvPr id="141" name="组合 2"/>
            <p:cNvGrpSpPr/>
            <p:nvPr/>
          </p:nvGrpSpPr>
          <p:grpSpPr bwMode="auto">
            <a:xfrm>
              <a:off x="13580951" y="5774163"/>
              <a:ext cx="608013" cy="619125"/>
              <a:chOff x="7938529" y="3078391"/>
              <a:chExt cx="607404" cy="617990"/>
            </a:xfrm>
          </p:grpSpPr>
          <p:sp>
            <p:nvSpPr>
              <p:cNvPr id="142" name="object 5"/>
              <p:cNvSpPr/>
              <p:nvPr/>
            </p:nvSpPr>
            <p:spPr bwMode="auto">
              <a:xfrm>
                <a:off x="8052890" y="3078391"/>
                <a:ext cx="137478" cy="276999"/>
              </a:xfrm>
              <a:custGeom>
                <a:avLst/>
                <a:gdLst>
                  <a:gd name="T0" fmla="*/ 17874 w 226695"/>
                  <a:gd name="T1" fmla="*/ 0 h 262254"/>
                  <a:gd name="T2" fmla="*/ 0 w 226695"/>
                  <a:gd name="T3" fmla="*/ 197759 h 262254"/>
                  <a:gd name="T4" fmla="*/ 30590 w 226695"/>
                  <a:gd name="T5" fmla="*/ 326123 h 262254"/>
                  <a:gd name="T6" fmla="*/ 17874 w 226695"/>
                  <a:gd name="T7" fmla="*/ 0 h 26225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26695" h="262254">
                    <a:moveTo>
                      <a:pt x="132153" y="0"/>
                    </a:moveTo>
                    <a:lnTo>
                      <a:pt x="0" y="158895"/>
                    </a:lnTo>
                    <a:lnTo>
                      <a:pt x="226160" y="262033"/>
                    </a:lnTo>
                    <a:lnTo>
                      <a:pt x="132153" y="0"/>
                    </a:lnTo>
                    <a:close/>
                  </a:path>
                </a:pathLst>
              </a:custGeom>
              <a:solidFill>
                <a:srgbClr val="4ABA92"/>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3" name="object 6"/>
              <p:cNvSpPr/>
              <p:nvPr/>
            </p:nvSpPr>
            <p:spPr bwMode="auto">
              <a:xfrm>
                <a:off x="8090831" y="3419382"/>
                <a:ext cx="363912" cy="276999"/>
              </a:xfrm>
              <a:custGeom>
                <a:avLst/>
                <a:gdLst>
                  <a:gd name="T0" fmla="*/ 50573 w 600075"/>
                  <a:gd name="T1" fmla="*/ 0 h 479425"/>
                  <a:gd name="T2" fmla="*/ 0 w 600075"/>
                  <a:gd name="T3" fmla="*/ 50100 h 479425"/>
                  <a:gd name="T4" fmla="*/ 60332 w 600075"/>
                  <a:gd name="T5" fmla="*/ 53398 h 479425"/>
                  <a:gd name="T6" fmla="*/ 81164 w 600075"/>
                  <a:gd name="T7" fmla="*/ 11494 h 479425"/>
                  <a:gd name="T8" fmla="*/ 50573 w 600075"/>
                  <a:gd name="T9" fmla="*/ 0 h 4794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00075" h="479425">
                    <a:moveTo>
                      <a:pt x="373904" y="0"/>
                    </a:moveTo>
                    <a:lnTo>
                      <a:pt x="0" y="449588"/>
                    </a:lnTo>
                    <a:lnTo>
                      <a:pt x="446049" y="479179"/>
                    </a:lnTo>
                    <a:lnTo>
                      <a:pt x="600065" y="103138"/>
                    </a:lnTo>
                    <a:lnTo>
                      <a:pt x="373904" y="0"/>
                    </a:lnTo>
                    <a:close/>
                  </a:path>
                </a:pathLst>
              </a:custGeom>
              <a:solidFill>
                <a:srgbClr val="F94C07"/>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4" name="object 7"/>
              <p:cNvSpPr/>
              <p:nvPr/>
            </p:nvSpPr>
            <p:spPr bwMode="auto">
              <a:xfrm>
                <a:off x="8161226" y="3175050"/>
                <a:ext cx="384707" cy="276999"/>
              </a:xfrm>
              <a:custGeom>
                <a:avLst/>
                <a:gdLst>
                  <a:gd name="T0" fmla="*/ 0 w 634365"/>
                  <a:gd name="T1" fmla="*/ 0 h 229235"/>
                  <a:gd name="T2" fmla="*/ 67888 w 634365"/>
                  <a:gd name="T3" fmla="*/ 488025 h 229235"/>
                  <a:gd name="T4" fmla="*/ 85762 w 634365"/>
                  <a:gd name="T5" fmla="*/ 149257 h 229235"/>
                  <a:gd name="T6" fmla="*/ 0 w 634365"/>
                  <a:gd name="T7" fmla="*/ 0 h 22923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34365" h="229235">
                    <a:moveTo>
                      <a:pt x="0" y="0"/>
                    </a:moveTo>
                    <a:lnTo>
                      <a:pt x="501911" y="228904"/>
                    </a:lnTo>
                    <a:lnTo>
                      <a:pt x="634064" y="70008"/>
                    </a:lnTo>
                    <a:lnTo>
                      <a:pt x="0" y="0"/>
                    </a:lnTo>
                    <a:close/>
                  </a:path>
                </a:pathLst>
              </a:custGeom>
              <a:solidFill>
                <a:srgbClr val="1F4E79"/>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5" name="object 8"/>
              <p:cNvSpPr/>
              <p:nvPr/>
            </p:nvSpPr>
            <p:spPr bwMode="auto">
              <a:xfrm>
                <a:off x="7945652" y="3216890"/>
                <a:ext cx="145179" cy="193317"/>
              </a:xfrm>
              <a:custGeom>
                <a:avLst/>
                <a:gdLst>
                  <a:gd name="T0" fmla="*/ 19983 w 200025"/>
                  <a:gd name="T1" fmla="*/ 0 h 678814"/>
                  <a:gd name="T2" fmla="*/ 0 w 200025"/>
                  <a:gd name="T3" fmla="*/ 2184 h 678814"/>
                  <a:gd name="T4" fmla="*/ 55509 w 200025"/>
                  <a:gd name="T5" fmla="*/ 4463 h 678814"/>
                  <a:gd name="T6" fmla="*/ 19983 w 200025"/>
                  <a:gd name="T7" fmla="*/ 0 h 6788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0025" h="678814">
                    <a:moveTo>
                      <a:pt x="72008" y="0"/>
                    </a:moveTo>
                    <a:lnTo>
                      <a:pt x="0" y="332031"/>
                    </a:lnTo>
                    <a:lnTo>
                      <a:pt x="200025" y="678481"/>
                    </a:lnTo>
                    <a:lnTo>
                      <a:pt x="72008" y="0"/>
                    </a:lnTo>
                    <a:close/>
                  </a:path>
                </a:pathLst>
              </a:custGeom>
              <a:solidFill>
                <a:srgbClr val="00B050"/>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6" name="object 9"/>
              <p:cNvSpPr/>
              <p:nvPr/>
            </p:nvSpPr>
            <p:spPr bwMode="auto">
              <a:xfrm>
                <a:off x="7938529" y="3379992"/>
                <a:ext cx="304607" cy="276999"/>
              </a:xfrm>
              <a:custGeom>
                <a:avLst/>
                <a:gdLst>
                  <a:gd name="T0" fmla="*/ 0 w 502284"/>
                  <a:gd name="T1" fmla="*/ 0 h 678814"/>
                  <a:gd name="T2" fmla="*/ 17315 w 502284"/>
                  <a:gd name="T3" fmla="*/ 18813 h 678814"/>
                  <a:gd name="T4" fmla="*/ 67889 w 502284"/>
                  <a:gd name="T5" fmla="*/ 6347 h 678814"/>
                  <a:gd name="T6" fmla="*/ 0 w 502284"/>
                  <a:gd name="T7" fmla="*/ 0 h 6788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02284" h="678814">
                    <a:moveTo>
                      <a:pt x="0" y="0"/>
                    </a:moveTo>
                    <a:lnTo>
                      <a:pt x="128017" y="678492"/>
                    </a:lnTo>
                    <a:lnTo>
                      <a:pt x="501921" y="228904"/>
                    </a:lnTo>
                    <a:lnTo>
                      <a:pt x="0" y="0"/>
                    </a:lnTo>
                    <a:close/>
                  </a:path>
                </a:pathLst>
              </a:custGeom>
              <a:solidFill>
                <a:srgbClr val="ED7D31"/>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grpSp>
        <p:sp>
          <p:nvSpPr>
            <p:cNvPr id="147" name="矩形 23"/>
            <p:cNvSpPr>
              <a:spLocks noChangeArrowheads="1"/>
            </p:cNvSpPr>
            <p:nvPr/>
          </p:nvSpPr>
          <p:spPr bwMode="auto">
            <a:xfrm>
              <a:off x="12758941" y="6563170"/>
              <a:ext cx="2303462" cy="50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2F6583"/>
                  </a:solidFill>
                  <a:bevel/>
                </a14:hiddenLine>
              </a:ext>
            </a:extLst>
          </p:spPr>
          <p:txBody>
            <a:bodyPr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SimSun"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SimSun"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SimSun"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9pPr>
            </a:lstStyle>
            <a:p>
              <a:pPr algn="ctr">
                <a:lnSpc>
                  <a:spcPct val="100000"/>
                </a:lnSpc>
                <a:spcBef>
                  <a:spcPct val="0"/>
                </a:spcBef>
                <a:buFont typeface="Arial" panose="020B0604020202020204" pitchFamily="34" charset="0"/>
                <a:buNone/>
              </a:pPr>
              <a:r>
                <a:rPr lang="vi-VN" altLang="zh-CN" sz="2500" dirty="0">
                  <a:solidFill>
                    <a:schemeClr val="bg1"/>
                  </a:solidFill>
                  <a:latin typeface="Impact" panose="020B0806030902050204" pitchFamily="34" charset="0"/>
                  <a:ea typeface="Microsoft YaHei" panose="020B0503020204020204" pitchFamily="34" charset="-122"/>
                  <a:sym typeface="Impact" panose="020B0806030902050204" pitchFamily="34" charset="0"/>
                </a:rPr>
                <a:t>Nhóm </a:t>
              </a:r>
              <a:r>
                <a:rPr lang="vi-VN" altLang="zh-CN" sz="2500" dirty="0">
                  <a:solidFill>
                    <a:schemeClr val="bg1"/>
                  </a:solidFill>
                  <a:latin typeface="Impact" panose="020B0806030902050204" pitchFamily="34" charset="0"/>
                  <a:ea typeface="Microsoft YaHei" panose="020B0503020204020204" pitchFamily="34" charset="-122"/>
                  <a:sym typeface="Impact" panose="020B0806030902050204" pitchFamily="34" charset="0"/>
                </a:rPr>
                <a:t>6</a:t>
              </a:r>
              <a:endParaRPr lang="vi-VN" altLang="zh-CN" sz="2500" dirty="0">
                <a:solidFill>
                  <a:schemeClr val="bg1"/>
                </a:solidFill>
                <a:latin typeface="Impact" panose="020B0806030902050204" pitchFamily="34" charset="0"/>
                <a:ea typeface="Microsoft YaHei" panose="020B0503020204020204" pitchFamily="34" charset="-122"/>
                <a:sym typeface="Impact" panose="020B0806030902050204" pitchFamily="34" charset="0"/>
              </a:endParaRPr>
            </a:p>
          </p:txBody>
        </p:sp>
      </p:grpSp>
      <p:sp>
        <p:nvSpPr>
          <p:cNvPr id="5" name="Rounded Rectangle 4"/>
          <p:cNvSpPr/>
          <p:nvPr/>
        </p:nvSpPr>
        <p:spPr>
          <a:xfrm>
            <a:off x="304800" y="638810"/>
            <a:ext cx="8768080" cy="802005"/>
          </a:xfrm>
          <a:prstGeom prst="roundRect">
            <a:avLst/>
          </a:prstGeom>
          <a:solidFill>
            <a:srgbClr val="F02424"/>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6" name="object 3"/>
          <p:cNvSpPr txBox="1">
            <a:spLocks noChangeArrowheads="1"/>
          </p:cNvSpPr>
          <p:nvPr/>
        </p:nvSpPr>
        <p:spPr bwMode="auto">
          <a:xfrm>
            <a:off x="1071880" y="730250"/>
            <a:ext cx="7847965" cy="615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marL="6350">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SimSun"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SimSun"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SimSun"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9pPr>
          </a:lstStyle>
          <a:p>
            <a:pPr algn="ctr">
              <a:lnSpc>
                <a:spcPct val="100000"/>
              </a:lnSpc>
              <a:spcBef>
                <a:spcPct val="0"/>
              </a:spcBef>
              <a:buFont typeface="Arial" panose="020B0604020202020204" pitchFamily="34" charset="0"/>
              <a:buNone/>
            </a:pPr>
            <a:r>
              <a:rPr lang="en-US" sz="4000" dirty="0">
                <a:solidFill>
                  <a:schemeClr val="bg1"/>
                </a:solidFill>
                <a:latin typeface="Times New Roman" panose="02020603050405020304" pitchFamily="18" charset="0"/>
                <a:ea typeface="DM Sans" pitchFamily="34" charset="-122"/>
                <a:cs typeface="Times New Roman" panose="02020603050405020304" pitchFamily="18" charset="0"/>
                <a:sym typeface="+mn-ea"/>
              </a:rPr>
              <a:t>Affine Cipher</a:t>
            </a:r>
            <a:endParaRPr lang="vi-VN" altLang="zh-CN" sz="4000" dirty="0" smtClean="0">
              <a:solidFill>
                <a:srgbClr val="FFFFFF"/>
              </a:solidFill>
              <a:latin typeface="Microsoft YaHei" panose="020B0503020204020204" pitchFamily="34" charset="-122"/>
              <a:ea typeface="Microsoft YaHei" panose="020B0503020204020204" pitchFamily="34" charset="-122"/>
              <a:sym typeface="+mn-ea"/>
            </a:endParaRPr>
          </a:p>
        </p:txBody>
      </p:sp>
      <p:sp>
        <p:nvSpPr>
          <p:cNvPr id="2" name="文本框 162"/>
          <p:cNvSpPr txBox="1"/>
          <p:nvPr/>
        </p:nvSpPr>
        <p:spPr>
          <a:xfrm>
            <a:off x="311150" y="1720850"/>
            <a:ext cx="17559020" cy="8301355"/>
          </a:xfrm>
          <a:prstGeom prst="rect">
            <a:avLst/>
          </a:prstGeom>
          <a:noFill/>
        </p:spPr>
        <p:txBody>
          <a:bodyPr wrap="square" rtlCol="0">
            <a:noAutofit/>
          </a:bodyPr>
          <a:p>
            <a:pPr lvl="0">
              <a:lnSpc>
                <a:spcPct val="150000"/>
              </a:lnSpc>
            </a:pPr>
            <a:r>
              <a:rPr lang="en-US" sz="3600" i="1" smtClean="0">
                <a:solidFill>
                  <a:schemeClr val="bg1"/>
                </a:solidFill>
                <a:effectLst/>
                <a:latin typeface="Times New Roman" panose="02020603050405020304" pitchFamily="18" charset="0"/>
                <a:ea typeface="Microsoft YaHei" panose="020B0503020204020204" pitchFamily="34" charset="-122"/>
                <a:cs typeface="Times New Roman" panose="02020603050405020304" pitchFamily="18" charset="0"/>
                <a:sym typeface="Arial" panose="020B0604020202020204"/>
              </a:rPr>
              <a:t>e, Nhược điểm </a:t>
            </a:r>
            <a:endParaRPr lang="en-US" sz="3600" i="1" smtClean="0">
              <a:solidFill>
                <a:schemeClr val="bg1"/>
              </a:solidFill>
              <a:effectLst/>
              <a:latin typeface="Times New Roman" panose="02020603050405020304" pitchFamily="18" charset="0"/>
              <a:ea typeface="Microsoft YaHei" panose="020B0503020204020204" pitchFamily="34" charset="-122"/>
              <a:cs typeface="Times New Roman" panose="02020603050405020304" pitchFamily="18" charset="0"/>
              <a:sym typeface="Arial" panose="020B0604020202020204"/>
            </a:endParaRPr>
          </a:p>
          <a:p>
            <a:pPr lvl="0">
              <a:lnSpc>
                <a:spcPct val="150000"/>
              </a:lnSpc>
            </a:pPr>
            <a:r>
              <a:rPr lang="en-US" sz="3600" smtClean="0">
                <a:solidFill>
                  <a:schemeClr val="bg1"/>
                </a:solidFill>
                <a:effectLst/>
                <a:latin typeface="Times New Roman" panose="02020603050405020304" pitchFamily="18" charset="0"/>
                <a:ea typeface="Microsoft YaHei" panose="020B0503020204020204" pitchFamily="34" charset="-122"/>
                <a:cs typeface="Times New Roman" panose="02020603050405020304" pitchFamily="18" charset="0"/>
                <a:sym typeface="Arial" panose="020B0604020202020204"/>
              </a:rPr>
              <a:t>- Dễ bị tấn công phân tích tần số: Do chỉ có 26 ký tự, Affine Cipher vẫn dễ bị phá mã thông qua các kỹ thuật phân tích tần số. Kẻ tấn công có thể phân tích sự xuất hiện thường xuyên của các ký tự để xác định khóa.</a:t>
            </a:r>
            <a:endParaRPr lang="en-US" sz="3600" smtClean="0">
              <a:solidFill>
                <a:schemeClr val="bg1"/>
              </a:solidFill>
              <a:effectLst/>
              <a:latin typeface="Times New Roman" panose="02020603050405020304" pitchFamily="18" charset="0"/>
              <a:ea typeface="Microsoft YaHei" panose="020B0503020204020204" pitchFamily="34" charset="-122"/>
              <a:cs typeface="Times New Roman" panose="02020603050405020304" pitchFamily="18" charset="0"/>
              <a:sym typeface="Arial" panose="020B0604020202020204"/>
            </a:endParaRPr>
          </a:p>
          <a:p>
            <a:pPr lvl="0">
              <a:lnSpc>
                <a:spcPct val="150000"/>
              </a:lnSpc>
            </a:pPr>
            <a:r>
              <a:rPr lang="en-US" sz="3600" smtClean="0">
                <a:solidFill>
                  <a:schemeClr val="bg1"/>
                </a:solidFill>
                <a:effectLst/>
                <a:latin typeface="Times New Roman" panose="02020603050405020304" pitchFamily="18" charset="0"/>
                <a:ea typeface="Microsoft YaHei" panose="020B0503020204020204" pitchFamily="34" charset="-122"/>
                <a:cs typeface="Times New Roman" panose="02020603050405020304" pitchFamily="18" charset="0"/>
                <a:sym typeface="Arial" panose="020B0604020202020204"/>
              </a:rPr>
              <a:t>- Số lượng khóa hạn chế: Chỉ có một số giá trị nhất định của aaa và bbb có thể sử dụng, vì aaa phải nguyên tố cùng 26, nên số lượng khóa có thể sử dụng bị giới hạn.</a:t>
            </a:r>
            <a:endParaRPr lang="en-US" sz="3600" smtClean="0">
              <a:solidFill>
                <a:schemeClr val="bg1"/>
              </a:solidFill>
              <a:effectLst/>
              <a:latin typeface="Times New Roman" panose="02020603050405020304" pitchFamily="18" charset="0"/>
              <a:ea typeface="Microsoft YaHei" panose="020B0503020204020204" pitchFamily="34" charset="-122"/>
              <a:cs typeface="Times New Roman" panose="02020603050405020304" pitchFamily="18" charset="0"/>
              <a:sym typeface="Arial" panose="020B0604020202020204"/>
            </a:endParaRPr>
          </a:p>
          <a:p>
            <a:pPr lvl="0">
              <a:lnSpc>
                <a:spcPct val="150000"/>
              </a:lnSpc>
            </a:pPr>
            <a:r>
              <a:rPr lang="en-US" sz="3600" smtClean="0">
                <a:solidFill>
                  <a:schemeClr val="bg1"/>
                </a:solidFill>
                <a:effectLst/>
                <a:latin typeface="Times New Roman" panose="02020603050405020304" pitchFamily="18" charset="0"/>
                <a:ea typeface="Microsoft YaHei" panose="020B0503020204020204" pitchFamily="34" charset="-122"/>
                <a:cs typeface="Times New Roman" panose="02020603050405020304" pitchFamily="18" charset="0"/>
                <a:sym typeface="Arial" panose="020B0604020202020204"/>
              </a:rPr>
              <a:t>Affine Cipher cung cấp một mức bảo mật cơ bản, nhưng không được khuyến nghị sử dụng trong các ứng dụng mã hóa hiện đại.</a:t>
            </a:r>
            <a:endParaRPr lang="en-US" sz="3600" smtClean="0">
              <a:solidFill>
                <a:schemeClr val="bg1"/>
              </a:solidFill>
              <a:effectLst/>
              <a:latin typeface="Times New Roman" panose="02020603050405020304" pitchFamily="18" charset="0"/>
              <a:ea typeface="Microsoft YaHei" panose="020B0503020204020204" pitchFamily="34" charset="-122"/>
              <a:cs typeface="Times New Roman" panose="02020603050405020304" pitchFamily="18" charset="0"/>
              <a:sym typeface="Arial" panose="020B0604020202020204"/>
            </a:endParaRPr>
          </a:p>
        </p:txBody>
      </p:sp>
      <p:grpSp>
        <p:nvGrpSpPr>
          <p:cNvPr id="471" name="组合 1109"/>
          <p:cNvGrpSpPr/>
          <p:nvPr/>
        </p:nvGrpSpPr>
        <p:grpSpPr bwMode="auto">
          <a:xfrm>
            <a:off x="525145" y="772795"/>
            <a:ext cx="512445" cy="557530"/>
            <a:chOff x="0" y="0"/>
            <a:chExt cx="658482" cy="653916"/>
          </a:xfrm>
          <a:solidFill>
            <a:schemeClr val="bg1"/>
          </a:solidFill>
        </p:grpSpPr>
        <p:sp>
          <p:nvSpPr>
            <p:cNvPr id="472" name="Freeform 796"/>
            <p:cNvSpPr>
              <a:spLocks noChangeArrowheads="1"/>
            </p:cNvSpPr>
            <p:nvPr/>
          </p:nvSpPr>
          <p:spPr bwMode="auto">
            <a:xfrm>
              <a:off x="106726" y="422531"/>
              <a:ext cx="147001" cy="231385"/>
            </a:xfrm>
            <a:custGeom>
              <a:avLst/>
              <a:gdLst>
                <a:gd name="T0" fmla="*/ 2147483647 w 68"/>
                <a:gd name="T1" fmla="*/ 2147483647 h 107"/>
                <a:gd name="T2" fmla="*/ 2147483647 w 68"/>
                <a:gd name="T3" fmla="*/ 2147483647 h 107"/>
                <a:gd name="T4" fmla="*/ 2147483647 w 68"/>
                <a:gd name="T5" fmla="*/ 2147483647 h 107"/>
                <a:gd name="T6" fmla="*/ 2147483647 w 68"/>
                <a:gd name="T7" fmla="*/ 2147483647 h 107"/>
                <a:gd name="T8" fmla="*/ 2147483647 w 68"/>
                <a:gd name="T9" fmla="*/ 0 h 107"/>
                <a:gd name="T10" fmla="*/ 0 w 68"/>
                <a:gd name="T11" fmla="*/ 0 h 107"/>
                <a:gd name="T12" fmla="*/ 0 w 68"/>
                <a:gd name="T13" fmla="*/ 2147483647 h 107"/>
                <a:gd name="T14" fmla="*/ 2147483647 w 68"/>
                <a:gd name="T15" fmla="*/ 2147483647 h 107"/>
                <a:gd name="T16" fmla="*/ 2147483647 w 68"/>
                <a:gd name="T17" fmla="*/ 2147483647 h 107"/>
                <a:gd name="T18" fmla="*/ 2147483647 w 68"/>
                <a:gd name="T19" fmla="*/ 2147483647 h 107"/>
                <a:gd name="T20" fmla="*/ 2147483647 w 68"/>
                <a:gd name="T21" fmla="*/ 2147483647 h 107"/>
                <a:gd name="T22" fmla="*/ 2147483647 w 68"/>
                <a:gd name="T23" fmla="*/ 2147483647 h 107"/>
                <a:gd name="T24" fmla="*/ 2147483647 w 68"/>
                <a:gd name="T25" fmla="*/ 2147483647 h 10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68"/>
                <a:gd name="T40" fmla="*/ 0 h 107"/>
                <a:gd name="T41" fmla="*/ 68 w 68"/>
                <a:gd name="T42" fmla="*/ 107 h 10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68" h="107">
                  <a:moveTo>
                    <a:pt x="65" y="81"/>
                  </a:moveTo>
                  <a:cubicBezTo>
                    <a:pt x="65" y="81"/>
                    <a:pt x="65" y="81"/>
                    <a:pt x="65" y="81"/>
                  </a:cubicBezTo>
                  <a:cubicBezTo>
                    <a:pt x="65" y="80"/>
                    <a:pt x="64" y="79"/>
                    <a:pt x="63" y="78"/>
                  </a:cubicBezTo>
                  <a:cubicBezTo>
                    <a:pt x="61" y="74"/>
                    <a:pt x="56" y="62"/>
                    <a:pt x="54" y="36"/>
                  </a:cubicBezTo>
                  <a:cubicBezTo>
                    <a:pt x="54" y="0"/>
                    <a:pt x="54" y="0"/>
                    <a:pt x="54" y="0"/>
                  </a:cubicBezTo>
                  <a:cubicBezTo>
                    <a:pt x="0" y="0"/>
                    <a:pt x="0" y="0"/>
                    <a:pt x="0" y="0"/>
                  </a:cubicBezTo>
                  <a:cubicBezTo>
                    <a:pt x="0" y="102"/>
                    <a:pt x="0" y="102"/>
                    <a:pt x="0" y="102"/>
                  </a:cubicBezTo>
                  <a:cubicBezTo>
                    <a:pt x="0" y="105"/>
                    <a:pt x="2" y="107"/>
                    <a:pt x="5" y="107"/>
                  </a:cubicBezTo>
                  <a:cubicBezTo>
                    <a:pt x="49" y="107"/>
                    <a:pt x="49" y="107"/>
                    <a:pt x="49" y="107"/>
                  </a:cubicBezTo>
                  <a:cubicBezTo>
                    <a:pt x="49" y="107"/>
                    <a:pt x="49" y="107"/>
                    <a:pt x="49" y="107"/>
                  </a:cubicBezTo>
                  <a:cubicBezTo>
                    <a:pt x="50" y="107"/>
                    <a:pt x="50" y="107"/>
                    <a:pt x="50" y="107"/>
                  </a:cubicBezTo>
                  <a:cubicBezTo>
                    <a:pt x="60" y="107"/>
                    <a:pt x="68" y="99"/>
                    <a:pt x="68" y="90"/>
                  </a:cubicBezTo>
                  <a:cubicBezTo>
                    <a:pt x="68" y="87"/>
                    <a:pt x="67" y="84"/>
                    <a:pt x="65" y="81"/>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473" name="Freeform 797"/>
            <p:cNvSpPr>
              <a:spLocks noChangeArrowheads="1"/>
            </p:cNvSpPr>
            <p:nvPr/>
          </p:nvSpPr>
          <p:spPr bwMode="auto">
            <a:xfrm>
              <a:off x="171165" y="422531"/>
              <a:ext cx="82563" cy="231385"/>
            </a:xfrm>
            <a:custGeom>
              <a:avLst/>
              <a:gdLst>
                <a:gd name="T0" fmla="*/ 2147483647 w 38"/>
                <a:gd name="T1" fmla="*/ 2147483647 h 107"/>
                <a:gd name="T2" fmla="*/ 2147483647 w 38"/>
                <a:gd name="T3" fmla="*/ 2147483647 h 107"/>
                <a:gd name="T4" fmla="*/ 2147483647 w 38"/>
                <a:gd name="T5" fmla="*/ 2147483647 h 107"/>
                <a:gd name="T6" fmla="*/ 2147483647 w 38"/>
                <a:gd name="T7" fmla="*/ 2147483647 h 107"/>
                <a:gd name="T8" fmla="*/ 2147483647 w 38"/>
                <a:gd name="T9" fmla="*/ 0 h 107"/>
                <a:gd name="T10" fmla="*/ 0 w 38"/>
                <a:gd name="T11" fmla="*/ 0 h 107"/>
                <a:gd name="T12" fmla="*/ 0 w 38"/>
                <a:gd name="T13" fmla="*/ 2147483647 h 107"/>
                <a:gd name="T14" fmla="*/ 2147483647 w 38"/>
                <a:gd name="T15" fmla="*/ 2147483647 h 107"/>
                <a:gd name="T16" fmla="*/ 2147483647 w 38"/>
                <a:gd name="T17" fmla="*/ 2147483647 h 107"/>
                <a:gd name="T18" fmla="*/ 2147483647 w 38"/>
                <a:gd name="T19" fmla="*/ 2147483647 h 107"/>
                <a:gd name="T20" fmla="*/ 2147483647 w 38"/>
                <a:gd name="T21" fmla="*/ 2147483647 h 107"/>
                <a:gd name="T22" fmla="*/ 2147483647 w 38"/>
                <a:gd name="T23" fmla="*/ 2147483647 h 10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8"/>
                <a:gd name="T37" fmla="*/ 0 h 107"/>
                <a:gd name="T38" fmla="*/ 38 w 38"/>
                <a:gd name="T39" fmla="*/ 107 h 10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8" h="107">
                  <a:moveTo>
                    <a:pt x="35" y="81"/>
                  </a:moveTo>
                  <a:cubicBezTo>
                    <a:pt x="35" y="81"/>
                    <a:pt x="35" y="81"/>
                    <a:pt x="35" y="81"/>
                  </a:cubicBezTo>
                  <a:cubicBezTo>
                    <a:pt x="35" y="80"/>
                    <a:pt x="34" y="79"/>
                    <a:pt x="33" y="78"/>
                  </a:cubicBezTo>
                  <a:cubicBezTo>
                    <a:pt x="31" y="74"/>
                    <a:pt x="26" y="62"/>
                    <a:pt x="24" y="36"/>
                  </a:cubicBezTo>
                  <a:cubicBezTo>
                    <a:pt x="24" y="0"/>
                    <a:pt x="24" y="0"/>
                    <a:pt x="24" y="0"/>
                  </a:cubicBezTo>
                  <a:cubicBezTo>
                    <a:pt x="0" y="0"/>
                    <a:pt x="0" y="0"/>
                    <a:pt x="0" y="0"/>
                  </a:cubicBezTo>
                  <a:cubicBezTo>
                    <a:pt x="0" y="107"/>
                    <a:pt x="0" y="107"/>
                    <a:pt x="0" y="107"/>
                  </a:cubicBezTo>
                  <a:cubicBezTo>
                    <a:pt x="19" y="107"/>
                    <a:pt x="19" y="107"/>
                    <a:pt x="19" y="107"/>
                  </a:cubicBezTo>
                  <a:cubicBezTo>
                    <a:pt x="19" y="107"/>
                    <a:pt x="19" y="107"/>
                    <a:pt x="19" y="107"/>
                  </a:cubicBezTo>
                  <a:cubicBezTo>
                    <a:pt x="20" y="107"/>
                    <a:pt x="20" y="107"/>
                    <a:pt x="20" y="107"/>
                  </a:cubicBezTo>
                  <a:cubicBezTo>
                    <a:pt x="30" y="107"/>
                    <a:pt x="38" y="99"/>
                    <a:pt x="38" y="90"/>
                  </a:cubicBezTo>
                  <a:cubicBezTo>
                    <a:pt x="38" y="87"/>
                    <a:pt x="37" y="84"/>
                    <a:pt x="35" y="81"/>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474" name="Freeform 798"/>
            <p:cNvSpPr>
              <a:spLocks noChangeArrowheads="1"/>
            </p:cNvSpPr>
            <p:nvPr/>
          </p:nvSpPr>
          <p:spPr bwMode="auto">
            <a:xfrm>
              <a:off x="267823" y="50301"/>
              <a:ext cx="310111" cy="509050"/>
            </a:xfrm>
            <a:custGeom>
              <a:avLst/>
              <a:gdLst>
                <a:gd name="T0" fmla="*/ 0 w 143"/>
                <a:gd name="T1" fmla="*/ 2147483647 h 236"/>
                <a:gd name="T2" fmla="*/ 0 w 143"/>
                <a:gd name="T3" fmla="*/ 2147483647 h 236"/>
                <a:gd name="T4" fmla="*/ 2147483647 w 143"/>
                <a:gd name="T5" fmla="*/ 2147483647 h 236"/>
                <a:gd name="T6" fmla="*/ 2147483647 w 143"/>
                <a:gd name="T7" fmla="*/ 0 h 236"/>
                <a:gd name="T8" fmla="*/ 0 w 143"/>
                <a:gd name="T9" fmla="*/ 2147483647 h 236"/>
                <a:gd name="T10" fmla="*/ 0 60000 65536"/>
                <a:gd name="T11" fmla="*/ 0 60000 65536"/>
                <a:gd name="T12" fmla="*/ 0 60000 65536"/>
                <a:gd name="T13" fmla="*/ 0 60000 65536"/>
                <a:gd name="T14" fmla="*/ 0 60000 65536"/>
                <a:gd name="T15" fmla="*/ 0 w 143"/>
                <a:gd name="T16" fmla="*/ 0 h 236"/>
                <a:gd name="T17" fmla="*/ 143 w 143"/>
                <a:gd name="T18" fmla="*/ 236 h 236"/>
              </a:gdLst>
              <a:ahLst/>
              <a:cxnLst>
                <a:cxn ang="T10">
                  <a:pos x="T0" y="T1"/>
                </a:cxn>
                <a:cxn ang="T11">
                  <a:pos x="T2" y="T3"/>
                </a:cxn>
                <a:cxn ang="T12">
                  <a:pos x="T4" y="T5"/>
                </a:cxn>
                <a:cxn ang="T13">
                  <a:pos x="T6" y="T7"/>
                </a:cxn>
                <a:cxn ang="T14">
                  <a:pos x="T8" y="T9"/>
                </a:cxn>
              </a:cxnLst>
              <a:rect l="T15" t="T16" r="T17" b="T18"/>
              <a:pathLst>
                <a:path w="143" h="236">
                  <a:moveTo>
                    <a:pt x="0" y="71"/>
                  </a:moveTo>
                  <a:cubicBezTo>
                    <a:pt x="0" y="165"/>
                    <a:pt x="0" y="165"/>
                    <a:pt x="0" y="165"/>
                  </a:cubicBezTo>
                  <a:cubicBezTo>
                    <a:pt x="21" y="167"/>
                    <a:pt x="74" y="178"/>
                    <a:pt x="143" y="236"/>
                  </a:cubicBezTo>
                  <a:cubicBezTo>
                    <a:pt x="143" y="0"/>
                    <a:pt x="143" y="0"/>
                    <a:pt x="143" y="0"/>
                  </a:cubicBezTo>
                  <a:cubicBezTo>
                    <a:pt x="74" y="58"/>
                    <a:pt x="21" y="69"/>
                    <a:pt x="0" y="71"/>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475" name="Freeform 799"/>
            <p:cNvSpPr>
              <a:spLocks noChangeArrowheads="1"/>
            </p:cNvSpPr>
            <p:nvPr/>
          </p:nvSpPr>
          <p:spPr bwMode="auto">
            <a:xfrm>
              <a:off x="267823" y="50301"/>
              <a:ext cx="310111" cy="253518"/>
            </a:xfrm>
            <a:custGeom>
              <a:avLst/>
              <a:gdLst>
                <a:gd name="T0" fmla="*/ 0 w 143"/>
                <a:gd name="T1" fmla="*/ 2147483647 h 118"/>
                <a:gd name="T2" fmla="*/ 2147483647 w 143"/>
                <a:gd name="T3" fmla="*/ 2147483647 h 118"/>
                <a:gd name="T4" fmla="*/ 2147483647 w 143"/>
                <a:gd name="T5" fmla="*/ 0 h 118"/>
                <a:gd name="T6" fmla="*/ 0 w 143"/>
                <a:gd name="T7" fmla="*/ 2147483647 h 118"/>
                <a:gd name="T8" fmla="*/ 0 w 143"/>
                <a:gd name="T9" fmla="*/ 2147483647 h 118"/>
                <a:gd name="T10" fmla="*/ 0 60000 65536"/>
                <a:gd name="T11" fmla="*/ 0 60000 65536"/>
                <a:gd name="T12" fmla="*/ 0 60000 65536"/>
                <a:gd name="T13" fmla="*/ 0 60000 65536"/>
                <a:gd name="T14" fmla="*/ 0 60000 65536"/>
                <a:gd name="T15" fmla="*/ 0 w 143"/>
                <a:gd name="T16" fmla="*/ 0 h 118"/>
                <a:gd name="T17" fmla="*/ 143 w 143"/>
                <a:gd name="T18" fmla="*/ 118 h 118"/>
              </a:gdLst>
              <a:ahLst/>
              <a:cxnLst>
                <a:cxn ang="T10">
                  <a:pos x="T0" y="T1"/>
                </a:cxn>
                <a:cxn ang="T11">
                  <a:pos x="T2" y="T3"/>
                </a:cxn>
                <a:cxn ang="T12">
                  <a:pos x="T4" y="T5"/>
                </a:cxn>
                <a:cxn ang="T13">
                  <a:pos x="T6" y="T7"/>
                </a:cxn>
                <a:cxn ang="T14">
                  <a:pos x="T8" y="T9"/>
                </a:cxn>
              </a:cxnLst>
              <a:rect l="T15" t="T16" r="T17" b="T18"/>
              <a:pathLst>
                <a:path w="143" h="118">
                  <a:moveTo>
                    <a:pt x="0" y="118"/>
                  </a:moveTo>
                  <a:cubicBezTo>
                    <a:pt x="143" y="118"/>
                    <a:pt x="143" y="118"/>
                    <a:pt x="143" y="118"/>
                  </a:cubicBezTo>
                  <a:cubicBezTo>
                    <a:pt x="143" y="0"/>
                    <a:pt x="143" y="0"/>
                    <a:pt x="143" y="0"/>
                  </a:cubicBezTo>
                  <a:cubicBezTo>
                    <a:pt x="74" y="58"/>
                    <a:pt x="21" y="69"/>
                    <a:pt x="0" y="71"/>
                  </a:cubicBezTo>
                  <a:lnTo>
                    <a:pt x="0" y="118"/>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476" name="Freeform 800"/>
            <p:cNvSpPr>
              <a:spLocks noChangeArrowheads="1"/>
            </p:cNvSpPr>
            <p:nvPr/>
          </p:nvSpPr>
          <p:spPr bwMode="auto">
            <a:xfrm>
              <a:off x="0" y="185109"/>
              <a:ext cx="304069" cy="237422"/>
            </a:xfrm>
            <a:custGeom>
              <a:avLst/>
              <a:gdLst>
                <a:gd name="T0" fmla="*/ 2147483647 w 141"/>
                <a:gd name="T1" fmla="*/ 0 h 110"/>
                <a:gd name="T2" fmla="*/ 2147483647 w 141"/>
                <a:gd name="T3" fmla="*/ 0 h 110"/>
                <a:gd name="T4" fmla="*/ 2147483647 w 141"/>
                <a:gd name="T5" fmla="*/ 0 h 110"/>
                <a:gd name="T6" fmla="*/ 0 w 141"/>
                <a:gd name="T7" fmla="*/ 2147483647 h 110"/>
                <a:gd name="T8" fmla="*/ 0 w 141"/>
                <a:gd name="T9" fmla="*/ 2147483647 h 110"/>
                <a:gd name="T10" fmla="*/ 2147483647 w 141"/>
                <a:gd name="T11" fmla="*/ 2147483647 h 110"/>
                <a:gd name="T12" fmla="*/ 2147483647 w 141"/>
                <a:gd name="T13" fmla="*/ 2147483647 h 110"/>
                <a:gd name="T14" fmla="*/ 2147483647 w 141"/>
                <a:gd name="T15" fmla="*/ 2147483647 h 110"/>
                <a:gd name="T16" fmla="*/ 2147483647 w 141"/>
                <a:gd name="T17" fmla="*/ 2147483647 h 110"/>
                <a:gd name="T18" fmla="*/ 2147483647 w 141"/>
                <a:gd name="T19" fmla="*/ 2147483647 h 110"/>
                <a:gd name="T20" fmla="*/ 2147483647 w 141"/>
                <a:gd name="T21" fmla="*/ 2147483647 h 110"/>
                <a:gd name="T22" fmla="*/ 2147483647 w 141"/>
                <a:gd name="T23" fmla="*/ 2147483647 h 110"/>
                <a:gd name="T24" fmla="*/ 2147483647 w 141"/>
                <a:gd name="T25" fmla="*/ 0 h 11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41"/>
                <a:gd name="T40" fmla="*/ 0 h 110"/>
                <a:gd name="T41" fmla="*/ 141 w 141"/>
                <a:gd name="T42" fmla="*/ 110 h 11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41" h="110">
                  <a:moveTo>
                    <a:pt x="135" y="0"/>
                  </a:moveTo>
                  <a:cubicBezTo>
                    <a:pt x="110" y="0"/>
                    <a:pt x="110" y="0"/>
                    <a:pt x="110" y="0"/>
                  </a:cubicBezTo>
                  <a:cubicBezTo>
                    <a:pt x="31" y="0"/>
                    <a:pt x="31" y="0"/>
                    <a:pt x="31" y="0"/>
                  </a:cubicBezTo>
                  <a:cubicBezTo>
                    <a:pt x="14" y="0"/>
                    <a:pt x="0" y="14"/>
                    <a:pt x="0" y="31"/>
                  </a:cubicBezTo>
                  <a:cubicBezTo>
                    <a:pt x="0" y="79"/>
                    <a:pt x="0" y="79"/>
                    <a:pt x="0" y="79"/>
                  </a:cubicBezTo>
                  <a:cubicBezTo>
                    <a:pt x="0" y="96"/>
                    <a:pt x="14" y="110"/>
                    <a:pt x="31" y="110"/>
                  </a:cubicBezTo>
                  <a:cubicBezTo>
                    <a:pt x="110" y="110"/>
                    <a:pt x="110" y="110"/>
                    <a:pt x="110" y="110"/>
                  </a:cubicBezTo>
                  <a:cubicBezTo>
                    <a:pt x="135" y="110"/>
                    <a:pt x="135" y="110"/>
                    <a:pt x="135" y="110"/>
                  </a:cubicBezTo>
                  <a:cubicBezTo>
                    <a:pt x="138" y="110"/>
                    <a:pt x="141" y="107"/>
                    <a:pt x="141" y="104"/>
                  </a:cubicBezTo>
                  <a:cubicBezTo>
                    <a:pt x="141" y="79"/>
                    <a:pt x="141" y="79"/>
                    <a:pt x="141" y="79"/>
                  </a:cubicBezTo>
                  <a:cubicBezTo>
                    <a:pt x="141" y="31"/>
                    <a:pt x="141" y="31"/>
                    <a:pt x="141" y="31"/>
                  </a:cubicBezTo>
                  <a:cubicBezTo>
                    <a:pt x="141" y="6"/>
                    <a:pt x="141" y="6"/>
                    <a:pt x="141" y="6"/>
                  </a:cubicBezTo>
                  <a:cubicBezTo>
                    <a:pt x="141" y="3"/>
                    <a:pt x="138" y="0"/>
                    <a:pt x="135" y="0"/>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477" name="Rectangle 801"/>
            <p:cNvSpPr>
              <a:spLocks noChangeArrowheads="1"/>
            </p:cNvSpPr>
            <p:nvPr/>
          </p:nvSpPr>
          <p:spPr bwMode="auto">
            <a:xfrm>
              <a:off x="106726" y="422531"/>
              <a:ext cx="116795" cy="14084"/>
            </a:xfrm>
            <a:prstGeom prst="rect">
              <a:avLst/>
            </a:pr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zh-CN">
                <a:solidFill>
                  <a:srgbClr val="000000"/>
                </a:solidFill>
                <a:sym typeface="SimSun" panose="02010600030101010101" pitchFamily="2" charset="-122"/>
              </a:endParaRPr>
            </a:p>
          </p:txBody>
        </p:sp>
        <p:sp>
          <p:nvSpPr>
            <p:cNvPr id="478" name="Freeform 802"/>
            <p:cNvSpPr>
              <a:spLocks noChangeArrowheads="1"/>
            </p:cNvSpPr>
            <p:nvPr/>
          </p:nvSpPr>
          <p:spPr bwMode="auto">
            <a:xfrm>
              <a:off x="561824" y="50301"/>
              <a:ext cx="16110" cy="509050"/>
            </a:xfrm>
            <a:custGeom>
              <a:avLst/>
              <a:gdLst>
                <a:gd name="T0" fmla="*/ 0 w 7"/>
                <a:gd name="T1" fmla="*/ 2147483647 h 236"/>
                <a:gd name="T2" fmla="*/ 2147483647 w 7"/>
                <a:gd name="T3" fmla="*/ 2147483647 h 236"/>
                <a:gd name="T4" fmla="*/ 2147483647 w 7"/>
                <a:gd name="T5" fmla="*/ 0 h 236"/>
                <a:gd name="T6" fmla="*/ 0 w 7"/>
                <a:gd name="T7" fmla="*/ 2147483647 h 236"/>
                <a:gd name="T8" fmla="*/ 0 w 7"/>
                <a:gd name="T9" fmla="*/ 2147483647 h 236"/>
                <a:gd name="T10" fmla="*/ 0 60000 65536"/>
                <a:gd name="T11" fmla="*/ 0 60000 65536"/>
                <a:gd name="T12" fmla="*/ 0 60000 65536"/>
                <a:gd name="T13" fmla="*/ 0 60000 65536"/>
                <a:gd name="T14" fmla="*/ 0 60000 65536"/>
                <a:gd name="T15" fmla="*/ 0 w 7"/>
                <a:gd name="T16" fmla="*/ 0 h 236"/>
                <a:gd name="T17" fmla="*/ 7 w 7"/>
                <a:gd name="T18" fmla="*/ 236 h 236"/>
              </a:gdLst>
              <a:ahLst/>
              <a:cxnLst>
                <a:cxn ang="T10">
                  <a:pos x="T0" y="T1"/>
                </a:cxn>
                <a:cxn ang="T11">
                  <a:pos x="T2" y="T3"/>
                </a:cxn>
                <a:cxn ang="T12">
                  <a:pos x="T4" y="T5"/>
                </a:cxn>
                <a:cxn ang="T13">
                  <a:pos x="T6" y="T7"/>
                </a:cxn>
                <a:cxn ang="T14">
                  <a:pos x="T8" y="T9"/>
                </a:cxn>
              </a:cxnLst>
              <a:rect l="T15" t="T16" r="T17" b="T18"/>
              <a:pathLst>
                <a:path w="7" h="236">
                  <a:moveTo>
                    <a:pt x="0" y="230"/>
                  </a:moveTo>
                  <a:cubicBezTo>
                    <a:pt x="3" y="232"/>
                    <a:pt x="5" y="234"/>
                    <a:pt x="7" y="236"/>
                  </a:cubicBezTo>
                  <a:cubicBezTo>
                    <a:pt x="7" y="0"/>
                    <a:pt x="7" y="0"/>
                    <a:pt x="7" y="0"/>
                  </a:cubicBezTo>
                  <a:cubicBezTo>
                    <a:pt x="5" y="2"/>
                    <a:pt x="3" y="4"/>
                    <a:pt x="0" y="6"/>
                  </a:cubicBezTo>
                  <a:lnTo>
                    <a:pt x="0" y="230"/>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479" name="Freeform 803"/>
            <p:cNvSpPr>
              <a:spLocks noChangeArrowheads="1"/>
            </p:cNvSpPr>
            <p:nvPr/>
          </p:nvSpPr>
          <p:spPr bwMode="auto">
            <a:xfrm>
              <a:off x="0" y="185109"/>
              <a:ext cx="304069" cy="120723"/>
            </a:xfrm>
            <a:custGeom>
              <a:avLst/>
              <a:gdLst>
                <a:gd name="T0" fmla="*/ 2147483647 w 141"/>
                <a:gd name="T1" fmla="*/ 0 h 56"/>
                <a:gd name="T2" fmla="*/ 2147483647 w 141"/>
                <a:gd name="T3" fmla="*/ 0 h 56"/>
                <a:gd name="T4" fmla="*/ 0 w 141"/>
                <a:gd name="T5" fmla="*/ 2147483647 h 56"/>
                <a:gd name="T6" fmla="*/ 0 w 141"/>
                <a:gd name="T7" fmla="*/ 2147483647 h 56"/>
                <a:gd name="T8" fmla="*/ 2147483647 w 141"/>
                <a:gd name="T9" fmla="*/ 2147483647 h 56"/>
                <a:gd name="T10" fmla="*/ 2147483647 w 141"/>
                <a:gd name="T11" fmla="*/ 2147483647 h 56"/>
                <a:gd name="T12" fmla="*/ 2147483647 w 141"/>
                <a:gd name="T13" fmla="*/ 2147483647 h 56"/>
                <a:gd name="T14" fmla="*/ 2147483647 w 141"/>
                <a:gd name="T15" fmla="*/ 2147483647 h 56"/>
                <a:gd name="T16" fmla="*/ 2147483647 w 141"/>
                <a:gd name="T17" fmla="*/ 0 h 5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41"/>
                <a:gd name="T28" fmla="*/ 0 h 56"/>
                <a:gd name="T29" fmla="*/ 141 w 141"/>
                <a:gd name="T30" fmla="*/ 56 h 5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41" h="56">
                  <a:moveTo>
                    <a:pt x="135" y="0"/>
                  </a:moveTo>
                  <a:cubicBezTo>
                    <a:pt x="31" y="0"/>
                    <a:pt x="31" y="0"/>
                    <a:pt x="31" y="0"/>
                  </a:cubicBezTo>
                  <a:cubicBezTo>
                    <a:pt x="14" y="0"/>
                    <a:pt x="0" y="14"/>
                    <a:pt x="0" y="31"/>
                  </a:cubicBezTo>
                  <a:cubicBezTo>
                    <a:pt x="0" y="47"/>
                    <a:pt x="0" y="47"/>
                    <a:pt x="0" y="47"/>
                  </a:cubicBezTo>
                  <a:cubicBezTo>
                    <a:pt x="1" y="52"/>
                    <a:pt x="6" y="56"/>
                    <a:pt x="12" y="56"/>
                  </a:cubicBezTo>
                  <a:cubicBezTo>
                    <a:pt x="129" y="56"/>
                    <a:pt x="129" y="56"/>
                    <a:pt x="129" y="56"/>
                  </a:cubicBezTo>
                  <a:cubicBezTo>
                    <a:pt x="135" y="56"/>
                    <a:pt x="140" y="52"/>
                    <a:pt x="141" y="47"/>
                  </a:cubicBezTo>
                  <a:cubicBezTo>
                    <a:pt x="141" y="6"/>
                    <a:pt x="141" y="6"/>
                    <a:pt x="141" y="6"/>
                  </a:cubicBezTo>
                  <a:cubicBezTo>
                    <a:pt x="141" y="3"/>
                    <a:pt x="138" y="0"/>
                    <a:pt x="135" y="0"/>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480" name="Freeform 804"/>
            <p:cNvSpPr>
              <a:spLocks noChangeArrowheads="1"/>
            </p:cNvSpPr>
            <p:nvPr/>
          </p:nvSpPr>
          <p:spPr bwMode="auto">
            <a:xfrm>
              <a:off x="577934" y="305832"/>
              <a:ext cx="80548" cy="301808"/>
            </a:xfrm>
            <a:custGeom>
              <a:avLst/>
              <a:gdLst>
                <a:gd name="T0" fmla="*/ 0 w 38"/>
                <a:gd name="T1" fmla="*/ 0 h 140"/>
                <a:gd name="T2" fmla="*/ 0 w 38"/>
                <a:gd name="T3" fmla="*/ 2147483647 h 140"/>
                <a:gd name="T4" fmla="*/ 2147483647 w 38"/>
                <a:gd name="T5" fmla="*/ 2147483647 h 140"/>
                <a:gd name="T6" fmla="*/ 2147483647 w 38"/>
                <a:gd name="T7" fmla="*/ 2147483647 h 140"/>
                <a:gd name="T8" fmla="*/ 2147483647 w 38"/>
                <a:gd name="T9" fmla="*/ 2147483647 h 140"/>
                <a:gd name="T10" fmla="*/ 2147483647 w 38"/>
                <a:gd name="T11" fmla="*/ 0 h 140"/>
                <a:gd name="T12" fmla="*/ 0 w 38"/>
                <a:gd name="T13" fmla="*/ 0 h 140"/>
                <a:gd name="T14" fmla="*/ 0 60000 65536"/>
                <a:gd name="T15" fmla="*/ 0 60000 65536"/>
                <a:gd name="T16" fmla="*/ 0 60000 65536"/>
                <a:gd name="T17" fmla="*/ 0 60000 65536"/>
                <a:gd name="T18" fmla="*/ 0 60000 65536"/>
                <a:gd name="T19" fmla="*/ 0 60000 65536"/>
                <a:gd name="T20" fmla="*/ 0 60000 65536"/>
                <a:gd name="T21" fmla="*/ 0 w 38"/>
                <a:gd name="T22" fmla="*/ 0 h 140"/>
                <a:gd name="T23" fmla="*/ 38 w 38"/>
                <a:gd name="T24" fmla="*/ 140 h 14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8" h="140">
                  <a:moveTo>
                    <a:pt x="0" y="0"/>
                  </a:moveTo>
                  <a:cubicBezTo>
                    <a:pt x="0" y="127"/>
                    <a:pt x="0" y="127"/>
                    <a:pt x="0" y="127"/>
                  </a:cubicBezTo>
                  <a:cubicBezTo>
                    <a:pt x="0" y="134"/>
                    <a:pt x="6" y="140"/>
                    <a:pt x="13" y="140"/>
                  </a:cubicBezTo>
                  <a:cubicBezTo>
                    <a:pt x="26" y="140"/>
                    <a:pt x="26" y="140"/>
                    <a:pt x="26" y="140"/>
                  </a:cubicBezTo>
                  <a:cubicBezTo>
                    <a:pt x="32" y="140"/>
                    <a:pt x="38" y="134"/>
                    <a:pt x="38" y="127"/>
                  </a:cubicBezTo>
                  <a:cubicBezTo>
                    <a:pt x="38" y="0"/>
                    <a:pt x="38" y="0"/>
                    <a:pt x="38" y="0"/>
                  </a:cubicBezTo>
                  <a:lnTo>
                    <a:pt x="0" y="0"/>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481" name="Freeform 805"/>
            <p:cNvSpPr>
              <a:spLocks noChangeArrowheads="1"/>
            </p:cNvSpPr>
            <p:nvPr/>
          </p:nvSpPr>
          <p:spPr bwMode="auto">
            <a:xfrm>
              <a:off x="577934" y="0"/>
              <a:ext cx="80548" cy="305832"/>
            </a:xfrm>
            <a:custGeom>
              <a:avLst/>
              <a:gdLst>
                <a:gd name="T0" fmla="*/ 2147483647 w 38"/>
                <a:gd name="T1" fmla="*/ 2147483647 h 142"/>
                <a:gd name="T2" fmla="*/ 2147483647 w 38"/>
                <a:gd name="T3" fmla="*/ 0 h 142"/>
                <a:gd name="T4" fmla="*/ 2147483647 w 38"/>
                <a:gd name="T5" fmla="*/ 0 h 142"/>
                <a:gd name="T6" fmla="*/ 0 w 38"/>
                <a:gd name="T7" fmla="*/ 2147483647 h 142"/>
                <a:gd name="T8" fmla="*/ 0 w 38"/>
                <a:gd name="T9" fmla="*/ 2147483647 h 142"/>
                <a:gd name="T10" fmla="*/ 2147483647 w 38"/>
                <a:gd name="T11" fmla="*/ 2147483647 h 142"/>
                <a:gd name="T12" fmla="*/ 2147483647 w 38"/>
                <a:gd name="T13" fmla="*/ 2147483647 h 142"/>
                <a:gd name="T14" fmla="*/ 0 60000 65536"/>
                <a:gd name="T15" fmla="*/ 0 60000 65536"/>
                <a:gd name="T16" fmla="*/ 0 60000 65536"/>
                <a:gd name="T17" fmla="*/ 0 60000 65536"/>
                <a:gd name="T18" fmla="*/ 0 60000 65536"/>
                <a:gd name="T19" fmla="*/ 0 60000 65536"/>
                <a:gd name="T20" fmla="*/ 0 60000 65536"/>
                <a:gd name="T21" fmla="*/ 0 w 38"/>
                <a:gd name="T22" fmla="*/ 0 h 142"/>
                <a:gd name="T23" fmla="*/ 38 w 38"/>
                <a:gd name="T24" fmla="*/ 142 h 14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8" h="142">
                  <a:moveTo>
                    <a:pt x="38" y="13"/>
                  </a:moveTo>
                  <a:cubicBezTo>
                    <a:pt x="38" y="6"/>
                    <a:pt x="32" y="0"/>
                    <a:pt x="26" y="0"/>
                  </a:cubicBezTo>
                  <a:cubicBezTo>
                    <a:pt x="13" y="0"/>
                    <a:pt x="13" y="0"/>
                    <a:pt x="13" y="0"/>
                  </a:cubicBezTo>
                  <a:cubicBezTo>
                    <a:pt x="6" y="0"/>
                    <a:pt x="0" y="6"/>
                    <a:pt x="0" y="13"/>
                  </a:cubicBezTo>
                  <a:cubicBezTo>
                    <a:pt x="0" y="142"/>
                    <a:pt x="0" y="142"/>
                    <a:pt x="0" y="142"/>
                  </a:cubicBezTo>
                  <a:cubicBezTo>
                    <a:pt x="38" y="142"/>
                    <a:pt x="38" y="142"/>
                    <a:pt x="38" y="142"/>
                  </a:cubicBezTo>
                  <a:lnTo>
                    <a:pt x="38" y="13"/>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482" name="Freeform 806"/>
            <p:cNvSpPr>
              <a:spLocks noChangeArrowheads="1"/>
            </p:cNvSpPr>
            <p:nvPr/>
          </p:nvSpPr>
          <p:spPr bwMode="auto">
            <a:xfrm>
              <a:off x="304069" y="191144"/>
              <a:ext cx="16110" cy="225350"/>
            </a:xfrm>
            <a:custGeom>
              <a:avLst/>
              <a:gdLst>
                <a:gd name="T0" fmla="*/ 0 w 7"/>
                <a:gd name="T1" fmla="*/ 2147483647 h 104"/>
                <a:gd name="T2" fmla="*/ 2147483647 w 7"/>
                <a:gd name="T3" fmla="*/ 2147483647 h 104"/>
                <a:gd name="T4" fmla="*/ 2147483647 w 7"/>
                <a:gd name="T5" fmla="*/ 0 h 104"/>
                <a:gd name="T6" fmla="*/ 0 w 7"/>
                <a:gd name="T7" fmla="*/ 2147483647 h 104"/>
                <a:gd name="T8" fmla="*/ 0 w 7"/>
                <a:gd name="T9" fmla="*/ 2147483647 h 104"/>
                <a:gd name="T10" fmla="*/ 0 60000 65536"/>
                <a:gd name="T11" fmla="*/ 0 60000 65536"/>
                <a:gd name="T12" fmla="*/ 0 60000 65536"/>
                <a:gd name="T13" fmla="*/ 0 60000 65536"/>
                <a:gd name="T14" fmla="*/ 0 60000 65536"/>
                <a:gd name="T15" fmla="*/ 0 w 7"/>
                <a:gd name="T16" fmla="*/ 0 h 104"/>
                <a:gd name="T17" fmla="*/ 7 w 7"/>
                <a:gd name="T18" fmla="*/ 104 h 104"/>
              </a:gdLst>
              <a:ahLst/>
              <a:cxnLst>
                <a:cxn ang="T10">
                  <a:pos x="T0" y="T1"/>
                </a:cxn>
                <a:cxn ang="T11">
                  <a:pos x="T2" y="T3"/>
                </a:cxn>
                <a:cxn ang="T12">
                  <a:pos x="T4" y="T5"/>
                </a:cxn>
                <a:cxn ang="T13">
                  <a:pos x="T6" y="T7"/>
                </a:cxn>
                <a:cxn ang="T14">
                  <a:pos x="T8" y="T9"/>
                </a:cxn>
              </a:cxnLst>
              <a:rect l="T15" t="T16" r="T17" b="T18"/>
              <a:pathLst>
                <a:path w="7" h="104">
                  <a:moveTo>
                    <a:pt x="0" y="102"/>
                  </a:moveTo>
                  <a:cubicBezTo>
                    <a:pt x="2" y="102"/>
                    <a:pt x="5" y="103"/>
                    <a:pt x="7" y="104"/>
                  </a:cubicBezTo>
                  <a:cubicBezTo>
                    <a:pt x="7" y="0"/>
                    <a:pt x="7" y="0"/>
                    <a:pt x="7" y="0"/>
                  </a:cubicBezTo>
                  <a:cubicBezTo>
                    <a:pt x="5" y="1"/>
                    <a:pt x="2" y="2"/>
                    <a:pt x="0" y="2"/>
                  </a:cubicBezTo>
                  <a:lnTo>
                    <a:pt x="0" y="102"/>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gr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矩形 70"/>
          <p:cNvSpPr/>
          <p:nvPr/>
        </p:nvSpPr>
        <p:spPr>
          <a:xfrm>
            <a:off x="17961936" y="607033"/>
            <a:ext cx="304799" cy="828221"/>
          </a:xfrm>
          <a:prstGeom prst="rect">
            <a:avLst/>
          </a:prstGeom>
          <a:solidFill>
            <a:srgbClr val="F024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p>
        </p:txBody>
      </p:sp>
      <p:sp>
        <p:nvSpPr>
          <p:cNvPr id="72" name="矩形 71"/>
          <p:cNvSpPr/>
          <p:nvPr/>
        </p:nvSpPr>
        <p:spPr>
          <a:xfrm>
            <a:off x="17831306" y="607033"/>
            <a:ext cx="79828" cy="828221"/>
          </a:xfrm>
          <a:prstGeom prst="rect">
            <a:avLst/>
          </a:prstGeom>
          <a:solidFill>
            <a:srgbClr val="F024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p>
        </p:txBody>
      </p:sp>
      <p:sp>
        <p:nvSpPr>
          <p:cNvPr id="73" name="文本框 72"/>
          <p:cNvSpPr txBox="1"/>
          <p:nvPr/>
        </p:nvSpPr>
        <p:spPr>
          <a:xfrm>
            <a:off x="16922977" y="604257"/>
            <a:ext cx="947405" cy="829945"/>
          </a:xfrm>
          <a:prstGeom prst="rect">
            <a:avLst/>
          </a:prstGeom>
          <a:noFill/>
        </p:spPr>
        <p:txBody>
          <a:bodyPr wrap="square" rtlCol="0">
            <a:spAutoFit/>
          </a:bodyPr>
          <a:lstStyle/>
          <a:p>
            <a:r>
              <a:rPr lang="en-US" altLang="vi-VN" sz="4800" dirty="0" smtClean="0">
                <a:solidFill>
                  <a:schemeClr val="bg1"/>
                </a:solidFill>
                <a:latin typeface="Microsoft YaHei" panose="020B0503020204020204" pitchFamily="34" charset="-122"/>
                <a:ea typeface="Microsoft YaHei" panose="020B0503020204020204" pitchFamily="34" charset="-122"/>
              </a:rPr>
              <a:t>18</a:t>
            </a:r>
            <a:endParaRPr lang="vi-VN" altLang="en-US" sz="4800" dirty="0" smtClean="0">
              <a:solidFill>
                <a:schemeClr val="bg1"/>
              </a:solidFill>
              <a:latin typeface="Microsoft YaHei" panose="020B0503020204020204" pitchFamily="34" charset="-122"/>
              <a:ea typeface="Microsoft YaHei" panose="020B0503020204020204" pitchFamily="34" charset="-122"/>
            </a:endParaRPr>
          </a:p>
        </p:txBody>
      </p:sp>
      <p:grpSp>
        <p:nvGrpSpPr>
          <p:cNvPr id="4" name="组合 3"/>
          <p:cNvGrpSpPr/>
          <p:nvPr/>
        </p:nvGrpSpPr>
        <p:grpSpPr>
          <a:xfrm>
            <a:off x="14187805" y="7916545"/>
            <a:ext cx="4548505" cy="2686685"/>
            <a:chOff x="11519983" y="5270056"/>
            <a:chExt cx="5829924" cy="3299229"/>
          </a:xfrm>
        </p:grpSpPr>
        <p:grpSp>
          <p:nvGrpSpPr>
            <p:cNvPr id="97" name="组合 96"/>
            <p:cNvGrpSpPr/>
            <p:nvPr/>
          </p:nvGrpSpPr>
          <p:grpSpPr>
            <a:xfrm rot="5400000">
              <a:off x="12785331" y="4004708"/>
              <a:ext cx="3299229" cy="5829924"/>
              <a:chOff x="4862722" y="-238122"/>
              <a:chExt cx="3541407" cy="6152922"/>
            </a:xfrm>
          </p:grpSpPr>
          <p:grpSp>
            <p:nvGrpSpPr>
              <p:cNvPr id="98" name="组合 97"/>
              <p:cNvGrpSpPr/>
              <p:nvPr/>
            </p:nvGrpSpPr>
            <p:grpSpPr>
              <a:xfrm>
                <a:off x="4862722" y="-238122"/>
                <a:ext cx="3541407" cy="6152922"/>
                <a:chOff x="4862722" y="-238122"/>
                <a:chExt cx="3541407" cy="6152922"/>
              </a:xfrm>
              <a:effectLst>
                <a:outerShdw blurRad="203200" dist="101600" dir="2700000" algn="ctr" rotWithShape="0">
                  <a:schemeClr val="tx1">
                    <a:alpha val="40000"/>
                  </a:schemeClr>
                </a:outerShdw>
              </a:effectLst>
            </p:grpSpPr>
            <p:grpSp>
              <p:nvGrpSpPr>
                <p:cNvPr id="108" name="组合 107"/>
                <p:cNvGrpSpPr/>
                <p:nvPr/>
              </p:nvGrpSpPr>
              <p:grpSpPr>
                <a:xfrm>
                  <a:off x="7282083" y="1812626"/>
                  <a:ext cx="45719" cy="310161"/>
                  <a:chOff x="8020452" y="2062264"/>
                  <a:chExt cx="150782" cy="787940"/>
                </a:xfrm>
              </p:grpSpPr>
              <p:sp>
                <p:nvSpPr>
                  <p:cNvPr id="127" name="圆角矩形 126"/>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8" name="圆角矩形 127"/>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09" name="组合 108"/>
                <p:cNvGrpSpPr/>
                <p:nvPr/>
              </p:nvGrpSpPr>
              <p:grpSpPr>
                <a:xfrm>
                  <a:off x="4862722" y="2122787"/>
                  <a:ext cx="45719" cy="239059"/>
                  <a:chOff x="8020452" y="2062264"/>
                  <a:chExt cx="150782" cy="787940"/>
                </a:xfrm>
              </p:grpSpPr>
              <p:sp>
                <p:nvSpPr>
                  <p:cNvPr id="125" name="圆角矩形 124"/>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6" name="圆角矩形 125"/>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0" name="组合 109"/>
                <p:cNvGrpSpPr/>
                <p:nvPr/>
              </p:nvGrpSpPr>
              <p:grpSpPr>
                <a:xfrm>
                  <a:off x="4862722" y="1812626"/>
                  <a:ext cx="45719" cy="239059"/>
                  <a:chOff x="8020452" y="2062264"/>
                  <a:chExt cx="150782" cy="787940"/>
                </a:xfrm>
              </p:grpSpPr>
              <p:sp>
                <p:nvSpPr>
                  <p:cNvPr id="123" name="圆角矩形 122"/>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4" name="圆角矩形 123"/>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1" name="组合 110"/>
                <p:cNvGrpSpPr/>
                <p:nvPr/>
              </p:nvGrpSpPr>
              <p:grpSpPr>
                <a:xfrm>
                  <a:off x="4862722" y="1543685"/>
                  <a:ext cx="45719" cy="117603"/>
                  <a:chOff x="8020452" y="2062264"/>
                  <a:chExt cx="150782" cy="787940"/>
                </a:xfrm>
              </p:grpSpPr>
              <p:sp>
                <p:nvSpPr>
                  <p:cNvPr id="121" name="圆角矩形 120"/>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2" name="圆角矩形 121"/>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2" name="圆角矩形 111"/>
                <p:cNvSpPr/>
                <p:nvPr/>
              </p:nvSpPr>
              <p:spPr>
                <a:xfrm>
                  <a:off x="4890000" y="943200"/>
                  <a:ext cx="2412000" cy="4971600"/>
                </a:xfrm>
                <a:prstGeom prst="roundRect">
                  <a:avLst>
                    <a:gd name="adj" fmla="val 7335"/>
                  </a:avLst>
                </a:prstGeom>
                <a:solidFill>
                  <a:srgbClr val="404040"/>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3" name="圆角矩形 112"/>
                <p:cNvSpPr/>
                <p:nvPr/>
              </p:nvSpPr>
              <p:spPr>
                <a:xfrm>
                  <a:off x="4926000" y="979200"/>
                  <a:ext cx="2340000" cy="4899600"/>
                </a:xfrm>
                <a:prstGeom prst="roundRect">
                  <a:avLst>
                    <a:gd name="adj" fmla="val 7335"/>
                  </a:avLst>
                </a:prstGeom>
                <a:solidFill>
                  <a:srgbClr val="05050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4" name="矩形 113"/>
                <p:cNvSpPr/>
                <p:nvPr/>
              </p:nvSpPr>
              <p:spPr>
                <a:xfrm>
                  <a:off x="5034000" y="1540800"/>
                  <a:ext cx="2124000" cy="377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5" name="圆角矩形 114"/>
                <p:cNvSpPr/>
                <p:nvPr/>
              </p:nvSpPr>
              <p:spPr>
                <a:xfrm>
                  <a:off x="5901599" y="1206000"/>
                  <a:ext cx="388800" cy="36000"/>
                </a:xfrm>
                <a:prstGeom prst="roundRect">
                  <a:avLst>
                    <a:gd name="adj" fmla="val 50000"/>
                  </a:avLst>
                </a:prstGeom>
                <a:solidFill>
                  <a:srgbClr val="0D0D0D"/>
                </a:solidFill>
                <a:ln>
                  <a:noFill/>
                </a:ln>
                <a:scene3d>
                  <a:camera prst="orthographicFront"/>
                  <a:lightRig rig="threePt" dir="t"/>
                </a:scene3d>
                <a:sp3d>
                  <a:bevelT w="69850" h="50800" prst="coolSlan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16" name="组合 115"/>
                <p:cNvGrpSpPr/>
                <p:nvPr/>
              </p:nvGrpSpPr>
              <p:grpSpPr>
                <a:xfrm>
                  <a:off x="5905200" y="5406664"/>
                  <a:ext cx="381600" cy="381600"/>
                  <a:chOff x="5905200" y="3238200"/>
                  <a:chExt cx="381600" cy="381600"/>
                </a:xfrm>
              </p:grpSpPr>
              <p:sp>
                <p:nvSpPr>
                  <p:cNvPr id="119" name="椭圆 118"/>
                  <p:cNvSpPr/>
                  <p:nvPr/>
                </p:nvSpPr>
                <p:spPr>
                  <a:xfrm>
                    <a:off x="5905200" y="3238200"/>
                    <a:ext cx="381600" cy="381600"/>
                  </a:xfrm>
                  <a:prstGeom prst="ellipse">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0" name="椭圆 119"/>
                  <p:cNvSpPr/>
                  <p:nvPr/>
                </p:nvSpPr>
                <p:spPr>
                  <a:xfrm>
                    <a:off x="5932200" y="3265200"/>
                    <a:ext cx="327600" cy="3276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7" name="圆角矩形 116"/>
                <p:cNvSpPr/>
                <p:nvPr/>
              </p:nvSpPr>
              <p:spPr>
                <a:xfrm>
                  <a:off x="4883060" y="952391"/>
                  <a:ext cx="2376000" cy="4952144"/>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8" name="圆角矩形 117"/>
                <p:cNvSpPr/>
                <p:nvPr/>
              </p:nvSpPr>
              <p:spPr>
                <a:xfrm>
                  <a:off x="6028129" y="-238122"/>
                  <a:ext cx="2376000" cy="4935600"/>
                </a:xfrm>
                <a:prstGeom prst="roundRect">
                  <a:avLst>
                    <a:gd name="adj" fmla="val 7335"/>
                  </a:avLst>
                </a:prstGeom>
                <a:gradFill flip="none" rotWithShape="1">
                  <a:gsLst>
                    <a:gs pos="0">
                      <a:srgbClr val="FFFFFF">
                        <a:alpha val="18000"/>
                      </a:srgbClr>
                    </a:gs>
                    <a:gs pos="5000">
                      <a:srgbClr val="FFFFFF">
                        <a:alpha val="0"/>
                      </a:srgb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99" name="组合 98"/>
              <p:cNvGrpSpPr/>
              <p:nvPr/>
            </p:nvGrpSpPr>
            <p:grpSpPr>
              <a:xfrm>
                <a:off x="6856135" y="1608679"/>
                <a:ext cx="156128" cy="54425"/>
                <a:chOff x="6770056" y="1608698"/>
                <a:chExt cx="156128" cy="65855"/>
              </a:xfrm>
            </p:grpSpPr>
            <p:sp>
              <p:nvSpPr>
                <p:cNvPr id="105" name="矩形 104"/>
                <p:cNvSpPr/>
                <p:nvPr/>
              </p:nvSpPr>
              <p:spPr>
                <a:xfrm>
                  <a:off x="6770056" y="1608698"/>
                  <a:ext cx="146501" cy="65855"/>
                </a:xfrm>
                <a:prstGeom prst="rect">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6" name="矩形 105"/>
                <p:cNvSpPr/>
                <p:nvPr/>
              </p:nvSpPr>
              <p:spPr>
                <a:xfrm>
                  <a:off x="6916234" y="1633796"/>
                  <a:ext cx="9950" cy="16633"/>
                </a:xfrm>
                <a:prstGeom prst="rect">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7" name="矩形 106"/>
                <p:cNvSpPr/>
                <p:nvPr/>
              </p:nvSpPr>
              <p:spPr>
                <a:xfrm>
                  <a:off x="6770056" y="1608699"/>
                  <a:ext cx="83493" cy="6585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0" name="椭圆 99"/>
              <p:cNvSpPr/>
              <p:nvPr/>
            </p:nvSpPr>
            <p:spPr>
              <a:xfrm>
                <a:off x="5123906"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1" name="椭圆 100"/>
              <p:cNvSpPr/>
              <p:nvPr/>
            </p:nvSpPr>
            <p:spPr>
              <a:xfrm>
                <a:off x="5176565"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2" name="椭圆 101"/>
              <p:cNvSpPr/>
              <p:nvPr/>
            </p:nvSpPr>
            <p:spPr>
              <a:xfrm>
                <a:off x="5224538"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3" name="椭圆 102"/>
              <p:cNvSpPr/>
              <p:nvPr/>
            </p:nvSpPr>
            <p:spPr>
              <a:xfrm>
                <a:off x="5274547"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 name="椭圆 103"/>
              <p:cNvSpPr/>
              <p:nvPr/>
            </p:nvSpPr>
            <p:spPr>
              <a:xfrm>
                <a:off x="5324640" y="1619118"/>
                <a:ext cx="41564" cy="41564"/>
              </a:xfrm>
              <a:prstGeom prst="ellipse">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38" name="矩形 137"/>
            <p:cNvSpPr/>
            <p:nvPr/>
          </p:nvSpPr>
          <p:spPr bwMode="auto">
            <a:xfrm rot="16200000">
              <a:off x="12870306" y="4596683"/>
              <a:ext cx="1987572" cy="3635808"/>
            </a:xfrm>
            <a:prstGeom prst="rect">
              <a:avLst/>
            </a:prstGeom>
            <a:solidFill>
              <a:srgbClr val="2B7FB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 typeface="Arial" panose="020B0604020202020204" pitchFamily="34" charset="0"/>
                <a:buNone/>
                <a:defRPr/>
              </a:pPr>
              <a:endParaRPr lang="zh-CN" altLang="en-US"/>
            </a:p>
          </p:txBody>
        </p:sp>
        <p:grpSp>
          <p:nvGrpSpPr>
            <p:cNvPr id="141" name="组合 2"/>
            <p:cNvGrpSpPr/>
            <p:nvPr/>
          </p:nvGrpSpPr>
          <p:grpSpPr bwMode="auto">
            <a:xfrm>
              <a:off x="13580951" y="5774163"/>
              <a:ext cx="608013" cy="619125"/>
              <a:chOff x="7938529" y="3078391"/>
              <a:chExt cx="607404" cy="617990"/>
            </a:xfrm>
          </p:grpSpPr>
          <p:sp>
            <p:nvSpPr>
              <p:cNvPr id="142" name="object 5"/>
              <p:cNvSpPr/>
              <p:nvPr/>
            </p:nvSpPr>
            <p:spPr bwMode="auto">
              <a:xfrm>
                <a:off x="8052890" y="3078391"/>
                <a:ext cx="137478" cy="276999"/>
              </a:xfrm>
              <a:custGeom>
                <a:avLst/>
                <a:gdLst>
                  <a:gd name="T0" fmla="*/ 17874 w 226695"/>
                  <a:gd name="T1" fmla="*/ 0 h 262254"/>
                  <a:gd name="T2" fmla="*/ 0 w 226695"/>
                  <a:gd name="T3" fmla="*/ 197759 h 262254"/>
                  <a:gd name="T4" fmla="*/ 30590 w 226695"/>
                  <a:gd name="T5" fmla="*/ 326123 h 262254"/>
                  <a:gd name="T6" fmla="*/ 17874 w 226695"/>
                  <a:gd name="T7" fmla="*/ 0 h 26225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26695" h="262254">
                    <a:moveTo>
                      <a:pt x="132153" y="0"/>
                    </a:moveTo>
                    <a:lnTo>
                      <a:pt x="0" y="158895"/>
                    </a:lnTo>
                    <a:lnTo>
                      <a:pt x="226160" y="262033"/>
                    </a:lnTo>
                    <a:lnTo>
                      <a:pt x="132153" y="0"/>
                    </a:lnTo>
                    <a:close/>
                  </a:path>
                </a:pathLst>
              </a:custGeom>
              <a:solidFill>
                <a:srgbClr val="4ABA92"/>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3" name="object 6"/>
              <p:cNvSpPr/>
              <p:nvPr/>
            </p:nvSpPr>
            <p:spPr bwMode="auto">
              <a:xfrm>
                <a:off x="8090831" y="3419382"/>
                <a:ext cx="363912" cy="276999"/>
              </a:xfrm>
              <a:custGeom>
                <a:avLst/>
                <a:gdLst>
                  <a:gd name="T0" fmla="*/ 50573 w 600075"/>
                  <a:gd name="T1" fmla="*/ 0 h 479425"/>
                  <a:gd name="T2" fmla="*/ 0 w 600075"/>
                  <a:gd name="T3" fmla="*/ 50100 h 479425"/>
                  <a:gd name="T4" fmla="*/ 60332 w 600075"/>
                  <a:gd name="T5" fmla="*/ 53398 h 479425"/>
                  <a:gd name="T6" fmla="*/ 81164 w 600075"/>
                  <a:gd name="T7" fmla="*/ 11494 h 479425"/>
                  <a:gd name="T8" fmla="*/ 50573 w 600075"/>
                  <a:gd name="T9" fmla="*/ 0 h 4794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00075" h="479425">
                    <a:moveTo>
                      <a:pt x="373904" y="0"/>
                    </a:moveTo>
                    <a:lnTo>
                      <a:pt x="0" y="449588"/>
                    </a:lnTo>
                    <a:lnTo>
                      <a:pt x="446049" y="479179"/>
                    </a:lnTo>
                    <a:lnTo>
                      <a:pt x="600065" y="103138"/>
                    </a:lnTo>
                    <a:lnTo>
                      <a:pt x="373904" y="0"/>
                    </a:lnTo>
                    <a:close/>
                  </a:path>
                </a:pathLst>
              </a:custGeom>
              <a:solidFill>
                <a:srgbClr val="F94C07"/>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4" name="object 7"/>
              <p:cNvSpPr/>
              <p:nvPr/>
            </p:nvSpPr>
            <p:spPr bwMode="auto">
              <a:xfrm>
                <a:off x="8161226" y="3175050"/>
                <a:ext cx="384707" cy="276999"/>
              </a:xfrm>
              <a:custGeom>
                <a:avLst/>
                <a:gdLst>
                  <a:gd name="T0" fmla="*/ 0 w 634365"/>
                  <a:gd name="T1" fmla="*/ 0 h 229235"/>
                  <a:gd name="T2" fmla="*/ 67888 w 634365"/>
                  <a:gd name="T3" fmla="*/ 488025 h 229235"/>
                  <a:gd name="T4" fmla="*/ 85762 w 634365"/>
                  <a:gd name="T5" fmla="*/ 149257 h 229235"/>
                  <a:gd name="T6" fmla="*/ 0 w 634365"/>
                  <a:gd name="T7" fmla="*/ 0 h 22923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34365" h="229235">
                    <a:moveTo>
                      <a:pt x="0" y="0"/>
                    </a:moveTo>
                    <a:lnTo>
                      <a:pt x="501911" y="228904"/>
                    </a:lnTo>
                    <a:lnTo>
                      <a:pt x="634064" y="70008"/>
                    </a:lnTo>
                    <a:lnTo>
                      <a:pt x="0" y="0"/>
                    </a:lnTo>
                    <a:close/>
                  </a:path>
                </a:pathLst>
              </a:custGeom>
              <a:solidFill>
                <a:srgbClr val="1F4E79"/>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5" name="object 8"/>
              <p:cNvSpPr/>
              <p:nvPr/>
            </p:nvSpPr>
            <p:spPr bwMode="auto">
              <a:xfrm>
                <a:off x="7945652" y="3216890"/>
                <a:ext cx="145179" cy="193317"/>
              </a:xfrm>
              <a:custGeom>
                <a:avLst/>
                <a:gdLst>
                  <a:gd name="T0" fmla="*/ 19983 w 200025"/>
                  <a:gd name="T1" fmla="*/ 0 h 678814"/>
                  <a:gd name="T2" fmla="*/ 0 w 200025"/>
                  <a:gd name="T3" fmla="*/ 2184 h 678814"/>
                  <a:gd name="T4" fmla="*/ 55509 w 200025"/>
                  <a:gd name="T5" fmla="*/ 4463 h 678814"/>
                  <a:gd name="T6" fmla="*/ 19983 w 200025"/>
                  <a:gd name="T7" fmla="*/ 0 h 6788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0025" h="678814">
                    <a:moveTo>
                      <a:pt x="72008" y="0"/>
                    </a:moveTo>
                    <a:lnTo>
                      <a:pt x="0" y="332031"/>
                    </a:lnTo>
                    <a:lnTo>
                      <a:pt x="200025" y="678481"/>
                    </a:lnTo>
                    <a:lnTo>
                      <a:pt x="72008" y="0"/>
                    </a:lnTo>
                    <a:close/>
                  </a:path>
                </a:pathLst>
              </a:custGeom>
              <a:solidFill>
                <a:srgbClr val="00B050"/>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6" name="object 9"/>
              <p:cNvSpPr/>
              <p:nvPr/>
            </p:nvSpPr>
            <p:spPr bwMode="auto">
              <a:xfrm>
                <a:off x="7938529" y="3379992"/>
                <a:ext cx="304607" cy="276999"/>
              </a:xfrm>
              <a:custGeom>
                <a:avLst/>
                <a:gdLst>
                  <a:gd name="T0" fmla="*/ 0 w 502284"/>
                  <a:gd name="T1" fmla="*/ 0 h 678814"/>
                  <a:gd name="T2" fmla="*/ 17315 w 502284"/>
                  <a:gd name="T3" fmla="*/ 18813 h 678814"/>
                  <a:gd name="T4" fmla="*/ 67889 w 502284"/>
                  <a:gd name="T5" fmla="*/ 6347 h 678814"/>
                  <a:gd name="T6" fmla="*/ 0 w 502284"/>
                  <a:gd name="T7" fmla="*/ 0 h 6788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02284" h="678814">
                    <a:moveTo>
                      <a:pt x="0" y="0"/>
                    </a:moveTo>
                    <a:lnTo>
                      <a:pt x="128017" y="678492"/>
                    </a:lnTo>
                    <a:lnTo>
                      <a:pt x="501921" y="228904"/>
                    </a:lnTo>
                    <a:lnTo>
                      <a:pt x="0" y="0"/>
                    </a:lnTo>
                    <a:close/>
                  </a:path>
                </a:pathLst>
              </a:custGeom>
              <a:solidFill>
                <a:srgbClr val="ED7D31"/>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grpSp>
        <p:sp>
          <p:nvSpPr>
            <p:cNvPr id="147" name="矩形 23"/>
            <p:cNvSpPr>
              <a:spLocks noChangeArrowheads="1"/>
            </p:cNvSpPr>
            <p:nvPr/>
          </p:nvSpPr>
          <p:spPr bwMode="auto">
            <a:xfrm>
              <a:off x="12758941" y="6563170"/>
              <a:ext cx="2303462" cy="50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2F6583"/>
                  </a:solidFill>
                  <a:bevel/>
                </a14:hiddenLine>
              </a:ext>
            </a:extLst>
          </p:spPr>
          <p:txBody>
            <a:bodyPr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SimSun"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SimSun"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SimSun"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9pPr>
            </a:lstStyle>
            <a:p>
              <a:pPr algn="ctr">
                <a:lnSpc>
                  <a:spcPct val="100000"/>
                </a:lnSpc>
                <a:spcBef>
                  <a:spcPct val="0"/>
                </a:spcBef>
                <a:buFont typeface="Arial" panose="020B0604020202020204" pitchFamily="34" charset="0"/>
                <a:buNone/>
              </a:pPr>
              <a:r>
                <a:rPr lang="vi-VN" altLang="zh-CN" sz="2500" dirty="0">
                  <a:solidFill>
                    <a:schemeClr val="bg1"/>
                  </a:solidFill>
                  <a:latin typeface="Impact" panose="020B0806030902050204" pitchFamily="34" charset="0"/>
                  <a:ea typeface="Microsoft YaHei" panose="020B0503020204020204" pitchFamily="34" charset="-122"/>
                  <a:sym typeface="Impact" panose="020B0806030902050204" pitchFamily="34" charset="0"/>
                </a:rPr>
                <a:t>Nhóm </a:t>
              </a:r>
              <a:r>
                <a:rPr lang="vi-VN" altLang="zh-CN" sz="2500" dirty="0">
                  <a:solidFill>
                    <a:schemeClr val="bg1"/>
                  </a:solidFill>
                  <a:latin typeface="Impact" panose="020B0806030902050204" pitchFamily="34" charset="0"/>
                  <a:ea typeface="Microsoft YaHei" panose="020B0503020204020204" pitchFamily="34" charset="-122"/>
                  <a:sym typeface="Impact" panose="020B0806030902050204" pitchFamily="34" charset="0"/>
                </a:rPr>
                <a:t>6</a:t>
              </a:r>
              <a:endParaRPr lang="vi-VN" altLang="zh-CN" sz="2500" dirty="0">
                <a:solidFill>
                  <a:schemeClr val="bg1"/>
                </a:solidFill>
                <a:latin typeface="Impact" panose="020B0806030902050204" pitchFamily="34" charset="0"/>
                <a:ea typeface="Microsoft YaHei" panose="020B0503020204020204" pitchFamily="34" charset="-122"/>
                <a:sym typeface="Impact" panose="020B0806030902050204" pitchFamily="34" charset="0"/>
              </a:endParaRPr>
            </a:p>
          </p:txBody>
        </p:sp>
      </p:grpSp>
      <p:sp>
        <p:nvSpPr>
          <p:cNvPr id="5" name="Rounded Rectangle 4"/>
          <p:cNvSpPr/>
          <p:nvPr/>
        </p:nvSpPr>
        <p:spPr>
          <a:xfrm>
            <a:off x="304800" y="638810"/>
            <a:ext cx="8768080" cy="802005"/>
          </a:xfrm>
          <a:prstGeom prst="roundRect">
            <a:avLst/>
          </a:prstGeom>
          <a:solidFill>
            <a:srgbClr val="F02424"/>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6" name="object 3"/>
          <p:cNvSpPr txBox="1">
            <a:spLocks noChangeArrowheads="1"/>
          </p:cNvSpPr>
          <p:nvPr/>
        </p:nvSpPr>
        <p:spPr bwMode="auto">
          <a:xfrm>
            <a:off x="1071880" y="730250"/>
            <a:ext cx="7847965" cy="615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marL="6350">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SimSun"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SimSun"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SimSun"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9pPr>
          </a:lstStyle>
          <a:p>
            <a:pPr algn="ctr">
              <a:lnSpc>
                <a:spcPct val="100000"/>
              </a:lnSpc>
              <a:spcBef>
                <a:spcPct val="0"/>
              </a:spcBef>
              <a:buFont typeface="Arial" panose="020B0604020202020204" pitchFamily="34" charset="0"/>
              <a:buNone/>
            </a:pPr>
            <a:r>
              <a:rPr lang="en-US" sz="4000" dirty="0">
                <a:solidFill>
                  <a:schemeClr val="bg1"/>
                </a:solidFill>
                <a:latin typeface="Times New Roman" panose="02020603050405020304" pitchFamily="18" charset="0"/>
                <a:ea typeface="DM Sans" pitchFamily="34" charset="-122"/>
                <a:cs typeface="Times New Roman" panose="02020603050405020304" pitchFamily="18" charset="0"/>
                <a:sym typeface="+mn-ea"/>
              </a:rPr>
              <a:t>Affine Cipher</a:t>
            </a:r>
            <a:endParaRPr lang="vi-VN" altLang="zh-CN" sz="4000" dirty="0" smtClean="0">
              <a:solidFill>
                <a:srgbClr val="FFFFFF"/>
              </a:solidFill>
              <a:latin typeface="Microsoft YaHei" panose="020B0503020204020204" pitchFamily="34" charset="-122"/>
              <a:ea typeface="Microsoft YaHei" panose="020B0503020204020204" pitchFamily="34" charset="-122"/>
              <a:sym typeface="+mn-ea"/>
            </a:endParaRPr>
          </a:p>
        </p:txBody>
      </p:sp>
      <p:sp>
        <p:nvSpPr>
          <p:cNvPr id="2" name="文本框 162"/>
          <p:cNvSpPr txBox="1"/>
          <p:nvPr/>
        </p:nvSpPr>
        <p:spPr>
          <a:xfrm>
            <a:off x="311150" y="1720850"/>
            <a:ext cx="17559020" cy="8301355"/>
          </a:xfrm>
          <a:prstGeom prst="rect">
            <a:avLst/>
          </a:prstGeom>
          <a:noFill/>
        </p:spPr>
        <p:txBody>
          <a:bodyPr wrap="square" rtlCol="0">
            <a:noAutofit/>
          </a:bodyPr>
          <a:p>
            <a:pPr lvl="0">
              <a:lnSpc>
                <a:spcPct val="150000"/>
              </a:lnSpc>
            </a:pPr>
            <a:r>
              <a:rPr lang="en-US" sz="3600" smtClean="0">
                <a:solidFill>
                  <a:schemeClr val="bg1"/>
                </a:solidFill>
                <a:effectLst/>
                <a:latin typeface="Times New Roman" panose="02020603050405020304" pitchFamily="18" charset="0"/>
                <a:ea typeface="Microsoft YaHei" panose="020B0503020204020204" pitchFamily="34" charset="-122"/>
                <a:cs typeface="Times New Roman" panose="02020603050405020304" pitchFamily="18" charset="0"/>
                <a:sym typeface="Arial" panose="020B0604020202020204"/>
              </a:rPr>
              <a:t>- Hệ mã Affine là một loại mã hóa đối xứng thuộc nhóm mã hóa theo phép dịch tuyến tính. Trong hệ mã này, mỗi ký tự trong bản rõ (plaintext) sẽ được biến đổi thành ký tự mã hóa (ciphertext) bằng một công thức tuyến tính phụ thuộc vào hai tham số: khóa a và b. </a:t>
            </a:r>
            <a:endParaRPr lang="en-US" sz="3600" smtClean="0">
              <a:solidFill>
                <a:schemeClr val="bg1"/>
              </a:solidFill>
              <a:effectLst/>
              <a:latin typeface="Times New Roman" panose="02020603050405020304" pitchFamily="18" charset="0"/>
              <a:ea typeface="Microsoft YaHei" panose="020B0503020204020204" pitchFamily="34" charset="-122"/>
              <a:cs typeface="Times New Roman" panose="02020603050405020304" pitchFamily="18" charset="0"/>
              <a:sym typeface="Arial" panose="020B0604020202020204"/>
            </a:endParaRPr>
          </a:p>
          <a:p>
            <a:pPr lvl="0">
              <a:lnSpc>
                <a:spcPct val="150000"/>
              </a:lnSpc>
            </a:pPr>
            <a:r>
              <a:rPr lang="en-US" sz="3600" smtClean="0">
                <a:solidFill>
                  <a:schemeClr val="bg1"/>
                </a:solidFill>
                <a:effectLst/>
                <a:latin typeface="Times New Roman" panose="02020603050405020304" pitchFamily="18" charset="0"/>
                <a:ea typeface="Microsoft YaHei" panose="020B0503020204020204" pitchFamily="34" charset="-122"/>
                <a:cs typeface="Times New Roman" panose="02020603050405020304" pitchFamily="18" charset="0"/>
                <a:sym typeface="Arial" panose="020B0604020202020204"/>
              </a:rPr>
              <a:t>- Khóa (a, b) trong mã hóa affine là một cặp số dùng để chuyển đổi một ký tự trong bảng chữ cái thành một ký tự khác theo công thức:</a:t>
            </a:r>
            <a:endParaRPr lang="en-US" sz="3600" smtClean="0">
              <a:solidFill>
                <a:schemeClr val="bg1"/>
              </a:solidFill>
              <a:effectLst/>
              <a:latin typeface="Times New Roman" panose="02020603050405020304" pitchFamily="18" charset="0"/>
              <a:ea typeface="Microsoft YaHei" panose="020B0503020204020204" pitchFamily="34" charset="-122"/>
              <a:cs typeface="Times New Roman" panose="02020603050405020304" pitchFamily="18" charset="0"/>
              <a:sym typeface="Arial" panose="020B0604020202020204"/>
            </a:endParaRPr>
          </a:p>
          <a:p>
            <a:pPr lvl="0" algn="ctr">
              <a:lnSpc>
                <a:spcPct val="150000"/>
              </a:lnSpc>
            </a:pPr>
            <a:r>
              <a:rPr lang="en-US" sz="3600" smtClean="0">
                <a:solidFill>
                  <a:schemeClr val="bg1"/>
                </a:solidFill>
                <a:effectLst/>
                <a:latin typeface="Times New Roman" panose="02020603050405020304" pitchFamily="18" charset="0"/>
                <a:ea typeface="Microsoft YaHei" panose="020B0503020204020204" pitchFamily="34" charset="-122"/>
                <a:cs typeface="Times New Roman" panose="02020603050405020304" pitchFamily="18" charset="0"/>
                <a:sym typeface="Arial" panose="020B0604020202020204"/>
              </a:rPr>
              <a:t>E(x)=(a*x+b)mod 26</a:t>
            </a:r>
            <a:endParaRPr lang="en-US" sz="3600" smtClean="0">
              <a:solidFill>
                <a:schemeClr val="bg1"/>
              </a:solidFill>
              <a:effectLst/>
              <a:latin typeface="Times New Roman" panose="02020603050405020304" pitchFamily="18" charset="0"/>
              <a:ea typeface="Microsoft YaHei" panose="020B0503020204020204" pitchFamily="34" charset="-122"/>
              <a:cs typeface="Times New Roman" panose="02020603050405020304" pitchFamily="18" charset="0"/>
              <a:sym typeface="Arial" panose="020B0604020202020204"/>
            </a:endParaRPr>
          </a:p>
          <a:p>
            <a:pPr lvl="0">
              <a:lnSpc>
                <a:spcPct val="150000"/>
              </a:lnSpc>
            </a:pPr>
            <a:r>
              <a:rPr lang="en-US" sz="3600" smtClean="0">
                <a:solidFill>
                  <a:schemeClr val="bg1"/>
                </a:solidFill>
                <a:effectLst/>
                <a:latin typeface="Times New Roman" panose="02020603050405020304" pitchFamily="18" charset="0"/>
                <a:ea typeface="Microsoft YaHei" panose="020B0503020204020204" pitchFamily="34" charset="-122"/>
                <a:cs typeface="Times New Roman" panose="02020603050405020304" pitchFamily="18" charset="0"/>
                <a:sym typeface="Arial" panose="020B0604020202020204"/>
              </a:rPr>
              <a:t>Trong đó :   E(x) là ký tự được mã hóa.</a:t>
            </a:r>
            <a:endParaRPr lang="en-US" sz="3600" smtClean="0">
              <a:solidFill>
                <a:schemeClr val="bg1"/>
              </a:solidFill>
              <a:effectLst/>
              <a:latin typeface="Times New Roman" panose="02020603050405020304" pitchFamily="18" charset="0"/>
              <a:ea typeface="Microsoft YaHei" panose="020B0503020204020204" pitchFamily="34" charset="-122"/>
              <a:cs typeface="Times New Roman" panose="02020603050405020304" pitchFamily="18" charset="0"/>
              <a:sym typeface="Arial" panose="020B0604020202020204"/>
            </a:endParaRPr>
          </a:p>
          <a:p>
            <a:pPr marL="1828800" lvl="4" indent="457200">
              <a:lnSpc>
                <a:spcPct val="150000"/>
              </a:lnSpc>
            </a:pPr>
            <a:r>
              <a:rPr lang="en-US" sz="3600" smtClean="0">
                <a:solidFill>
                  <a:schemeClr val="bg1"/>
                </a:solidFill>
                <a:effectLst/>
                <a:latin typeface="Times New Roman" panose="02020603050405020304" pitchFamily="18" charset="0"/>
                <a:ea typeface="Microsoft YaHei" panose="020B0503020204020204" pitchFamily="34" charset="-122"/>
                <a:cs typeface="Times New Roman" panose="02020603050405020304" pitchFamily="18" charset="0"/>
                <a:sym typeface="Arial" panose="020B0604020202020204"/>
              </a:rPr>
              <a:t>x là chỉ số của ký tự gốc.</a:t>
            </a:r>
            <a:endParaRPr lang="en-US" sz="3600" smtClean="0">
              <a:solidFill>
                <a:schemeClr val="bg1"/>
              </a:solidFill>
              <a:effectLst/>
              <a:latin typeface="Times New Roman" panose="02020603050405020304" pitchFamily="18" charset="0"/>
              <a:ea typeface="Microsoft YaHei" panose="020B0503020204020204" pitchFamily="34" charset="-122"/>
              <a:cs typeface="Times New Roman" panose="02020603050405020304" pitchFamily="18" charset="0"/>
              <a:sym typeface="Arial" panose="020B0604020202020204"/>
            </a:endParaRPr>
          </a:p>
          <a:p>
            <a:pPr marL="1828800" lvl="4" indent="457200">
              <a:lnSpc>
                <a:spcPct val="150000"/>
              </a:lnSpc>
            </a:pPr>
            <a:r>
              <a:rPr lang="en-US" sz="3600" smtClean="0">
                <a:solidFill>
                  <a:schemeClr val="bg1"/>
                </a:solidFill>
                <a:effectLst/>
                <a:latin typeface="Times New Roman" panose="02020603050405020304" pitchFamily="18" charset="0"/>
                <a:ea typeface="Microsoft YaHei" panose="020B0503020204020204" pitchFamily="34" charset="-122"/>
                <a:cs typeface="Times New Roman" panose="02020603050405020304" pitchFamily="18" charset="0"/>
                <a:sym typeface="Arial" panose="020B0604020202020204"/>
              </a:rPr>
              <a:t>a và 𝑏là các tham số của khóa.</a:t>
            </a:r>
            <a:endParaRPr lang="en-US" sz="3600" smtClean="0">
              <a:solidFill>
                <a:schemeClr val="bg1"/>
              </a:solidFill>
              <a:effectLst/>
              <a:latin typeface="Times New Roman" panose="02020603050405020304" pitchFamily="18" charset="0"/>
              <a:ea typeface="Microsoft YaHei" panose="020B0503020204020204" pitchFamily="34" charset="-122"/>
              <a:cs typeface="Times New Roman" panose="02020603050405020304" pitchFamily="18" charset="0"/>
              <a:sym typeface="Arial" panose="020B0604020202020204"/>
            </a:endParaRPr>
          </a:p>
        </p:txBody>
      </p:sp>
      <p:grpSp>
        <p:nvGrpSpPr>
          <p:cNvPr id="471" name="组合 1109"/>
          <p:cNvGrpSpPr/>
          <p:nvPr/>
        </p:nvGrpSpPr>
        <p:grpSpPr bwMode="auto">
          <a:xfrm>
            <a:off x="525145" y="772795"/>
            <a:ext cx="512445" cy="557530"/>
            <a:chOff x="0" y="0"/>
            <a:chExt cx="658482" cy="653916"/>
          </a:xfrm>
          <a:solidFill>
            <a:schemeClr val="bg1"/>
          </a:solidFill>
        </p:grpSpPr>
        <p:sp>
          <p:nvSpPr>
            <p:cNvPr id="472" name="Freeform 796"/>
            <p:cNvSpPr>
              <a:spLocks noChangeArrowheads="1"/>
            </p:cNvSpPr>
            <p:nvPr/>
          </p:nvSpPr>
          <p:spPr bwMode="auto">
            <a:xfrm>
              <a:off x="106726" y="422531"/>
              <a:ext cx="147001" cy="231385"/>
            </a:xfrm>
            <a:custGeom>
              <a:avLst/>
              <a:gdLst>
                <a:gd name="T0" fmla="*/ 2147483647 w 68"/>
                <a:gd name="T1" fmla="*/ 2147483647 h 107"/>
                <a:gd name="T2" fmla="*/ 2147483647 w 68"/>
                <a:gd name="T3" fmla="*/ 2147483647 h 107"/>
                <a:gd name="T4" fmla="*/ 2147483647 w 68"/>
                <a:gd name="T5" fmla="*/ 2147483647 h 107"/>
                <a:gd name="T6" fmla="*/ 2147483647 w 68"/>
                <a:gd name="T7" fmla="*/ 2147483647 h 107"/>
                <a:gd name="T8" fmla="*/ 2147483647 w 68"/>
                <a:gd name="T9" fmla="*/ 0 h 107"/>
                <a:gd name="T10" fmla="*/ 0 w 68"/>
                <a:gd name="T11" fmla="*/ 0 h 107"/>
                <a:gd name="T12" fmla="*/ 0 w 68"/>
                <a:gd name="T13" fmla="*/ 2147483647 h 107"/>
                <a:gd name="T14" fmla="*/ 2147483647 w 68"/>
                <a:gd name="T15" fmla="*/ 2147483647 h 107"/>
                <a:gd name="T16" fmla="*/ 2147483647 w 68"/>
                <a:gd name="T17" fmla="*/ 2147483647 h 107"/>
                <a:gd name="T18" fmla="*/ 2147483647 w 68"/>
                <a:gd name="T19" fmla="*/ 2147483647 h 107"/>
                <a:gd name="T20" fmla="*/ 2147483647 w 68"/>
                <a:gd name="T21" fmla="*/ 2147483647 h 107"/>
                <a:gd name="T22" fmla="*/ 2147483647 w 68"/>
                <a:gd name="T23" fmla="*/ 2147483647 h 107"/>
                <a:gd name="T24" fmla="*/ 2147483647 w 68"/>
                <a:gd name="T25" fmla="*/ 2147483647 h 10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68"/>
                <a:gd name="T40" fmla="*/ 0 h 107"/>
                <a:gd name="T41" fmla="*/ 68 w 68"/>
                <a:gd name="T42" fmla="*/ 107 h 10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68" h="107">
                  <a:moveTo>
                    <a:pt x="65" y="81"/>
                  </a:moveTo>
                  <a:cubicBezTo>
                    <a:pt x="65" y="81"/>
                    <a:pt x="65" y="81"/>
                    <a:pt x="65" y="81"/>
                  </a:cubicBezTo>
                  <a:cubicBezTo>
                    <a:pt x="65" y="80"/>
                    <a:pt x="64" y="79"/>
                    <a:pt x="63" y="78"/>
                  </a:cubicBezTo>
                  <a:cubicBezTo>
                    <a:pt x="61" y="74"/>
                    <a:pt x="56" y="62"/>
                    <a:pt x="54" y="36"/>
                  </a:cubicBezTo>
                  <a:cubicBezTo>
                    <a:pt x="54" y="0"/>
                    <a:pt x="54" y="0"/>
                    <a:pt x="54" y="0"/>
                  </a:cubicBezTo>
                  <a:cubicBezTo>
                    <a:pt x="0" y="0"/>
                    <a:pt x="0" y="0"/>
                    <a:pt x="0" y="0"/>
                  </a:cubicBezTo>
                  <a:cubicBezTo>
                    <a:pt x="0" y="102"/>
                    <a:pt x="0" y="102"/>
                    <a:pt x="0" y="102"/>
                  </a:cubicBezTo>
                  <a:cubicBezTo>
                    <a:pt x="0" y="105"/>
                    <a:pt x="2" y="107"/>
                    <a:pt x="5" y="107"/>
                  </a:cubicBezTo>
                  <a:cubicBezTo>
                    <a:pt x="49" y="107"/>
                    <a:pt x="49" y="107"/>
                    <a:pt x="49" y="107"/>
                  </a:cubicBezTo>
                  <a:cubicBezTo>
                    <a:pt x="49" y="107"/>
                    <a:pt x="49" y="107"/>
                    <a:pt x="49" y="107"/>
                  </a:cubicBezTo>
                  <a:cubicBezTo>
                    <a:pt x="50" y="107"/>
                    <a:pt x="50" y="107"/>
                    <a:pt x="50" y="107"/>
                  </a:cubicBezTo>
                  <a:cubicBezTo>
                    <a:pt x="60" y="107"/>
                    <a:pt x="68" y="99"/>
                    <a:pt x="68" y="90"/>
                  </a:cubicBezTo>
                  <a:cubicBezTo>
                    <a:pt x="68" y="87"/>
                    <a:pt x="67" y="84"/>
                    <a:pt x="65" y="81"/>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473" name="Freeform 797"/>
            <p:cNvSpPr>
              <a:spLocks noChangeArrowheads="1"/>
            </p:cNvSpPr>
            <p:nvPr/>
          </p:nvSpPr>
          <p:spPr bwMode="auto">
            <a:xfrm>
              <a:off x="171165" y="422531"/>
              <a:ext cx="82563" cy="231385"/>
            </a:xfrm>
            <a:custGeom>
              <a:avLst/>
              <a:gdLst>
                <a:gd name="T0" fmla="*/ 2147483647 w 38"/>
                <a:gd name="T1" fmla="*/ 2147483647 h 107"/>
                <a:gd name="T2" fmla="*/ 2147483647 w 38"/>
                <a:gd name="T3" fmla="*/ 2147483647 h 107"/>
                <a:gd name="T4" fmla="*/ 2147483647 w 38"/>
                <a:gd name="T5" fmla="*/ 2147483647 h 107"/>
                <a:gd name="T6" fmla="*/ 2147483647 w 38"/>
                <a:gd name="T7" fmla="*/ 2147483647 h 107"/>
                <a:gd name="T8" fmla="*/ 2147483647 w 38"/>
                <a:gd name="T9" fmla="*/ 0 h 107"/>
                <a:gd name="T10" fmla="*/ 0 w 38"/>
                <a:gd name="T11" fmla="*/ 0 h 107"/>
                <a:gd name="T12" fmla="*/ 0 w 38"/>
                <a:gd name="T13" fmla="*/ 2147483647 h 107"/>
                <a:gd name="T14" fmla="*/ 2147483647 w 38"/>
                <a:gd name="T15" fmla="*/ 2147483647 h 107"/>
                <a:gd name="T16" fmla="*/ 2147483647 w 38"/>
                <a:gd name="T17" fmla="*/ 2147483647 h 107"/>
                <a:gd name="T18" fmla="*/ 2147483647 w 38"/>
                <a:gd name="T19" fmla="*/ 2147483647 h 107"/>
                <a:gd name="T20" fmla="*/ 2147483647 w 38"/>
                <a:gd name="T21" fmla="*/ 2147483647 h 107"/>
                <a:gd name="T22" fmla="*/ 2147483647 w 38"/>
                <a:gd name="T23" fmla="*/ 2147483647 h 10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8"/>
                <a:gd name="T37" fmla="*/ 0 h 107"/>
                <a:gd name="T38" fmla="*/ 38 w 38"/>
                <a:gd name="T39" fmla="*/ 107 h 10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8" h="107">
                  <a:moveTo>
                    <a:pt x="35" y="81"/>
                  </a:moveTo>
                  <a:cubicBezTo>
                    <a:pt x="35" y="81"/>
                    <a:pt x="35" y="81"/>
                    <a:pt x="35" y="81"/>
                  </a:cubicBezTo>
                  <a:cubicBezTo>
                    <a:pt x="35" y="80"/>
                    <a:pt x="34" y="79"/>
                    <a:pt x="33" y="78"/>
                  </a:cubicBezTo>
                  <a:cubicBezTo>
                    <a:pt x="31" y="74"/>
                    <a:pt x="26" y="62"/>
                    <a:pt x="24" y="36"/>
                  </a:cubicBezTo>
                  <a:cubicBezTo>
                    <a:pt x="24" y="0"/>
                    <a:pt x="24" y="0"/>
                    <a:pt x="24" y="0"/>
                  </a:cubicBezTo>
                  <a:cubicBezTo>
                    <a:pt x="0" y="0"/>
                    <a:pt x="0" y="0"/>
                    <a:pt x="0" y="0"/>
                  </a:cubicBezTo>
                  <a:cubicBezTo>
                    <a:pt x="0" y="107"/>
                    <a:pt x="0" y="107"/>
                    <a:pt x="0" y="107"/>
                  </a:cubicBezTo>
                  <a:cubicBezTo>
                    <a:pt x="19" y="107"/>
                    <a:pt x="19" y="107"/>
                    <a:pt x="19" y="107"/>
                  </a:cubicBezTo>
                  <a:cubicBezTo>
                    <a:pt x="19" y="107"/>
                    <a:pt x="19" y="107"/>
                    <a:pt x="19" y="107"/>
                  </a:cubicBezTo>
                  <a:cubicBezTo>
                    <a:pt x="20" y="107"/>
                    <a:pt x="20" y="107"/>
                    <a:pt x="20" y="107"/>
                  </a:cubicBezTo>
                  <a:cubicBezTo>
                    <a:pt x="30" y="107"/>
                    <a:pt x="38" y="99"/>
                    <a:pt x="38" y="90"/>
                  </a:cubicBezTo>
                  <a:cubicBezTo>
                    <a:pt x="38" y="87"/>
                    <a:pt x="37" y="84"/>
                    <a:pt x="35" y="81"/>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474" name="Freeform 798"/>
            <p:cNvSpPr>
              <a:spLocks noChangeArrowheads="1"/>
            </p:cNvSpPr>
            <p:nvPr/>
          </p:nvSpPr>
          <p:spPr bwMode="auto">
            <a:xfrm>
              <a:off x="267823" y="50301"/>
              <a:ext cx="310111" cy="509050"/>
            </a:xfrm>
            <a:custGeom>
              <a:avLst/>
              <a:gdLst>
                <a:gd name="T0" fmla="*/ 0 w 143"/>
                <a:gd name="T1" fmla="*/ 2147483647 h 236"/>
                <a:gd name="T2" fmla="*/ 0 w 143"/>
                <a:gd name="T3" fmla="*/ 2147483647 h 236"/>
                <a:gd name="T4" fmla="*/ 2147483647 w 143"/>
                <a:gd name="T5" fmla="*/ 2147483647 h 236"/>
                <a:gd name="T6" fmla="*/ 2147483647 w 143"/>
                <a:gd name="T7" fmla="*/ 0 h 236"/>
                <a:gd name="T8" fmla="*/ 0 w 143"/>
                <a:gd name="T9" fmla="*/ 2147483647 h 236"/>
                <a:gd name="T10" fmla="*/ 0 60000 65536"/>
                <a:gd name="T11" fmla="*/ 0 60000 65536"/>
                <a:gd name="T12" fmla="*/ 0 60000 65536"/>
                <a:gd name="T13" fmla="*/ 0 60000 65536"/>
                <a:gd name="T14" fmla="*/ 0 60000 65536"/>
                <a:gd name="T15" fmla="*/ 0 w 143"/>
                <a:gd name="T16" fmla="*/ 0 h 236"/>
                <a:gd name="T17" fmla="*/ 143 w 143"/>
                <a:gd name="T18" fmla="*/ 236 h 236"/>
              </a:gdLst>
              <a:ahLst/>
              <a:cxnLst>
                <a:cxn ang="T10">
                  <a:pos x="T0" y="T1"/>
                </a:cxn>
                <a:cxn ang="T11">
                  <a:pos x="T2" y="T3"/>
                </a:cxn>
                <a:cxn ang="T12">
                  <a:pos x="T4" y="T5"/>
                </a:cxn>
                <a:cxn ang="T13">
                  <a:pos x="T6" y="T7"/>
                </a:cxn>
                <a:cxn ang="T14">
                  <a:pos x="T8" y="T9"/>
                </a:cxn>
              </a:cxnLst>
              <a:rect l="T15" t="T16" r="T17" b="T18"/>
              <a:pathLst>
                <a:path w="143" h="236">
                  <a:moveTo>
                    <a:pt x="0" y="71"/>
                  </a:moveTo>
                  <a:cubicBezTo>
                    <a:pt x="0" y="165"/>
                    <a:pt x="0" y="165"/>
                    <a:pt x="0" y="165"/>
                  </a:cubicBezTo>
                  <a:cubicBezTo>
                    <a:pt x="21" y="167"/>
                    <a:pt x="74" y="178"/>
                    <a:pt x="143" y="236"/>
                  </a:cubicBezTo>
                  <a:cubicBezTo>
                    <a:pt x="143" y="0"/>
                    <a:pt x="143" y="0"/>
                    <a:pt x="143" y="0"/>
                  </a:cubicBezTo>
                  <a:cubicBezTo>
                    <a:pt x="74" y="58"/>
                    <a:pt x="21" y="69"/>
                    <a:pt x="0" y="71"/>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475" name="Freeform 799"/>
            <p:cNvSpPr>
              <a:spLocks noChangeArrowheads="1"/>
            </p:cNvSpPr>
            <p:nvPr/>
          </p:nvSpPr>
          <p:spPr bwMode="auto">
            <a:xfrm>
              <a:off x="267823" y="50301"/>
              <a:ext cx="310111" cy="253518"/>
            </a:xfrm>
            <a:custGeom>
              <a:avLst/>
              <a:gdLst>
                <a:gd name="T0" fmla="*/ 0 w 143"/>
                <a:gd name="T1" fmla="*/ 2147483647 h 118"/>
                <a:gd name="T2" fmla="*/ 2147483647 w 143"/>
                <a:gd name="T3" fmla="*/ 2147483647 h 118"/>
                <a:gd name="T4" fmla="*/ 2147483647 w 143"/>
                <a:gd name="T5" fmla="*/ 0 h 118"/>
                <a:gd name="T6" fmla="*/ 0 w 143"/>
                <a:gd name="T7" fmla="*/ 2147483647 h 118"/>
                <a:gd name="T8" fmla="*/ 0 w 143"/>
                <a:gd name="T9" fmla="*/ 2147483647 h 118"/>
                <a:gd name="T10" fmla="*/ 0 60000 65536"/>
                <a:gd name="T11" fmla="*/ 0 60000 65536"/>
                <a:gd name="T12" fmla="*/ 0 60000 65536"/>
                <a:gd name="T13" fmla="*/ 0 60000 65536"/>
                <a:gd name="T14" fmla="*/ 0 60000 65536"/>
                <a:gd name="T15" fmla="*/ 0 w 143"/>
                <a:gd name="T16" fmla="*/ 0 h 118"/>
                <a:gd name="T17" fmla="*/ 143 w 143"/>
                <a:gd name="T18" fmla="*/ 118 h 118"/>
              </a:gdLst>
              <a:ahLst/>
              <a:cxnLst>
                <a:cxn ang="T10">
                  <a:pos x="T0" y="T1"/>
                </a:cxn>
                <a:cxn ang="T11">
                  <a:pos x="T2" y="T3"/>
                </a:cxn>
                <a:cxn ang="T12">
                  <a:pos x="T4" y="T5"/>
                </a:cxn>
                <a:cxn ang="T13">
                  <a:pos x="T6" y="T7"/>
                </a:cxn>
                <a:cxn ang="T14">
                  <a:pos x="T8" y="T9"/>
                </a:cxn>
              </a:cxnLst>
              <a:rect l="T15" t="T16" r="T17" b="T18"/>
              <a:pathLst>
                <a:path w="143" h="118">
                  <a:moveTo>
                    <a:pt x="0" y="118"/>
                  </a:moveTo>
                  <a:cubicBezTo>
                    <a:pt x="143" y="118"/>
                    <a:pt x="143" y="118"/>
                    <a:pt x="143" y="118"/>
                  </a:cubicBezTo>
                  <a:cubicBezTo>
                    <a:pt x="143" y="0"/>
                    <a:pt x="143" y="0"/>
                    <a:pt x="143" y="0"/>
                  </a:cubicBezTo>
                  <a:cubicBezTo>
                    <a:pt x="74" y="58"/>
                    <a:pt x="21" y="69"/>
                    <a:pt x="0" y="71"/>
                  </a:cubicBezTo>
                  <a:lnTo>
                    <a:pt x="0" y="118"/>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476" name="Freeform 800"/>
            <p:cNvSpPr>
              <a:spLocks noChangeArrowheads="1"/>
            </p:cNvSpPr>
            <p:nvPr/>
          </p:nvSpPr>
          <p:spPr bwMode="auto">
            <a:xfrm>
              <a:off x="0" y="185109"/>
              <a:ext cx="304069" cy="237422"/>
            </a:xfrm>
            <a:custGeom>
              <a:avLst/>
              <a:gdLst>
                <a:gd name="T0" fmla="*/ 2147483647 w 141"/>
                <a:gd name="T1" fmla="*/ 0 h 110"/>
                <a:gd name="T2" fmla="*/ 2147483647 w 141"/>
                <a:gd name="T3" fmla="*/ 0 h 110"/>
                <a:gd name="T4" fmla="*/ 2147483647 w 141"/>
                <a:gd name="T5" fmla="*/ 0 h 110"/>
                <a:gd name="T6" fmla="*/ 0 w 141"/>
                <a:gd name="T7" fmla="*/ 2147483647 h 110"/>
                <a:gd name="T8" fmla="*/ 0 w 141"/>
                <a:gd name="T9" fmla="*/ 2147483647 h 110"/>
                <a:gd name="T10" fmla="*/ 2147483647 w 141"/>
                <a:gd name="T11" fmla="*/ 2147483647 h 110"/>
                <a:gd name="T12" fmla="*/ 2147483647 w 141"/>
                <a:gd name="T13" fmla="*/ 2147483647 h 110"/>
                <a:gd name="T14" fmla="*/ 2147483647 w 141"/>
                <a:gd name="T15" fmla="*/ 2147483647 h 110"/>
                <a:gd name="T16" fmla="*/ 2147483647 w 141"/>
                <a:gd name="T17" fmla="*/ 2147483647 h 110"/>
                <a:gd name="T18" fmla="*/ 2147483647 w 141"/>
                <a:gd name="T19" fmla="*/ 2147483647 h 110"/>
                <a:gd name="T20" fmla="*/ 2147483647 w 141"/>
                <a:gd name="T21" fmla="*/ 2147483647 h 110"/>
                <a:gd name="T22" fmla="*/ 2147483647 w 141"/>
                <a:gd name="T23" fmla="*/ 2147483647 h 110"/>
                <a:gd name="T24" fmla="*/ 2147483647 w 141"/>
                <a:gd name="T25" fmla="*/ 0 h 11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41"/>
                <a:gd name="T40" fmla="*/ 0 h 110"/>
                <a:gd name="T41" fmla="*/ 141 w 141"/>
                <a:gd name="T42" fmla="*/ 110 h 11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41" h="110">
                  <a:moveTo>
                    <a:pt x="135" y="0"/>
                  </a:moveTo>
                  <a:cubicBezTo>
                    <a:pt x="110" y="0"/>
                    <a:pt x="110" y="0"/>
                    <a:pt x="110" y="0"/>
                  </a:cubicBezTo>
                  <a:cubicBezTo>
                    <a:pt x="31" y="0"/>
                    <a:pt x="31" y="0"/>
                    <a:pt x="31" y="0"/>
                  </a:cubicBezTo>
                  <a:cubicBezTo>
                    <a:pt x="14" y="0"/>
                    <a:pt x="0" y="14"/>
                    <a:pt x="0" y="31"/>
                  </a:cubicBezTo>
                  <a:cubicBezTo>
                    <a:pt x="0" y="79"/>
                    <a:pt x="0" y="79"/>
                    <a:pt x="0" y="79"/>
                  </a:cubicBezTo>
                  <a:cubicBezTo>
                    <a:pt x="0" y="96"/>
                    <a:pt x="14" y="110"/>
                    <a:pt x="31" y="110"/>
                  </a:cubicBezTo>
                  <a:cubicBezTo>
                    <a:pt x="110" y="110"/>
                    <a:pt x="110" y="110"/>
                    <a:pt x="110" y="110"/>
                  </a:cubicBezTo>
                  <a:cubicBezTo>
                    <a:pt x="135" y="110"/>
                    <a:pt x="135" y="110"/>
                    <a:pt x="135" y="110"/>
                  </a:cubicBezTo>
                  <a:cubicBezTo>
                    <a:pt x="138" y="110"/>
                    <a:pt x="141" y="107"/>
                    <a:pt x="141" y="104"/>
                  </a:cubicBezTo>
                  <a:cubicBezTo>
                    <a:pt x="141" y="79"/>
                    <a:pt x="141" y="79"/>
                    <a:pt x="141" y="79"/>
                  </a:cubicBezTo>
                  <a:cubicBezTo>
                    <a:pt x="141" y="31"/>
                    <a:pt x="141" y="31"/>
                    <a:pt x="141" y="31"/>
                  </a:cubicBezTo>
                  <a:cubicBezTo>
                    <a:pt x="141" y="6"/>
                    <a:pt x="141" y="6"/>
                    <a:pt x="141" y="6"/>
                  </a:cubicBezTo>
                  <a:cubicBezTo>
                    <a:pt x="141" y="3"/>
                    <a:pt x="138" y="0"/>
                    <a:pt x="135" y="0"/>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477" name="Rectangle 801"/>
            <p:cNvSpPr>
              <a:spLocks noChangeArrowheads="1"/>
            </p:cNvSpPr>
            <p:nvPr/>
          </p:nvSpPr>
          <p:spPr bwMode="auto">
            <a:xfrm>
              <a:off x="106726" y="422531"/>
              <a:ext cx="116795" cy="14084"/>
            </a:xfrm>
            <a:prstGeom prst="rect">
              <a:avLst/>
            </a:pr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zh-CN">
                <a:solidFill>
                  <a:srgbClr val="000000"/>
                </a:solidFill>
                <a:sym typeface="SimSun" panose="02010600030101010101" pitchFamily="2" charset="-122"/>
              </a:endParaRPr>
            </a:p>
          </p:txBody>
        </p:sp>
        <p:sp>
          <p:nvSpPr>
            <p:cNvPr id="478" name="Freeform 802"/>
            <p:cNvSpPr>
              <a:spLocks noChangeArrowheads="1"/>
            </p:cNvSpPr>
            <p:nvPr/>
          </p:nvSpPr>
          <p:spPr bwMode="auto">
            <a:xfrm>
              <a:off x="561824" y="50301"/>
              <a:ext cx="16110" cy="509050"/>
            </a:xfrm>
            <a:custGeom>
              <a:avLst/>
              <a:gdLst>
                <a:gd name="T0" fmla="*/ 0 w 7"/>
                <a:gd name="T1" fmla="*/ 2147483647 h 236"/>
                <a:gd name="T2" fmla="*/ 2147483647 w 7"/>
                <a:gd name="T3" fmla="*/ 2147483647 h 236"/>
                <a:gd name="T4" fmla="*/ 2147483647 w 7"/>
                <a:gd name="T5" fmla="*/ 0 h 236"/>
                <a:gd name="T6" fmla="*/ 0 w 7"/>
                <a:gd name="T7" fmla="*/ 2147483647 h 236"/>
                <a:gd name="T8" fmla="*/ 0 w 7"/>
                <a:gd name="T9" fmla="*/ 2147483647 h 236"/>
                <a:gd name="T10" fmla="*/ 0 60000 65536"/>
                <a:gd name="T11" fmla="*/ 0 60000 65536"/>
                <a:gd name="T12" fmla="*/ 0 60000 65536"/>
                <a:gd name="T13" fmla="*/ 0 60000 65536"/>
                <a:gd name="T14" fmla="*/ 0 60000 65536"/>
                <a:gd name="T15" fmla="*/ 0 w 7"/>
                <a:gd name="T16" fmla="*/ 0 h 236"/>
                <a:gd name="T17" fmla="*/ 7 w 7"/>
                <a:gd name="T18" fmla="*/ 236 h 236"/>
              </a:gdLst>
              <a:ahLst/>
              <a:cxnLst>
                <a:cxn ang="T10">
                  <a:pos x="T0" y="T1"/>
                </a:cxn>
                <a:cxn ang="T11">
                  <a:pos x="T2" y="T3"/>
                </a:cxn>
                <a:cxn ang="T12">
                  <a:pos x="T4" y="T5"/>
                </a:cxn>
                <a:cxn ang="T13">
                  <a:pos x="T6" y="T7"/>
                </a:cxn>
                <a:cxn ang="T14">
                  <a:pos x="T8" y="T9"/>
                </a:cxn>
              </a:cxnLst>
              <a:rect l="T15" t="T16" r="T17" b="T18"/>
              <a:pathLst>
                <a:path w="7" h="236">
                  <a:moveTo>
                    <a:pt x="0" y="230"/>
                  </a:moveTo>
                  <a:cubicBezTo>
                    <a:pt x="3" y="232"/>
                    <a:pt x="5" y="234"/>
                    <a:pt x="7" y="236"/>
                  </a:cubicBezTo>
                  <a:cubicBezTo>
                    <a:pt x="7" y="0"/>
                    <a:pt x="7" y="0"/>
                    <a:pt x="7" y="0"/>
                  </a:cubicBezTo>
                  <a:cubicBezTo>
                    <a:pt x="5" y="2"/>
                    <a:pt x="3" y="4"/>
                    <a:pt x="0" y="6"/>
                  </a:cubicBezTo>
                  <a:lnTo>
                    <a:pt x="0" y="230"/>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479" name="Freeform 803"/>
            <p:cNvSpPr>
              <a:spLocks noChangeArrowheads="1"/>
            </p:cNvSpPr>
            <p:nvPr/>
          </p:nvSpPr>
          <p:spPr bwMode="auto">
            <a:xfrm>
              <a:off x="0" y="185109"/>
              <a:ext cx="304069" cy="120723"/>
            </a:xfrm>
            <a:custGeom>
              <a:avLst/>
              <a:gdLst>
                <a:gd name="T0" fmla="*/ 2147483647 w 141"/>
                <a:gd name="T1" fmla="*/ 0 h 56"/>
                <a:gd name="T2" fmla="*/ 2147483647 w 141"/>
                <a:gd name="T3" fmla="*/ 0 h 56"/>
                <a:gd name="T4" fmla="*/ 0 w 141"/>
                <a:gd name="T5" fmla="*/ 2147483647 h 56"/>
                <a:gd name="T6" fmla="*/ 0 w 141"/>
                <a:gd name="T7" fmla="*/ 2147483647 h 56"/>
                <a:gd name="T8" fmla="*/ 2147483647 w 141"/>
                <a:gd name="T9" fmla="*/ 2147483647 h 56"/>
                <a:gd name="T10" fmla="*/ 2147483647 w 141"/>
                <a:gd name="T11" fmla="*/ 2147483647 h 56"/>
                <a:gd name="T12" fmla="*/ 2147483647 w 141"/>
                <a:gd name="T13" fmla="*/ 2147483647 h 56"/>
                <a:gd name="T14" fmla="*/ 2147483647 w 141"/>
                <a:gd name="T15" fmla="*/ 2147483647 h 56"/>
                <a:gd name="T16" fmla="*/ 2147483647 w 141"/>
                <a:gd name="T17" fmla="*/ 0 h 5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41"/>
                <a:gd name="T28" fmla="*/ 0 h 56"/>
                <a:gd name="T29" fmla="*/ 141 w 141"/>
                <a:gd name="T30" fmla="*/ 56 h 5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41" h="56">
                  <a:moveTo>
                    <a:pt x="135" y="0"/>
                  </a:moveTo>
                  <a:cubicBezTo>
                    <a:pt x="31" y="0"/>
                    <a:pt x="31" y="0"/>
                    <a:pt x="31" y="0"/>
                  </a:cubicBezTo>
                  <a:cubicBezTo>
                    <a:pt x="14" y="0"/>
                    <a:pt x="0" y="14"/>
                    <a:pt x="0" y="31"/>
                  </a:cubicBezTo>
                  <a:cubicBezTo>
                    <a:pt x="0" y="47"/>
                    <a:pt x="0" y="47"/>
                    <a:pt x="0" y="47"/>
                  </a:cubicBezTo>
                  <a:cubicBezTo>
                    <a:pt x="1" y="52"/>
                    <a:pt x="6" y="56"/>
                    <a:pt x="12" y="56"/>
                  </a:cubicBezTo>
                  <a:cubicBezTo>
                    <a:pt x="129" y="56"/>
                    <a:pt x="129" y="56"/>
                    <a:pt x="129" y="56"/>
                  </a:cubicBezTo>
                  <a:cubicBezTo>
                    <a:pt x="135" y="56"/>
                    <a:pt x="140" y="52"/>
                    <a:pt x="141" y="47"/>
                  </a:cubicBezTo>
                  <a:cubicBezTo>
                    <a:pt x="141" y="6"/>
                    <a:pt x="141" y="6"/>
                    <a:pt x="141" y="6"/>
                  </a:cubicBezTo>
                  <a:cubicBezTo>
                    <a:pt x="141" y="3"/>
                    <a:pt x="138" y="0"/>
                    <a:pt x="135" y="0"/>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480" name="Freeform 804"/>
            <p:cNvSpPr>
              <a:spLocks noChangeArrowheads="1"/>
            </p:cNvSpPr>
            <p:nvPr/>
          </p:nvSpPr>
          <p:spPr bwMode="auto">
            <a:xfrm>
              <a:off x="577934" y="305832"/>
              <a:ext cx="80548" cy="301808"/>
            </a:xfrm>
            <a:custGeom>
              <a:avLst/>
              <a:gdLst>
                <a:gd name="T0" fmla="*/ 0 w 38"/>
                <a:gd name="T1" fmla="*/ 0 h 140"/>
                <a:gd name="T2" fmla="*/ 0 w 38"/>
                <a:gd name="T3" fmla="*/ 2147483647 h 140"/>
                <a:gd name="T4" fmla="*/ 2147483647 w 38"/>
                <a:gd name="T5" fmla="*/ 2147483647 h 140"/>
                <a:gd name="T6" fmla="*/ 2147483647 w 38"/>
                <a:gd name="T7" fmla="*/ 2147483647 h 140"/>
                <a:gd name="T8" fmla="*/ 2147483647 w 38"/>
                <a:gd name="T9" fmla="*/ 2147483647 h 140"/>
                <a:gd name="T10" fmla="*/ 2147483647 w 38"/>
                <a:gd name="T11" fmla="*/ 0 h 140"/>
                <a:gd name="T12" fmla="*/ 0 w 38"/>
                <a:gd name="T13" fmla="*/ 0 h 140"/>
                <a:gd name="T14" fmla="*/ 0 60000 65536"/>
                <a:gd name="T15" fmla="*/ 0 60000 65536"/>
                <a:gd name="T16" fmla="*/ 0 60000 65536"/>
                <a:gd name="T17" fmla="*/ 0 60000 65536"/>
                <a:gd name="T18" fmla="*/ 0 60000 65536"/>
                <a:gd name="T19" fmla="*/ 0 60000 65536"/>
                <a:gd name="T20" fmla="*/ 0 60000 65536"/>
                <a:gd name="T21" fmla="*/ 0 w 38"/>
                <a:gd name="T22" fmla="*/ 0 h 140"/>
                <a:gd name="T23" fmla="*/ 38 w 38"/>
                <a:gd name="T24" fmla="*/ 140 h 14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8" h="140">
                  <a:moveTo>
                    <a:pt x="0" y="0"/>
                  </a:moveTo>
                  <a:cubicBezTo>
                    <a:pt x="0" y="127"/>
                    <a:pt x="0" y="127"/>
                    <a:pt x="0" y="127"/>
                  </a:cubicBezTo>
                  <a:cubicBezTo>
                    <a:pt x="0" y="134"/>
                    <a:pt x="6" y="140"/>
                    <a:pt x="13" y="140"/>
                  </a:cubicBezTo>
                  <a:cubicBezTo>
                    <a:pt x="26" y="140"/>
                    <a:pt x="26" y="140"/>
                    <a:pt x="26" y="140"/>
                  </a:cubicBezTo>
                  <a:cubicBezTo>
                    <a:pt x="32" y="140"/>
                    <a:pt x="38" y="134"/>
                    <a:pt x="38" y="127"/>
                  </a:cubicBezTo>
                  <a:cubicBezTo>
                    <a:pt x="38" y="0"/>
                    <a:pt x="38" y="0"/>
                    <a:pt x="38" y="0"/>
                  </a:cubicBezTo>
                  <a:lnTo>
                    <a:pt x="0" y="0"/>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481" name="Freeform 805"/>
            <p:cNvSpPr>
              <a:spLocks noChangeArrowheads="1"/>
            </p:cNvSpPr>
            <p:nvPr/>
          </p:nvSpPr>
          <p:spPr bwMode="auto">
            <a:xfrm>
              <a:off x="577934" y="0"/>
              <a:ext cx="80548" cy="305832"/>
            </a:xfrm>
            <a:custGeom>
              <a:avLst/>
              <a:gdLst>
                <a:gd name="T0" fmla="*/ 2147483647 w 38"/>
                <a:gd name="T1" fmla="*/ 2147483647 h 142"/>
                <a:gd name="T2" fmla="*/ 2147483647 w 38"/>
                <a:gd name="T3" fmla="*/ 0 h 142"/>
                <a:gd name="T4" fmla="*/ 2147483647 w 38"/>
                <a:gd name="T5" fmla="*/ 0 h 142"/>
                <a:gd name="T6" fmla="*/ 0 w 38"/>
                <a:gd name="T7" fmla="*/ 2147483647 h 142"/>
                <a:gd name="T8" fmla="*/ 0 w 38"/>
                <a:gd name="T9" fmla="*/ 2147483647 h 142"/>
                <a:gd name="T10" fmla="*/ 2147483647 w 38"/>
                <a:gd name="T11" fmla="*/ 2147483647 h 142"/>
                <a:gd name="T12" fmla="*/ 2147483647 w 38"/>
                <a:gd name="T13" fmla="*/ 2147483647 h 142"/>
                <a:gd name="T14" fmla="*/ 0 60000 65536"/>
                <a:gd name="T15" fmla="*/ 0 60000 65536"/>
                <a:gd name="T16" fmla="*/ 0 60000 65536"/>
                <a:gd name="T17" fmla="*/ 0 60000 65536"/>
                <a:gd name="T18" fmla="*/ 0 60000 65536"/>
                <a:gd name="T19" fmla="*/ 0 60000 65536"/>
                <a:gd name="T20" fmla="*/ 0 60000 65536"/>
                <a:gd name="T21" fmla="*/ 0 w 38"/>
                <a:gd name="T22" fmla="*/ 0 h 142"/>
                <a:gd name="T23" fmla="*/ 38 w 38"/>
                <a:gd name="T24" fmla="*/ 142 h 14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8" h="142">
                  <a:moveTo>
                    <a:pt x="38" y="13"/>
                  </a:moveTo>
                  <a:cubicBezTo>
                    <a:pt x="38" y="6"/>
                    <a:pt x="32" y="0"/>
                    <a:pt x="26" y="0"/>
                  </a:cubicBezTo>
                  <a:cubicBezTo>
                    <a:pt x="13" y="0"/>
                    <a:pt x="13" y="0"/>
                    <a:pt x="13" y="0"/>
                  </a:cubicBezTo>
                  <a:cubicBezTo>
                    <a:pt x="6" y="0"/>
                    <a:pt x="0" y="6"/>
                    <a:pt x="0" y="13"/>
                  </a:cubicBezTo>
                  <a:cubicBezTo>
                    <a:pt x="0" y="142"/>
                    <a:pt x="0" y="142"/>
                    <a:pt x="0" y="142"/>
                  </a:cubicBezTo>
                  <a:cubicBezTo>
                    <a:pt x="38" y="142"/>
                    <a:pt x="38" y="142"/>
                    <a:pt x="38" y="142"/>
                  </a:cubicBezTo>
                  <a:lnTo>
                    <a:pt x="38" y="13"/>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482" name="Freeform 806"/>
            <p:cNvSpPr>
              <a:spLocks noChangeArrowheads="1"/>
            </p:cNvSpPr>
            <p:nvPr/>
          </p:nvSpPr>
          <p:spPr bwMode="auto">
            <a:xfrm>
              <a:off x="304069" y="191144"/>
              <a:ext cx="16110" cy="225350"/>
            </a:xfrm>
            <a:custGeom>
              <a:avLst/>
              <a:gdLst>
                <a:gd name="T0" fmla="*/ 0 w 7"/>
                <a:gd name="T1" fmla="*/ 2147483647 h 104"/>
                <a:gd name="T2" fmla="*/ 2147483647 w 7"/>
                <a:gd name="T3" fmla="*/ 2147483647 h 104"/>
                <a:gd name="T4" fmla="*/ 2147483647 w 7"/>
                <a:gd name="T5" fmla="*/ 0 h 104"/>
                <a:gd name="T6" fmla="*/ 0 w 7"/>
                <a:gd name="T7" fmla="*/ 2147483647 h 104"/>
                <a:gd name="T8" fmla="*/ 0 w 7"/>
                <a:gd name="T9" fmla="*/ 2147483647 h 104"/>
                <a:gd name="T10" fmla="*/ 0 60000 65536"/>
                <a:gd name="T11" fmla="*/ 0 60000 65536"/>
                <a:gd name="T12" fmla="*/ 0 60000 65536"/>
                <a:gd name="T13" fmla="*/ 0 60000 65536"/>
                <a:gd name="T14" fmla="*/ 0 60000 65536"/>
                <a:gd name="T15" fmla="*/ 0 w 7"/>
                <a:gd name="T16" fmla="*/ 0 h 104"/>
                <a:gd name="T17" fmla="*/ 7 w 7"/>
                <a:gd name="T18" fmla="*/ 104 h 104"/>
              </a:gdLst>
              <a:ahLst/>
              <a:cxnLst>
                <a:cxn ang="T10">
                  <a:pos x="T0" y="T1"/>
                </a:cxn>
                <a:cxn ang="T11">
                  <a:pos x="T2" y="T3"/>
                </a:cxn>
                <a:cxn ang="T12">
                  <a:pos x="T4" y="T5"/>
                </a:cxn>
                <a:cxn ang="T13">
                  <a:pos x="T6" y="T7"/>
                </a:cxn>
                <a:cxn ang="T14">
                  <a:pos x="T8" y="T9"/>
                </a:cxn>
              </a:cxnLst>
              <a:rect l="T15" t="T16" r="T17" b="T18"/>
              <a:pathLst>
                <a:path w="7" h="104">
                  <a:moveTo>
                    <a:pt x="0" y="102"/>
                  </a:moveTo>
                  <a:cubicBezTo>
                    <a:pt x="2" y="102"/>
                    <a:pt x="5" y="103"/>
                    <a:pt x="7" y="104"/>
                  </a:cubicBezTo>
                  <a:cubicBezTo>
                    <a:pt x="7" y="0"/>
                    <a:pt x="7" y="0"/>
                    <a:pt x="7" y="0"/>
                  </a:cubicBezTo>
                  <a:cubicBezTo>
                    <a:pt x="5" y="1"/>
                    <a:pt x="2" y="2"/>
                    <a:pt x="0" y="2"/>
                  </a:cubicBezTo>
                  <a:lnTo>
                    <a:pt x="0" y="102"/>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gr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矩形 70"/>
          <p:cNvSpPr/>
          <p:nvPr/>
        </p:nvSpPr>
        <p:spPr>
          <a:xfrm>
            <a:off x="17961936" y="607033"/>
            <a:ext cx="304799" cy="828221"/>
          </a:xfrm>
          <a:prstGeom prst="rect">
            <a:avLst/>
          </a:prstGeom>
          <a:solidFill>
            <a:srgbClr val="F024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p>
        </p:txBody>
      </p:sp>
      <p:sp>
        <p:nvSpPr>
          <p:cNvPr id="72" name="矩形 71"/>
          <p:cNvSpPr/>
          <p:nvPr/>
        </p:nvSpPr>
        <p:spPr>
          <a:xfrm>
            <a:off x="17831306" y="607033"/>
            <a:ext cx="79828" cy="828221"/>
          </a:xfrm>
          <a:prstGeom prst="rect">
            <a:avLst/>
          </a:prstGeom>
          <a:solidFill>
            <a:srgbClr val="F024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p>
        </p:txBody>
      </p:sp>
      <p:sp>
        <p:nvSpPr>
          <p:cNvPr id="73" name="文本框 72"/>
          <p:cNvSpPr txBox="1"/>
          <p:nvPr/>
        </p:nvSpPr>
        <p:spPr>
          <a:xfrm>
            <a:off x="16922977" y="604257"/>
            <a:ext cx="947405" cy="829945"/>
          </a:xfrm>
          <a:prstGeom prst="rect">
            <a:avLst/>
          </a:prstGeom>
          <a:noFill/>
        </p:spPr>
        <p:txBody>
          <a:bodyPr wrap="square" rtlCol="0">
            <a:spAutoFit/>
          </a:bodyPr>
          <a:lstStyle/>
          <a:p>
            <a:r>
              <a:rPr lang="en-US" altLang="vi-VN" sz="4800" dirty="0" smtClean="0">
                <a:solidFill>
                  <a:schemeClr val="bg1"/>
                </a:solidFill>
                <a:latin typeface="Microsoft YaHei" panose="020B0503020204020204" pitchFamily="34" charset="-122"/>
                <a:ea typeface="Microsoft YaHei" panose="020B0503020204020204" pitchFamily="34" charset="-122"/>
              </a:rPr>
              <a:t>19</a:t>
            </a:r>
            <a:endParaRPr lang="vi-VN" altLang="en-US" sz="4800" dirty="0" smtClean="0">
              <a:solidFill>
                <a:schemeClr val="bg1"/>
              </a:solidFill>
              <a:latin typeface="Microsoft YaHei" panose="020B0503020204020204" pitchFamily="34" charset="-122"/>
              <a:ea typeface="Microsoft YaHei" panose="020B0503020204020204" pitchFamily="34" charset="-122"/>
            </a:endParaRPr>
          </a:p>
        </p:txBody>
      </p:sp>
      <p:grpSp>
        <p:nvGrpSpPr>
          <p:cNvPr id="4" name="组合 3"/>
          <p:cNvGrpSpPr/>
          <p:nvPr/>
        </p:nvGrpSpPr>
        <p:grpSpPr>
          <a:xfrm>
            <a:off x="14187805" y="7916545"/>
            <a:ext cx="4548505" cy="2686685"/>
            <a:chOff x="11519983" y="5270056"/>
            <a:chExt cx="5829924" cy="3299229"/>
          </a:xfrm>
        </p:grpSpPr>
        <p:grpSp>
          <p:nvGrpSpPr>
            <p:cNvPr id="97" name="组合 96"/>
            <p:cNvGrpSpPr/>
            <p:nvPr/>
          </p:nvGrpSpPr>
          <p:grpSpPr>
            <a:xfrm rot="5400000">
              <a:off x="12785331" y="4004708"/>
              <a:ext cx="3299229" cy="5829924"/>
              <a:chOff x="4862722" y="-238122"/>
              <a:chExt cx="3541407" cy="6152922"/>
            </a:xfrm>
          </p:grpSpPr>
          <p:grpSp>
            <p:nvGrpSpPr>
              <p:cNvPr id="98" name="组合 97"/>
              <p:cNvGrpSpPr/>
              <p:nvPr/>
            </p:nvGrpSpPr>
            <p:grpSpPr>
              <a:xfrm>
                <a:off x="4862722" y="-238122"/>
                <a:ext cx="3541407" cy="6152922"/>
                <a:chOff x="4862722" y="-238122"/>
                <a:chExt cx="3541407" cy="6152922"/>
              </a:xfrm>
              <a:effectLst>
                <a:outerShdw blurRad="203200" dist="101600" dir="2700000" algn="ctr" rotWithShape="0">
                  <a:schemeClr val="tx1">
                    <a:alpha val="40000"/>
                  </a:schemeClr>
                </a:outerShdw>
              </a:effectLst>
            </p:grpSpPr>
            <p:grpSp>
              <p:nvGrpSpPr>
                <p:cNvPr id="108" name="组合 107"/>
                <p:cNvGrpSpPr/>
                <p:nvPr/>
              </p:nvGrpSpPr>
              <p:grpSpPr>
                <a:xfrm>
                  <a:off x="7282083" y="1812626"/>
                  <a:ext cx="45719" cy="310161"/>
                  <a:chOff x="8020452" y="2062264"/>
                  <a:chExt cx="150782" cy="787940"/>
                </a:xfrm>
              </p:grpSpPr>
              <p:sp>
                <p:nvSpPr>
                  <p:cNvPr id="127" name="圆角矩形 126"/>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8" name="圆角矩形 127"/>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09" name="组合 108"/>
                <p:cNvGrpSpPr/>
                <p:nvPr/>
              </p:nvGrpSpPr>
              <p:grpSpPr>
                <a:xfrm>
                  <a:off x="4862722" y="2122787"/>
                  <a:ext cx="45719" cy="239059"/>
                  <a:chOff x="8020452" y="2062264"/>
                  <a:chExt cx="150782" cy="787940"/>
                </a:xfrm>
              </p:grpSpPr>
              <p:sp>
                <p:nvSpPr>
                  <p:cNvPr id="125" name="圆角矩形 124"/>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6" name="圆角矩形 125"/>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0" name="组合 109"/>
                <p:cNvGrpSpPr/>
                <p:nvPr/>
              </p:nvGrpSpPr>
              <p:grpSpPr>
                <a:xfrm>
                  <a:off x="4862722" y="1812626"/>
                  <a:ext cx="45719" cy="239059"/>
                  <a:chOff x="8020452" y="2062264"/>
                  <a:chExt cx="150782" cy="787940"/>
                </a:xfrm>
              </p:grpSpPr>
              <p:sp>
                <p:nvSpPr>
                  <p:cNvPr id="123" name="圆角矩形 122"/>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4" name="圆角矩形 123"/>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1" name="组合 110"/>
                <p:cNvGrpSpPr/>
                <p:nvPr/>
              </p:nvGrpSpPr>
              <p:grpSpPr>
                <a:xfrm>
                  <a:off x="4862722" y="1543685"/>
                  <a:ext cx="45719" cy="117603"/>
                  <a:chOff x="8020452" y="2062264"/>
                  <a:chExt cx="150782" cy="787940"/>
                </a:xfrm>
              </p:grpSpPr>
              <p:sp>
                <p:nvSpPr>
                  <p:cNvPr id="121" name="圆角矩形 120"/>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2" name="圆角矩形 121"/>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2" name="圆角矩形 111"/>
                <p:cNvSpPr/>
                <p:nvPr/>
              </p:nvSpPr>
              <p:spPr>
                <a:xfrm>
                  <a:off x="4890000" y="943200"/>
                  <a:ext cx="2412000" cy="4971600"/>
                </a:xfrm>
                <a:prstGeom prst="roundRect">
                  <a:avLst>
                    <a:gd name="adj" fmla="val 7335"/>
                  </a:avLst>
                </a:prstGeom>
                <a:solidFill>
                  <a:srgbClr val="404040"/>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3" name="圆角矩形 112"/>
                <p:cNvSpPr/>
                <p:nvPr/>
              </p:nvSpPr>
              <p:spPr>
                <a:xfrm>
                  <a:off x="4926000" y="979200"/>
                  <a:ext cx="2340000" cy="4899600"/>
                </a:xfrm>
                <a:prstGeom prst="roundRect">
                  <a:avLst>
                    <a:gd name="adj" fmla="val 7335"/>
                  </a:avLst>
                </a:prstGeom>
                <a:solidFill>
                  <a:srgbClr val="05050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4" name="矩形 113"/>
                <p:cNvSpPr/>
                <p:nvPr/>
              </p:nvSpPr>
              <p:spPr>
                <a:xfrm>
                  <a:off x="5034000" y="1540800"/>
                  <a:ext cx="2124000" cy="377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5" name="圆角矩形 114"/>
                <p:cNvSpPr/>
                <p:nvPr/>
              </p:nvSpPr>
              <p:spPr>
                <a:xfrm>
                  <a:off x="5901599" y="1206000"/>
                  <a:ext cx="388800" cy="36000"/>
                </a:xfrm>
                <a:prstGeom prst="roundRect">
                  <a:avLst>
                    <a:gd name="adj" fmla="val 50000"/>
                  </a:avLst>
                </a:prstGeom>
                <a:solidFill>
                  <a:srgbClr val="0D0D0D"/>
                </a:solidFill>
                <a:ln>
                  <a:noFill/>
                </a:ln>
                <a:scene3d>
                  <a:camera prst="orthographicFront"/>
                  <a:lightRig rig="threePt" dir="t"/>
                </a:scene3d>
                <a:sp3d>
                  <a:bevelT w="69850" h="50800" prst="coolSlan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16" name="组合 115"/>
                <p:cNvGrpSpPr/>
                <p:nvPr/>
              </p:nvGrpSpPr>
              <p:grpSpPr>
                <a:xfrm>
                  <a:off x="5905200" y="5406664"/>
                  <a:ext cx="381600" cy="381600"/>
                  <a:chOff x="5905200" y="3238200"/>
                  <a:chExt cx="381600" cy="381600"/>
                </a:xfrm>
              </p:grpSpPr>
              <p:sp>
                <p:nvSpPr>
                  <p:cNvPr id="119" name="椭圆 118"/>
                  <p:cNvSpPr/>
                  <p:nvPr/>
                </p:nvSpPr>
                <p:spPr>
                  <a:xfrm>
                    <a:off x="5905200" y="3238200"/>
                    <a:ext cx="381600" cy="381600"/>
                  </a:xfrm>
                  <a:prstGeom prst="ellipse">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0" name="椭圆 119"/>
                  <p:cNvSpPr/>
                  <p:nvPr/>
                </p:nvSpPr>
                <p:spPr>
                  <a:xfrm>
                    <a:off x="5932200" y="3265200"/>
                    <a:ext cx="327600" cy="3276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7" name="圆角矩形 116"/>
                <p:cNvSpPr/>
                <p:nvPr/>
              </p:nvSpPr>
              <p:spPr>
                <a:xfrm>
                  <a:off x="4883060" y="952391"/>
                  <a:ext cx="2376000" cy="4952144"/>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8" name="圆角矩形 117"/>
                <p:cNvSpPr/>
                <p:nvPr/>
              </p:nvSpPr>
              <p:spPr>
                <a:xfrm>
                  <a:off x="6028129" y="-238122"/>
                  <a:ext cx="2376000" cy="4935600"/>
                </a:xfrm>
                <a:prstGeom prst="roundRect">
                  <a:avLst>
                    <a:gd name="adj" fmla="val 7335"/>
                  </a:avLst>
                </a:prstGeom>
                <a:gradFill flip="none" rotWithShape="1">
                  <a:gsLst>
                    <a:gs pos="0">
                      <a:srgbClr val="FFFFFF">
                        <a:alpha val="18000"/>
                      </a:srgbClr>
                    </a:gs>
                    <a:gs pos="5000">
                      <a:srgbClr val="FFFFFF">
                        <a:alpha val="0"/>
                      </a:srgb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99" name="组合 98"/>
              <p:cNvGrpSpPr/>
              <p:nvPr/>
            </p:nvGrpSpPr>
            <p:grpSpPr>
              <a:xfrm>
                <a:off x="6856135" y="1608679"/>
                <a:ext cx="156128" cy="54425"/>
                <a:chOff x="6770056" y="1608698"/>
                <a:chExt cx="156128" cy="65855"/>
              </a:xfrm>
            </p:grpSpPr>
            <p:sp>
              <p:nvSpPr>
                <p:cNvPr id="105" name="矩形 104"/>
                <p:cNvSpPr/>
                <p:nvPr/>
              </p:nvSpPr>
              <p:spPr>
                <a:xfrm>
                  <a:off x="6770056" y="1608698"/>
                  <a:ext cx="146501" cy="65855"/>
                </a:xfrm>
                <a:prstGeom prst="rect">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6" name="矩形 105"/>
                <p:cNvSpPr/>
                <p:nvPr/>
              </p:nvSpPr>
              <p:spPr>
                <a:xfrm>
                  <a:off x="6916234" y="1633796"/>
                  <a:ext cx="9950" cy="16633"/>
                </a:xfrm>
                <a:prstGeom prst="rect">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7" name="矩形 106"/>
                <p:cNvSpPr/>
                <p:nvPr/>
              </p:nvSpPr>
              <p:spPr>
                <a:xfrm>
                  <a:off x="6770056" y="1608699"/>
                  <a:ext cx="83493" cy="6585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0" name="椭圆 99"/>
              <p:cNvSpPr/>
              <p:nvPr/>
            </p:nvSpPr>
            <p:spPr>
              <a:xfrm>
                <a:off x="5123906"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1" name="椭圆 100"/>
              <p:cNvSpPr/>
              <p:nvPr/>
            </p:nvSpPr>
            <p:spPr>
              <a:xfrm>
                <a:off x="5176565"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2" name="椭圆 101"/>
              <p:cNvSpPr/>
              <p:nvPr/>
            </p:nvSpPr>
            <p:spPr>
              <a:xfrm>
                <a:off x="5224538"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3" name="椭圆 102"/>
              <p:cNvSpPr/>
              <p:nvPr/>
            </p:nvSpPr>
            <p:spPr>
              <a:xfrm>
                <a:off x="5274547"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 name="椭圆 103"/>
              <p:cNvSpPr/>
              <p:nvPr/>
            </p:nvSpPr>
            <p:spPr>
              <a:xfrm>
                <a:off x="5324640" y="1619118"/>
                <a:ext cx="41564" cy="41564"/>
              </a:xfrm>
              <a:prstGeom prst="ellipse">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38" name="矩形 137"/>
            <p:cNvSpPr/>
            <p:nvPr/>
          </p:nvSpPr>
          <p:spPr bwMode="auto">
            <a:xfrm rot="16200000">
              <a:off x="12870306" y="4596683"/>
              <a:ext cx="1987572" cy="3635808"/>
            </a:xfrm>
            <a:prstGeom prst="rect">
              <a:avLst/>
            </a:prstGeom>
            <a:solidFill>
              <a:srgbClr val="2B7FB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 typeface="Arial" panose="020B0604020202020204" pitchFamily="34" charset="0"/>
                <a:buNone/>
                <a:defRPr/>
              </a:pPr>
              <a:endParaRPr lang="zh-CN" altLang="en-US"/>
            </a:p>
          </p:txBody>
        </p:sp>
        <p:grpSp>
          <p:nvGrpSpPr>
            <p:cNvPr id="141" name="组合 2"/>
            <p:cNvGrpSpPr/>
            <p:nvPr/>
          </p:nvGrpSpPr>
          <p:grpSpPr bwMode="auto">
            <a:xfrm>
              <a:off x="13580951" y="5774163"/>
              <a:ext cx="608013" cy="619125"/>
              <a:chOff x="7938529" y="3078391"/>
              <a:chExt cx="607404" cy="617990"/>
            </a:xfrm>
          </p:grpSpPr>
          <p:sp>
            <p:nvSpPr>
              <p:cNvPr id="142" name="object 5"/>
              <p:cNvSpPr/>
              <p:nvPr/>
            </p:nvSpPr>
            <p:spPr bwMode="auto">
              <a:xfrm>
                <a:off x="8052890" y="3078391"/>
                <a:ext cx="137478" cy="276999"/>
              </a:xfrm>
              <a:custGeom>
                <a:avLst/>
                <a:gdLst>
                  <a:gd name="T0" fmla="*/ 17874 w 226695"/>
                  <a:gd name="T1" fmla="*/ 0 h 262254"/>
                  <a:gd name="T2" fmla="*/ 0 w 226695"/>
                  <a:gd name="T3" fmla="*/ 197759 h 262254"/>
                  <a:gd name="T4" fmla="*/ 30590 w 226695"/>
                  <a:gd name="T5" fmla="*/ 326123 h 262254"/>
                  <a:gd name="T6" fmla="*/ 17874 w 226695"/>
                  <a:gd name="T7" fmla="*/ 0 h 26225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26695" h="262254">
                    <a:moveTo>
                      <a:pt x="132153" y="0"/>
                    </a:moveTo>
                    <a:lnTo>
                      <a:pt x="0" y="158895"/>
                    </a:lnTo>
                    <a:lnTo>
                      <a:pt x="226160" y="262033"/>
                    </a:lnTo>
                    <a:lnTo>
                      <a:pt x="132153" y="0"/>
                    </a:lnTo>
                    <a:close/>
                  </a:path>
                </a:pathLst>
              </a:custGeom>
              <a:solidFill>
                <a:srgbClr val="4ABA92"/>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3" name="object 6"/>
              <p:cNvSpPr/>
              <p:nvPr/>
            </p:nvSpPr>
            <p:spPr bwMode="auto">
              <a:xfrm>
                <a:off x="8090831" y="3419382"/>
                <a:ext cx="363912" cy="276999"/>
              </a:xfrm>
              <a:custGeom>
                <a:avLst/>
                <a:gdLst>
                  <a:gd name="T0" fmla="*/ 50573 w 600075"/>
                  <a:gd name="T1" fmla="*/ 0 h 479425"/>
                  <a:gd name="T2" fmla="*/ 0 w 600075"/>
                  <a:gd name="T3" fmla="*/ 50100 h 479425"/>
                  <a:gd name="T4" fmla="*/ 60332 w 600075"/>
                  <a:gd name="T5" fmla="*/ 53398 h 479425"/>
                  <a:gd name="T6" fmla="*/ 81164 w 600075"/>
                  <a:gd name="T7" fmla="*/ 11494 h 479425"/>
                  <a:gd name="T8" fmla="*/ 50573 w 600075"/>
                  <a:gd name="T9" fmla="*/ 0 h 4794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00075" h="479425">
                    <a:moveTo>
                      <a:pt x="373904" y="0"/>
                    </a:moveTo>
                    <a:lnTo>
                      <a:pt x="0" y="449588"/>
                    </a:lnTo>
                    <a:lnTo>
                      <a:pt x="446049" y="479179"/>
                    </a:lnTo>
                    <a:lnTo>
                      <a:pt x="600065" y="103138"/>
                    </a:lnTo>
                    <a:lnTo>
                      <a:pt x="373904" y="0"/>
                    </a:lnTo>
                    <a:close/>
                  </a:path>
                </a:pathLst>
              </a:custGeom>
              <a:solidFill>
                <a:srgbClr val="F94C07"/>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4" name="object 7"/>
              <p:cNvSpPr/>
              <p:nvPr/>
            </p:nvSpPr>
            <p:spPr bwMode="auto">
              <a:xfrm>
                <a:off x="8161226" y="3175050"/>
                <a:ext cx="384707" cy="276999"/>
              </a:xfrm>
              <a:custGeom>
                <a:avLst/>
                <a:gdLst>
                  <a:gd name="T0" fmla="*/ 0 w 634365"/>
                  <a:gd name="T1" fmla="*/ 0 h 229235"/>
                  <a:gd name="T2" fmla="*/ 67888 w 634365"/>
                  <a:gd name="T3" fmla="*/ 488025 h 229235"/>
                  <a:gd name="T4" fmla="*/ 85762 w 634365"/>
                  <a:gd name="T5" fmla="*/ 149257 h 229235"/>
                  <a:gd name="T6" fmla="*/ 0 w 634365"/>
                  <a:gd name="T7" fmla="*/ 0 h 22923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34365" h="229235">
                    <a:moveTo>
                      <a:pt x="0" y="0"/>
                    </a:moveTo>
                    <a:lnTo>
                      <a:pt x="501911" y="228904"/>
                    </a:lnTo>
                    <a:lnTo>
                      <a:pt x="634064" y="70008"/>
                    </a:lnTo>
                    <a:lnTo>
                      <a:pt x="0" y="0"/>
                    </a:lnTo>
                    <a:close/>
                  </a:path>
                </a:pathLst>
              </a:custGeom>
              <a:solidFill>
                <a:srgbClr val="1F4E79"/>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5" name="object 8"/>
              <p:cNvSpPr/>
              <p:nvPr/>
            </p:nvSpPr>
            <p:spPr bwMode="auto">
              <a:xfrm>
                <a:off x="7945652" y="3216890"/>
                <a:ext cx="145179" cy="193317"/>
              </a:xfrm>
              <a:custGeom>
                <a:avLst/>
                <a:gdLst>
                  <a:gd name="T0" fmla="*/ 19983 w 200025"/>
                  <a:gd name="T1" fmla="*/ 0 h 678814"/>
                  <a:gd name="T2" fmla="*/ 0 w 200025"/>
                  <a:gd name="T3" fmla="*/ 2184 h 678814"/>
                  <a:gd name="T4" fmla="*/ 55509 w 200025"/>
                  <a:gd name="T5" fmla="*/ 4463 h 678814"/>
                  <a:gd name="T6" fmla="*/ 19983 w 200025"/>
                  <a:gd name="T7" fmla="*/ 0 h 6788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0025" h="678814">
                    <a:moveTo>
                      <a:pt x="72008" y="0"/>
                    </a:moveTo>
                    <a:lnTo>
                      <a:pt x="0" y="332031"/>
                    </a:lnTo>
                    <a:lnTo>
                      <a:pt x="200025" y="678481"/>
                    </a:lnTo>
                    <a:lnTo>
                      <a:pt x="72008" y="0"/>
                    </a:lnTo>
                    <a:close/>
                  </a:path>
                </a:pathLst>
              </a:custGeom>
              <a:solidFill>
                <a:srgbClr val="00B050"/>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6" name="object 9"/>
              <p:cNvSpPr/>
              <p:nvPr/>
            </p:nvSpPr>
            <p:spPr bwMode="auto">
              <a:xfrm>
                <a:off x="7938529" y="3379992"/>
                <a:ext cx="304607" cy="276999"/>
              </a:xfrm>
              <a:custGeom>
                <a:avLst/>
                <a:gdLst>
                  <a:gd name="T0" fmla="*/ 0 w 502284"/>
                  <a:gd name="T1" fmla="*/ 0 h 678814"/>
                  <a:gd name="T2" fmla="*/ 17315 w 502284"/>
                  <a:gd name="T3" fmla="*/ 18813 h 678814"/>
                  <a:gd name="T4" fmla="*/ 67889 w 502284"/>
                  <a:gd name="T5" fmla="*/ 6347 h 678814"/>
                  <a:gd name="T6" fmla="*/ 0 w 502284"/>
                  <a:gd name="T7" fmla="*/ 0 h 6788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02284" h="678814">
                    <a:moveTo>
                      <a:pt x="0" y="0"/>
                    </a:moveTo>
                    <a:lnTo>
                      <a:pt x="128017" y="678492"/>
                    </a:lnTo>
                    <a:lnTo>
                      <a:pt x="501921" y="228904"/>
                    </a:lnTo>
                    <a:lnTo>
                      <a:pt x="0" y="0"/>
                    </a:lnTo>
                    <a:close/>
                  </a:path>
                </a:pathLst>
              </a:custGeom>
              <a:solidFill>
                <a:srgbClr val="ED7D31"/>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grpSp>
        <p:sp>
          <p:nvSpPr>
            <p:cNvPr id="147" name="矩形 23"/>
            <p:cNvSpPr>
              <a:spLocks noChangeArrowheads="1"/>
            </p:cNvSpPr>
            <p:nvPr/>
          </p:nvSpPr>
          <p:spPr bwMode="auto">
            <a:xfrm>
              <a:off x="12758941" y="6563170"/>
              <a:ext cx="2303462" cy="50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2F6583"/>
                  </a:solidFill>
                  <a:bevel/>
                </a14:hiddenLine>
              </a:ext>
            </a:extLst>
          </p:spPr>
          <p:txBody>
            <a:bodyPr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SimSun"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SimSun"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SimSun"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9pPr>
            </a:lstStyle>
            <a:p>
              <a:pPr algn="ctr">
                <a:lnSpc>
                  <a:spcPct val="100000"/>
                </a:lnSpc>
                <a:spcBef>
                  <a:spcPct val="0"/>
                </a:spcBef>
                <a:buFont typeface="Arial" panose="020B0604020202020204" pitchFamily="34" charset="0"/>
                <a:buNone/>
              </a:pPr>
              <a:r>
                <a:rPr lang="vi-VN" altLang="zh-CN" sz="2500" dirty="0">
                  <a:solidFill>
                    <a:schemeClr val="bg1"/>
                  </a:solidFill>
                  <a:latin typeface="Impact" panose="020B0806030902050204" pitchFamily="34" charset="0"/>
                  <a:ea typeface="Microsoft YaHei" panose="020B0503020204020204" pitchFamily="34" charset="-122"/>
                  <a:sym typeface="Impact" panose="020B0806030902050204" pitchFamily="34" charset="0"/>
                </a:rPr>
                <a:t>Nhóm </a:t>
              </a:r>
              <a:r>
                <a:rPr lang="vi-VN" altLang="zh-CN" sz="2500" dirty="0">
                  <a:solidFill>
                    <a:schemeClr val="bg1"/>
                  </a:solidFill>
                  <a:latin typeface="Impact" panose="020B0806030902050204" pitchFamily="34" charset="0"/>
                  <a:ea typeface="Microsoft YaHei" panose="020B0503020204020204" pitchFamily="34" charset="-122"/>
                  <a:sym typeface="Impact" panose="020B0806030902050204" pitchFamily="34" charset="0"/>
                </a:rPr>
                <a:t>6</a:t>
              </a:r>
              <a:endParaRPr lang="vi-VN" altLang="zh-CN" sz="2500" dirty="0">
                <a:solidFill>
                  <a:schemeClr val="bg1"/>
                </a:solidFill>
                <a:latin typeface="Impact" panose="020B0806030902050204" pitchFamily="34" charset="0"/>
                <a:ea typeface="Microsoft YaHei" panose="020B0503020204020204" pitchFamily="34" charset="-122"/>
                <a:sym typeface="Impact" panose="020B0806030902050204" pitchFamily="34" charset="0"/>
              </a:endParaRPr>
            </a:p>
          </p:txBody>
        </p:sp>
      </p:grpSp>
      <p:sp>
        <p:nvSpPr>
          <p:cNvPr id="5" name="Rounded Rectangle 4"/>
          <p:cNvSpPr/>
          <p:nvPr/>
        </p:nvSpPr>
        <p:spPr>
          <a:xfrm>
            <a:off x="304800" y="638810"/>
            <a:ext cx="8768080" cy="802005"/>
          </a:xfrm>
          <a:prstGeom prst="roundRect">
            <a:avLst/>
          </a:prstGeom>
          <a:solidFill>
            <a:srgbClr val="F02424"/>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6" name="object 3"/>
          <p:cNvSpPr txBox="1">
            <a:spLocks noChangeArrowheads="1"/>
          </p:cNvSpPr>
          <p:nvPr/>
        </p:nvSpPr>
        <p:spPr bwMode="auto">
          <a:xfrm>
            <a:off x="1071880" y="730250"/>
            <a:ext cx="7847965" cy="615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marL="6350">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SimSun"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SimSun"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SimSun"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9pPr>
          </a:lstStyle>
          <a:p>
            <a:pPr algn="ctr">
              <a:lnSpc>
                <a:spcPct val="100000"/>
              </a:lnSpc>
              <a:spcBef>
                <a:spcPct val="0"/>
              </a:spcBef>
              <a:buFont typeface="Arial" panose="020B0604020202020204" pitchFamily="34" charset="0"/>
              <a:buNone/>
            </a:pPr>
            <a:r>
              <a:rPr lang="en-US" sz="4000" dirty="0">
                <a:solidFill>
                  <a:schemeClr val="bg1"/>
                </a:solidFill>
                <a:latin typeface="Times New Roman" panose="02020603050405020304" pitchFamily="18" charset="0"/>
                <a:ea typeface="DM Sans" pitchFamily="34" charset="-122"/>
                <a:cs typeface="Times New Roman" panose="02020603050405020304" pitchFamily="18" charset="0"/>
                <a:sym typeface="+mn-ea"/>
              </a:rPr>
              <a:t>Affine Cipher</a:t>
            </a:r>
            <a:endParaRPr lang="vi-VN" altLang="zh-CN" sz="4000" dirty="0" smtClean="0">
              <a:solidFill>
                <a:srgbClr val="FFFFFF"/>
              </a:solidFill>
              <a:latin typeface="Microsoft YaHei" panose="020B0503020204020204" pitchFamily="34" charset="-122"/>
              <a:ea typeface="Microsoft YaHei" panose="020B0503020204020204" pitchFamily="34" charset="-122"/>
              <a:sym typeface="+mn-ea"/>
            </a:endParaRPr>
          </a:p>
        </p:txBody>
      </p:sp>
      <p:sp>
        <p:nvSpPr>
          <p:cNvPr id="2" name="文本框 162"/>
          <p:cNvSpPr txBox="1"/>
          <p:nvPr/>
        </p:nvSpPr>
        <p:spPr>
          <a:xfrm>
            <a:off x="311150" y="1720850"/>
            <a:ext cx="17559020" cy="8301355"/>
          </a:xfrm>
          <a:prstGeom prst="rect">
            <a:avLst/>
          </a:prstGeom>
          <a:noFill/>
        </p:spPr>
        <p:txBody>
          <a:bodyPr wrap="square" rtlCol="0">
            <a:noAutofit/>
          </a:bodyPr>
          <a:p>
            <a:pPr lvl="0">
              <a:lnSpc>
                <a:spcPct val="150000"/>
              </a:lnSpc>
            </a:pPr>
            <a:r>
              <a:rPr lang="en-US" sz="3600" smtClean="0">
                <a:solidFill>
                  <a:schemeClr val="bg1"/>
                </a:solidFill>
                <a:effectLst/>
                <a:latin typeface="Times New Roman" panose="02020603050405020304" pitchFamily="18" charset="0"/>
                <a:ea typeface="Microsoft YaHei" panose="020B0503020204020204" pitchFamily="34" charset="-122"/>
                <a:cs typeface="Times New Roman" panose="02020603050405020304" pitchFamily="18" charset="0"/>
                <a:sym typeface="Arial" panose="020B0604020202020204"/>
              </a:rPr>
              <a:t>Mã hóa affine hoạt động theo hai bước chính:</a:t>
            </a:r>
            <a:endParaRPr lang="en-US" sz="3600" smtClean="0">
              <a:solidFill>
                <a:schemeClr val="bg1"/>
              </a:solidFill>
              <a:effectLst/>
              <a:latin typeface="Times New Roman" panose="02020603050405020304" pitchFamily="18" charset="0"/>
              <a:ea typeface="Microsoft YaHei" panose="020B0503020204020204" pitchFamily="34" charset="-122"/>
              <a:cs typeface="Times New Roman" panose="02020603050405020304" pitchFamily="18" charset="0"/>
              <a:sym typeface="Arial" panose="020B0604020202020204"/>
            </a:endParaRPr>
          </a:p>
          <a:p>
            <a:pPr lvl="0">
              <a:lnSpc>
                <a:spcPct val="150000"/>
              </a:lnSpc>
            </a:pPr>
            <a:r>
              <a:rPr lang="en-US" sz="3600" smtClean="0">
                <a:solidFill>
                  <a:schemeClr val="bg1"/>
                </a:solidFill>
                <a:effectLst/>
                <a:latin typeface="Times New Roman" panose="02020603050405020304" pitchFamily="18" charset="0"/>
                <a:ea typeface="Microsoft YaHei" panose="020B0503020204020204" pitchFamily="34" charset="-122"/>
                <a:cs typeface="Times New Roman" panose="02020603050405020304" pitchFamily="18" charset="0"/>
                <a:sym typeface="Arial" panose="020B0604020202020204"/>
              </a:rPr>
              <a:t>1. Chuyển đổi chỉ số ký tự: Đầu tiên, mỗi ký tự trong bảng chữ cái được chuyển đổi thành chỉ số của nó (ví dụ: A = 0, B = 1, ..., Z = 25).</a:t>
            </a:r>
            <a:endParaRPr lang="en-US" sz="3600" smtClean="0">
              <a:solidFill>
                <a:schemeClr val="bg1"/>
              </a:solidFill>
              <a:effectLst/>
              <a:latin typeface="Times New Roman" panose="02020603050405020304" pitchFamily="18" charset="0"/>
              <a:ea typeface="Microsoft YaHei" panose="020B0503020204020204" pitchFamily="34" charset="-122"/>
              <a:cs typeface="Times New Roman" panose="02020603050405020304" pitchFamily="18" charset="0"/>
              <a:sym typeface="Arial" panose="020B0604020202020204"/>
            </a:endParaRPr>
          </a:p>
          <a:p>
            <a:pPr lvl="0">
              <a:lnSpc>
                <a:spcPct val="150000"/>
              </a:lnSpc>
            </a:pPr>
            <a:r>
              <a:rPr lang="en-US" sz="3600" smtClean="0">
                <a:solidFill>
                  <a:schemeClr val="bg1"/>
                </a:solidFill>
                <a:effectLst/>
                <a:latin typeface="Times New Roman" panose="02020603050405020304" pitchFamily="18" charset="0"/>
                <a:ea typeface="Microsoft YaHei" panose="020B0503020204020204" pitchFamily="34" charset="-122"/>
                <a:cs typeface="Times New Roman" panose="02020603050405020304" pitchFamily="18" charset="0"/>
                <a:sym typeface="Arial" panose="020B0604020202020204"/>
              </a:rPr>
              <a:t>2. Áp dụng công thức mã hóa: Sử dụng công thức:</a:t>
            </a:r>
            <a:endParaRPr lang="en-US" sz="3600" smtClean="0">
              <a:solidFill>
                <a:schemeClr val="bg1"/>
              </a:solidFill>
              <a:effectLst/>
              <a:latin typeface="Times New Roman" panose="02020603050405020304" pitchFamily="18" charset="0"/>
              <a:ea typeface="Microsoft YaHei" panose="020B0503020204020204" pitchFamily="34" charset="-122"/>
              <a:cs typeface="Times New Roman" panose="02020603050405020304" pitchFamily="18" charset="0"/>
              <a:sym typeface="Arial" panose="020B0604020202020204"/>
            </a:endParaRPr>
          </a:p>
          <a:p>
            <a:pPr lvl="0">
              <a:lnSpc>
                <a:spcPct val="150000"/>
              </a:lnSpc>
            </a:pPr>
            <a:r>
              <a:rPr lang="en-US" sz="3600" smtClean="0">
                <a:solidFill>
                  <a:schemeClr val="bg1"/>
                </a:solidFill>
                <a:effectLst/>
                <a:latin typeface="Times New Roman" panose="02020603050405020304" pitchFamily="18" charset="0"/>
                <a:ea typeface="Microsoft YaHei" panose="020B0503020204020204" pitchFamily="34" charset="-122"/>
                <a:cs typeface="Times New Roman" panose="02020603050405020304" pitchFamily="18" charset="0"/>
                <a:sym typeface="Arial" panose="020B0604020202020204"/>
              </a:rPr>
              <a:t>𝐸( 𝑥) = ( 𝑎* 𝑥+ 𝑏) mod 𝑚</a:t>
            </a:r>
            <a:endParaRPr lang="en-US" sz="3600" smtClean="0">
              <a:solidFill>
                <a:schemeClr val="bg1"/>
              </a:solidFill>
              <a:effectLst/>
              <a:latin typeface="Times New Roman" panose="02020603050405020304" pitchFamily="18" charset="0"/>
              <a:ea typeface="Microsoft YaHei" panose="020B0503020204020204" pitchFamily="34" charset="-122"/>
              <a:cs typeface="Times New Roman" panose="02020603050405020304" pitchFamily="18" charset="0"/>
              <a:sym typeface="Arial" panose="020B0604020202020204"/>
            </a:endParaRPr>
          </a:p>
          <a:p>
            <a:pPr lvl="0">
              <a:lnSpc>
                <a:spcPct val="150000"/>
              </a:lnSpc>
            </a:pPr>
            <a:r>
              <a:rPr lang="en-US" sz="3600" smtClean="0">
                <a:solidFill>
                  <a:schemeClr val="bg1"/>
                </a:solidFill>
                <a:effectLst/>
                <a:latin typeface="Times New Roman" panose="02020603050405020304" pitchFamily="18" charset="0"/>
                <a:ea typeface="Microsoft YaHei" panose="020B0503020204020204" pitchFamily="34" charset="-122"/>
                <a:cs typeface="Times New Roman" panose="02020603050405020304" pitchFamily="18" charset="0"/>
                <a:sym typeface="Arial" panose="020B0604020202020204"/>
              </a:rPr>
              <a:t>Tính toán giá trị mới cho chỉ số ký tự bằng cách nhân chỉ số gốc x với a, sau đó cộng b, và lấy phần dư theo m (số ký tự trong bảng chữ cái).</a:t>
            </a:r>
            <a:endParaRPr lang="en-US" sz="3600" smtClean="0">
              <a:solidFill>
                <a:schemeClr val="bg1"/>
              </a:solidFill>
              <a:effectLst/>
              <a:latin typeface="Times New Roman" panose="02020603050405020304" pitchFamily="18" charset="0"/>
              <a:ea typeface="Microsoft YaHei" panose="020B0503020204020204" pitchFamily="34" charset="-122"/>
              <a:cs typeface="Times New Roman" panose="02020603050405020304" pitchFamily="18" charset="0"/>
              <a:sym typeface="Arial" panose="020B0604020202020204"/>
            </a:endParaRPr>
          </a:p>
          <a:p>
            <a:pPr lvl="0">
              <a:lnSpc>
                <a:spcPct val="150000"/>
              </a:lnSpc>
            </a:pPr>
            <a:r>
              <a:rPr lang="en-US" sz="3600" smtClean="0">
                <a:solidFill>
                  <a:schemeClr val="bg1"/>
                </a:solidFill>
                <a:effectLst/>
                <a:latin typeface="Times New Roman" panose="02020603050405020304" pitchFamily="18" charset="0"/>
                <a:ea typeface="Microsoft YaHei" panose="020B0503020204020204" pitchFamily="34" charset="-122"/>
                <a:cs typeface="Times New Roman" panose="02020603050405020304" pitchFamily="18" charset="0"/>
                <a:sym typeface="Arial" panose="020B0604020202020204"/>
              </a:rPr>
              <a:t>3.Chuyển đổi lại thành ký tự: Cuối cùng, chỉ số mới được chuyển </a:t>
            </a:r>
            <a:endParaRPr lang="en-US" sz="3600" smtClean="0">
              <a:solidFill>
                <a:schemeClr val="bg1"/>
              </a:solidFill>
              <a:effectLst/>
              <a:latin typeface="Times New Roman" panose="02020603050405020304" pitchFamily="18" charset="0"/>
              <a:ea typeface="Microsoft YaHei" panose="020B0503020204020204" pitchFamily="34" charset="-122"/>
              <a:cs typeface="Times New Roman" panose="02020603050405020304" pitchFamily="18" charset="0"/>
              <a:sym typeface="Arial" panose="020B0604020202020204"/>
            </a:endParaRPr>
          </a:p>
          <a:p>
            <a:pPr lvl="0">
              <a:lnSpc>
                <a:spcPct val="150000"/>
              </a:lnSpc>
            </a:pPr>
            <a:r>
              <a:rPr lang="en-US" sz="3600" smtClean="0">
                <a:solidFill>
                  <a:schemeClr val="bg1"/>
                </a:solidFill>
                <a:effectLst/>
                <a:latin typeface="Times New Roman" panose="02020603050405020304" pitchFamily="18" charset="0"/>
                <a:ea typeface="Microsoft YaHei" panose="020B0503020204020204" pitchFamily="34" charset="-122"/>
                <a:cs typeface="Times New Roman" panose="02020603050405020304" pitchFamily="18" charset="0"/>
                <a:sym typeface="Arial" panose="020B0604020202020204"/>
              </a:rPr>
              <a:t>đổi trở lại thành ký tự tương ứng.</a:t>
            </a:r>
            <a:endParaRPr lang="en-US" sz="3600" smtClean="0">
              <a:solidFill>
                <a:schemeClr val="bg1"/>
              </a:solidFill>
              <a:effectLst/>
              <a:latin typeface="Times New Roman" panose="02020603050405020304" pitchFamily="18" charset="0"/>
              <a:ea typeface="Microsoft YaHei" panose="020B0503020204020204" pitchFamily="34" charset="-122"/>
              <a:cs typeface="Times New Roman" panose="02020603050405020304" pitchFamily="18" charset="0"/>
              <a:sym typeface="Arial" panose="020B0604020202020204"/>
            </a:endParaRPr>
          </a:p>
        </p:txBody>
      </p:sp>
      <p:grpSp>
        <p:nvGrpSpPr>
          <p:cNvPr id="471" name="组合 1109"/>
          <p:cNvGrpSpPr/>
          <p:nvPr/>
        </p:nvGrpSpPr>
        <p:grpSpPr bwMode="auto">
          <a:xfrm>
            <a:off x="525145" y="772795"/>
            <a:ext cx="512445" cy="557530"/>
            <a:chOff x="0" y="0"/>
            <a:chExt cx="658482" cy="653916"/>
          </a:xfrm>
          <a:solidFill>
            <a:schemeClr val="bg1"/>
          </a:solidFill>
        </p:grpSpPr>
        <p:sp>
          <p:nvSpPr>
            <p:cNvPr id="472" name="Freeform 796"/>
            <p:cNvSpPr>
              <a:spLocks noChangeArrowheads="1"/>
            </p:cNvSpPr>
            <p:nvPr/>
          </p:nvSpPr>
          <p:spPr bwMode="auto">
            <a:xfrm>
              <a:off x="106726" y="422531"/>
              <a:ext cx="147001" cy="231385"/>
            </a:xfrm>
            <a:custGeom>
              <a:avLst/>
              <a:gdLst>
                <a:gd name="T0" fmla="*/ 2147483647 w 68"/>
                <a:gd name="T1" fmla="*/ 2147483647 h 107"/>
                <a:gd name="T2" fmla="*/ 2147483647 w 68"/>
                <a:gd name="T3" fmla="*/ 2147483647 h 107"/>
                <a:gd name="T4" fmla="*/ 2147483647 w 68"/>
                <a:gd name="T5" fmla="*/ 2147483647 h 107"/>
                <a:gd name="T6" fmla="*/ 2147483647 w 68"/>
                <a:gd name="T7" fmla="*/ 2147483647 h 107"/>
                <a:gd name="T8" fmla="*/ 2147483647 w 68"/>
                <a:gd name="T9" fmla="*/ 0 h 107"/>
                <a:gd name="T10" fmla="*/ 0 w 68"/>
                <a:gd name="T11" fmla="*/ 0 h 107"/>
                <a:gd name="T12" fmla="*/ 0 w 68"/>
                <a:gd name="T13" fmla="*/ 2147483647 h 107"/>
                <a:gd name="T14" fmla="*/ 2147483647 w 68"/>
                <a:gd name="T15" fmla="*/ 2147483647 h 107"/>
                <a:gd name="T16" fmla="*/ 2147483647 w 68"/>
                <a:gd name="T17" fmla="*/ 2147483647 h 107"/>
                <a:gd name="T18" fmla="*/ 2147483647 w 68"/>
                <a:gd name="T19" fmla="*/ 2147483647 h 107"/>
                <a:gd name="T20" fmla="*/ 2147483647 w 68"/>
                <a:gd name="T21" fmla="*/ 2147483647 h 107"/>
                <a:gd name="T22" fmla="*/ 2147483647 w 68"/>
                <a:gd name="T23" fmla="*/ 2147483647 h 107"/>
                <a:gd name="T24" fmla="*/ 2147483647 w 68"/>
                <a:gd name="T25" fmla="*/ 2147483647 h 10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68"/>
                <a:gd name="T40" fmla="*/ 0 h 107"/>
                <a:gd name="T41" fmla="*/ 68 w 68"/>
                <a:gd name="T42" fmla="*/ 107 h 10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68" h="107">
                  <a:moveTo>
                    <a:pt x="65" y="81"/>
                  </a:moveTo>
                  <a:cubicBezTo>
                    <a:pt x="65" y="81"/>
                    <a:pt x="65" y="81"/>
                    <a:pt x="65" y="81"/>
                  </a:cubicBezTo>
                  <a:cubicBezTo>
                    <a:pt x="65" y="80"/>
                    <a:pt x="64" y="79"/>
                    <a:pt x="63" y="78"/>
                  </a:cubicBezTo>
                  <a:cubicBezTo>
                    <a:pt x="61" y="74"/>
                    <a:pt x="56" y="62"/>
                    <a:pt x="54" y="36"/>
                  </a:cubicBezTo>
                  <a:cubicBezTo>
                    <a:pt x="54" y="0"/>
                    <a:pt x="54" y="0"/>
                    <a:pt x="54" y="0"/>
                  </a:cubicBezTo>
                  <a:cubicBezTo>
                    <a:pt x="0" y="0"/>
                    <a:pt x="0" y="0"/>
                    <a:pt x="0" y="0"/>
                  </a:cubicBezTo>
                  <a:cubicBezTo>
                    <a:pt x="0" y="102"/>
                    <a:pt x="0" y="102"/>
                    <a:pt x="0" y="102"/>
                  </a:cubicBezTo>
                  <a:cubicBezTo>
                    <a:pt x="0" y="105"/>
                    <a:pt x="2" y="107"/>
                    <a:pt x="5" y="107"/>
                  </a:cubicBezTo>
                  <a:cubicBezTo>
                    <a:pt x="49" y="107"/>
                    <a:pt x="49" y="107"/>
                    <a:pt x="49" y="107"/>
                  </a:cubicBezTo>
                  <a:cubicBezTo>
                    <a:pt x="49" y="107"/>
                    <a:pt x="49" y="107"/>
                    <a:pt x="49" y="107"/>
                  </a:cubicBezTo>
                  <a:cubicBezTo>
                    <a:pt x="50" y="107"/>
                    <a:pt x="50" y="107"/>
                    <a:pt x="50" y="107"/>
                  </a:cubicBezTo>
                  <a:cubicBezTo>
                    <a:pt x="60" y="107"/>
                    <a:pt x="68" y="99"/>
                    <a:pt x="68" y="90"/>
                  </a:cubicBezTo>
                  <a:cubicBezTo>
                    <a:pt x="68" y="87"/>
                    <a:pt x="67" y="84"/>
                    <a:pt x="65" y="81"/>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473" name="Freeform 797"/>
            <p:cNvSpPr>
              <a:spLocks noChangeArrowheads="1"/>
            </p:cNvSpPr>
            <p:nvPr/>
          </p:nvSpPr>
          <p:spPr bwMode="auto">
            <a:xfrm>
              <a:off x="171165" y="422531"/>
              <a:ext cx="82563" cy="231385"/>
            </a:xfrm>
            <a:custGeom>
              <a:avLst/>
              <a:gdLst>
                <a:gd name="T0" fmla="*/ 2147483647 w 38"/>
                <a:gd name="T1" fmla="*/ 2147483647 h 107"/>
                <a:gd name="T2" fmla="*/ 2147483647 w 38"/>
                <a:gd name="T3" fmla="*/ 2147483647 h 107"/>
                <a:gd name="T4" fmla="*/ 2147483647 w 38"/>
                <a:gd name="T5" fmla="*/ 2147483647 h 107"/>
                <a:gd name="T6" fmla="*/ 2147483647 w 38"/>
                <a:gd name="T7" fmla="*/ 2147483647 h 107"/>
                <a:gd name="T8" fmla="*/ 2147483647 w 38"/>
                <a:gd name="T9" fmla="*/ 0 h 107"/>
                <a:gd name="T10" fmla="*/ 0 w 38"/>
                <a:gd name="T11" fmla="*/ 0 h 107"/>
                <a:gd name="T12" fmla="*/ 0 w 38"/>
                <a:gd name="T13" fmla="*/ 2147483647 h 107"/>
                <a:gd name="T14" fmla="*/ 2147483647 w 38"/>
                <a:gd name="T15" fmla="*/ 2147483647 h 107"/>
                <a:gd name="T16" fmla="*/ 2147483647 w 38"/>
                <a:gd name="T17" fmla="*/ 2147483647 h 107"/>
                <a:gd name="T18" fmla="*/ 2147483647 w 38"/>
                <a:gd name="T19" fmla="*/ 2147483647 h 107"/>
                <a:gd name="T20" fmla="*/ 2147483647 w 38"/>
                <a:gd name="T21" fmla="*/ 2147483647 h 107"/>
                <a:gd name="T22" fmla="*/ 2147483647 w 38"/>
                <a:gd name="T23" fmla="*/ 2147483647 h 10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8"/>
                <a:gd name="T37" fmla="*/ 0 h 107"/>
                <a:gd name="T38" fmla="*/ 38 w 38"/>
                <a:gd name="T39" fmla="*/ 107 h 10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8" h="107">
                  <a:moveTo>
                    <a:pt x="35" y="81"/>
                  </a:moveTo>
                  <a:cubicBezTo>
                    <a:pt x="35" y="81"/>
                    <a:pt x="35" y="81"/>
                    <a:pt x="35" y="81"/>
                  </a:cubicBezTo>
                  <a:cubicBezTo>
                    <a:pt x="35" y="80"/>
                    <a:pt x="34" y="79"/>
                    <a:pt x="33" y="78"/>
                  </a:cubicBezTo>
                  <a:cubicBezTo>
                    <a:pt x="31" y="74"/>
                    <a:pt x="26" y="62"/>
                    <a:pt x="24" y="36"/>
                  </a:cubicBezTo>
                  <a:cubicBezTo>
                    <a:pt x="24" y="0"/>
                    <a:pt x="24" y="0"/>
                    <a:pt x="24" y="0"/>
                  </a:cubicBezTo>
                  <a:cubicBezTo>
                    <a:pt x="0" y="0"/>
                    <a:pt x="0" y="0"/>
                    <a:pt x="0" y="0"/>
                  </a:cubicBezTo>
                  <a:cubicBezTo>
                    <a:pt x="0" y="107"/>
                    <a:pt x="0" y="107"/>
                    <a:pt x="0" y="107"/>
                  </a:cubicBezTo>
                  <a:cubicBezTo>
                    <a:pt x="19" y="107"/>
                    <a:pt x="19" y="107"/>
                    <a:pt x="19" y="107"/>
                  </a:cubicBezTo>
                  <a:cubicBezTo>
                    <a:pt x="19" y="107"/>
                    <a:pt x="19" y="107"/>
                    <a:pt x="19" y="107"/>
                  </a:cubicBezTo>
                  <a:cubicBezTo>
                    <a:pt x="20" y="107"/>
                    <a:pt x="20" y="107"/>
                    <a:pt x="20" y="107"/>
                  </a:cubicBezTo>
                  <a:cubicBezTo>
                    <a:pt x="30" y="107"/>
                    <a:pt x="38" y="99"/>
                    <a:pt x="38" y="90"/>
                  </a:cubicBezTo>
                  <a:cubicBezTo>
                    <a:pt x="38" y="87"/>
                    <a:pt x="37" y="84"/>
                    <a:pt x="35" y="81"/>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474" name="Freeform 798"/>
            <p:cNvSpPr>
              <a:spLocks noChangeArrowheads="1"/>
            </p:cNvSpPr>
            <p:nvPr/>
          </p:nvSpPr>
          <p:spPr bwMode="auto">
            <a:xfrm>
              <a:off x="267823" y="50301"/>
              <a:ext cx="310111" cy="509050"/>
            </a:xfrm>
            <a:custGeom>
              <a:avLst/>
              <a:gdLst>
                <a:gd name="T0" fmla="*/ 0 w 143"/>
                <a:gd name="T1" fmla="*/ 2147483647 h 236"/>
                <a:gd name="T2" fmla="*/ 0 w 143"/>
                <a:gd name="T3" fmla="*/ 2147483647 h 236"/>
                <a:gd name="T4" fmla="*/ 2147483647 w 143"/>
                <a:gd name="T5" fmla="*/ 2147483647 h 236"/>
                <a:gd name="T6" fmla="*/ 2147483647 w 143"/>
                <a:gd name="T7" fmla="*/ 0 h 236"/>
                <a:gd name="T8" fmla="*/ 0 w 143"/>
                <a:gd name="T9" fmla="*/ 2147483647 h 236"/>
                <a:gd name="T10" fmla="*/ 0 60000 65536"/>
                <a:gd name="T11" fmla="*/ 0 60000 65536"/>
                <a:gd name="T12" fmla="*/ 0 60000 65536"/>
                <a:gd name="T13" fmla="*/ 0 60000 65536"/>
                <a:gd name="T14" fmla="*/ 0 60000 65536"/>
                <a:gd name="T15" fmla="*/ 0 w 143"/>
                <a:gd name="T16" fmla="*/ 0 h 236"/>
                <a:gd name="T17" fmla="*/ 143 w 143"/>
                <a:gd name="T18" fmla="*/ 236 h 236"/>
              </a:gdLst>
              <a:ahLst/>
              <a:cxnLst>
                <a:cxn ang="T10">
                  <a:pos x="T0" y="T1"/>
                </a:cxn>
                <a:cxn ang="T11">
                  <a:pos x="T2" y="T3"/>
                </a:cxn>
                <a:cxn ang="T12">
                  <a:pos x="T4" y="T5"/>
                </a:cxn>
                <a:cxn ang="T13">
                  <a:pos x="T6" y="T7"/>
                </a:cxn>
                <a:cxn ang="T14">
                  <a:pos x="T8" y="T9"/>
                </a:cxn>
              </a:cxnLst>
              <a:rect l="T15" t="T16" r="T17" b="T18"/>
              <a:pathLst>
                <a:path w="143" h="236">
                  <a:moveTo>
                    <a:pt x="0" y="71"/>
                  </a:moveTo>
                  <a:cubicBezTo>
                    <a:pt x="0" y="165"/>
                    <a:pt x="0" y="165"/>
                    <a:pt x="0" y="165"/>
                  </a:cubicBezTo>
                  <a:cubicBezTo>
                    <a:pt x="21" y="167"/>
                    <a:pt x="74" y="178"/>
                    <a:pt x="143" y="236"/>
                  </a:cubicBezTo>
                  <a:cubicBezTo>
                    <a:pt x="143" y="0"/>
                    <a:pt x="143" y="0"/>
                    <a:pt x="143" y="0"/>
                  </a:cubicBezTo>
                  <a:cubicBezTo>
                    <a:pt x="74" y="58"/>
                    <a:pt x="21" y="69"/>
                    <a:pt x="0" y="71"/>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475" name="Freeform 799"/>
            <p:cNvSpPr>
              <a:spLocks noChangeArrowheads="1"/>
            </p:cNvSpPr>
            <p:nvPr/>
          </p:nvSpPr>
          <p:spPr bwMode="auto">
            <a:xfrm>
              <a:off x="267823" y="50301"/>
              <a:ext cx="310111" cy="253518"/>
            </a:xfrm>
            <a:custGeom>
              <a:avLst/>
              <a:gdLst>
                <a:gd name="T0" fmla="*/ 0 w 143"/>
                <a:gd name="T1" fmla="*/ 2147483647 h 118"/>
                <a:gd name="T2" fmla="*/ 2147483647 w 143"/>
                <a:gd name="T3" fmla="*/ 2147483647 h 118"/>
                <a:gd name="T4" fmla="*/ 2147483647 w 143"/>
                <a:gd name="T5" fmla="*/ 0 h 118"/>
                <a:gd name="T6" fmla="*/ 0 w 143"/>
                <a:gd name="T7" fmla="*/ 2147483647 h 118"/>
                <a:gd name="T8" fmla="*/ 0 w 143"/>
                <a:gd name="T9" fmla="*/ 2147483647 h 118"/>
                <a:gd name="T10" fmla="*/ 0 60000 65536"/>
                <a:gd name="T11" fmla="*/ 0 60000 65536"/>
                <a:gd name="T12" fmla="*/ 0 60000 65536"/>
                <a:gd name="T13" fmla="*/ 0 60000 65536"/>
                <a:gd name="T14" fmla="*/ 0 60000 65536"/>
                <a:gd name="T15" fmla="*/ 0 w 143"/>
                <a:gd name="T16" fmla="*/ 0 h 118"/>
                <a:gd name="T17" fmla="*/ 143 w 143"/>
                <a:gd name="T18" fmla="*/ 118 h 118"/>
              </a:gdLst>
              <a:ahLst/>
              <a:cxnLst>
                <a:cxn ang="T10">
                  <a:pos x="T0" y="T1"/>
                </a:cxn>
                <a:cxn ang="T11">
                  <a:pos x="T2" y="T3"/>
                </a:cxn>
                <a:cxn ang="T12">
                  <a:pos x="T4" y="T5"/>
                </a:cxn>
                <a:cxn ang="T13">
                  <a:pos x="T6" y="T7"/>
                </a:cxn>
                <a:cxn ang="T14">
                  <a:pos x="T8" y="T9"/>
                </a:cxn>
              </a:cxnLst>
              <a:rect l="T15" t="T16" r="T17" b="T18"/>
              <a:pathLst>
                <a:path w="143" h="118">
                  <a:moveTo>
                    <a:pt x="0" y="118"/>
                  </a:moveTo>
                  <a:cubicBezTo>
                    <a:pt x="143" y="118"/>
                    <a:pt x="143" y="118"/>
                    <a:pt x="143" y="118"/>
                  </a:cubicBezTo>
                  <a:cubicBezTo>
                    <a:pt x="143" y="0"/>
                    <a:pt x="143" y="0"/>
                    <a:pt x="143" y="0"/>
                  </a:cubicBezTo>
                  <a:cubicBezTo>
                    <a:pt x="74" y="58"/>
                    <a:pt x="21" y="69"/>
                    <a:pt x="0" y="71"/>
                  </a:cubicBezTo>
                  <a:lnTo>
                    <a:pt x="0" y="118"/>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476" name="Freeform 800"/>
            <p:cNvSpPr>
              <a:spLocks noChangeArrowheads="1"/>
            </p:cNvSpPr>
            <p:nvPr/>
          </p:nvSpPr>
          <p:spPr bwMode="auto">
            <a:xfrm>
              <a:off x="0" y="185109"/>
              <a:ext cx="304069" cy="237422"/>
            </a:xfrm>
            <a:custGeom>
              <a:avLst/>
              <a:gdLst>
                <a:gd name="T0" fmla="*/ 2147483647 w 141"/>
                <a:gd name="T1" fmla="*/ 0 h 110"/>
                <a:gd name="T2" fmla="*/ 2147483647 w 141"/>
                <a:gd name="T3" fmla="*/ 0 h 110"/>
                <a:gd name="T4" fmla="*/ 2147483647 w 141"/>
                <a:gd name="T5" fmla="*/ 0 h 110"/>
                <a:gd name="T6" fmla="*/ 0 w 141"/>
                <a:gd name="T7" fmla="*/ 2147483647 h 110"/>
                <a:gd name="T8" fmla="*/ 0 w 141"/>
                <a:gd name="T9" fmla="*/ 2147483647 h 110"/>
                <a:gd name="T10" fmla="*/ 2147483647 w 141"/>
                <a:gd name="T11" fmla="*/ 2147483647 h 110"/>
                <a:gd name="T12" fmla="*/ 2147483647 w 141"/>
                <a:gd name="T13" fmla="*/ 2147483647 h 110"/>
                <a:gd name="T14" fmla="*/ 2147483647 w 141"/>
                <a:gd name="T15" fmla="*/ 2147483647 h 110"/>
                <a:gd name="T16" fmla="*/ 2147483647 w 141"/>
                <a:gd name="T17" fmla="*/ 2147483647 h 110"/>
                <a:gd name="T18" fmla="*/ 2147483647 w 141"/>
                <a:gd name="T19" fmla="*/ 2147483647 h 110"/>
                <a:gd name="T20" fmla="*/ 2147483647 w 141"/>
                <a:gd name="T21" fmla="*/ 2147483647 h 110"/>
                <a:gd name="T22" fmla="*/ 2147483647 w 141"/>
                <a:gd name="T23" fmla="*/ 2147483647 h 110"/>
                <a:gd name="T24" fmla="*/ 2147483647 w 141"/>
                <a:gd name="T25" fmla="*/ 0 h 11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41"/>
                <a:gd name="T40" fmla="*/ 0 h 110"/>
                <a:gd name="T41" fmla="*/ 141 w 141"/>
                <a:gd name="T42" fmla="*/ 110 h 11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41" h="110">
                  <a:moveTo>
                    <a:pt x="135" y="0"/>
                  </a:moveTo>
                  <a:cubicBezTo>
                    <a:pt x="110" y="0"/>
                    <a:pt x="110" y="0"/>
                    <a:pt x="110" y="0"/>
                  </a:cubicBezTo>
                  <a:cubicBezTo>
                    <a:pt x="31" y="0"/>
                    <a:pt x="31" y="0"/>
                    <a:pt x="31" y="0"/>
                  </a:cubicBezTo>
                  <a:cubicBezTo>
                    <a:pt x="14" y="0"/>
                    <a:pt x="0" y="14"/>
                    <a:pt x="0" y="31"/>
                  </a:cubicBezTo>
                  <a:cubicBezTo>
                    <a:pt x="0" y="79"/>
                    <a:pt x="0" y="79"/>
                    <a:pt x="0" y="79"/>
                  </a:cubicBezTo>
                  <a:cubicBezTo>
                    <a:pt x="0" y="96"/>
                    <a:pt x="14" y="110"/>
                    <a:pt x="31" y="110"/>
                  </a:cubicBezTo>
                  <a:cubicBezTo>
                    <a:pt x="110" y="110"/>
                    <a:pt x="110" y="110"/>
                    <a:pt x="110" y="110"/>
                  </a:cubicBezTo>
                  <a:cubicBezTo>
                    <a:pt x="135" y="110"/>
                    <a:pt x="135" y="110"/>
                    <a:pt x="135" y="110"/>
                  </a:cubicBezTo>
                  <a:cubicBezTo>
                    <a:pt x="138" y="110"/>
                    <a:pt x="141" y="107"/>
                    <a:pt x="141" y="104"/>
                  </a:cubicBezTo>
                  <a:cubicBezTo>
                    <a:pt x="141" y="79"/>
                    <a:pt x="141" y="79"/>
                    <a:pt x="141" y="79"/>
                  </a:cubicBezTo>
                  <a:cubicBezTo>
                    <a:pt x="141" y="31"/>
                    <a:pt x="141" y="31"/>
                    <a:pt x="141" y="31"/>
                  </a:cubicBezTo>
                  <a:cubicBezTo>
                    <a:pt x="141" y="6"/>
                    <a:pt x="141" y="6"/>
                    <a:pt x="141" y="6"/>
                  </a:cubicBezTo>
                  <a:cubicBezTo>
                    <a:pt x="141" y="3"/>
                    <a:pt x="138" y="0"/>
                    <a:pt x="135" y="0"/>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477" name="Rectangle 801"/>
            <p:cNvSpPr>
              <a:spLocks noChangeArrowheads="1"/>
            </p:cNvSpPr>
            <p:nvPr/>
          </p:nvSpPr>
          <p:spPr bwMode="auto">
            <a:xfrm>
              <a:off x="106726" y="422531"/>
              <a:ext cx="116795" cy="14084"/>
            </a:xfrm>
            <a:prstGeom prst="rect">
              <a:avLst/>
            </a:pr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zh-CN">
                <a:solidFill>
                  <a:srgbClr val="000000"/>
                </a:solidFill>
                <a:sym typeface="SimSun" panose="02010600030101010101" pitchFamily="2" charset="-122"/>
              </a:endParaRPr>
            </a:p>
          </p:txBody>
        </p:sp>
        <p:sp>
          <p:nvSpPr>
            <p:cNvPr id="478" name="Freeform 802"/>
            <p:cNvSpPr>
              <a:spLocks noChangeArrowheads="1"/>
            </p:cNvSpPr>
            <p:nvPr/>
          </p:nvSpPr>
          <p:spPr bwMode="auto">
            <a:xfrm>
              <a:off x="561824" y="50301"/>
              <a:ext cx="16110" cy="509050"/>
            </a:xfrm>
            <a:custGeom>
              <a:avLst/>
              <a:gdLst>
                <a:gd name="T0" fmla="*/ 0 w 7"/>
                <a:gd name="T1" fmla="*/ 2147483647 h 236"/>
                <a:gd name="T2" fmla="*/ 2147483647 w 7"/>
                <a:gd name="T3" fmla="*/ 2147483647 h 236"/>
                <a:gd name="T4" fmla="*/ 2147483647 w 7"/>
                <a:gd name="T5" fmla="*/ 0 h 236"/>
                <a:gd name="T6" fmla="*/ 0 w 7"/>
                <a:gd name="T7" fmla="*/ 2147483647 h 236"/>
                <a:gd name="T8" fmla="*/ 0 w 7"/>
                <a:gd name="T9" fmla="*/ 2147483647 h 236"/>
                <a:gd name="T10" fmla="*/ 0 60000 65536"/>
                <a:gd name="T11" fmla="*/ 0 60000 65536"/>
                <a:gd name="T12" fmla="*/ 0 60000 65536"/>
                <a:gd name="T13" fmla="*/ 0 60000 65536"/>
                <a:gd name="T14" fmla="*/ 0 60000 65536"/>
                <a:gd name="T15" fmla="*/ 0 w 7"/>
                <a:gd name="T16" fmla="*/ 0 h 236"/>
                <a:gd name="T17" fmla="*/ 7 w 7"/>
                <a:gd name="T18" fmla="*/ 236 h 236"/>
              </a:gdLst>
              <a:ahLst/>
              <a:cxnLst>
                <a:cxn ang="T10">
                  <a:pos x="T0" y="T1"/>
                </a:cxn>
                <a:cxn ang="T11">
                  <a:pos x="T2" y="T3"/>
                </a:cxn>
                <a:cxn ang="T12">
                  <a:pos x="T4" y="T5"/>
                </a:cxn>
                <a:cxn ang="T13">
                  <a:pos x="T6" y="T7"/>
                </a:cxn>
                <a:cxn ang="T14">
                  <a:pos x="T8" y="T9"/>
                </a:cxn>
              </a:cxnLst>
              <a:rect l="T15" t="T16" r="T17" b="T18"/>
              <a:pathLst>
                <a:path w="7" h="236">
                  <a:moveTo>
                    <a:pt x="0" y="230"/>
                  </a:moveTo>
                  <a:cubicBezTo>
                    <a:pt x="3" y="232"/>
                    <a:pt x="5" y="234"/>
                    <a:pt x="7" y="236"/>
                  </a:cubicBezTo>
                  <a:cubicBezTo>
                    <a:pt x="7" y="0"/>
                    <a:pt x="7" y="0"/>
                    <a:pt x="7" y="0"/>
                  </a:cubicBezTo>
                  <a:cubicBezTo>
                    <a:pt x="5" y="2"/>
                    <a:pt x="3" y="4"/>
                    <a:pt x="0" y="6"/>
                  </a:cubicBezTo>
                  <a:lnTo>
                    <a:pt x="0" y="230"/>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479" name="Freeform 803"/>
            <p:cNvSpPr>
              <a:spLocks noChangeArrowheads="1"/>
            </p:cNvSpPr>
            <p:nvPr/>
          </p:nvSpPr>
          <p:spPr bwMode="auto">
            <a:xfrm>
              <a:off x="0" y="185109"/>
              <a:ext cx="304069" cy="120723"/>
            </a:xfrm>
            <a:custGeom>
              <a:avLst/>
              <a:gdLst>
                <a:gd name="T0" fmla="*/ 2147483647 w 141"/>
                <a:gd name="T1" fmla="*/ 0 h 56"/>
                <a:gd name="T2" fmla="*/ 2147483647 w 141"/>
                <a:gd name="T3" fmla="*/ 0 h 56"/>
                <a:gd name="T4" fmla="*/ 0 w 141"/>
                <a:gd name="T5" fmla="*/ 2147483647 h 56"/>
                <a:gd name="T6" fmla="*/ 0 w 141"/>
                <a:gd name="T7" fmla="*/ 2147483647 h 56"/>
                <a:gd name="T8" fmla="*/ 2147483647 w 141"/>
                <a:gd name="T9" fmla="*/ 2147483647 h 56"/>
                <a:gd name="T10" fmla="*/ 2147483647 w 141"/>
                <a:gd name="T11" fmla="*/ 2147483647 h 56"/>
                <a:gd name="T12" fmla="*/ 2147483647 w 141"/>
                <a:gd name="T13" fmla="*/ 2147483647 h 56"/>
                <a:gd name="T14" fmla="*/ 2147483647 w 141"/>
                <a:gd name="T15" fmla="*/ 2147483647 h 56"/>
                <a:gd name="T16" fmla="*/ 2147483647 w 141"/>
                <a:gd name="T17" fmla="*/ 0 h 5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41"/>
                <a:gd name="T28" fmla="*/ 0 h 56"/>
                <a:gd name="T29" fmla="*/ 141 w 141"/>
                <a:gd name="T30" fmla="*/ 56 h 5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41" h="56">
                  <a:moveTo>
                    <a:pt x="135" y="0"/>
                  </a:moveTo>
                  <a:cubicBezTo>
                    <a:pt x="31" y="0"/>
                    <a:pt x="31" y="0"/>
                    <a:pt x="31" y="0"/>
                  </a:cubicBezTo>
                  <a:cubicBezTo>
                    <a:pt x="14" y="0"/>
                    <a:pt x="0" y="14"/>
                    <a:pt x="0" y="31"/>
                  </a:cubicBezTo>
                  <a:cubicBezTo>
                    <a:pt x="0" y="47"/>
                    <a:pt x="0" y="47"/>
                    <a:pt x="0" y="47"/>
                  </a:cubicBezTo>
                  <a:cubicBezTo>
                    <a:pt x="1" y="52"/>
                    <a:pt x="6" y="56"/>
                    <a:pt x="12" y="56"/>
                  </a:cubicBezTo>
                  <a:cubicBezTo>
                    <a:pt x="129" y="56"/>
                    <a:pt x="129" y="56"/>
                    <a:pt x="129" y="56"/>
                  </a:cubicBezTo>
                  <a:cubicBezTo>
                    <a:pt x="135" y="56"/>
                    <a:pt x="140" y="52"/>
                    <a:pt x="141" y="47"/>
                  </a:cubicBezTo>
                  <a:cubicBezTo>
                    <a:pt x="141" y="6"/>
                    <a:pt x="141" y="6"/>
                    <a:pt x="141" y="6"/>
                  </a:cubicBezTo>
                  <a:cubicBezTo>
                    <a:pt x="141" y="3"/>
                    <a:pt x="138" y="0"/>
                    <a:pt x="135" y="0"/>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480" name="Freeform 804"/>
            <p:cNvSpPr>
              <a:spLocks noChangeArrowheads="1"/>
            </p:cNvSpPr>
            <p:nvPr/>
          </p:nvSpPr>
          <p:spPr bwMode="auto">
            <a:xfrm>
              <a:off x="577934" y="305832"/>
              <a:ext cx="80548" cy="301808"/>
            </a:xfrm>
            <a:custGeom>
              <a:avLst/>
              <a:gdLst>
                <a:gd name="T0" fmla="*/ 0 w 38"/>
                <a:gd name="T1" fmla="*/ 0 h 140"/>
                <a:gd name="T2" fmla="*/ 0 w 38"/>
                <a:gd name="T3" fmla="*/ 2147483647 h 140"/>
                <a:gd name="T4" fmla="*/ 2147483647 w 38"/>
                <a:gd name="T5" fmla="*/ 2147483647 h 140"/>
                <a:gd name="T6" fmla="*/ 2147483647 w 38"/>
                <a:gd name="T7" fmla="*/ 2147483647 h 140"/>
                <a:gd name="T8" fmla="*/ 2147483647 w 38"/>
                <a:gd name="T9" fmla="*/ 2147483647 h 140"/>
                <a:gd name="T10" fmla="*/ 2147483647 w 38"/>
                <a:gd name="T11" fmla="*/ 0 h 140"/>
                <a:gd name="T12" fmla="*/ 0 w 38"/>
                <a:gd name="T13" fmla="*/ 0 h 140"/>
                <a:gd name="T14" fmla="*/ 0 60000 65536"/>
                <a:gd name="T15" fmla="*/ 0 60000 65536"/>
                <a:gd name="T16" fmla="*/ 0 60000 65536"/>
                <a:gd name="T17" fmla="*/ 0 60000 65536"/>
                <a:gd name="T18" fmla="*/ 0 60000 65536"/>
                <a:gd name="T19" fmla="*/ 0 60000 65536"/>
                <a:gd name="T20" fmla="*/ 0 60000 65536"/>
                <a:gd name="T21" fmla="*/ 0 w 38"/>
                <a:gd name="T22" fmla="*/ 0 h 140"/>
                <a:gd name="T23" fmla="*/ 38 w 38"/>
                <a:gd name="T24" fmla="*/ 140 h 14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8" h="140">
                  <a:moveTo>
                    <a:pt x="0" y="0"/>
                  </a:moveTo>
                  <a:cubicBezTo>
                    <a:pt x="0" y="127"/>
                    <a:pt x="0" y="127"/>
                    <a:pt x="0" y="127"/>
                  </a:cubicBezTo>
                  <a:cubicBezTo>
                    <a:pt x="0" y="134"/>
                    <a:pt x="6" y="140"/>
                    <a:pt x="13" y="140"/>
                  </a:cubicBezTo>
                  <a:cubicBezTo>
                    <a:pt x="26" y="140"/>
                    <a:pt x="26" y="140"/>
                    <a:pt x="26" y="140"/>
                  </a:cubicBezTo>
                  <a:cubicBezTo>
                    <a:pt x="32" y="140"/>
                    <a:pt x="38" y="134"/>
                    <a:pt x="38" y="127"/>
                  </a:cubicBezTo>
                  <a:cubicBezTo>
                    <a:pt x="38" y="0"/>
                    <a:pt x="38" y="0"/>
                    <a:pt x="38" y="0"/>
                  </a:cubicBezTo>
                  <a:lnTo>
                    <a:pt x="0" y="0"/>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481" name="Freeform 805"/>
            <p:cNvSpPr>
              <a:spLocks noChangeArrowheads="1"/>
            </p:cNvSpPr>
            <p:nvPr/>
          </p:nvSpPr>
          <p:spPr bwMode="auto">
            <a:xfrm>
              <a:off x="577934" y="0"/>
              <a:ext cx="80548" cy="305832"/>
            </a:xfrm>
            <a:custGeom>
              <a:avLst/>
              <a:gdLst>
                <a:gd name="T0" fmla="*/ 2147483647 w 38"/>
                <a:gd name="T1" fmla="*/ 2147483647 h 142"/>
                <a:gd name="T2" fmla="*/ 2147483647 w 38"/>
                <a:gd name="T3" fmla="*/ 0 h 142"/>
                <a:gd name="T4" fmla="*/ 2147483647 w 38"/>
                <a:gd name="T5" fmla="*/ 0 h 142"/>
                <a:gd name="T6" fmla="*/ 0 w 38"/>
                <a:gd name="T7" fmla="*/ 2147483647 h 142"/>
                <a:gd name="T8" fmla="*/ 0 w 38"/>
                <a:gd name="T9" fmla="*/ 2147483647 h 142"/>
                <a:gd name="T10" fmla="*/ 2147483647 w 38"/>
                <a:gd name="T11" fmla="*/ 2147483647 h 142"/>
                <a:gd name="T12" fmla="*/ 2147483647 w 38"/>
                <a:gd name="T13" fmla="*/ 2147483647 h 142"/>
                <a:gd name="T14" fmla="*/ 0 60000 65536"/>
                <a:gd name="T15" fmla="*/ 0 60000 65536"/>
                <a:gd name="T16" fmla="*/ 0 60000 65536"/>
                <a:gd name="T17" fmla="*/ 0 60000 65536"/>
                <a:gd name="T18" fmla="*/ 0 60000 65536"/>
                <a:gd name="T19" fmla="*/ 0 60000 65536"/>
                <a:gd name="T20" fmla="*/ 0 60000 65536"/>
                <a:gd name="T21" fmla="*/ 0 w 38"/>
                <a:gd name="T22" fmla="*/ 0 h 142"/>
                <a:gd name="T23" fmla="*/ 38 w 38"/>
                <a:gd name="T24" fmla="*/ 142 h 14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8" h="142">
                  <a:moveTo>
                    <a:pt x="38" y="13"/>
                  </a:moveTo>
                  <a:cubicBezTo>
                    <a:pt x="38" y="6"/>
                    <a:pt x="32" y="0"/>
                    <a:pt x="26" y="0"/>
                  </a:cubicBezTo>
                  <a:cubicBezTo>
                    <a:pt x="13" y="0"/>
                    <a:pt x="13" y="0"/>
                    <a:pt x="13" y="0"/>
                  </a:cubicBezTo>
                  <a:cubicBezTo>
                    <a:pt x="6" y="0"/>
                    <a:pt x="0" y="6"/>
                    <a:pt x="0" y="13"/>
                  </a:cubicBezTo>
                  <a:cubicBezTo>
                    <a:pt x="0" y="142"/>
                    <a:pt x="0" y="142"/>
                    <a:pt x="0" y="142"/>
                  </a:cubicBezTo>
                  <a:cubicBezTo>
                    <a:pt x="38" y="142"/>
                    <a:pt x="38" y="142"/>
                    <a:pt x="38" y="142"/>
                  </a:cubicBezTo>
                  <a:lnTo>
                    <a:pt x="38" y="13"/>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482" name="Freeform 806"/>
            <p:cNvSpPr>
              <a:spLocks noChangeArrowheads="1"/>
            </p:cNvSpPr>
            <p:nvPr/>
          </p:nvSpPr>
          <p:spPr bwMode="auto">
            <a:xfrm>
              <a:off x="304069" y="191144"/>
              <a:ext cx="16110" cy="225350"/>
            </a:xfrm>
            <a:custGeom>
              <a:avLst/>
              <a:gdLst>
                <a:gd name="T0" fmla="*/ 0 w 7"/>
                <a:gd name="T1" fmla="*/ 2147483647 h 104"/>
                <a:gd name="T2" fmla="*/ 2147483647 w 7"/>
                <a:gd name="T3" fmla="*/ 2147483647 h 104"/>
                <a:gd name="T4" fmla="*/ 2147483647 w 7"/>
                <a:gd name="T5" fmla="*/ 0 h 104"/>
                <a:gd name="T6" fmla="*/ 0 w 7"/>
                <a:gd name="T7" fmla="*/ 2147483647 h 104"/>
                <a:gd name="T8" fmla="*/ 0 w 7"/>
                <a:gd name="T9" fmla="*/ 2147483647 h 104"/>
                <a:gd name="T10" fmla="*/ 0 60000 65536"/>
                <a:gd name="T11" fmla="*/ 0 60000 65536"/>
                <a:gd name="T12" fmla="*/ 0 60000 65536"/>
                <a:gd name="T13" fmla="*/ 0 60000 65536"/>
                <a:gd name="T14" fmla="*/ 0 60000 65536"/>
                <a:gd name="T15" fmla="*/ 0 w 7"/>
                <a:gd name="T16" fmla="*/ 0 h 104"/>
                <a:gd name="T17" fmla="*/ 7 w 7"/>
                <a:gd name="T18" fmla="*/ 104 h 104"/>
              </a:gdLst>
              <a:ahLst/>
              <a:cxnLst>
                <a:cxn ang="T10">
                  <a:pos x="T0" y="T1"/>
                </a:cxn>
                <a:cxn ang="T11">
                  <a:pos x="T2" y="T3"/>
                </a:cxn>
                <a:cxn ang="T12">
                  <a:pos x="T4" y="T5"/>
                </a:cxn>
                <a:cxn ang="T13">
                  <a:pos x="T6" y="T7"/>
                </a:cxn>
                <a:cxn ang="T14">
                  <a:pos x="T8" y="T9"/>
                </a:cxn>
              </a:cxnLst>
              <a:rect l="T15" t="T16" r="T17" b="T18"/>
              <a:pathLst>
                <a:path w="7" h="104">
                  <a:moveTo>
                    <a:pt x="0" y="102"/>
                  </a:moveTo>
                  <a:cubicBezTo>
                    <a:pt x="2" y="102"/>
                    <a:pt x="5" y="103"/>
                    <a:pt x="7" y="104"/>
                  </a:cubicBezTo>
                  <a:cubicBezTo>
                    <a:pt x="7" y="0"/>
                    <a:pt x="7" y="0"/>
                    <a:pt x="7" y="0"/>
                  </a:cubicBezTo>
                  <a:cubicBezTo>
                    <a:pt x="5" y="1"/>
                    <a:pt x="2" y="2"/>
                    <a:pt x="0" y="2"/>
                  </a:cubicBezTo>
                  <a:lnTo>
                    <a:pt x="0" y="102"/>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gr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矩形 70"/>
          <p:cNvSpPr/>
          <p:nvPr/>
        </p:nvSpPr>
        <p:spPr>
          <a:xfrm>
            <a:off x="17961936" y="607033"/>
            <a:ext cx="304799" cy="828221"/>
          </a:xfrm>
          <a:prstGeom prst="rect">
            <a:avLst/>
          </a:prstGeom>
          <a:solidFill>
            <a:srgbClr val="F024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p>
        </p:txBody>
      </p:sp>
      <p:sp>
        <p:nvSpPr>
          <p:cNvPr id="72" name="矩形 71"/>
          <p:cNvSpPr/>
          <p:nvPr/>
        </p:nvSpPr>
        <p:spPr>
          <a:xfrm>
            <a:off x="17831306" y="607033"/>
            <a:ext cx="79828" cy="828221"/>
          </a:xfrm>
          <a:prstGeom prst="rect">
            <a:avLst/>
          </a:prstGeom>
          <a:solidFill>
            <a:srgbClr val="F024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p>
        </p:txBody>
      </p:sp>
      <p:sp>
        <p:nvSpPr>
          <p:cNvPr id="73" name="文本框 72"/>
          <p:cNvSpPr txBox="1"/>
          <p:nvPr/>
        </p:nvSpPr>
        <p:spPr>
          <a:xfrm>
            <a:off x="16922977" y="604257"/>
            <a:ext cx="947405" cy="829945"/>
          </a:xfrm>
          <a:prstGeom prst="rect">
            <a:avLst/>
          </a:prstGeom>
          <a:noFill/>
        </p:spPr>
        <p:txBody>
          <a:bodyPr wrap="square" rtlCol="0">
            <a:spAutoFit/>
          </a:bodyPr>
          <a:lstStyle/>
          <a:p>
            <a:r>
              <a:rPr lang="en-US" altLang="vi-VN" sz="4800" dirty="0" smtClean="0">
                <a:solidFill>
                  <a:schemeClr val="bg1"/>
                </a:solidFill>
                <a:latin typeface="Microsoft YaHei" panose="020B0503020204020204" pitchFamily="34" charset="-122"/>
                <a:ea typeface="Microsoft YaHei" panose="020B0503020204020204" pitchFamily="34" charset="-122"/>
              </a:rPr>
              <a:t>20</a:t>
            </a:r>
            <a:endParaRPr lang="vi-VN" altLang="en-US" sz="4800" dirty="0" smtClean="0">
              <a:solidFill>
                <a:schemeClr val="bg1"/>
              </a:solidFill>
              <a:latin typeface="Microsoft YaHei" panose="020B0503020204020204" pitchFamily="34" charset="-122"/>
              <a:ea typeface="Microsoft YaHei" panose="020B0503020204020204" pitchFamily="34" charset="-122"/>
            </a:endParaRPr>
          </a:p>
        </p:txBody>
      </p:sp>
      <p:grpSp>
        <p:nvGrpSpPr>
          <p:cNvPr id="4" name="组合 3"/>
          <p:cNvGrpSpPr/>
          <p:nvPr/>
        </p:nvGrpSpPr>
        <p:grpSpPr>
          <a:xfrm>
            <a:off x="14187805" y="7916545"/>
            <a:ext cx="4548505" cy="2686685"/>
            <a:chOff x="11519983" y="5270056"/>
            <a:chExt cx="5829924" cy="3299229"/>
          </a:xfrm>
        </p:grpSpPr>
        <p:grpSp>
          <p:nvGrpSpPr>
            <p:cNvPr id="97" name="组合 96"/>
            <p:cNvGrpSpPr/>
            <p:nvPr/>
          </p:nvGrpSpPr>
          <p:grpSpPr>
            <a:xfrm rot="5400000">
              <a:off x="12785331" y="4004708"/>
              <a:ext cx="3299229" cy="5829924"/>
              <a:chOff x="4862722" y="-238122"/>
              <a:chExt cx="3541407" cy="6152922"/>
            </a:xfrm>
          </p:grpSpPr>
          <p:grpSp>
            <p:nvGrpSpPr>
              <p:cNvPr id="98" name="组合 97"/>
              <p:cNvGrpSpPr/>
              <p:nvPr/>
            </p:nvGrpSpPr>
            <p:grpSpPr>
              <a:xfrm>
                <a:off x="4862722" y="-238122"/>
                <a:ext cx="3541407" cy="6152922"/>
                <a:chOff x="4862722" y="-238122"/>
                <a:chExt cx="3541407" cy="6152922"/>
              </a:xfrm>
              <a:effectLst>
                <a:outerShdw blurRad="203200" dist="101600" dir="2700000" algn="ctr" rotWithShape="0">
                  <a:schemeClr val="tx1">
                    <a:alpha val="40000"/>
                  </a:schemeClr>
                </a:outerShdw>
              </a:effectLst>
            </p:grpSpPr>
            <p:grpSp>
              <p:nvGrpSpPr>
                <p:cNvPr id="108" name="组合 107"/>
                <p:cNvGrpSpPr/>
                <p:nvPr/>
              </p:nvGrpSpPr>
              <p:grpSpPr>
                <a:xfrm>
                  <a:off x="7282083" y="1812626"/>
                  <a:ext cx="45719" cy="310161"/>
                  <a:chOff x="8020452" y="2062264"/>
                  <a:chExt cx="150782" cy="787940"/>
                </a:xfrm>
              </p:grpSpPr>
              <p:sp>
                <p:nvSpPr>
                  <p:cNvPr id="127" name="圆角矩形 126"/>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8" name="圆角矩形 127"/>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09" name="组合 108"/>
                <p:cNvGrpSpPr/>
                <p:nvPr/>
              </p:nvGrpSpPr>
              <p:grpSpPr>
                <a:xfrm>
                  <a:off x="4862722" y="2122787"/>
                  <a:ext cx="45719" cy="239059"/>
                  <a:chOff x="8020452" y="2062264"/>
                  <a:chExt cx="150782" cy="787940"/>
                </a:xfrm>
              </p:grpSpPr>
              <p:sp>
                <p:nvSpPr>
                  <p:cNvPr id="125" name="圆角矩形 124"/>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6" name="圆角矩形 125"/>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0" name="组合 109"/>
                <p:cNvGrpSpPr/>
                <p:nvPr/>
              </p:nvGrpSpPr>
              <p:grpSpPr>
                <a:xfrm>
                  <a:off x="4862722" y="1812626"/>
                  <a:ext cx="45719" cy="239059"/>
                  <a:chOff x="8020452" y="2062264"/>
                  <a:chExt cx="150782" cy="787940"/>
                </a:xfrm>
              </p:grpSpPr>
              <p:sp>
                <p:nvSpPr>
                  <p:cNvPr id="123" name="圆角矩形 122"/>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4" name="圆角矩形 123"/>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1" name="组合 110"/>
                <p:cNvGrpSpPr/>
                <p:nvPr/>
              </p:nvGrpSpPr>
              <p:grpSpPr>
                <a:xfrm>
                  <a:off x="4862722" y="1543685"/>
                  <a:ext cx="45719" cy="117603"/>
                  <a:chOff x="8020452" y="2062264"/>
                  <a:chExt cx="150782" cy="787940"/>
                </a:xfrm>
              </p:grpSpPr>
              <p:sp>
                <p:nvSpPr>
                  <p:cNvPr id="121" name="圆角矩形 120"/>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2" name="圆角矩形 121"/>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2" name="圆角矩形 111"/>
                <p:cNvSpPr/>
                <p:nvPr/>
              </p:nvSpPr>
              <p:spPr>
                <a:xfrm>
                  <a:off x="4890000" y="943200"/>
                  <a:ext cx="2412000" cy="4971600"/>
                </a:xfrm>
                <a:prstGeom prst="roundRect">
                  <a:avLst>
                    <a:gd name="adj" fmla="val 7335"/>
                  </a:avLst>
                </a:prstGeom>
                <a:solidFill>
                  <a:srgbClr val="404040"/>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3" name="圆角矩形 112"/>
                <p:cNvSpPr/>
                <p:nvPr/>
              </p:nvSpPr>
              <p:spPr>
                <a:xfrm>
                  <a:off x="4926000" y="979200"/>
                  <a:ext cx="2340000" cy="4899600"/>
                </a:xfrm>
                <a:prstGeom prst="roundRect">
                  <a:avLst>
                    <a:gd name="adj" fmla="val 7335"/>
                  </a:avLst>
                </a:prstGeom>
                <a:solidFill>
                  <a:srgbClr val="05050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4" name="矩形 113"/>
                <p:cNvSpPr/>
                <p:nvPr/>
              </p:nvSpPr>
              <p:spPr>
                <a:xfrm>
                  <a:off x="5034000" y="1540800"/>
                  <a:ext cx="2124000" cy="377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5" name="圆角矩形 114"/>
                <p:cNvSpPr/>
                <p:nvPr/>
              </p:nvSpPr>
              <p:spPr>
                <a:xfrm>
                  <a:off x="5901599" y="1206000"/>
                  <a:ext cx="388800" cy="36000"/>
                </a:xfrm>
                <a:prstGeom prst="roundRect">
                  <a:avLst>
                    <a:gd name="adj" fmla="val 50000"/>
                  </a:avLst>
                </a:prstGeom>
                <a:solidFill>
                  <a:srgbClr val="0D0D0D"/>
                </a:solidFill>
                <a:ln>
                  <a:noFill/>
                </a:ln>
                <a:scene3d>
                  <a:camera prst="orthographicFront"/>
                  <a:lightRig rig="threePt" dir="t"/>
                </a:scene3d>
                <a:sp3d>
                  <a:bevelT w="69850" h="50800" prst="coolSlan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16" name="组合 115"/>
                <p:cNvGrpSpPr/>
                <p:nvPr/>
              </p:nvGrpSpPr>
              <p:grpSpPr>
                <a:xfrm>
                  <a:off x="5905200" y="5406664"/>
                  <a:ext cx="381600" cy="381600"/>
                  <a:chOff x="5905200" y="3238200"/>
                  <a:chExt cx="381600" cy="381600"/>
                </a:xfrm>
              </p:grpSpPr>
              <p:sp>
                <p:nvSpPr>
                  <p:cNvPr id="119" name="椭圆 118"/>
                  <p:cNvSpPr/>
                  <p:nvPr/>
                </p:nvSpPr>
                <p:spPr>
                  <a:xfrm>
                    <a:off x="5905200" y="3238200"/>
                    <a:ext cx="381600" cy="381600"/>
                  </a:xfrm>
                  <a:prstGeom prst="ellipse">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0" name="椭圆 119"/>
                  <p:cNvSpPr/>
                  <p:nvPr/>
                </p:nvSpPr>
                <p:spPr>
                  <a:xfrm>
                    <a:off x="5932200" y="3265200"/>
                    <a:ext cx="327600" cy="3276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7" name="圆角矩形 116"/>
                <p:cNvSpPr/>
                <p:nvPr/>
              </p:nvSpPr>
              <p:spPr>
                <a:xfrm>
                  <a:off x="4883060" y="952391"/>
                  <a:ext cx="2376000" cy="4952144"/>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8" name="圆角矩形 117"/>
                <p:cNvSpPr/>
                <p:nvPr/>
              </p:nvSpPr>
              <p:spPr>
                <a:xfrm>
                  <a:off x="6028129" y="-238122"/>
                  <a:ext cx="2376000" cy="4935600"/>
                </a:xfrm>
                <a:prstGeom prst="roundRect">
                  <a:avLst>
                    <a:gd name="adj" fmla="val 7335"/>
                  </a:avLst>
                </a:prstGeom>
                <a:gradFill flip="none" rotWithShape="1">
                  <a:gsLst>
                    <a:gs pos="0">
                      <a:srgbClr val="FFFFFF">
                        <a:alpha val="18000"/>
                      </a:srgbClr>
                    </a:gs>
                    <a:gs pos="5000">
                      <a:srgbClr val="FFFFFF">
                        <a:alpha val="0"/>
                      </a:srgb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99" name="组合 98"/>
              <p:cNvGrpSpPr/>
              <p:nvPr/>
            </p:nvGrpSpPr>
            <p:grpSpPr>
              <a:xfrm>
                <a:off x="6856135" y="1608679"/>
                <a:ext cx="156128" cy="54425"/>
                <a:chOff x="6770056" y="1608698"/>
                <a:chExt cx="156128" cy="65855"/>
              </a:xfrm>
            </p:grpSpPr>
            <p:sp>
              <p:nvSpPr>
                <p:cNvPr id="105" name="矩形 104"/>
                <p:cNvSpPr/>
                <p:nvPr/>
              </p:nvSpPr>
              <p:spPr>
                <a:xfrm>
                  <a:off x="6770056" y="1608698"/>
                  <a:ext cx="146501" cy="65855"/>
                </a:xfrm>
                <a:prstGeom prst="rect">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6" name="矩形 105"/>
                <p:cNvSpPr/>
                <p:nvPr/>
              </p:nvSpPr>
              <p:spPr>
                <a:xfrm>
                  <a:off x="6916234" y="1633796"/>
                  <a:ext cx="9950" cy="16633"/>
                </a:xfrm>
                <a:prstGeom prst="rect">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7" name="矩形 106"/>
                <p:cNvSpPr/>
                <p:nvPr/>
              </p:nvSpPr>
              <p:spPr>
                <a:xfrm>
                  <a:off x="6770056" y="1608699"/>
                  <a:ext cx="83493" cy="6585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0" name="椭圆 99"/>
              <p:cNvSpPr/>
              <p:nvPr/>
            </p:nvSpPr>
            <p:spPr>
              <a:xfrm>
                <a:off x="5123906"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1" name="椭圆 100"/>
              <p:cNvSpPr/>
              <p:nvPr/>
            </p:nvSpPr>
            <p:spPr>
              <a:xfrm>
                <a:off x="5176565"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2" name="椭圆 101"/>
              <p:cNvSpPr/>
              <p:nvPr/>
            </p:nvSpPr>
            <p:spPr>
              <a:xfrm>
                <a:off x="5224538"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3" name="椭圆 102"/>
              <p:cNvSpPr/>
              <p:nvPr/>
            </p:nvSpPr>
            <p:spPr>
              <a:xfrm>
                <a:off x="5274547"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 name="椭圆 103"/>
              <p:cNvSpPr/>
              <p:nvPr/>
            </p:nvSpPr>
            <p:spPr>
              <a:xfrm>
                <a:off x="5324640" y="1619118"/>
                <a:ext cx="41564" cy="41564"/>
              </a:xfrm>
              <a:prstGeom prst="ellipse">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38" name="矩形 137"/>
            <p:cNvSpPr/>
            <p:nvPr/>
          </p:nvSpPr>
          <p:spPr bwMode="auto">
            <a:xfrm rot="16200000">
              <a:off x="12870306" y="4596683"/>
              <a:ext cx="1987572" cy="3635808"/>
            </a:xfrm>
            <a:prstGeom prst="rect">
              <a:avLst/>
            </a:prstGeom>
            <a:solidFill>
              <a:srgbClr val="2B7FB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 typeface="Arial" panose="020B0604020202020204" pitchFamily="34" charset="0"/>
                <a:buNone/>
                <a:defRPr/>
              </a:pPr>
              <a:endParaRPr lang="zh-CN" altLang="en-US"/>
            </a:p>
          </p:txBody>
        </p:sp>
        <p:grpSp>
          <p:nvGrpSpPr>
            <p:cNvPr id="141" name="组合 2"/>
            <p:cNvGrpSpPr/>
            <p:nvPr/>
          </p:nvGrpSpPr>
          <p:grpSpPr bwMode="auto">
            <a:xfrm>
              <a:off x="13580951" y="5774163"/>
              <a:ext cx="608013" cy="619125"/>
              <a:chOff x="7938529" y="3078391"/>
              <a:chExt cx="607404" cy="617990"/>
            </a:xfrm>
          </p:grpSpPr>
          <p:sp>
            <p:nvSpPr>
              <p:cNvPr id="142" name="object 5"/>
              <p:cNvSpPr/>
              <p:nvPr/>
            </p:nvSpPr>
            <p:spPr bwMode="auto">
              <a:xfrm>
                <a:off x="8052890" y="3078391"/>
                <a:ext cx="137478" cy="276999"/>
              </a:xfrm>
              <a:custGeom>
                <a:avLst/>
                <a:gdLst>
                  <a:gd name="T0" fmla="*/ 17874 w 226695"/>
                  <a:gd name="T1" fmla="*/ 0 h 262254"/>
                  <a:gd name="T2" fmla="*/ 0 w 226695"/>
                  <a:gd name="T3" fmla="*/ 197759 h 262254"/>
                  <a:gd name="T4" fmla="*/ 30590 w 226695"/>
                  <a:gd name="T5" fmla="*/ 326123 h 262254"/>
                  <a:gd name="T6" fmla="*/ 17874 w 226695"/>
                  <a:gd name="T7" fmla="*/ 0 h 26225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26695" h="262254">
                    <a:moveTo>
                      <a:pt x="132153" y="0"/>
                    </a:moveTo>
                    <a:lnTo>
                      <a:pt x="0" y="158895"/>
                    </a:lnTo>
                    <a:lnTo>
                      <a:pt x="226160" y="262033"/>
                    </a:lnTo>
                    <a:lnTo>
                      <a:pt x="132153" y="0"/>
                    </a:lnTo>
                    <a:close/>
                  </a:path>
                </a:pathLst>
              </a:custGeom>
              <a:solidFill>
                <a:srgbClr val="4ABA92"/>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3" name="object 6"/>
              <p:cNvSpPr/>
              <p:nvPr/>
            </p:nvSpPr>
            <p:spPr bwMode="auto">
              <a:xfrm>
                <a:off x="8090831" y="3419382"/>
                <a:ext cx="363912" cy="276999"/>
              </a:xfrm>
              <a:custGeom>
                <a:avLst/>
                <a:gdLst>
                  <a:gd name="T0" fmla="*/ 50573 w 600075"/>
                  <a:gd name="T1" fmla="*/ 0 h 479425"/>
                  <a:gd name="T2" fmla="*/ 0 w 600075"/>
                  <a:gd name="T3" fmla="*/ 50100 h 479425"/>
                  <a:gd name="T4" fmla="*/ 60332 w 600075"/>
                  <a:gd name="T5" fmla="*/ 53398 h 479425"/>
                  <a:gd name="T6" fmla="*/ 81164 w 600075"/>
                  <a:gd name="T7" fmla="*/ 11494 h 479425"/>
                  <a:gd name="T8" fmla="*/ 50573 w 600075"/>
                  <a:gd name="T9" fmla="*/ 0 h 4794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00075" h="479425">
                    <a:moveTo>
                      <a:pt x="373904" y="0"/>
                    </a:moveTo>
                    <a:lnTo>
                      <a:pt x="0" y="449588"/>
                    </a:lnTo>
                    <a:lnTo>
                      <a:pt x="446049" y="479179"/>
                    </a:lnTo>
                    <a:lnTo>
                      <a:pt x="600065" y="103138"/>
                    </a:lnTo>
                    <a:lnTo>
                      <a:pt x="373904" y="0"/>
                    </a:lnTo>
                    <a:close/>
                  </a:path>
                </a:pathLst>
              </a:custGeom>
              <a:solidFill>
                <a:srgbClr val="F94C07"/>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4" name="object 7"/>
              <p:cNvSpPr/>
              <p:nvPr/>
            </p:nvSpPr>
            <p:spPr bwMode="auto">
              <a:xfrm>
                <a:off x="8161226" y="3175050"/>
                <a:ext cx="384707" cy="276999"/>
              </a:xfrm>
              <a:custGeom>
                <a:avLst/>
                <a:gdLst>
                  <a:gd name="T0" fmla="*/ 0 w 634365"/>
                  <a:gd name="T1" fmla="*/ 0 h 229235"/>
                  <a:gd name="T2" fmla="*/ 67888 w 634365"/>
                  <a:gd name="T3" fmla="*/ 488025 h 229235"/>
                  <a:gd name="T4" fmla="*/ 85762 w 634365"/>
                  <a:gd name="T5" fmla="*/ 149257 h 229235"/>
                  <a:gd name="T6" fmla="*/ 0 w 634365"/>
                  <a:gd name="T7" fmla="*/ 0 h 22923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34365" h="229235">
                    <a:moveTo>
                      <a:pt x="0" y="0"/>
                    </a:moveTo>
                    <a:lnTo>
                      <a:pt x="501911" y="228904"/>
                    </a:lnTo>
                    <a:lnTo>
                      <a:pt x="634064" y="70008"/>
                    </a:lnTo>
                    <a:lnTo>
                      <a:pt x="0" y="0"/>
                    </a:lnTo>
                    <a:close/>
                  </a:path>
                </a:pathLst>
              </a:custGeom>
              <a:solidFill>
                <a:srgbClr val="1F4E79"/>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5" name="object 8"/>
              <p:cNvSpPr/>
              <p:nvPr/>
            </p:nvSpPr>
            <p:spPr bwMode="auto">
              <a:xfrm>
                <a:off x="7945652" y="3216890"/>
                <a:ext cx="145179" cy="193317"/>
              </a:xfrm>
              <a:custGeom>
                <a:avLst/>
                <a:gdLst>
                  <a:gd name="T0" fmla="*/ 19983 w 200025"/>
                  <a:gd name="T1" fmla="*/ 0 h 678814"/>
                  <a:gd name="T2" fmla="*/ 0 w 200025"/>
                  <a:gd name="T3" fmla="*/ 2184 h 678814"/>
                  <a:gd name="T4" fmla="*/ 55509 w 200025"/>
                  <a:gd name="T5" fmla="*/ 4463 h 678814"/>
                  <a:gd name="T6" fmla="*/ 19983 w 200025"/>
                  <a:gd name="T7" fmla="*/ 0 h 6788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0025" h="678814">
                    <a:moveTo>
                      <a:pt x="72008" y="0"/>
                    </a:moveTo>
                    <a:lnTo>
                      <a:pt x="0" y="332031"/>
                    </a:lnTo>
                    <a:lnTo>
                      <a:pt x="200025" y="678481"/>
                    </a:lnTo>
                    <a:lnTo>
                      <a:pt x="72008" y="0"/>
                    </a:lnTo>
                    <a:close/>
                  </a:path>
                </a:pathLst>
              </a:custGeom>
              <a:solidFill>
                <a:srgbClr val="00B050"/>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6" name="object 9"/>
              <p:cNvSpPr/>
              <p:nvPr/>
            </p:nvSpPr>
            <p:spPr bwMode="auto">
              <a:xfrm>
                <a:off x="7938529" y="3379992"/>
                <a:ext cx="304607" cy="276999"/>
              </a:xfrm>
              <a:custGeom>
                <a:avLst/>
                <a:gdLst>
                  <a:gd name="T0" fmla="*/ 0 w 502284"/>
                  <a:gd name="T1" fmla="*/ 0 h 678814"/>
                  <a:gd name="T2" fmla="*/ 17315 w 502284"/>
                  <a:gd name="T3" fmla="*/ 18813 h 678814"/>
                  <a:gd name="T4" fmla="*/ 67889 w 502284"/>
                  <a:gd name="T5" fmla="*/ 6347 h 678814"/>
                  <a:gd name="T6" fmla="*/ 0 w 502284"/>
                  <a:gd name="T7" fmla="*/ 0 h 6788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02284" h="678814">
                    <a:moveTo>
                      <a:pt x="0" y="0"/>
                    </a:moveTo>
                    <a:lnTo>
                      <a:pt x="128017" y="678492"/>
                    </a:lnTo>
                    <a:lnTo>
                      <a:pt x="501921" y="228904"/>
                    </a:lnTo>
                    <a:lnTo>
                      <a:pt x="0" y="0"/>
                    </a:lnTo>
                    <a:close/>
                  </a:path>
                </a:pathLst>
              </a:custGeom>
              <a:solidFill>
                <a:srgbClr val="ED7D31"/>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grpSp>
        <p:sp>
          <p:nvSpPr>
            <p:cNvPr id="147" name="矩形 23"/>
            <p:cNvSpPr>
              <a:spLocks noChangeArrowheads="1"/>
            </p:cNvSpPr>
            <p:nvPr/>
          </p:nvSpPr>
          <p:spPr bwMode="auto">
            <a:xfrm>
              <a:off x="12758941" y="6563170"/>
              <a:ext cx="2303462" cy="50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2F6583"/>
                  </a:solidFill>
                  <a:bevel/>
                </a14:hiddenLine>
              </a:ext>
            </a:extLst>
          </p:spPr>
          <p:txBody>
            <a:bodyPr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SimSun"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SimSun"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SimSun"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9pPr>
            </a:lstStyle>
            <a:p>
              <a:pPr algn="ctr">
                <a:lnSpc>
                  <a:spcPct val="100000"/>
                </a:lnSpc>
                <a:spcBef>
                  <a:spcPct val="0"/>
                </a:spcBef>
                <a:buFont typeface="Arial" panose="020B0604020202020204" pitchFamily="34" charset="0"/>
                <a:buNone/>
              </a:pPr>
              <a:r>
                <a:rPr lang="vi-VN" altLang="zh-CN" sz="2500" dirty="0">
                  <a:solidFill>
                    <a:schemeClr val="bg1"/>
                  </a:solidFill>
                  <a:latin typeface="Impact" panose="020B0806030902050204" pitchFamily="34" charset="0"/>
                  <a:ea typeface="Microsoft YaHei" panose="020B0503020204020204" pitchFamily="34" charset="-122"/>
                  <a:sym typeface="Impact" panose="020B0806030902050204" pitchFamily="34" charset="0"/>
                </a:rPr>
                <a:t>Nhóm </a:t>
              </a:r>
              <a:r>
                <a:rPr lang="vi-VN" altLang="zh-CN" sz="2500" dirty="0">
                  <a:solidFill>
                    <a:schemeClr val="bg1"/>
                  </a:solidFill>
                  <a:latin typeface="Impact" panose="020B0806030902050204" pitchFamily="34" charset="0"/>
                  <a:ea typeface="Microsoft YaHei" panose="020B0503020204020204" pitchFamily="34" charset="-122"/>
                  <a:sym typeface="Impact" panose="020B0806030902050204" pitchFamily="34" charset="0"/>
                </a:rPr>
                <a:t>6</a:t>
              </a:r>
              <a:endParaRPr lang="vi-VN" altLang="zh-CN" sz="2500" dirty="0">
                <a:solidFill>
                  <a:schemeClr val="bg1"/>
                </a:solidFill>
                <a:latin typeface="Impact" panose="020B0806030902050204" pitchFamily="34" charset="0"/>
                <a:ea typeface="Microsoft YaHei" panose="020B0503020204020204" pitchFamily="34" charset="-122"/>
                <a:sym typeface="Impact" panose="020B0806030902050204" pitchFamily="34" charset="0"/>
              </a:endParaRPr>
            </a:p>
          </p:txBody>
        </p:sp>
      </p:grpSp>
      <p:sp>
        <p:nvSpPr>
          <p:cNvPr id="5" name="Rounded Rectangle 4"/>
          <p:cNvSpPr/>
          <p:nvPr/>
        </p:nvSpPr>
        <p:spPr>
          <a:xfrm>
            <a:off x="304800" y="638810"/>
            <a:ext cx="8768080" cy="802005"/>
          </a:xfrm>
          <a:prstGeom prst="roundRect">
            <a:avLst/>
          </a:prstGeom>
          <a:solidFill>
            <a:srgbClr val="F02424"/>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6" name="object 3"/>
          <p:cNvSpPr txBox="1">
            <a:spLocks noChangeArrowheads="1"/>
          </p:cNvSpPr>
          <p:nvPr/>
        </p:nvSpPr>
        <p:spPr bwMode="auto">
          <a:xfrm>
            <a:off x="1071880" y="730250"/>
            <a:ext cx="7847965" cy="615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marL="6350">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SimSun"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SimSun"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SimSun"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9pPr>
          </a:lstStyle>
          <a:p>
            <a:pPr algn="ctr">
              <a:lnSpc>
                <a:spcPct val="100000"/>
              </a:lnSpc>
              <a:spcBef>
                <a:spcPct val="0"/>
              </a:spcBef>
              <a:buFont typeface="Arial" panose="020B0604020202020204" pitchFamily="34" charset="0"/>
              <a:buNone/>
            </a:pPr>
            <a:r>
              <a:rPr lang="en-US" sz="4000" dirty="0">
                <a:solidFill>
                  <a:schemeClr val="bg1"/>
                </a:solidFill>
                <a:latin typeface="Times New Roman" panose="02020603050405020304" pitchFamily="18" charset="0"/>
                <a:ea typeface="DM Sans" pitchFamily="34" charset="-122"/>
                <a:cs typeface="Times New Roman" panose="02020603050405020304" pitchFamily="18" charset="0"/>
                <a:sym typeface="+mn-ea"/>
              </a:rPr>
              <a:t>Affine Cipher</a:t>
            </a:r>
            <a:endParaRPr lang="vi-VN" altLang="zh-CN" sz="4000" dirty="0" smtClean="0">
              <a:solidFill>
                <a:srgbClr val="FFFFFF"/>
              </a:solidFill>
              <a:latin typeface="Microsoft YaHei" panose="020B0503020204020204" pitchFamily="34" charset="-122"/>
              <a:ea typeface="Microsoft YaHei" panose="020B0503020204020204" pitchFamily="34" charset="-122"/>
              <a:sym typeface="+mn-ea"/>
            </a:endParaRPr>
          </a:p>
        </p:txBody>
      </p:sp>
      <p:sp>
        <p:nvSpPr>
          <p:cNvPr id="2" name="文本框 162"/>
          <p:cNvSpPr txBox="1"/>
          <p:nvPr/>
        </p:nvSpPr>
        <p:spPr>
          <a:xfrm>
            <a:off x="311150" y="1720850"/>
            <a:ext cx="17559020" cy="8301355"/>
          </a:xfrm>
          <a:prstGeom prst="rect">
            <a:avLst/>
          </a:prstGeom>
          <a:noFill/>
        </p:spPr>
        <p:txBody>
          <a:bodyPr wrap="square" rtlCol="0">
            <a:noAutofit/>
          </a:bodyPr>
          <a:p>
            <a:pPr lvl="0">
              <a:lnSpc>
                <a:spcPct val="150000"/>
              </a:lnSpc>
            </a:pPr>
            <a:endParaRPr lang="en-US" sz="3600" smtClean="0">
              <a:solidFill>
                <a:schemeClr val="bg1"/>
              </a:solidFill>
              <a:effectLst/>
              <a:latin typeface="Times New Roman" panose="02020603050405020304" pitchFamily="18" charset="0"/>
              <a:ea typeface="Microsoft YaHei" panose="020B0503020204020204" pitchFamily="34" charset="-122"/>
              <a:cs typeface="Times New Roman" panose="02020603050405020304" pitchFamily="18" charset="0"/>
              <a:sym typeface="Arial" panose="020B0604020202020204"/>
            </a:endParaRPr>
          </a:p>
        </p:txBody>
      </p:sp>
      <p:grpSp>
        <p:nvGrpSpPr>
          <p:cNvPr id="471" name="组合 1109"/>
          <p:cNvGrpSpPr/>
          <p:nvPr/>
        </p:nvGrpSpPr>
        <p:grpSpPr bwMode="auto">
          <a:xfrm>
            <a:off x="525145" y="772795"/>
            <a:ext cx="512445" cy="557530"/>
            <a:chOff x="0" y="0"/>
            <a:chExt cx="658482" cy="653916"/>
          </a:xfrm>
          <a:solidFill>
            <a:schemeClr val="bg1"/>
          </a:solidFill>
        </p:grpSpPr>
        <p:sp>
          <p:nvSpPr>
            <p:cNvPr id="472" name="Freeform 796"/>
            <p:cNvSpPr>
              <a:spLocks noChangeArrowheads="1"/>
            </p:cNvSpPr>
            <p:nvPr/>
          </p:nvSpPr>
          <p:spPr bwMode="auto">
            <a:xfrm>
              <a:off x="106726" y="422531"/>
              <a:ext cx="147001" cy="231385"/>
            </a:xfrm>
            <a:custGeom>
              <a:avLst/>
              <a:gdLst>
                <a:gd name="T0" fmla="*/ 2147483647 w 68"/>
                <a:gd name="T1" fmla="*/ 2147483647 h 107"/>
                <a:gd name="T2" fmla="*/ 2147483647 w 68"/>
                <a:gd name="T3" fmla="*/ 2147483647 h 107"/>
                <a:gd name="T4" fmla="*/ 2147483647 w 68"/>
                <a:gd name="T5" fmla="*/ 2147483647 h 107"/>
                <a:gd name="T6" fmla="*/ 2147483647 w 68"/>
                <a:gd name="T7" fmla="*/ 2147483647 h 107"/>
                <a:gd name="T8" fmla="*/ 2147483647 w 68"/>
                <a:gd name="T9" fmla="*/ 0 h 107"/>
                <a:gd name="T10" fmla="*/ 0 w 68"/>
                <a:gd name="T11" fmla="*/ 0 h 107"/>
                <a:gd name="T12" fmla="*/ 0 w 68"/>
                <a:gd name="T13" fmla="*/ 2147483647 h 107"/>
                <a:gd name="T14" fmla="*/ 2147483647 w 68"/>
                <a:gd name="T15" fmla="*/ 2147483647 h 107"/>
                <a:gd name="T16" fmla="*/ 2147483647 w 68"/>
                <a:gd name="T17" fmla="*/ 2147483647 h 107"/>
                <a:gd name="T18" fmla="*/ 2147483647 w 68"/>
                <a:gd name="T19" fmla="*/ 2147483647 h 107"/>
                <a:gd name="T20" fmla="*/ 2147483647 w 68"/>
                <a:gd name="T21" fmla="*/ 2147483647 h 107"/>
                <a:gd name="T22" fmla="*/ 2147483647 w 68"/>
                <a:gd name="T23" fmla="*/ 2147483647 h 107"/>
                <a:gd name="T24" fmla="*/ 2147483647 w 68"/>
                <a:gd name="T25" fmla="*/ 2147483647 h 10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68"/>
                <a:gd name="T40" fmla="*/ 0 h 107"/>
                <a:gd name="T41" fmla="*/ 68 w 68"/>
                <a:gd name="T42" fmla="*/ 107 h 10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68" h="107">
                  <a:moveTo>
                    <a:pt x="65" y="81"/>
                  </a:moveTo>
                  <a:cubicBezTo>
                    <a:pt x="65" y="81"/>
                    <a:pt x="65" y="81"/>
                    <a:pt x="65" y="81"/>
                  </a:cubicBezTo>
                  <a:cubicBezTo>
                    <a:pt x="65" y="80"/>
                    <a:pt x="64" y="79"/>
                    <a:pt x="63" y="78"/>
                  </a:cubicBezTo>
                  <a:cubicBezTo>
                    <a:pt x="61" y="74"/>
                    <a:pt x="56" y="62"/>
                    <a:pt x="54" y="36"/>
                  </a:cubicBezTo>
                  <a:cubicBezTo>
                    <a:pt x="54" y="0"/>
                    <a:pt x="54" y="0"/>
                    <a:pt x="54" y="0"/>
                  </a:cubicBezTo>
                  <a:cubicBezTo>
                    <a:pt x="0" y="0"/>
                    <a:pt x="0" y="0"/>
                    <a:pt x="0" y="0"/>
                  </a:cubicBezTo>
                  <a:cubicBezTo>
                    <a:pt x="0" y="102"/>
                    <a:pt x="0" y="102"/>
                    <a:pt x="0" y="102"/>
                  </a:cubicBezTo>
                  <a:cubicBezTo>
                    <a:pt x="0" y="105"/>
                    <a:pt x="2" y="107"/>
                    <a:pt x="5" y="107"/>
                  </a:cubicBezTo>
                  <a:cubicBezTo>
                    <a:pt x="49" y="107"/>
                    <a:pt x="49" y="107"/>
                    <a:pt x="49" y="107"/>
                  </a:cubicBezTo>
                  <a:cubicBezTo>
                    <a:pt x="49" y="107"/>
                    <a:pt x="49" y="107"/>
                    <a:pt x="49" y="107"/>
                  </a:cubicBezTo>
                  <a:cubicBezTo>
                    <a:pt x="50" y="107"/>
                    <a:pt x="50" y="107"/>
                    <a:pt x="50" y="107"/>
                  </a:cubicBezTo>
                  <a:cubicBezTo>
                    <a:pt x="60" y="107"/>
                    <a:pt x="68" y="99"/>
                    <a:pt x="68" y="90"/>
                  </a:cubicBezTo>
                  <a:cubicBezTo>
                    <a:pt x="68" y="87"/>
                    <a:pt x="67" y="84"/>
                    <a:pt x="65" y="81"/>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473" name="Freeform 797"/>
            <p:cNvSpPr>
              <a:spLocks noChangeArrowheads="1"/>
            </p:cNvSpPr>
            <p:nvPr/>
          </p:nvSpPr>
          <p:spPr bwMode="auto">
            <a:xfrm>
              <a:off x="171165" y="422531"/>
              <a:ext cx="82563" cy="231385"/>
            </a:xfrm>
            <a:custGeom>
              <a:avLst/>
              <a:gdLst>
                <a:gd name="T0" fmla="*/ 2147483647 w 38"/>
                <a:gd name="T1" fmla="*/ 2147483647 h 107"/>
                <a:gd name="T2" fmla="*/ 2147483647 w 38"/>
                <a:gd name="T3" fmla="*/ 2147483647 h 107"/>
                <a:gd name="T4" fmla="*/ 2147483647 w 38"/>
                <a:gd name="T5" fmla="*/ 2147483647 h 107"/>
                <a:gd name="T6" fmla="*/ 2147483647 w 38"/>
                <a:gd name="T7" fmla="*/ 2147483647 h 107"/>
                <a:gd name="T8" fmla="*/ 2147483647 w 38"/>
                <a:gd name="T9" fmla="*/ 0 h 107"/>
                <a:gd name="T10" fmla="*/ 0 w 38"/>
                <a:gd name="T11" fmla="*/ 0 h 107"/>
                <a:gd name="T12" fmla="*/ 0 w 38"/>
                <a:gd name="T13" fmla="*/ 2147483647 h 107"/>
                <a:gd name="T14" fmla="*/ 2147483647 w 38"/>
                <a:gd name="T15" fmla="*/ 2147483647 h 107"/>
                <a:gd name="T16" fmla="*/ 2147483647 w 38"/>
                <a:gd name="T17" fmla="*/ 2147483647 h 107"/>
                <a:gd name="T18" fmla="*/ 2147483647 w 38"/>
                <a:gd name="T19" fmla="*/ 2147483647 h 107"/>
                <a:gd name="T20" fmla="*/ 2147483647 w 38"/>
                <a:gd name="T21" fmla="*/ 2147483647 h 107"/>
                <a:gd name="T22" fmla="*/ 2147483647 w 38"/>
                <a:gd name="T23" fmla="*/ 2147483647 h 10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8"/>
                <a:gd name="T37" fmla="*/ 0 h 107"/>
                <a:gd name="T38" fmla="*/ 38 w 38"/>
                <a:gd name="T39" fmla="*/ 107 h 10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8" h="107">
                  <a:moveTo>
                    <a:pt x="35" y="81"/>
                  </a:moveTo>
                  <a:cubicBezTo>
                    <a:pt x="35" y="81"/>
                    <a:pt x="35" y="81"/>
                    <a:pt x="35" y="81"/>
                  </a:cubicBezTo>
                  <a:cubicBezTo>
                    <a:pt x="35" y="80"/>
                    <a:pt x="34" y="79"/>
                    <a:pt x="33" y="78"/>
                  </a:cubicBezTo>
                  <a:cubicBezTo>
                    <a:pt x="31" y="74"/>
                    <a:pt x="26" y="62"/>
                    <a:pt x="24" y="36"/>
                  </a:cubicBezTo>
                  <a:cubicBezTo>
                    <a:pt x="24" y="0"/>
                    <a:pt x="24" y="0"/>
                    <a:pt x="24" y="0"/>
                  </a:cubicBezTo>
                  <a:cubicBezTo>
                    <a:pt x="0" y="0"/>
                    <a:pt x="0" y="0"/>
                    <a:pt x="0" y="0"/>
                  </a:cubicBezTo>
                  <a:cubicBezTo>
                    <a:pt x="0" y="107"/>
                    <a:pt x="0" y="107"/>
                    <a:pt x="0" y="107"/>
                  </a:cubicBezTo>
                  <a:cubicBezTo>
                    <a:pt x="19" y="107"/>
                    <a:pt x="19" y="107"/>
                    <a:pt x="19" y="107"/>
                  </a:cubicBezTo>
                  <a:cubicBezTo>
                    <a:pt x="19" y="107"/>
                    <a:pt x="19" y="107"/>
                    <a:pt x="19" y="107"/>
                  </a:cubicBezTo>
                  <a:cubicBezTo>
                    <a:pt x="20" y="107"/>
                    <a:pt x="20" y="107"/>
                    <a:pt x="20" y="107"/>
                  </a:cubicBezTo>
                  <a:cubicBezTo>
                    <a:pt x="30" y="107"/>
                    <a:pt x="38" y="99"/>
                    <a:pt x="38" y="90"/>
                  </a:cubicBezTo>
                  <a:cubicBezTo>
                    <a:pt x="38" y="87"/>
                    <a:pt x="37" y="84"/>
                    <a:pt x="35" y="81"/>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474" name="Freeform 798"/>
            <p:cNvSpPr>
              <a:spLocks noChangeArrowheads="1"/>
            </p:cNvSpPr>
            <p:nvPr/>
          </p:nvSpPr>
          <p:spPr bwMode="auto">
            <a:xfrm>
              <a:off x="267823" y="50301"/>
              <a:ext cx="310111" cy="509050"/>
            </a:xfrm>
            <a:custGeom>
              <a:avLst/>
              <a:gdLst>
                <a:gd name="T0" fmla="*/ 0 w 143"/>
                <a:gd name="T1" fmla="*/ 2147483647 h 236"/>
                <a:gd name="T2" fmla="*/ 0 w 143"/>
                <a:gd name="T3" fmla="*/ 2147483647 h 236"/>
                <a:gd name="T4" fmla="*/ 2147483647 w 143"/>
                <a:gd name="T5" fmla="*/ 2147483647 h 236"/>
                <a:gd name="T6" fmla="*/ 2147483647 w 143"/>
                <a:gd name="T7" fmla="*/ 0 h 236"/>
                <a:gd name="T8" fmla="*/ 0 w 143"/>
                <a:gd name="T9" fmla="*/ 2147483647 h 236"/>
                <a:gd name="T10" fmla="*/ 0 60000 65536"/>
                <a:gd name="T11" fmla="*/ 0 60000 65536"/>
                <a:gd name="T12" fmla="*/ 0 60000 65536"/>
                <a:gd name="T13" fmla="*/ 0 60000 65536"/>
                <a:gd name="T14" fmla="*/ 0 60000 65536"/>
                <a:gd name="T15" fmla="*/ 0 w 143"/>
                <a:gd name="T16" fmla="*/ 0 h 236"/>
                <a:gd name="T17" fmla="*/ 143 w 143"/>
                <a:gd name="T18" fmla="*/ 236 h 236"/>
              </a:gdLst>
              <a:ahLst/>
              <a:cxnLst>
                <a:cxn ang="T10">
                  <a:pos x="T0" y="T1"/>
                </a:cxn>
                <a:cxn ang="T11">
                  <a:pos x="T2" y="T3"/>
                </a:cxn>
                <a:cxn ang="T12">
                  <a:pos x="T4" y="T5"/>
                </a:cxn>
                <a:cxn ang="T13">
                  <a:pos x="T6" y="T7"/>
                </a:cxn>
                <a:cxn ang="T14">
                  <a:pos x="T8" y="T9"/>
                </a:cxn>
              </a:cxnLst>
              <a:rect l="T15" t="T16" r="T17" b="T18"/>
              <a:pathLst>
                <a:path w="143" h="236">
                  <a:moveTo>
                    <a:pt x="0" y="71"/>
                  </a:moveTo>
                  <a:cubicBezTo>
                    <a:pt x="0" y="165"/>
                    <a:pt x="0" y="165"/>
                    <a:pt x="0" y="165"/>
                  </a:cubicBezTo>
                  <a:cubicBezTo>
                    <a:pt x="21" y="167"/>
                    <a:pt x="74" y="178"/>
                    <a:pt x="143" y="236"/>
                  </a:cubicBezTo>
                  <a:cubicBezTo>
                    <a:pt x="143" y="0"/>
                    <a:pt x="143" y="0"/>
                    <a:pt x="143" y="0"/>
                  </a:cubicBezTo>
                  <a:cubicBezTo>
                    <a:pt x="74" y="58"/>
                    <a:pt x="21" y="69"/>
                    <a:pt x="0" y="71"/>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475" name="Freeform 799"/>
            <p:cNvSpPr>
              <a:spLocks noChangeArrowheads="1"/>
            </p:cNvSpPr>
            <p:nvPr/>
          </p:nvSpPr>
          <p:spPr bwMode="auto">
            <a:xfrm>
              <a:off x="267823" y="50301"/>
              <a:ext cx="310111" cy="253518"/>
            </a:xfrm>
            <a:custGeom>
              <a:avLst/>
              <a:gdLst>
                <a:gd name="T0" fmla="*/ 0 w 143"/>
                <a:gd name="T1" fmla="*/ 2147483647 h 118"/>
                <a:gd name="T2" fmla="*/ 2147483647 w 143"/>
                <a:gd name="T3" fmla="*/ 2147483647 h 118"/>
                <a:gd name="T4" fmla="*/ 2147483647 w 143"/>
                <a:gd name="T5" fmla="*/ 0 h 118"/>
                <a:gd name="T6" fmla="*/ 0 w 143"/>
                <a:gd name="T7" fmla="*/ 2147483647 h 118"/>
                <a:gd name="T8" fmla="*/ 0 w 143"/>
                <a:gd name="T9" fmla="*/ 2147483647 h 118"/>
                <a:gd name="T10" fmla="*/ 0 60000 65536"/>
                <a:gd name="T11" fmla="*/ 0 60000 65536"/>
                <a:gd name="T12" fmla="*/ 0 60000 65536"/>
                <a:gd name="T13" fmla="*/ 0 60000 65536"/>
                <a:gd name="T14" fmla="*/ 0 60000 65536"/>
                <a:gd name="T15" fmla="*/ 0 w 143"/>
                <a:gd name="T16" fmla="*/ 0 h 118"/>
                <a:gd name="T17" fmla="*/ 143 w 143"/>
                <a:gd name="T18" fmla="*/ 118 h 118"/>
              </a:gdLst>
              <a:ahLst/>
              <a:cxnLst>
                <a:cxn ang="T10">
                  <a:pos x="T0" y="T1"/>
                </a:cxn>
                <a:cxn ang="T11">
                  <a:pos x="T2" y="T3"/>
                </a:cxn>
                <a:cxn ang="T12">
                  <a:pos x="T4" y="T5"/>
                </a:cxn>
                <a:cxn ang="T13">
                  <a:pos x="T6" y="T7"/>
                </a:cxn>
                <a:cxn ang="T14">
                  <a:pos x="T8" y="T9"/>
                </a:cxn>
              </a:cxnLst>
              <a:rect l="T15" t="T16" r="T17" b="T18"/>
              <a:pathLst>
                <a:path w="143" h="118">
                  <a:moveTo>
                    <a:pt x="0" y="118"/>
                  </a:moveTo>
                  <a:cubicBezTo>
                    <a:pt x="143" y="118"/>
                    <a:pt x="143" y="118"/>
                    <a:pt x="143" y="118"/>
                  </a:cubicBezTo>
                  <a:cubicBezTo>
                    <a:pt x="143" y="0"/>
                    <a:pt x="143" y="0"/>
                    <a:pt x="143" y="0"/>
                  </a:cubicBezTo>
                  <a:cubicBezTo>
                    <a:pt x="74" y="58"/>
                    <a:pt x="21" y="69"/>
                    <a:pt x="0" y="71"/>
                  </a:cubicBezTo>
                  <a:lnTo>
                    <a:pt x="0" y="118"/>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476" name="Freeform 800"/>
            <p:cNvSpPr>
              <a:spLocks noChangeArrowheads="1"/>
            </p:cNvSpPr>
            <p:nvPr/>
          </p:nvSpPr>
          <p:spPr bwMode="auto">
            <a:xfrm>
              <a:off x="0" y="185109"/>
              <a:ext cx="304069" cy="237422"/>
            </a:xfrm>
            <a:custGeom>
              <a:avLst/>
              <a:gdLst>
                <a:gd name="T0" fmla="*/ 2147483647 w 141"/>
                <a:gd name="T1" fmla="*/ 0 h 110"/>
                <a:gd name="T2" fmla="*/ 2147483647 w 141"/>
                <a:gd name="T3" fmla="*/ 0 h 110"/>
                <a:gd name="T4" fmla="*/ 2147483647 w 141"/>
                <a:gd name="T5" fmla="*/ 0 h 110"/>
                <a:gd name="T6" fmla="*/ 0 w 141"/>
                <a:gd name="T7" fmla="*/ 2147483647 h 110"/>
                <a:gd name="T8" fmla="*/ 0 w 141"/>
                <a:gd name="T9" fmla="*/ 2147483647 h 110"/>
                <a:gd name="T10" fmla="*/ 2147483647 w 141"/>
                <a:gd name="T11" fmla="*/ 2147483647 h 110"/>
                <a:gd name="T12" fmla="*/ 2147483647 w 141"/>
                <a:gd name="T13" fmla="*/ 2147483647 h 110"/>
                <a:gd name="T14" fmla="*/ 2147483647 w 141"/>
                <a:gd name="T15" fmla="*/ 2147483647 h 110"/>
                <a:gd name="T16" fmla="*/ 2147483647 w 141"/>
                <a:gd name="T17" fmla="*/ 2147483647 h 110"/>
                <a:gd name="T18" fmla="*/ 2147483647 w 141"/>
                <a:gd name="T19" fmla="*/ 2147483647 h 110"/>
                <a:gd name="T20" fmla="*/ 2147483647 w 141"/>
                <a:gd name="T21" fmla="*/ 2147483647 h 110"/>
                <a:gd name="T22" fmla="*/ 2147483647 w 141"/>
                <a:gd name="T23" fmla="*/ 2147483647 h 110"/>
                <a:gd name="T24" fmla="*/ 2147483647 w 141"/>
                <a:gd name="T25" fmla="*/ 0 h 11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41"/>
                <a:gd name="T40" fmla="*/ 0 h 110"/>
                <a:gd name="T41" fmla="*/ 141 w 141"/>
                <a:gd name="T42" fmla="*/ 110 h 11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41" h="110">
                  <a:moveTo>
                    <a:pt x="135" y="0"/>
                  </a:moveTo>
                  <a:cubicBezTo>
                    <a:pt x="110" y="0"/>
                    <a:pt x="110" y="0"/>
                    <a:pt x="110" y="0"/>
                  </a:cubicBezTo>
                  <a:cubicBezTo>
                    <a:pt x="31" y="0"/>
                    <a:pt x="31" y="0"/>
                    <a:pt x="31" y="0"/>
                  </a:cubicBezTo>
                  <a:cubicBezTo>
                    <a:pt x="14" y="0"/>
                    <a:pt x="0" y="14"/>
                    <a:pt x="0" y="31"/>
                  </a:cubicBezTo>
                  <a:cubicBezTo>
                    <a:pt x="0" y="79"/>
                    <a:pt x="0" y="79"/>
                    <a:pt x="0" y="79"/>
                  </a:cubicBezTo>
                  <a:cubicBezTo>
                    <a:pt x="0" y="96"/>
                    <a:pt x="14" y="110"/>
                    <a:pt x="31" y="110"/>
                  </a:cubicBezTo>
                  <a:cubicBezTo>
                    <a:pt x="110" y="110"/>
                    <a:pt x="110" y="110"/>
                    <a:pt x="110" y="110"/>
                  </a:cubicBezTo>
                  <a:cubicBezTo>
                    <a:pt x="135" y="110"/>
                    <a:pt x="135" y="110"/>
                    <a:pt x="135" y="110"/>
                  </a:cubicBezTo>
                  <a:cubicBezTo>
                    <a:pt x="138" y="110"/>
                    <a:pt x="141" y="107"/>
                    <a:pt x="141" y="104"/>
                  </a:cubicBezTo>
                  <a:cubicBezTo>
                    <a:pt x="141" y="79"/>
                    <a:pt x="141" y="79"/>
                    <a:pt x="141" y="79"/>
                  </a:cubicBezTo>
                  <a:cubicBezTo>
                    <a:pt x="141" y="31"/>
                    <a:pt x="141" y="31"/>
                    <a:pt x="141" y="31"/>
                  </a:cubicBezTo>
                  <a:cubicBezTo>
                    <a:pt x="141" y="6"/>
                    <a:pt x="141" y="6"/>
                    <a:pt x="141" y="6"/>
                  </a:cubicBezTo>
                  <a:cubicBezTo>
                    <a:pt x="141" y="3"/>
                    <a:pt x="138" y="0"/>
                    <a:pt x="135" y="0"/>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477" name="Rectangle 801"/>
            <p:cNvSpPr>
              <a:spLocks noChangeArrowheads="1"/>
            </p:cNvSpPr>
            <p:nvPr/>
          </p:nvSpPr>
          <p:spPr bwMode="auto">
            <a:xfrm>
              <a:off x="106726" y="422531"/>
              <a:ext cx="116795" cy="14084"/>
            </a:xfrm>
            <a:prstGeom prst="rect">
              <a:avLst/>
            </a:pr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zh-CN">
                <a:solidFill>
                  <a:srgbClr val="000000"/>
                </a:solidFill>
                <a:sym typeface="SimSun" panose="02010600030101010101" pitchFamily="2" charset="-122"/>
              </a:endParaRPr>
            </a:p>
          </p:txBody>
        </p:sp>
        <p:sp>
          <p:nvSpPr>
            <p:cNvPr id="478" name="Freeform 802"/>
            <p:cNvSpPr>
              <a:spLocks noChangeArrowheads="1"/>
            </p:cNvSpPr>
            <p:nvPr/>
          </p:nvSpPr>
          <p:spPr bwMode="auto">
            <a:xfrm>
              <a:off x="561824" y="50301"/>
              <a:ext cx="16110" cy="509050"/>
            </a:xfrm>
            <a:custGeom>
              <a:avLst/>
              <a:gdLst>
                <a:gd name="T0" fmla="*/ 0 w 7"/>
                <a:gd name="T1" fmla="*/ 2147483647 h 236"/>
                <a:gd name="T2" fmla="*/ 2147483647 w 7"/>
                <a:gd name="T3" fmla="*/ 2147483647 h 236"/>
                <a:gd name="T4" fmla="*/ 2147483647 w 7"/>
                <a:gd name="T5" fmla="*/ 0 h 236"/>
                <a:gd name="T6" fmla="*/ 0 w 7"/>
                <a:gd name="T7" fmla="*/ 2147483647 h 236"/>
                <a:gd name="T8" fmla="*/ 0 w 7"/>
                <a:gd name="T9" fmla="*/ 2147483647 h 236"/>
                <a:gd name="T10" fmla="*/ 0 60000 65536"/>
                <a:gd name="T11" fmla="*/ 0 60000 65536"/>
                <a:gd name="T12" fmla="*/ 0 60000 65536"/>
                <a:gd name="T13" fmla="*/ 0 60000 65536"/>
                <a:gd name="T14" fmla="*/ 0 60000 65536"/>
                <a:gd name="T15" fmla="*/ 0 w 7"/>
                <a:gd name="T16" fmla="*/ 0 h 236"/>
                <a:gd name="T17" fmla="*/ 7 w 7"/>
                <a:gd name="T18" fmla="*/ 236 h 236"/>
              </a:gdLst>
              <a:ahLst/>
              <a:cxnLst>
                <a:cxn ang="T10">
                  <a:pos x="T0" y="T1"/>
                </a:cxn>
                <a:cxn ang="T11">
                  <a:pos x="T2" y="T3"/>
                </a:cxn>
                <a:cxn ang="T12">
                  <a:pos x="T4" y="T5"/>
                </a:cxn>
                <a:cxn ang="T13">
                  <a:pos x="T6" y="T7"/>
                </a:cxn>
                <a:cxn ang="T14">
                  <a:pos x="T8" y="T9"/>
                </a:cxn>
              </a:cxnLst>
              <a:rect l="T15" t="T16" r="T17" b="T18"/>
              <a:pathLst>
                <a:path w="7" h="236">
                  <a:moveTo>
                    <a:pt x="0" y="230"/>
                  </a:moveTo>
                  <a:cubicBezTo>
                    <a:pt x="3" y="232"/>
                    <a:pt x="5" y="234"/>
                    <a:pt x="7" y="236"/>
                  </a:cubicBezTo>
                  <a:cubicBezTo>
                    <a:pt x="7" y="0"/>
                    <a:pt x="7" y="0"/>
                    <a:pt x="7" y="0"/>
                  </a:cubicBezTo>
                  <a:cubicBezTo>
                    <a:pt x="5" y="2"/>
                    <a:pt x="3" y="4"/>
                    <a:pt x="0" y="6"/>
                  </a:cubicBezTo>
                  <a:lnTo>
                    <a:pt x="0" y="230"/>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479" name="Freeform 803"/>
            <p:cNvSpPr>
              <a:spLocks noChangeArrowheads="1"/>
            </p:cNvSpPr>
            <p:nvPr/>
          </p:nvSpPr>
          <p:spPr bwMode="auto">
            <a:xfrm>
              <a:off x="0" y="185109"/>
              <a:ext cx="304069" cy="120723"/>
            </a:xfrm>
            <a:custGeom>
              <a:avLst/>
              <a:gdLst>
                <a:gd name="T0" fmla="*/ 2147483647 w 141"/>
                <a:gd name="T1" fmla="*/ 0 h 56"/>
                <a:gd name="T2" fmla="*/ 2147483647 w 141"/>
                <a:gd name="T3" fmla="*/ 0 h 56"/>
                <a:gd name="T4" fmla="*/ 0 w 141"/>
                <a:gd name="T5" fmla="*/ 2147483647 h 56"/>
                <a:gd name="T6" fmla="*/ 0 w 141"/>
                <a:gd name="T7" fmla="*/ 2147483647 h 56"/>
                <a:gd name="T8" fmla="*/ 2147483647 w 141"/>
                <a:gd name="T9" fmla="*/ 2147483647 h 56"/>
                <a:gd name="T10" fmla="*/ 2147483647 w 141"/>
                <a:gd name="T11" fmla="*/ 2147483647 h 56"/>
                <a:gd name="T12" fmla="*/ 2147483647 w 141"/>
                <a:gd name="T13" fmla="*/ 2147483647 h 56"/>
                <a:gd name="T14" fmla="*/ 2147483647 w 141"/>
                <a:gd name="T15" fmla="*/ 2147483647 h 56"/>
                <a:gd name="T16" fmla="*/ 2147483647 w 141"/>
                <a:gd name="T17" fmla="*/ 0 h 5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41"/>
                <a:gd name="T28" fmla="*/ 0 h 56"/>
                <a:gd name="T29" fmla="*/ 141 w 141"/>
                <a:gd name="T30" fmla="*/ 56 h 5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41" h="56">
                  <a:moveTo>
                    <a:pt x="135" y="0"/>
                  </a:moveTo>
                  <a:cubicBezTo>
                    <a:pt x="31" y="0"/>
                    <a:pt x="31" y="0"/>
                    <a:pt x="31" y="0"/>
                  </a:cubicBezTo>
                  <a:cubicBezTo>
                    <a:pt x="14" y="0"/>
                    <a:pt x="0" y="14"/>
                    <a:pt x="0" y="31"/>
                  </a:cubicBezTo>
                  <a:cubicBezTo>
                    <a:pt x="0" y="47"/>
                    <a:pt x="0" y="47"/>
                    <a:pt x="0" y="47"/>
                  </a:cubicBezTo>
                  <a:cubicBezTo>
                    <a:pt x="1" y="52"/>
                    <a:pt x="6" y="56"/>
                    <a:pt x="12" y="56"/>
                  </a:cubicBezTo>
                  <a:cubicBezTo>
                    <a:pt x="129" y="56"/>
                    <a:pt x="129" y="56"/>
                    <a:pt x="129" y="56"/>
                  </a:cubicBezTo>
                  <a:cubicBezTo>
                    <a:pt x="135" y="56"/>
                    <a:pt x="140" y="52"/>
                    <a:pt x="141" y="47"/>
                  </a:cubicBezTo>
                  <a:cubicBezTo>
                    <a:pt x="141" y="6"/>
                    <a:pt x="141" y="6"/>
                    <a:pt x="141" y="6"/>
                  </a:cubicBezTo>
                  <a:cubicBezTo>
                    <a:pt x="141" y="3"/>
                    <a:pt x="138" y="0"/>
                    <a:pt x="135" y="0"/>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480" name="Freeform 804"/>
            <p:cNvSpPr>
              <a:spLocks noChangeArrowheads="1"/>
            </p:cNvSpPr>
            <p:nvPr/>
          </p:nvSpPr>
          <p:spPr bwMode="auto">
            <a:xfrm>
              <a:off x="577934" y="305832"/>
              <a:ext cx="80548" cy="301808"/>
            </a:xfrm>
            <a:custGeom>
              <a:avLst/>
              <a:gdLst>
                <a:gd name="T0" fmla="*/ 0 w 38"/>
                <a:gd name="T1" fmla="*/ 0 h 140"/>
                <a:gd name="T2" fmla="*/ 0 w 38"/>
                <a:gd name="T3" fmla="*/ 2147483647 h 140"/>
                <a:gd name="T4" fmla="*/ 2147483647 w 38"/>
                <a:gd name="T5" fmla="*/ 2147483647 h 140"/>
                <a:gd name="T6" fmla="*/ 2147483647 w 38"/>
                <a:gd name="T7" fmla="*/ 2147483647 h 140"/>
                <a:gd name="T8" fmla="*/ 2147483647 w 38"/>
                <a:gd name="T9" fmla="*/ 2147483647 h 140"/>
                <a:gd name="T10" fmla="*/ 2147483647 w 38"/>
                <a:gd name="T11" fmla="*/ 0 h 140"/>
                <a:gd name="T12" fmla="*/ 0 w 38"/>
                <a:gd name="T13" fmla="*/ 0 h 140"/>
                <a:gd name="T14" fmla="*/ 0 60000 65536"/>
                <a:gd name="T15" fmla="*/ 0 60000 65536"/>
                <a:gd name="T16" fmla="*/ 0 60000 65536"/>
                <a:gd name="T17" fmla="*/ 0 60000 65536"/>
                <a:gd name="T18" fmla="*/ 0 60000 65536"/>
                <a:gd name="T19" fmla="*/ 0 60000 65536"/>
                <a:gd name="T20" fmla="*/ 0 60000 65536"/>
                <a:gd name="T21" fmla="*/ 0 w 38"/>
                <a:gd name="T22" fmla="*/ 0 h 140"/>
                <a:gd name="T23" fmla="*/ 38 w 38"/>
                <a:gd name="T24" fmla="*/ 140 h 14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8" h="140">
                  <a:moveTo>
                    <a:pt x="0" y="0"/>
                  </a:moveTo>
                  <a:cubicBezTo>
                    <a:pt x="0" y="127"/>
                    <a:pt x="0" y="127"/>
                    <a:pt x="0" y="127"/>
                  </a:cubicBezTo>
                  <a:cubicBezTo>
                    <a:pt x="0" y="134"/>
                    <a:pt x="6" y="140"/>
                    <a:pt x="13" y="140"/>
                  </a:cubicBezTo>
                  <a:cubicBezTo>
                    <a:pt x="26" y="140"/>
                    <a:pt x="26" y="140"/>
                    <a:pt x="26" y="140"/>
                  </a:cubicBezTo>
                  <a:cubicBezTo>
                    <a:pt x="32" y="140"/>
                    <a:pt x="38" y="134"/>
                    <a:pt x="38" y="127"/>
                  </a:cubicBezTo>
                  <a:cubicBezTo>
                    <a:pt x="38" y="0"/>
                    <a:pt x="38" y="0"/>
                    <a:pt x="38" y="0"/>
                  </a:cubicBezTo>
                  <a:lnTo>
                    <a:pt x="0" y="0"/>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481" name="Freeform 805"/>
            <p:cNvSpPr>
              <a:spLocks noChangeArrowheads="1"/>
            </p:cNvSpPr>
            <p:nvPr/>
          </p:nvSpPr>
          <p:spPr bwMode="auto">
            <a:xfrm>
              <a:off x="577934" y="0"/>
              <a:ext cx="80548" cy="305832"/>
            </a:xfrm>
            <a:custGeom>
              <a:avLst/>
              <a:gdLst>
                <a:gd name="T0" fmla="*/ 2147483647 w 38"/>
                <a:gd name="T1" fmla="*/ 2147483647 h 142"/>
                <a:gd name="T2" fmla="*/ 2147483647 w 38"/>
                <a:gd name="T3" fmla="*/ 0 h 142"/>
                <a:gd name="T4" fmla="*/ 2147483647 w 38"/>
                <a:gd name="T5" fmla="*/ 0 h 142"/>
                <a:gd name="T6" fmla="*/ 0 w 38"/>
                <a:gd name="T7" fmla="*/ 2147483647 h 142"/>
                <a:gd name="T8" fmla="*/ 0 w 38"/>
                <a:gd name="T9" fmla="*/ 2147483647 h 142"/>
                <a:gd name="T10" fmla="*/ 2147483647 w 38"/>
                <a:gd name="T11" fmla="*/ 2147483647 h 142"/>
                <a:gd name="T12" fmla="*/ 2147483647 w 38"/>
                <a:gd name="T13" fmla="*/ 2147483647 h 142"/>
                <a:gd name="T14" fmla="*/ 0 60000 65536"/>
                <a:gd name="T15" fmla="*/ 0 60000 65536"/>
                <a:gd name="T16" fmla="*/ 0 60000 65536"/>
                <a:gd name="T17" fmla="*/ 0 60000 65536"/>
                <a:gd name="T18" fmla="*/ 0 60000 65536"/>
                <a:gd name="T19" fmla="*/ 0 60000 65536"/>
                <a:gd name="T20" fmla="*/ 0 60000 65536"/>
                <a:gd name="T21" fmla="*/ 0 w 38"/>
                <a:gd name="T22" fmla="*/ 0 h 142"/>
                <a:gd name="T23" fmla="*/ 38 w 38"/>
                <a:gd name="T24" fmla="*/ 142 h 14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8" h="142">
                  <a:moveTo>
                    <a:pt x="38" y="13"/>
                  </a:moveTo>
                  <a:cubicBezTo>
                    <a:pt x="38" y="6"/>
                    <a:pt x="32" y="0"/>
                    <a:pt x="26" y="0"/>
                  </a:cubicBezTo>
                  <a:cubicBezTo>
                    <a:pt x="13" y="0"/>
                    <a:pt x="13" y="0"/>
                    <a:pt x="13" y="0"/>
                  </a:cubicBezTo>
                  <a:cubicBezTo>
                    <a:pt x="6" y="0"/>
                    <a:pt x="0" y="6"/>
                    <a:pt x="0" y="13"/>
                  </a:cubicBezTo>
                  <a:cubicBezTo>
                    <a:pt x="0" y="142"/>
                    <a:pt x="0" y="142"/>
                    <a:pt x="0" y="142"/>
                  </a:cubicBezTo>
                  <a:cubicBezTo>
                    <a:pt x="38" y="142"/>
                    <a:pt x="38" y="142"/>
                    <a:pt x="38" y="142"/>
                  </a:cubicBezTo>
                  <a:lnTo>
                    <a:pt x="38" y="13"/>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482" name="Freeform 806"/>
            <p:cNvSpPr>
              <a:spLocks noChangeArrowheads="1"/>
            </p:cNvSpPr>
            <p:nvPr/>
          </p:nvSpPr>
          <p:spPr bwMode="auto">
            <a:xfrm>
              <a:off x="304069" y="191144"/>
              <a:ext cx="16110" cy="225350"/>
            </a:xfrm>
            <a:custGeom>
              <a:avLst/>
              <a:gdLst>
                <a:gd name="T0" fmla="*/ 0 w 7"/>
                <a:gd name="T1" fmla="*/ 2147483647 h 104"/>
                <a:gd name="T2" fmla="*/ 2147483647 w 7"/>
                <a:gd name="T3" fmla="*/ 2147483647 h 104"/>
                <a:gd name="T4" fmla="*/ 2147483647 w 7"/>
                <a:gd name="T5" fmla="*/ 0 h 104"/>
                <a:gd name="T6" fmla="*/ 0 w 7"/>
                <a:gd name="T7" fmla="*/ 2147483647 h 104"/>
                <a:gd name="T8" fmla="*/ 0 w 7"/>
                <a:gd name="T9" fmla="*/ 2147483647 h 104"/>
                <a:gd name="T10" fmla="*/ 0 60000 65536"/>
                <a:gd name="T11" fmla="*/ 0 60000 65536"/>
                <a:gd name="T12" fmla="*/ 0 60000 65536"/>
                <a:gd name="T13" fmla="*/ 0 60000 65536"/>
                <a:gd name="T14" fmla="*/ 0 60000 65536"/>
                <a:gd name="T15" fmla="*/ 0 w 7"/>
                <a:gd name="T16" fmla="*/ 0 h 104"/>
                <a:gd name="T17" fmla="*/ 7 w 7"/>
                <a:gd name="T18" fmla="*/ 104 h 104"/>
              </a:gdLst>
              <a:ahLst/>
              <a:cxnLst>
                <a:cxn ang="T10">
                  <a:pos x="T0" y="T1"/>
                </a:cxn>
                <a:cxn ang="T11">
                  <a:pos x="T2" y="T3"/>
                </a:cxn>
                <a:cxn ang="T12">
                  <a:pos x="T4" y="T5"/>
                </a:cxn>
                <a:cxn ang="T13">
                  <a:pos x="T6" y="T7"/>
                </a:cxn>
                <a:cxn ang="T14">
                  <a:pos x="T8" y="T9"/>
                </a:cxn>
              </a:cxnLst>
              <a:rect l="T15" t="T16" r="T17" b="T18"/>
              <a:pathLst>
                <a:path w="7" h="104">
                  <a:moveTo>
                    <a:pt x="0" y="102"/>
                  </a:moveTo>
                  <a:cubicBezTo>
                    <a:pt x="2" y="102"/>
                    <a:pt x="5" y="103"/>
                    <a:pt x="7" y="104"/>
                  </a:cubicBezTo>
                  <a:cubicBezTo>
                    <a:pt x="7" y="0"/>
                    <a:pt x="7" y="0"/>
                    <a:pt x="7" y="0"/>
                  </a:cubicBezTo>
                  <a:cubicBezTo>
                    <a:pt x="5" y="1"/>
                    <a:pt x="2" y="2"/>
                    <a:pt x="0" y="2"/>
                  </a:cubicBezTo>
                  <a:lnTo>
                    <a:pt x="0" y="102"/>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grpSp>
      <p:pic>
        <p:nvPicPr>
          <p:cNvPr id="3" name="Picture 1"/>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381000" y="1797050"/>
            <a:ext cx="17197705" cy="5718175"/>
          </a:xfrm>
          <a:prstGeom prst="rect">
            <a:avLst/>
          </a:prstGeom>
        </p:spPr>
      </p:pic>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矩形 70"/>
          <p:cNvSpPr/>
          <p:nvPr/>
        </p:nvSpPr>
        <p:spPr>
          <a:xfrm>
            <a:off x="17961936" y="607033"/>
            <a:ext cx="304799" cy="828221"/>
          </a:xfrm>
          <a:prstGeom prst="rect">
            <a:avLst/>
          </a:prstGeom>
          <a:solidFill>
            <a:srgbClr val="F024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p>
        </p:txBody>
      </p:sp>
      <p:sp>
        <p:nvSpPr>
          <p:cNvPr id="72" name="矩形 71"/>
          <p:cNvSpPr/>
          <p:nvPr/>
        </p:nvSpPr>
        <p:spPr>
          <a:xfrm>
            <a:off x="17831306" y="607033"/>
            <a:ext cx="79828" cy="828221"/>
          </a:xfrm>
          <a:prstGeom prst="rect">
            <a:avLst/>
          </a:prstGeom>
          <a:solidFill>
            <a:srgbClr val="F024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p>
        </p:txBody>
      </p:sp>
      <p:sp>
        <p:nvSpPr>
          <p:cNvPr id="73" name="文本框 72"/>
          <p:cNvSpPr txBox="1"/>
          <p:nvPr/>
        </p:nvSpPr>
        <p:spPr>
          <a:xfrm>
            <a:off x="16922977" y="604257"/>
            <a:ext cx="947405" cy="829945"/>
          </a:xfrm>
          <a:prstGeom prst="rect">
            <a:avLst/>
          </a:prstGeom>
          <a:noFill/>
        </p:spPr>
        <p:txBody>
          <a:bodyPr wrap="square" rtlCol="0">
            <a:spAutoFit/>
          </a:bodyPr>
          <a:lstStyle/>
          <a:p>
            <a:r>
              <a:rPr lang="en-US" altLang="vi-VN" sz="4800" dirty="0" smtClean="0">
                <a:solidFill>
                  <a:schemeClr val="bg1"/>
                </a:solidFill>
                <a:latin typeface="Microsoft YaHei" panose="020B0503020204020204" pitchFamily="34" charset="-122"/>
                <a:ea typeface="Microsoft YaHei" panose="020B0503020204020204" pitchFamily="34" charset="-122"/>
              </a:rPr>
              <a:t>21</a:t>
            </a:r>
            <a:endParaRPr lang="vi-VN" altLang="en-US" sz="4800" dirty="0" smtClean="0">
              <a:solidFill>
                <a:schemeClr val="bg1"/>
              </a:solidFill>
              <a:latin typeface="Microsoft YaHei" panose="020B0503020204020204" pitchFamily="34" charset="-122"/>
              <a:ea typeface="Microsoft YaHei" panose="020B0503020204020204" pitchFamily="34" charset="-122"/>
            </a:endParaRPr>
          </a:p>
        </p:txBody>
      </p:sp>
      <p:grpSp>
        <p:nvGrpSpPr>
          <p:cNvPr id="4" name="组合 3"/>
          <p:cNvGrpSpPr/>
          <p:nvPr/>
        </p:nvGrpSpPr>
        <p:grpSpPr>
          <a:xfrm>
            <a:off x="14187805" y="7916545"/>
            <a:ext cx="4548505" cy="2686685"/>
            <a:chOff x="11519983" y="5270056"/>
            <a:chExt cx="5829924" cy="3299229"/>
          </a:xfrm>
        </p:grpSpPr>
        <p:grpSp>
          <p:nvGrpSpPr>
            <p:cNvPr id="97" name="组合 96"/>
            <p:cNvGrpSpPr/>
            <p:nvPr/>
          </p:nvGrpSpPr>
          <p:grpSpPr>
            <a:xfrm rot="5400000">
              <a:off x="12785331" y="4004708"/>
              <a:ext cx="3299229" cy="5829924"/>
              <a:chOff x="4862722" y="-238122"/>
              <a:chExt cx="3541407" cy="6152922"/>
            </a:xfrm>
          </p:grpSpPr>
          <p:grpSp>
            <p:nvGrpSpPr>
              <p:cNvPr id="98" name="组合 97"/>
              <p:cNvGrpSpPr/>
              <p:nvPr/>
            </p:nvGrpSpPr>
            <p:grpSpPr>
              <a:xfrm>
                <a:off x="4862722" y="-238122"/>
                <a:ext cx="3541407" cy="6152922"/>
                <a:chOff x="4862722" y="-238122"/>
                <a:chExt cx="3541407" cy="6152922"/>
              </a:xfrm>
              <a:effectLst>
                <a:outerShdw blurRad="203200" dist="101600" dir="2700000" algn="ctr" rotWithShape="0">
                  <a:schemeClr val="tx1">
                    <a:alpha val="40000"/>
                  </a:schemeClr>
                </a:outerShdw>
              </a:effectLst>
            </p:grpSpPr>
            <p:grpSp>
              <p:nvGrpSpPr>
                <p:cNvPr id="108" name="组合 107"/>
                <p:cNvGrpSpPr/>
                <p:nvPr/>
              </p:nvGrpSpPr>
              <p:grpSpPr>
                <a:xfrm>
                  <a:off x="7282083" y="1812626"/>
                  <a:ext cx="45719" cy="310161"/>
                  <a:chOff x="8020452" y="2062264"/>
                  <a:chExt cx="150782" cy="787940"/>
                </a:xfrm>
              </p:grpSpPr>
              <p:sp>
                <p:nvSpPr>
                  <p:cNvPr id="127" name="圆角矩形 126"/>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8" name="圆角矩形 127"/>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09" name="组合 108"/>
                <p:cNvGrpSpPr/>
                <p:nvPr/>
              </p:nvGrpSpPr>
              <p:grpSpPr>
                <a:xfrm>
                  <a:off x="4862722" y="2122787"/>
                  <a:ext cx="45719" cy="239059"/>
                  <a:chOff x="8020452" y="2062264"/>
                  <a:chExt cx="150782" cy="787940"/>
                </a:xfrm>
              </p:grpSpPr>
              <p:sp>
                <p:nvSpPr>
                  <p:cNvPr id="125" name="圆角矩形 124"/>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6" name="圆角矩形 125"/>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0" name="组合 109"/>
                <p:cNvGrpSpPr/>
                <p:nvPr/>
              </p:nvGrpSpPr>
              <p:grpSpPr>
                <a:xfrm>
                  <a:off x="4862722" y="1812626"/>
                  <a:ext cx="45719" cy="239059"/>
                  <a:chOff x="8020452" y="2062264"/>
                  <a:chExt cx="150782" cy="787940"/>
                </a:xfrm>
              </p:grpSpPr>
              <p:sp>
                <p:nvSpPr>
                  <p:cNvPr id="123" name="圆角矩形 122"/>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4" name="圆角矩形 123"/>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1" name="组合 110"/>
                <p:cNvGrpSpPr/>
                <p:nvPr/>
              </p:nvGrpSpPr>
              <p:grpSpPr>
                <a:xfrm>
                  <a:off x="4862722" y="1543685"/>
                  <a:ext cx="45719" cy="117603"/>
                  <a:chOff x="8020452" y="2062264"/>
                  <a:chExt cx="150782" cy="787940"/>
                </a:xfrm>
              </p:grpSpPr>
              <p:sp>
                <p:nvSpPr>
                  <p:cNvPr id="121" name="圆角矩形 120"/>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2" name="圆角矩形 121"/>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2" name="圆角矩形 111"/>
                <p:cNvSpPr/>
                <p:nvPr/>
              </p:nvSpPr>
              <p:spPr>
                <a:xfrm>
                  <a:off x="4890000" y="943200"/>
                  <a:ext cx="2412000" cy="4971600"/>
                </a:xfrm>
                <a:prstGeom prst="roundRect">
                  <a:avLst>
                    <a:gd name="adj" fmla="val 7335"/>
                  </a:avLst>
                </a:prstGeom>
                <a:solidFill>
                  <a:srgbClr val="404040"/>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3" name="圆角矩形 112"/>
                <p:cNvSpPr/>
                <p:nvPr/>
              </p:nvSpPr>
              <p:spPr>
                <a:xfrm>
                  <a:off x="4926000" y="979200"/>
                  <a:ext cx="2340000" cy="4899600"/>
                </a:xfrm>
                <a:prstGeom prst="roundRect">
                  <a:avLst>
                    <a:gd name="adj" fmla="val 7335"/>
                  </a:avLst>
                </a:prstGeom>
                <a:solidFill>
                  <a:srgbClr val="05050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4" name="矩形 113"/>
                <p:cNvSpPr/>
                <p:nvPr/>
              </p:nvSpPr>
              <p:spPr>
                <a:xfrm>
                  <a:off x="5034000" y="1540800"/>
                  <a:ext cx="2124000" cy="377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5" name="圆角矩形 114"/>
                <p:cNvSpPr/>
                <p:nvPr/>
              </p:nvSpPr>
              <p:spPr>
                <a:xfrm>
                  <a:off x="5901599" y="1206000"/>
                  <a:ext cx="388800" cy="36000"/>
                </a:xfrm>
                <a:prstGeom prst="roundRect">
                  <a:avLst>
                    <a:gd name="adj" fmla="val 50000"/>
                  </a:avLst>
                </a:prstGeom>
                <a:solidFill>
                  <a:srgbClr val="0D0D0D"/>
                </a:solidFill>
                <a:ln>
                  <a:noFill/>
                </a:ln>
                <a:scene3d>
                  <a:camera prst="orthographicFront"/>
                  <a:lightRig rig="threePt" dir="t"/>
                </a:scene3d>
                <a:sp3d>
                  <a:bevelT w="69850" h="50800" prst="coolSlan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16" name="组合 115"/>
                <p:cNvGrpSpPr/>
                <p:nvPr/>
              </p:nvGrpSpPr>
              <p:grpSpPr>
                <a:xfrm>
                  <a:off x="5905200" y="5406664"/>
                  <a:ext cx="381600" cy="381600"/>
                  <a:chOff x="5905200" y="3238200"/>
                  <a:chExt cx="381600" cy="381600"/>
                </a:xfrm>
              </p:grpSpPr>
              <p:sp>
                <p:nvSpPr>
                  <p:cNvPr id="119" name="椭圆 118"/>
                  <p:cNvSpPr/>
                  <p:nvPr/>
                </p:nvSpPr>
                <p:spPr>
                  <a:xfrm>
                    <a:off x="5905200" y="3238200"/>
                    <a:ext cx="381600" cy="381600"/>
                  </a:xfrm>
                  <a:prstGeom prst="ellipse">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0" name="椭圆 119"/>
                  <p:cNvSpPr/>
                  <p:nvPr/>
                </p:nvSpPr>
                <p:spPr>
                  <a:xfrm>
                    <a:off x="5932200" y="3265200"/>
                    <a:ext cx="327600" cy="3276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7" name="圆角矩形 116"/>
                <p:cNvSpPr/>
                <p:nvPr/>
              </p:nvSpPr>
              <p:spPr>
                <a:xfrm>
                  <a:off x="4883060" y="952391"/>
                  <a:ext cx="2376000" cy="4952144"/>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8" name="圆角矩形 117"/>
                <p:cNvSpPr/>
                <p:nvPr/>
              </p:nvSpPr>
              <p:spPr>
                <a:xfrm>
                  <a:off x="6028129" y="-238122"/>
                  <a:ext cx="2376000" cy="4935600"/>
                </a:xfrm>
                <a:prstGeom prst="roundRect">
                  <a:avLst>
                    <a:gd name="adj" fmla="val 7335"/>
                  </a:avLst>
                </a:prstGeom>
                <a:gradFill flip="none" rotWithShape="1">
                  <a:gsLst>
                    <a:gs pos="0">
                      <a:srgbClr val="FFFFFF">
                        <a:alpha val="18000"/>
                      </a:srgbClr>
                    </a:gs>
                    <a:gs pos="5000">
                      <a:srgbClr val="FFFFFF">
                        <a:alpha val="0"/>
                      </a:srgb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99" name="组合 98"/>
              <p:cNvGrpSpPr/>
              <p:nvPr/>
            </p:nvGrpSpPr>
            <p:grpSpPr>
              <a:xfrm>
                <a:off x="6856135" y="1608679"/>
                <a:ext cx="156128" cy="54425"/>
                <a:chOff x="6770056" y="1608698"/>
                <a:chExt cx="156128" cy="65855"/>
              </a:xfrm>
            </p:grpSpPr>
            <p:sp>
              <p:nvSpPr>
                <p:cNvPr id="105" name="矩形 104"/>
                <p:cNvSpPr/>
                <p:nvPr/>
              </p:nvSpPr>
              <p:spPr>
                <a:xfrm>
                  <a:off x="6770056" y="1608698"/>
                  <a:ext cx="146501" cy="65855"/>
                </a:xfrm>
                <a:prstGeom prst="rect">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6" name="矩形 105"/>
                <p:cNvSpPr/>
                <p:nvPr/>
              </p:nvSpPr>
              <p:spPr>
                <a:xfrm>
                  <a:off x="6916234" y="1633796"/>
                  <a:ext cx="9950" cy="16633"/>
                </a:xfrm>
                <a:prstGeom prst="rect">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7" name="矩形 106"/>
                <p:cNvSpPr/>
                <p:nvPr/>
              </p:nvSpPr>
              <p:spPr>
                <a:xfrm>
                  <a:off x="6770056" y="1608699"/>
                  <a:ext cx="83493" cy="6585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0" name="椭圆 99"/>
              <p:cNvSpPr/>
              <p:nvPr/>
            </p:nvSpPr>
            <p:spPr>
              <a:xfrm>
                <a:off x="5123906"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1" name="椭圆 100"/>
              <p:cNvSpPr/>
              <p:nvPr/>
            </p:nvSpPr>
            <p:spPr>
              <a:xfrm>
                <a:off x="5176565"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2" name="椭圆 101"/>
              <p:cNvSpPr/>
              <p:nvPr/>
            </p:nvSpPr>
            <p:spPr>
              <a:xfrm>
                <a:off x="5224538"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3" name="椭圆 102"/>
              <p:cNvSpPr/>
              <p:nvPr/>
            </p:nvSpPr>
            <p:spPr>
              <a:xfrm>
                <a:off x="5274547"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 name="椭圆 103"/>
              <p:cNvSpPr/>
              <p:nvPr/>
            </p:nvSpPr>
            <p:spPr>
              <a:xfrm>
                <a:off x="5324640" y="1619118"/>
                <a:ext cx="41564" cy="41564"/>
              </a:xfrm>
              <a:prstGeom prst="ellipse">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38" name="矩形 137"/>
            <p:cNvSpPr/>
            <p:nvPr/>
          </p:nvSpPr>
          <p:spPr bwMode="auto">
            <a:xfrm rot="16200000">
              <a:off x="12870306" y="4596683"/>
              <a:ext cx="1987572" cy="3635808"/>
            </a:xfrm>
            <a:prstGeom prst="rect">
              <a:avLst/>
            </a:prstGeom>
            <a:solidFill>
              <a:srgbClr val="2B7FB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 typeface="Arial" panose="020B0604020202020204" pitchFamily="34" charset="0"/>
                <a:buNone/>
                <a:defRPr/>
              </a:pPr>
              <a:endParaRPr lang="zh-CN" altLang="en-US"/>
            </a:p>
          </p:txBody>
        </p:sp>
        <p:grpSp>
          <p:nvGrpSpPr>
            <p:cNvPr id="141" name="组合 2"/>
            <p:cNvGrpSpPr/>
            <p:nvPr/>
          </p:nvGrpSpPr>
          <p:grpSpPr bwMode="auto">
            <a:xfrm>
              <a:off x="13580951" y="5774163"/>
              <a:ext cx="608013" cy="619125"/>
              <a:chOff x="7938529" y="3078391"/>
              <a:chExt cx="607404" cy="617990"/>
            </a:xfrm>
          </p:grpSpPr>
          <p:sp>
            <p:nvSpPr>
              <p:cNvPr id="142" name="object 5"/>
              <p:cNvSpPr/>
              <p:nvPr/>
            </p:nvSpPr>
            <p:spPr bwMode="auto">
              <a:xfrm>
                <a:off x="8052890" y="3078391"/>
                <a:ext cx="137478" cy="276999"/>
              </a:xfrm>
              <a:custGeom>
                <a:avLst/>
                <a:gdLst>
                  <a:gd name="T0" fmla="*/ 17874 w 226695"/>
                  <a:gd name="T1" fmla="*/ 0 h 262254"/>
                  <a:gd name="T2" fmla="*/ 0 w 226695"/>
                  <a:gd name="T3" fmla="*/ 197759 h 262254"/>
                  <a:gd name="T4" fmla="*/ 30590 w 226695"/>
                  <a:gd name="T5" fmla="*/ 326123 h 262254"/>
                  <a:gd name="T6" fmla="*/ 17874 w 226695"/>
                  <a:gd name="T7" fmla="*/ 0 h 26225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26695" h="262254">
                    <a:moveTo>
                      <a:pt x="132153" y="0"/>
                    </a:moveTo>
                    <a:lnTo>
                      <a:pt x="0" y="158895"/>
                    </a:lnTo>
                    <a:lnTo>
                      <a:pt x="226160" y="262033"/>
                    </a:lnTo>
                    <a:lnTo>
                      <a:pt x="132153" y="0"/>
                    </a:lnTo>
                    <a:close/>
                  </a:path>
                </a:pathLst>
              </a:custGeom>
              <a:solidFill>
                <a:srgbClr val="4ABA92"/>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3" name="object 6"/>
              <p:cNvSpPr/>
              <p:nvPr/>
            </p:nvSpPr>
            <p:spPr bwMode="auto">
              <a:xfrm>
                <a:off x="8090831" y="3419382"/>
                <a:ext cx="363912" cy="276999"/>
              </a:xfrm>
              <a:custGeom>
                <a:avLst/>
                <a:gdLst>
                  <a:gd name="T0" fmla="*/ 50573 w 600075"/>
                  <a:gd name="T1" fmla="*/ 0 h 479425"/>
                  <a:gd name="T2" fmla="*/ 0 w 600075"/>
                  <a:gd name="T3" fmla="*/ 50100 h 479425"/>
                  <a:gd name="T4" fmla="*/ 60332 w 600075"/>
                  <a:gd name="T5" fmla="*/ 53398 h 479425"/>
                  <a:gd name="T6" fmla="*/ 81164 w 600075"/>
                  <a:gd name="T7" fmla="*/ 11494 h 479425"/>
                  <a:gd name="T8" fmla="*/ 50573 w 600075"/>
                  <a:gd name="T9" fmla="*/ 0 h 4794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00075" h="479425">
                    <a:moveTo>
                      <a:pt x="373904" y="0"/>
                    </a:moveTo>
                    <a:lnTo>
                      <a:pt x="0" y="449588"/>
                    </a:lnTo>
                    <a:lnTo>
                      <a:pt x="446049" y="479179"/>
                    </a:lnTo>
                    <a:lnTo>
                      <a:pt x="600065" y="103138"/>
                    </a:lnTo>
                    <a:lnTo>
                      <a:pt x="373904" y="0"/>
                    </a:lnTo>
                    <a:close/>
                  </a:path>
                </a:pathLst>
              </a:custGeom>
              <a:solidFill>
                <a:srgbClr val="F94C07"/>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4" name="object 7"/>
              <p:cNvSpPr/>
              <p:nvPr/>
            </p:nvSpPr>
            <p:spPr bwMode="auto">
              <a:xfrm>
                <a:off x="8161226" y="3175050"/>
                <a:ext cx="384707" cy="276999"/>
              </a:xfrm>
              <a:custGeom>
                <a:avLst/>
                <a:gdLst>
                  <a:gd name="T0" fmla="*/ 0 w 634365"/>
                  <a:gd name="T1" fmla="*/ 0 h 229235"/>
                  <a:gd name="T2" fmla="*/ 67888 w 634365"/>
                  <a:gd name="T3" fmla="*/ 488025 h 229235"/>
                  <a:gd name="T4" fmla="*/ 85762 w 634365"/>
                  <a:gd name="T5" fmla="*/ 149257 h 229235"/>
                  <a:gd name="T6" fmla="*/ 0 w 634365"/>
                  <a:gd name="T7" fmla="*/ 0 h 22923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34365" h="229235">
                    <a:moveTo>
                      <a:pt x="0" y="0"/>
                    </a:moveTo>
                    <a:lnTo>
                      <a:pt x="501911" y="228904"/>
                    </a:lnTo>
                    <a:lnTo>
                      <a:pt x="634064" y="70008"/>
                    </a:lnTo>
                    <a:lnTo>
                      <a:pt x="0" y="0"/>
                    </a:lnTo>
                    <a:close/>
                  </a:path>
                </a:pathLst>
              </a:custGeom>
              <a:solidFill>
                <a:srgbClr val="1F4E79"/>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5" name="object 8"/>
              <p:cNvSpPr/>
              <p:nvPr/>
            </p:nvSpPr>
            <p:spPr bwMode="auto">
              <a:xfrm>
                <a:off x="7945652" y="3216890"/>
                <a:ext cx="145179" cy="193317"/>
              </a:xfrm>
              <a:custGeom>
                <a:avLst/>
                <a:gdLst>
                  <a:gd name="T0" fmla="*/ 19983 w 200025"/>
                  <a:gd name="T1" fmla="*/ 0 h 678814"/>
                  <a:gd name="T2" fmla="*/ 0 w 200025"/>
                  <a:gd name="T3" fmla="*/ 2184 h 678814"/>
                  <a:gd name="T4" fmla="*/ 55509 w 200025"/>
                  <a:gd name="T5" fmla="*/ 4463 h 678814"/>
                  <a:gd name="T6" fmla="*/ 19983 w 200025"/>
                  <a:gd name="T7" fmla="*/ 0 h 6788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0025" h="678814">
                    <a:moveTo>
                      <a:pt x="72008" y="0"/>
                    </a:moveTo>
                    <a:lnTo>
                      <a:pt x="0" y="332031"/>
                    </a:lnTo>
                    <a:lnTo>
                      <a:pt x="200025" y="678481"/>
                    </a:lnTo>
                    <a:lnTo>
                      <a:pt x="72008" y="0"/>
                    </a:lnTo>
                    <a:close/>
                  </a:path>
                </a:pathLst>
              </a:custGeom>
              <a:solidFill>
                <a:srgbClr val="00B050"/>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6" name="object 9"/>
              <p:cNvSpPr/>
              <p:nvPr/>
            </p:nvSpPr>
            <p:spPr bwMode="auto">
              <a:xfrm>
                <a:off x="7938529" y="3379992"/>
                <a:ext cx="304607" cy="276999"/>
              </a:xfrm>
              <a:custGeom>
                <a:avLst/>
                <a:gdLst>
                  <a:gd name="T0" fmla="*/ 0 w 502284"/>
                  <a:gd name="T1" fmla="*/ 0 h 678814"/>
                  <a:gd name="T2" fmla="*/ 17315 w 502284"/>
                  <a:gd name="T3" fmla="*/ 18813 h 678814"/>
                  <a:gd name="T4" fmla="*/ 67889 w 502284"/>
                  <a:gd name="T5" fmla="*/ 6347 h 678814"/>
                  <a:gd name="T6" fmla="*/ 0 w 502284"/>
                  <a:gd name="T7" fmla="*/ 0 h 6788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02284" h="678814">
                    <a:moveTo>
                      <a:pt x="0" y="0"/>
                    </a:moveTo>
                    <a:lnTo>
                      <a:pt x="128017" y="678492"/>
                    </a:lnTo>
                    <a:lnTo>
                      <a:pt x="501921" y="228904"/>
                    </a:lnTo>
                    <a:lnTo>
                      <a:pt x="0" y="0"/>
                    </a:lnTo>
                    <a:close/>
                  </a:path>
                </a:pathLst>
              </a:custGeom>
              <a:solidFill>
                <a:srgbClr val="ED7D31"/>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grpSp>
        <p:sp>
          <p:nvSpPr>
            <p:cNvPr id="147" name="矩形 23"/>
            <p:cNvSpPr>
              <a:spLocks noChangeArrowheads="1"/>
            </p:cNvSpPr>
            <p:nvPr/>
          </p:nvSpPr>
          <p:spPr bwMode="auto">
            <a:xfrm>
              <a:off x="12758941" y="6563170"/>
              <a:ext cx="2303462" cy="50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2F6583"/>
                  </a:solidFill>
                  <a:bevel/>
                </a14:hiddenLine>
              </a:ext>
            </a:extLst>
          </p:spPr>
          <p:txBody>
            <a:bodyPr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SimSun"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SimSun"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SimSun"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9pPr>
            </a:lstStyle>
            <a:p>
              <a:pPr algn="ctr">
                <a:lnSpc>
                  <a:spcPct val="100000"/>
                </a:lnSpc>
                <a:spcBef>
                  <a:spcPct val="0"/>
                </a:spcBef>
                <a:buFont typeface="Arial" panose="020B0604020202020204" pitchFamily="34" charset="0"/>
                <a:buNone/>
              </a:pPr>
              <a:r>
                <a:rPr lang="vi-VN" altLang="zh-CN" sz="2500" dirty="0">
                  <a:solidFill>
                    <a:schemeClr val="bg1"/>
                  </a:solidFill>
                  <a:latin typeface="Impact" panose="020B0806030902050204" pitchFamily="34" charset="0"/>
                  <a:ea typeface="Microsoft YaHei" panose="020B0503020204020204" pitchFamily="34" charset="-122"/>
                  <a:sym typeface="Impact" panose="020B0806030902050204" pitchFamily="34" charset="0"/>
                </a:rPr>
                <a:t>Nhóm </a:t>
              </a:r>
              <a:r>
                <a:rPr lang="vi-VN" altLang="zh-CN" sz="2500" dirty="0">
                  <a:solidFill>
                    <a:schemeClr val="bg1"/>
                  </a:solidFill>
                  <a:latin typeface="Impact" panose="020B0806030902050204" pitchFamily="34" charset="0"/>
                  <a:ea typeface="Microsoft YaHei" panose="020B0503020204020204" pitchFamily="34" charset="-122"/>
                  <a:sym typeface="Impact" panose="020B0806030902050204" pitchFamily="34" charset="0"/>
                </a:rPr>
                <a:t>6</a:t>
              </a:r>
              <a:endParaRPr lang="vi-VN" altLang="zh-CN" sz="2500" dirty="0">
                <a:solidFill>
                  <a:schemeClr val="bg1"/>
                </a:solidFill>
                <a:latin typeface="Impact" panose="020B0806030902050204" pitchFamily="34" charset="0"/>
                <a:ea typeface="Microsoft YaHei" panose="020B0503020204020204" pitchFamily="34" charset="-122"/>
                <a:sym typeface="Impact" panose="020B0806030902050204" pitchFamily="34" charset="0"/>
              </a:endParaRPr>
            </a:p>
          </p:txBody>
        </p:sp>
      </p:grpSp>
      <p:sp>
        <p:nvSpPr>
          <p:cNvPr id="5" name="Rounded Rectangle 4"/>
          <p:cNvSpPr/>
          <p:nvPr/>
        </p:nvSpPr>
        <p:spPr>
          <a:xfrm>
            <a:off x="304800" y="638810"/>
            <a:ext cx="8768080" cy="802005"/>
          </a:xfrm>
          <a:prstGeom prst="roundRect">
            <a:avLst/>
          </a:prstGeom>
          <a:solidFill>
            <a:srgbClr val="F02424"/>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6" name="object 3"/>
          <p:cNvSpPr txBox="1">
            <a:spLocks noChangeArrowheads="1"/>
          </p:cNvSpPr>
          <p:nvPr/>
        </p:nvSpPr>
        <p:spPr bwMode="auto">
          <a:xfrm>
            <a:off x="1071880" y="730250"/>
            <a:ext cx="7847965" cy="615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marL="6350">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SimSun"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SimSun"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SimSun"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9pPr>
          </a:lstStyle>
          <a:p>
            <a:pPr algn="ctr">
              <a:lnSpc>
                <a:spcPct val="100000"/>
              </a:lnSpc>
              <a:spcBef>
                <a:spcPct val="0"/>
              </a:spcBef>
              <a:buFont typeface="Arial" panose="020B0604020202020204" pitchFamily="34" charset="0"/>
              <a:buNone/>
            </a:pPr>
            <a:r>
              <a:rPr lang="en-US" sz="4000" dirty="0">
                <a:solidFill>
                  <a:schemeClr val="bg1"/>
                </a:solidFill>
                <a:latin typeface="Times New Roman" panose="02020603050405020304" pitchFamily="18" charset="0"/>
                <a:ea typeface="DM Sans" pitchFamily="34" charset="-122"/>
                <a:cs typeface="Times New Roman" panose="02020603050405020304" pitchFamily="18" charset="0"/>
                <a:sym typeface="+mn-ea"/>
              </a:rPr>
              <a:t>Affine Cipher</a:t>
            </a:r>
            <a:endParaRPr lang="vi-VN" altLang="zh-CN" sz="4000" dirty="0" smtClean="0">
              <a:solidFill>
                <a:srgbClr val="FFFFFF"/>
              </a:solidFill>
              <a:latin typeface="Microsoft YaHei" panose="020B0503020204020204" pitchFamily="34" charset="-122"/>
              <a:ea typeface="Microsoft YaHei" panose="020B0503020204020204" pitchFamily="34" charset="-122"/>
              <a:sym typeface="+mn-ea"/>
            </a:endParaRPr>
          </a:p>
        </p:txBody>
      </p:sp>
      <p:sp>
        <p:nvSpPr>
          <p:cNvPr id="2" name="文本框 162"/>
          <p:cNvSpPr txBox="1"/>
          <p:nvPr/>
        </p:nvSpPr>
        <p:spPr>
          <a:xfrm>
            <a:off x="311150" y="1720850"/>
            <a:ext cx="17559020" cy="8301355"/>
          </a:xfrm>
          <a:prstGeom prst="rect">
            <a:avLst/>
          </a:prstGeom>
          <a:noFill/>
        </p:spPr>
        <p:txBody>
          <a:bodyPr wrap="square" rtlCol="0">
            <a:noAutofit/>
          </a:bodyPr>
          <a:p>
            <a:pPr lvl="0">
              <a:lnSpc>
                <a:spcPct val="150000"/>
              </a:lnSpc>
            </a:pPr>
            <a:r>
              <a:rPr lang="en-US" sz="3600" smtClean="0">
                <a:solidFill>
                  <a:schemeClr val="bg1"/>
                </a:solidFill>
                <a:effectLst/>
                <a:latin typeface="Times New Roman" panose="02020603050405020304" pitchFamily="18" charset="0"/>
                <a:ea typeface="Microsoft YaHei" panose="020B0503020204020204" pitchFamily="34" charset="-122"/>
                <a:cs typeface="Times New Roman" panose="02020603050405020304" pitchFamily="18" charset="0"/>
                <a:sym typeface="Arial" panose="020B0604020202020204"/>
              </a:rPr>
              <a:t>Giả sử K = (3,6). </a:t>
            </a:r>
            <a:r>
              <a:rPr lang="en-US" sz="3600" smtClean="0">
                <a:solidFill>
                  <a:schemeClr val="bg1"/>
                </a:solidFill>
                <a:effectLst/>
                <a:latin typeface="Times New Roman" panose="02020603050405020304" pitchFamily="18" charset="0"/>
                <a:ea typeface="Microsoft YaHei" panose="020B0503020204020204" pitchFamily="34" charset="-122"/>
                <a:cs typeface="Times New Roman" panose="02020603050405020304" pitchFamily="18" charset="0"/>
                <a:sym typeface="Arial" panose="020B0604020202020204"/>
              </a:rPr>
              <a:t>Hàm mã hóa là: eK(x) = 3x + 6. </a:t>
            </a:r>
            <a:r>
              <a:rPr lang="en-US" sz="3600" smtClean="0">
                <a:solidFill>
                  <a:schemeClr val="bg1"/>
                </a:solidFill>
                <a:effectLst/>
                <a:latin typeface="Times New Roman" panose="02020603050405020304" pitchFamily="18" charset="0"/>
                <a:ea typeface="Microsoft YaHei" panose="020B0503020204020204" pitchFamily="34" charset="-122"/>
                <a:cs typeface="Times New Roman" panose="02020603050405020304" pitchFamily="18" charset="0"/>
                <a:sym typeface="Arial" panose="020B0604020202020204"/>
              </a:rPr>
              <a:t>Ta mã hóa bản rõ “xung”. Trước tiên biến đổi các chữ x, u, n, g thành các thặng dư theo modulo 26. Ta được các số tương ứng là: 23, 20, 13, 6. Bây giờ ta sẽ mã hóa :</a:t>
            </a:r>
            <a:endParaRPr lang="en-US" sz="3600" smtClean="0">
              <a:solidFill>
                <a:schemeClr val="bg1"/>
              </a:solidFill>
              <a:effectLst/>
              <a:latin typeface="Times New Roman" panose="02020603050405020304" pitchFamily="18" charset="0"/>
              <a:ea typeface="Microsoft YaHei" panose="020B0503020204020204" pitchFamily="34" charset="-122"/>
              <a:cs typeface="Times New Roman" panose="02020603050405020304" pitchFamily="18" charset="0"/>
              <a:sym typeface="Arial" panose="020B0604020202020204"/>
            </a:endParaRPr>
          </a:p>
          <a:p>
            <a:pPr lvl="0">
              <a:lnSpc>
                <a:spcPct val="150000"/>
              </a:lnSpc>
            </a:pPr>
            <a:r>
              <a:rPr lang="en-US" sz="3600" smtClean="0">
                <a:solidFill>
                  <a:schemeClr val="bg1"/>
                </a:solidFill>
                <a:effectLst/>
                <a:latin typeface="Times New Roman" panose="02020603050405020304" pitchFamily="18" charset="0"/>
                <a:ea typeface="Microsoft YaHei" panose="020B0503020204020204" pitchFamily="34" charset="-122"/>
                <a:cs typeface="Times New Roman" panose="02020603050405020304" pitchFamily="18" charset="0"/>
                <a:sym typeface="Arial" panose="020B0604020202020204"/>
              </a:rPr>
              <a:t>3*23 + 6 mod 26 = 75 mod 26 = 23.</a:t>
            </a:r>
            <a:endParaRPr lang="en-US" sz="3600" smtClean="0">
              <a:solidFill>
                <a:schemeClr val="bg1"/>
              </a:solidFill>
              <a:effectLst/>
              <a:latin typeface="Times New Roman" panose="02020603050405020304" pitchFamily="18" charset="0"/>
              <a:ea typeface="Microsoft YaHei" panose="020B0503020204020204" pitchFamily="34" charset="-122"/>
              <a:cs typeface="Times New Roman" panose="02020603050405020304" pitchFamily="18" charset="0"/>
              <a:sym typeface="Arial" panose="020B0604020202020204"/>
            </a:endParaRPr>
          </a:p>
          <a:p>
            <a:pPr lvl="0">
              <a:lnSpc>
                <a:spcPct val="150000"/>
              </a:lnSpc>
            </a:pPr>
            <a:r>
              <a:rPr lang="en-US" sz="3600" smtClean="0">
                <a:solidFill>
                  <a:schemeClr val="bg1"/>
                </a:solidFill>
                <a:effectLst/>
                <a:latin typeface="Times New Roman" panose="02020603050405020304" pitchFamily="18" charset="0"/>
                <a:ea typeface="Microsoft YaHei" panose="020B0503020204020204" pitchFamily="34" charset="-122"/>
                <a:cs typeface="Times New Roman" panose="02020603050405020304" pitchFamily="18" charset="0"/>
                <a:sym typeface="Arial" panose="020B0604020202020204"/>
              </a:rPr>
              <a:t>3*20 + 6 mod 26 = 66 mod 26 = 14.</a:t>
            </a:r>
            <a:endParaRPr lang="en-US" sz="3600" smtClean="0">
              <a:solidFill>
                <a:schemeClr val="bg1"/>
              </a:solidFill>
              <a:effectLst/>
              <a:latin typeface="Times New Roman" panose="02020603050405020304" pitchFamily="18" charset="0"/>
              <a:ea typeface="Microsoft YaHei" panose="020B0503020204020204" pitchFamily="34" charset="-122"/>
              <a:cs typeface="Times New Roman" panose="02020603050405020304" pitchFamily="18" charset="0"/>
              <a:sym typeface="Arial" panose="020B0604020202020204"/>
            </a:endParaRPr>
          </a:p>
          <a:p>
            <a:pPr lvl="0">
              <a:lnSpc>
                <a:spcPct val="150000"/>
              </a:lnSpc>
            </a:pPr>
            <a:r>
              <a:rPr lang="en-US" sz="3600" smtClean="0">
                <a:solidFill>
                  <a:schemeClr val="bg1"/>
                </a:solidFill>
                <a:effectLst/>
                <a:latin typeface="Times New Roman" panose="02020603050405020304" pitchFamily="18" charset="0"/>
                <a:ea typeface="Microsoft YaHei" panose="020B0503020204020204" pitchFamily="34" charset="-122"/>
                <a:cs typeface="Times New Roman" panose="02020603050405020304" pitchFamily="18" charset="0"/>
                <a:sym typeface="Arial" panose="020B0604020202020204"/>
              </a:rPr>
              <a:t>3*13 + 6 mod 26 = 45 mod 26 = 19.</a:t>
            </a:r>
            <a:endParaRPr lang="en-US" sz="3600" smtClean="0">
              <a:solidFill>
                <a:schemeClr val="bg1"/>
              </a:solidFill>
              <a:effectLst/>
              <a:latin typeface="Times New Roman" panose="02020603050405020304" pitchFamily="18" charset="0"/>
              <a:ea typeface="Microsoft YaHei" panose="020B0503020204020204" pitchFamily="34" charset="-122"/>
              <a:cs typeface="Times New Roman" panose="02020603050405020304" pitchFamily="18" charset="0"/>
              <a:sym typeface="Arial" panose="020B0604020202020204"/>
            </a:endParaRPr>
          </a:p>
          <a:p>
            <a:pPr lvl="0">
              <a:lnSpc>
                <a:spcPct val="150000"/>
              </a:lnSpc>
            </a:pPr>
            <a:r>
              <a:rPr lang="en-US" sz="3600" smtClean="0">
                <a:solidFill>
                  <a:schemeClr val="bg1"/>
                </a:solidFill>
                <a:effectLst/>
                <a:latin typeface="Times New Roman" panose="02020603050405020304" pitchFamily="18" charset="0"/>
                <a:ea typeface="Microsoft YaHei" panose="020B0503020204020204" pitchFamily="34" charset="-122"/>
                <a:cs typeface="Times New Roman" panose="02020603050405020304" pitchFamily="18" charset="0"/>
                <a:sym typeface="Arial" panose="020B0604020202020204"/>
              </a:rPr>
              <a:t>3*6 + 6 mod 26 = 24 mod 26 = 24.</a:t>
            </a:r>
            <a:endParaRPr lang="en-US" sz="3600" smtClean="0">
              <a:solidFill>
                <a:schemeClr val="bg1"/>
              </a:solidFill>
              <a:effectLst/>
              <a:latin typeface="Times New Roman" panose="02020603050405020304" pitchFamily="18" charset="0"/>
              <a:ea typeface="Microsoft YaHei" panose="020B0503020204020204" pitchFamily="34" charset="-122"/>
              <a:cs typeface="Times New Roman" panose="02020603050405020304" pitchFamily="18" charset="0"/>
              <a:sym typeface="Arial" panose="020B0604020202020204"/>
            </a:endParaRPr>
          </a:p>
          <a:p>
            <a:pPr lvl="0">
              <a:lnSpc>
                <a:spcPct val="150000"/>
              </a:lnSpc>
            </a:pPr>
            <a:r>
              <a:rPr lang="en-US" sz="3600" smtClean="0">
                <a:solidFill>
                  <a:schemeClr val="bg1"/>
                </a:solidFill>
                <a:effectLst/>
                <a:latin typeface="Times New Roman" panose="02020603050405020304" pitchFamily="18" charset="0"/>
                <a:ea typeface="Microsoft YaHei" panose="020B0503020204020204" pitchFamily="34" charset="-122"/>
                <a:cs typeface="Times New Roman" panose="02020603050405020304" pitchFamily="18" charset="0"/>
                <a:sym typeface="Arial" panose="020B0604020202020204"/>
              </a:rPr>
              <a:t>Vậy 4 kí hiệu của bản mã là 23, 14, 19, 24 tương ứng xâu kí tự là : “xoty”</a:t>
            </a:r>
            <a:endParaRPr lang="en-US" sz="3600" smtClean="0">
              <a:solidFill>
                <a:schemeClr val="bg1"/>
              </a:solidFill>
              <a:effectLst/>
              <a:latin typeface="Times New Roman" panose="02020603050405020304" pitchFamily="18" charset="0"/>
              <a:ea typeface="Microsoft YaHei" panose="020B0503020204020204" pitchFamily="34" charset="-122"/>
              <a:cs typeface="Times New Roman" panose="02020603050405020304" pitchFamily="18" charset="0"/>
              <a:sym typeface="Arial" panose="020B0604020202020204"/>
            </a:endParaRPr>
          </a:p>
        </p:txBody>
      </p:sp>
      <p:grpSp>
        <p:nvGrpSpPr>
          <p:cNvPr id="471" name="组合 1109"/>
          <p:cNvGrpSpPr/>
          <p:nvPr/>
        </p:nvGrpSpPr>
        <p:grpSpPr bwMode="auto">
          <a:xfrm>
            <a:off x="525145" y="772795"/>
            <a:ext cx="512445" cy="557530"/>
            <a:chOff x="0" y="0"/>
            <a:chExt cx="658482" cy="653916"/>
          </a:xfrm>
          <a:solidFill>
            <a:schemeClr val="bg1"/>
          </a:solidFill>
        </p:grpSpPr>
        <p:sp>
          <p:nvSpPr>
            <p:cNvPr id="472" name="Freeform 796"/>
            <p:cNvSpPr>
              <a:spLocks noChangeArrowheads="1"/>
            </p:cNvSpPr>
            <p:nvPr/>
          </p:nvSpPr>
          <p:spPr bwMode="auto">
            <a:xfrm>
              <a:off x="106726" y="422531"/>
              <a:ext cx="147001" cy="231385"/>
            </a:xfrm>
            <a:custGeom>
              <a:avLst/>
              <a:gdLst>
                <a:gd name="T0" fmla="*/ 2147483647 w 68"/>
                <a:gd name="T1" fmla="*/ 2147483647 h 107"/>
                <a:gd name="T2" fmla="*/ 2147483647 w 68"/>
                <a:gd name="T3" fmla="*/ 2147483647 h 107"/>
                <a:gd name="T4" fmla="*/ 2147483647 w 68"/>
                <a:gd name="T5" fmla="*/ 2147483647 h 107"/>
                <a:gd name="T6" fmla="*/ 2147483647 w 68"/>
                <a:gd name="T7" fmla="*/ 2147483647 h 107"/>
                <a:gd name="T8" fmla="*/ 2147483647 w 68"/>
                <a:gd name="T9" fmla="*/ 0 h 107"/>
                <a:gd name="T10" fmla="*/ 0 w 68"/>
                <a:gd name="T11" fmla="*/ 0 h 107"/>
                <a:gd name="T12" fmla="*/ 0 w 68"/>
                <a:gd name="T13" fmla="*/ 2147483647 h 107"/>
                <a:gd name="T14" fmla="*/ 2147483647 w 68"/>
                <a:gd name="T15" fmla="*/ 2147483647 h 107"/>
                <a:gd name="T16" fmla="*/ 2147483647 w 68"/>
                <a:gd name="T17" fmla="*/ 2147483647 h 107"/>
                <a:gd name="T18" fmla="*/ 2147483647 w 68"/>
                <a:gd name="T19" fmla="*/ 2147483647 h 107"/>
                <a:gd name="T20" fmla="*/ 2147483647 w 68"/>
                <a:gd name="T21" fmla="*/ 2147483647 h 107"/>
                <a:gd name="T22" fmla="*/ 2147483647 w 68"/>
                <a:gd name="T23" fmla="*/ 2147483647 h 107"/>
                <a:gd name="T24" fmla="*/ 2147483647 w 68"/>
                <a:gd name="T25" fmla="*/ 2147483647 h 10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68"/>
                <a:gd name="T40" fmla="*/ 0 h 107"/>
                <a:gd name="T41" fmla="*/ 68 w 68"/>
                <a:gd name="T42" fmla="*/ 107 h 10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68" h="107">
                  <a:moveTo>
                    <a:pt x="65" y="81"/>
                  </a:moveTo>
                  <a:cubicBezTo>
                    <a:pt x="65" y="81"/>
                    <a:pt x="65" y="81"/>
                    <a:pt x="65" y="81"/>
                  </a:cubicBezTo>
                  <a:cubicBezTo>
                    <a:pt x="65" y="80"/>
                    <a:pt x="64" y="79"/>
                    <a:pt x="63" y="78"/>
                  </a:cubicBezTo>
                  <a:cubicBezTo>
                    <a:pt x="61" y="74"/>
                    <a:pt x="56" y="62"/>
                    <a:pt x="54" y="36"/>
                  </a:cubicBezTo>
                  <a:cubicBezTo>
                    <a:pt x="54" y="0"/>
                    <a:pt x="54" y="0"/>
                    <a:pt x="54" y="0"/>
                  </a:cubicBezTo>
                  <a:cubicBezTo>
                    <a:pt x="0" y="0"/>
                    <a:pt x="0" y="0"/>
                    <a:pt x="0" y="0"/>
                  </a:cubicBezTo>
                  <a:cubicBezTo>
                    <a:pt x="0" y="102"/>
                    <a:pt x="0" y="102"/>
                    <a:pt x="0" y="102"/>
                  </a:cubicBezTo>
                  <a:cubicBezTo>
                    <a:pt x="0" y="105"/>
                    <a:pt x="2" y="107"/>
                    <a:pt x="5" y="107"/>
                  </a:cubicBezTo>
                  <a:cubicBezTo>
                    <a:pt x="49" y="107"/>
                    <a:pt x="49" y="107"/>
                    <a:pt x="49" y="107"/>
                  </a:cubicBezTo>
                  <a:cubicBezTo>
                    <a:pt x="49" y="107"/>
                    <a:pt x="49" y="107"/>
                    <a:pt x="49" y="107"/>
                  </a:cubicBezTo>
                  <a:cubicBezTo>
                    <a:pt x="50" y="107"/>
                    <a:pt x="50" y="107"/>
                    <a:pt x="50" y="107"/>
                  </a:cubicBezTo>
                  <a:cubicBezTo>
                    <a:pt x="60" y="107"/>
                    <a:pt x="68" y="99"/>
                    <a:pt x="68" y="90"/>
                  </a:cubicBezTo>
                  <a:cubicBezTo>
                    <a:pt x="68" y="87"/>
                    <a:pt x="67" y="84"/>
                    <a:pt x="65" y="81"/>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473" name="Freeform 797"/>
            <p:cNvSpPr>
              <a:spLocks noChangeArrowheads="1"/>
            </p:cNvSpPr>
            <p:nvPr/>
          </p:nvSpPr>
          <p:spPr bwMode="auto">
            <a:xfrm>
              <a:off x="171165" y="422531"/>
              <a:ext cx="82563" cy="231385"/>
            </a:xfrm>
            <a:custGeom>
              <a:avLst/>
              <a:gdLst>
                <a:gd name="T0" fmla="*/ 2147483647 w 38"/>
                <a:gd name="T1" fmla="*/ 2147483647 h 107"/>
                <a:gd name="T2" fmla="*/ 2147483647 w 38"/>
                <a:gd name="T3" fmla="*/ 2147483647 h 107"/>
                <a:gd name="T4" fmla="*/ 2147483647 w 38"/>
                <a:gd name="T5" fmla="*/ 2147483647 h 107"/>
                <a:gd name="T6" fmla="*/ 2147483647 w 38"/>
                <a:gd name="T7" fmla="*/ 2147483647 h 107"/>
                <a:gd name="T8" fmla="*/ 2147483647 w 38"/>
                <a:gd name="T9" fmla="*/ 0 h 107"/>
                <a:gd name="T10" fmla="*/ 0 w 38"/>
                <a:gd name="T11" fmla="*/ 0 h 107"/>
                <a:gd name="T12" fmla="*/ 0 w 38"/>
                <a:gd name="T13" fmla="*/ 2147483647 h 107"/>
                <a:gd name="T14" fmla="*/ 2147483647 w 38"/>
                <a:gd name="T15" fmla="*/ 2147483647 h 107"/>
                <a:gd name="T16" fmla="*/ 2147483647 w 38"/>
                <a:gd name="T17" fmla="*/ 2147483647 h 107"/>
                <a:gd name="T18" fmla="*/ 2147483647 w 38"/>
                <a:gd name="T19" fmla="*/ 2147483647 h 107"/>
                <a:gd name="T20" fmla="*/ 2147483647 w 38"/>
                <a:gd name="T21" fmla="*/ 2147483647 h 107"/>
                <a:gd name="T22" fmla="*/ 2147483647 w 38"/>
                <a:gd name="T23" fmla="*/ 2147483647 h 10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8"/>
                <a:gd name="T37" fmla="*/ 0 h 107"/>
                <a:gd name="T38" fmla="*/ 38 w 38"/>
                <a:gd name="T39" fmla="*/ 107 h 10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8" h="107">
                  <a:moveTo>
                    <a:pt x="35" y="81"/>
                  </a:moveTo>
                  <a:cubicBezTo>
                    <a:pt x="35" y="81"/>
                    <a:pt x="35" y="81"/>
                    <a:pt x="35" y="81"/>
                  </a:cubicBezTo>
                  <a:cubicBezTo>
                    <a:pt x="35" y="80"/>
                    <a:pt x="34" y="79"/>
                    <a:pt x="33" y="78"/>
                  </a:cubicBezTo>
                  <a:cubicBezTo>
                    <a:pt x="31" y="74"/>
                    <a:pt x="26" y="62"/>
                    <a:pt x="24" y="36"/>
                  </a:cubicBezTo>
                  <a:cubicBezTo>
                    <a:pt x="24" y="0"/>
                    <a:pt x="24" y="0"/>
                    <a:pt x="24" y="0"/>
                  </a:cubicBezTo>
                  <a:cubicBezTo>
                    <a:pt x="0" y="0"/>
                    <a:pt x="0" y="0"/>
                    <a:pt x="0" y="0"/>
                  </a:cubicBezTo>
                  <a:cubicBezTo>
                    <a:pt x="0" y="107"/>
                    <a:pt x="0" y="107"/>
                    <a:pt x="0" y="107"/>
                  </a:cubicBezTo>
                  <a:cubicBezTo>
                    <a:pt x="19" y="107"/>
                    <a:pt x="19" y="107"/>
                    <a:pt x="19" y="107"/>
                  </a:cubicBezTo>
                  <a:cubicBezTo>
                    <a:pt x="19" y="107"/>
                    <a:pt x="19" y="107"/>
                    <a:pt x="19" y="107"/>
                  </a:cubicBezTo>
                  <a:cubicBezTo>
                    <a:pt x="20" y="107"/>
                    <a:pt x="20" y="107"/>
                    <a:pt x="20" y="107"/>
                  </a:cubicBezTo>
                  <a:cubicBezTo>
                    <a:pt x="30" y="107"/>
                    <a:pt x="38" y="99"/>
                    <a:pt x="38" y="90"/>
                  </a:cubicBezTo>
                  <a:cubicBezTo>
                    <a:pt x="38" y="87"/>
                    <a:pt x="37" y="84"/>
                    <a:pt x="35" y="81"/>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474" name="Freeform 798"/>
            <p:cNvSpPr>
              <a:spLocks noChangeArrowheads="1"/>
            </p:cNvSpPr>
            <p:nvPr/>
          </p:nvSpPr>
          <p:spPr bwMode="auto">
            <a:xfrm>
              <a:off x="267823" y="50301"/>
              <a:ext cx="310111" cy="509050"/>
            </a:xfrm>
            <a:custGeom>
              <a:avLst/>
              <a:gdLst>
                <a:gd name="T0" fmla="*/ 0 w 143"/>
                <a:gd name="T1" fmla="*/ 2147483647 h 236"/>
                <a:gd name="T2" fmla="*/ 0 w 143"/>
                <a:gd name="T3" fmla="*/ 2147483647 h 236"/>
                <a:gd name="T4" fmla="*/ 2147483647 w 143"/>
                <a:gd name="T5" fmla="*/ 2147483647 h 236"/>
                <a:gd name="T6" fmla="*/ 2147483647 w 143"/>
                <a:gd name="T7" fmla="*/ 0 h 236"/>
                <a:gd name="T8" fmla="*/ 0 w 143"/>
                <a:gd name="T9" fmla="*/ 2147483647 h 236"/>
                <a:gd name="T10" fmla="*/ 0 60000 65536"/>
                <a:gd name="T11" fmla="*/ 0 60000 65536"/>
                <a:gd name="T12" fmla="*/ 0 60000 65536"/>
                <a:gd name="T13" fmla="*/ 0 60000 65536"/>
                <a:gd name="T14" fmla="*/ 0 60000 65536"/>
                <a:gd name="T15" fmla="*/ 0 w 143"/>
                <a:gd name="T16" fmla="*/ 0 h 236"/>
                <a:gd name="T17" fmla="*/ 143 w 143"/>
                <a:gd name="T18" fmla="*/ 236 h 236"/>
              </a:gdLst>
              <a:ahLst/>
              <a:cxnLst>
                <a:cxn ang="T10">
                  <a:pos x="T0" y="T1"/>
                </a:cxn>
                <a:cxn ang="T11">
                  <a:pos x="T2" y="T3"/>
                </a:cxn>
                <a:cxn ang="T12">
                  <a:pos x="T4" y="T5"/>
                </a:cxn>
                <a:cxn ang="T13">
                  <a:pos x="T6" y="T7"/>
                </a:cxn>
                <a:cxn ang="T14">
                  <a:pos x="T8" y="T9"/>
                </a:cxn>
              </a:cxnLst>
              <a:rect l="T15" t="T16" r="T17" b="T18"/>
              <a:pathLst>
                <a:path w="143" h="236">
                  <a:moveTo>
                    <a:pt x="0" y="71"/>
                  </a:moveTo>
                  <a:cubicBezTo>
                    <a:pt x="0" y="165"/>
                    <a:pt x="0" y="165"/>
                    <a:pt x="0" y="165"/>
                  </a:cubicBezTo>
                  <a:cubicBezTo>
                    <a:pt x="21" y="167"/>
                    <a:pt x="74" y="178"/>
                    <a:pt x="143" y="236"/>
                  </a:cubicBezTo>
                  <a:cubicBezTo>
                    <a:pt x="143" y="0"/>
                    <a:pt x="143" y="0"/>
                    <a:pt x="143" y="0"/>
                  </a:cubicBezTo>
                  <a:cubicBezTo>
                    <a:pt x="74" y="58"/>
                    <a:pt x="21" y="69"/>
                    <a:pt x="0" y="71"/>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475" name="Freeform 799"/>
            <p:cNvSpPr>
              <a:spLocks noChangeArrowheads="1"/>
            </p:cNvSpPr>
            <p:nvPr/>
          </p:nvSpPr>
          <p:spPr bwMode="auto">
            <a:xfrm>
              <a:off x="267823" y="50301"/>
              <a:ext cx="310111" cy="253518"/>
            </a:xfrm>
            <a:custGeom>
              <a:avLst/>
              <a:gdLst>
                <a:gd name="T0" fmla="*/ 0 w 143"/>
                <a:gd name="T1" fmla="*/ 2147483647 h 118"/>
                <a:gd name="T2" fmla="*/ 2147483647 w 143"/>
                <a:gd name="T3" fmla="*/ 2147483647 h 118"/>
                <a:gd name="T4" fmla="*/ 2147483647 w 143"/>
                <a:gd name="T5" fmla="*/ 0 h 118"/>
                <a:gd name="T6" fmla="*/ 0 w 143"/>
                <a:gd name="T7" fmla="*/ 2147483647 h 118"/>
                <a:gd name="T8" fmla="*/ 0 w 143"/>
                <a:gd name="T9" fmla="*/ 2147483647 h 118"/>
                <a:gd name="T10" fmla="*/ 0 60000 65536"/>
                <a:gd name="T11" fmla="*/ 0 60000 65536"/>
                <a:gd name="T12" fmla="*/ 0 60000 65536"/>
                <a:gd name="T13" fmla="*/ 0 60000 65536"/>
                <a:gd name="T14" fmla="*/ 0 60000 65536"/>
                <a:gd name="T15" fmla="*/ 0 w 143"/>
                <a:gd name="T16" fmla="*/ 0 h 118"/>
                <a:gd name="T17" fmla="*/ 143 w 143"/>
                <a:gd name="T18" fmla="*/ 118 h 118"/>
              </a:gdLst>
              <a:ahLst/>
              <a:cxnLst>
                <a:cxn ang="T10">
                  <a:pos x="T0" y="T1"/>
                </a:cxn>
                <a:cxn ang="T11">
                  <a:pos x="T2" y="T3"/>
                </a:cxn>
                <a:cxn ang="T12">
                  <a:pos x="T4" y="T5"/>
                </a:cxn>
                <a:cxn ang="T13">
                  <a:pos x="T6" y="T7"/>
                </a:cxn>
                <a:cxn ang="T14">
                  <a:pos x="T8" y="T9"/>
                </a:cxn>
              </a:cxnLst>
              <a:rect l="T15" t="T16" r="T17" b="T18"/>
              <a:pathLst>
                <a:path w="143" h="118">
                  <a:moveTo>
                    <a:pt x="0" y="118"/>
                  </a:moveTo>
                  <a:cubicBezTo>
                    <a:pt x="143" y="118"/>
                    <a:pt x="143" y="118"/>
                    <a:pt x="143" y="118"/>
                  </a:cubicBezTo>
                  <a:cubicBezTo>
                    <a:pt x="143" y="0"/>
                    <a:pt x="143" y="0"/>
                    <a:pt x="143" y="0"/>
                  </a:cubicBezTo>
                  <a:cubicBezTo>
                    <a:pt x="74" y="58"/>
                    <a:pt x="21" y="69"/>
                    <a:pt x="0" y="71"/>
                  </a:cubicBezTo>
                  <a:lnTo>
                    <a:pt x="0" y="118"/>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476" name="Freeform 800"/>
            <p:cNvSpPr>
              <a:spLocks noChangeArrowheads="1"/>
            </p:cNvSpPr>
            <p:nvPr/>
          </p:nvSpPr>
          <p:spPr bwMode="auto">
            <a:xfrm>
              <a:off x="0" y="185109"/>
              <a:ext cx="304069" cy="237422"/>
            </a:xfrm>
            <a:custGeom>
              <a:avLst/>
              <a:gdLst>
                <a:gd name="T0" fmla="*/ 2147483647 w 141"/>
                <a:gd name="T1" fmla="*/ 0 h 110"/>
                <a:gd name="T2" fmla="*/ 2147483647 w 141"/>
                <a:gd name="T3" fmla="*/ 0 h 110"/>
                <a:gd name="T4" fmla="*/ 2147483647 w 141"/>
                <a:gd name="T5" fmla="*/ 0 h 110"/>
                <a:gd name="T6" fmla="*/ 0 w 141"/>
                <a:gd name="T7" fmla="*/ 2147483647 h 110"/>
                <a:gd name="T8" fmla="*/ 0 w 141"/>
                <a:gd name="T9" fmla="*/ 2147483647 h 110"/>
                <a:gd name="T10" fmla="*/ 2147483647 w 141"/>
                <a:gd name="T11" fmla="*/ 2147483647 h 110"/>
                <a:gd name="T12" fmla="*/ 2147483647 w 141"/>
                <a:gd name="T13" fmla="*/ 2147483647 h 110"/>
                <a:gd name="T14" fmla="*/ 2147483647 w 141"/>
                <a:gd name="T15" fmla="*/ 2147483647 h 110"/>
                <a:gd name="T16" fmla="*/ 2147483647 w 141"/>
                <a:gd name="T17" fmla="*/ 2147483647 h 110"/>
                <a:gd name="T18" fmla="*/ 2147483647 w 141"/>
                <a:gd name="T19" fmla="*/ 2147483647 h 110"/>
                <a:gd name="T20" fmla="*/ 2147483647 w 141"/>
                <a:gd name="T21" fmla="*/ 2147483647 h 110"/>
                <a:gd name="T22" fmla="*/ 2147483647 w 141"/>
                <a:gd name="T23" fmla="*/ 2147483647 h 110"/>
                <a:gd name="T24" fmla="*/ 2147483647 w 141"/>
                <a:gd name="T25" fmla="*/ 0 h 11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41"/>
                <a:gd name="T40" fmla="*/ 0 h 110"/>
                <a:gd name="T41" fmla="*/ 141 w 141"/>
                <a:gd name="T42" fmla="*/ 110 h 11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41" h="110">
                  <a:moveTo>
                    <a:pt x="135" y="0"/>
                  </a:moveTo>
                  <a:cubicBezTo>
                    <a:pt x="110" y="0"/>
                    <a:pt x="110" y="0"/>
                    <a:pt x="110" y="0"/>
                  </a:cubicBezTo>
                  <a:cubicBezTo>
                    <a:pt x="31" y="0"/>
                    <a:pt x="31" y="0"/>
                    <a:pt x="31" y="0"/>
                  </a:cubicBezTo>
                  <a:cubicBezTo>
                    <a:pt x="14" y="0"/>
                    <a:pt x="0" y="14"/>
                    <a:pt x="0" y="31"/>
                  </a:cubicBezTo>
                  <a:cubicBezTo>
                    <a:pt x="0" y="79"/>
                    <a:pt x="0" y="79"/>
                    <a:pt x="0" y="79"/>
                  </a:cubicBezTo>
                  <a:cubicBezTo>
                    <a:pt x="0" y="96"/>
                    <a:pt x="14" y="110"/>
                    <a:pt x="31" y="110"/>
                  </a:cubicBezTo>
                  <a:cubicBezTo>
                    <a:pt x="110" y="110"/>
                    <a:pt x="110" y="110"/>
                    <a:pt x="110" y="110"/>
                  </a:cubicBezTo>
                  <a:cubicBezTo>
                    <a:pt x="135" y="110"/>
                    <a:pt x="135" y="110"/>
                    <a:pt x="135" y="110"/>
                  </a:cubicBezTo>
                  <a:cubicBezTo>
                    <a:pt x="138" y="110"/>
                    <a:pt x="141" y="107"/>
                    <a:pt x="141" y="104"/>
                  </a:cubicBezTo>
                  <a:cubicBezTo>
                    <a:pt x="141" y="79"/>
                    <a:pt x="141" y="79"/>
                    <a:pt x="141" y="79"/>
                  </a:cubicBezTo>
                  <a:cubicBezTo>
                    <a:pt x="141" y="31"/>
                    <a:pt x="141" y="31"/>
                    <a:pt x="141" y="31"/>
                  </a:cubicBezTo>
                  <a:cubicBezTo>
                    <a:pt x="141" y="6"/>
                    <a:pt x="141" y="6"/>
                    <a:pt x="141" y="6"/>
                  </a:cubicBezTo>
                  <a:cubicBezTo>
                    <a:pt x="141" y="3"/>
                    <a:pt x="138" y="0"/>
                    <a:pt x="135" y="0"/>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477" name="Rectangle 801"/>
            <p:cNvSpPr>
              <a:spLocks noChangeArrowheads="1"/>
            </p:cNvSpPr>
            <p:nvPr/>
          </p:nvSpPr>
          <p:spPr bwMode="auto">
            <a:xfrm>
              <a:off x="106726" y="422531"/>
              <a:ext cx="116795" cy="14084"/>
            </a:xfrm>
            <a:prstGeom prst="rect">
              <a:avLst/>
            </a:pr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zh-CN">
                <a:solidFill>
                  <a:srgbClr val="000000"/>
                </a:solidFill>
                <a:sym typeface="SimSun" panose="02010600030101010101" pitchFamily="2" charset="-122"/>
              </a:endParaRPr>
            </a:p>
          </p:txBody>
        </p:sp>
        <p:sp>
          <p:nvSpPr>
            <p:cNvPr id="478" name="Freeform 802"/>
            <p:cNvSpPr>
              <a:spLocks noChangeArrowheads="1"/>
            </p:cNvSpPr>
            <p:nvPr/>
          </p:nvSpPr>
          <p:spPr bwMode="auto">
            <a:xfrm>
              <a:off x="561824" y="50301"/>
              <a:ext cx="16110" cy="509050"/>
            </a:xfrm>
            <a:custGeom>
              <a:avLst/>
              <a:gdLst>
                <a:gd name="T0" fmla="*/ 0 w 7"/>
                <a:gd name="T1" fmla="*/ 2147483647 h 236"/>
                <a:gd name="T2" fmla="*/ 2147483647 w 7"/>
                <a:gd name="T3" fmla="*/ 2147483647 h 236"/>
                <a:gd name="T4" fmla="*/ 2147483647 w 7"/>
                <a:gd name="T5" fmla="*/ 0 h 236"/>
                <a:gd name="T6" fmla="*/ 0 w 7"/>
                <a:gd name="T7" fmla="*/ 2147483647 h 236"/>
                <a:gd name="T8" fmla="*/ 0 w 7"/>
                <a:gd name="T9" fmla="*/ 2147483647 h 236"/>
                <a:gd name="T10" fmla="*/ 0 60000 65536"/>
                <a:gd name="T11" fmla="*/ 0 60000 65536"/>
                <a:gd name="T12" fmla="*/ 0 60000 65536"/>
                <a:gd name="T13" fmla="*/ 0 60000 65536"/>
                <a:gd name="T14" fmla="*/ 0 60000 65536"/>
                <a:gd name="T15" fmla="*/ 0 w 7"/>
                <a:gd name="T16" fmla="*/ 0 h 236"/>
                <a:gd name="T17" fmla="*/ 7 w 7"/>
                <a:gd name="T18" fmla="*/ 236 h 236"/>
              </a:gdLst>
              <a:ahLst/>
              <a:cxnLst>
                <a:cxn ang="T10">
                  <a:pos x="T0" y="T1"/>
                </a:cxn>
                <a:cxn ang="T11">
                  <a:pos x="T2" y="T3"/>
                </a:cxn>
                <a:cxn ang="T12">
                  <a:pos x="T4" y="T5"/>
                </a:cxn>
                <a:cxn ang="T13">
                  <a:pos x="T6" y="T7"/>
                </a:cxn>
                <a:cxn ang="T14">
                  <a:pos x="T8" y="T9"/>
                </a:cxn>
              </a:cxnLst>
              <a:rect l="T15" t="T16" r="T17" b="T18"/>
              <a:pathLst>
                <a:path w="7" h="236">
                  <a:moveTo>
                    <a:pt x="0" y="230"/>
                  </a:moveTo>
                  <a:cubicBezTo>
                    <a:pt x="3" y="232"/>
                    <a:pt x="5" y="234"/>
                    <a:pt x="7" y="236"/>
                  </a:cubicBezTo>
                  <a:cubicBezTo>
                    <a:pt x="7" y="0"/>
                    <a:pt x="7" y="0"/>
                    <a:pt x="7" y="0"/>
                  </a:cubicBezTo>
                  <a:cubicBezTo>
                    <a:pt x="5" y="2"/>
                    <a:pt x="3" y="4"/>
                    <a:pt x="0" y="6"/>
                  </a:cubicBezTo>
                  <a:lnTo>
                    <a:pt x="0" y="230"/>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479" name="Freeform 803"/>
            <p:cNvSpPr>
              <a:spLocks noChangeArrowheads="1"/>
            </p:cNvSpPr>
            <p:nvPr/>
          </p:nvSpPr>
          <p:spPr bwMode="auto">
            <a:xfrm>
              <a:off x="0" y="185109"/>
              <a:ext cx="304069" cy="120723"/>
            </a:xfrm>
            <a:custGeom>
              <a:avLst/>
              <a:gdLst>
                <a:gd name="T0" fmla="*/ 2147483647 w 141"/>
                <a:gd name="T1" fmla="*/ 0 h 56"/>
                <a:gd name="T2" fmla="*/ 2147483647 w 141"/>
                <a:gd name="T3" fmla="*/ 0 h 56"/>
                <a:gd name="T4" fmla="*/ 0 w 141"/>
                <a:gd name="T5" fmla="*/ 2147483647 h 56"/>
                <a:gd name="T6" fmla="*/ 0 w 141"/>
                <a:gd name="T7" fmla="*/ 2147483647 h 56"/>
                <a:gd name="T8" fmla="*/ 2147483647 w 141"/>
                <a:gd name="T9" fmla="*/ 2147483647 h 56"/>
                <a:gd name="T10" fmla="*/ 2147483647 w 141"/>
                <a:gd name="T11" fmla="*/ 2147483647 h 56"/>
                <a:gd name="T12" fmla="*/ 2147483647 w 141"/>
                <a:gd name="T13" fmla="*/ 2147483647 h 56"/>
                <a:gd name="T14" fmla="*/ 2147483647 w 141"/>
                <a:gd name="T15" fmla="*/ 2147483647 h 56"/>
                <a:gd name="T16" fmla="*/ 2147483647 w 141"/>
                <a:gd name="T17" fmla="*/ 0 h 5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41"/>
                <a:gd name="T28" fmla="*/ 0 h 56"/>
                <a:gd name="T29" fmla="*/ 141 w 141"/>
                <a:gd name="T30" fmla="*/ 56 h 5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41" h="56">
                  <a:moveTo>
                    <a:pt x="135" y="0"/>
                  </a:moveTo>
                  <a:cubicBezTo>
                    <a:pt x="31" y="0"/>
                    <a:pt x="31" y="0"/>
                    <a:pt x="31" y="0"/>
                  </a:cubicBezTo>
                  <a:cubicBezTo>
                    <a:pt x="14" y="0"/>
                    <a:pt x="0" y="14"/>
                    <a:pt x="0" y="31"/>
                  </a:cubicBezTo>
                  <a:cubicBezTo>
                    <a:pt x="0" y="47"/>
                    <a:pt x="0" y="47"/>
                    <a:pt x="0" y="47"/>
                  </a:cubicBezTo>
                  <a:cubicBezTo>
                    <a:pt x="1" y="52"/>
                    <a:pt x="6" y="56"/>
                    <a:pt x="12" y="56"/>
                  </a:cubicBezTo>
                  <a:cubicBezTo>
                    <a:pt x="129" y="56"/>
                    <a:pt x="129" y="56"/>
                    <a:pt x="129" y="56"/>
                  </a:cubicBezTo>
                  <a:cubicBezTo>
                    <a:pt x="135" y="56"/>
                    <a:pt x="140" y="52"/>
                    <a:pt x="141" y="47"/>
                  </a:cubicBezTo>
                  <a:cubicBezTo>
                    <a:pt x="141" y="6"/>
                    <a:pt x="141" y="6"/>
                    <a:pt x="141" y="6"/>
                  </a:cubicBezTo>
                  <a:cubicBezTo>
                    <a:pt x="141" y="3"/>
                    <a:pt x="138" y="0"/>
                    <a:pt x="135" y="0"/>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480" name="Freeform 804"/>
            <p:cNvSpPr>
              <a:spLocks noChangeArrowheads="1"/>
            </p:cNvSpPr>
            <p:nvPr/>
          </p:nvSpPr>
          <p:spPr bwMode="auto">
            <a:xfrm>
              <a:off x="577934" y="305832"/>
              <a:ext cx="80548" cy="301808"/>
            </a:xfrm>
            <a:custGeom>
              <a:avLst/>
              <a:gdLst>
                <a:gd name="T0" fmla="*/ 0 w 38"/>
                <a:gd name="T1" fmla="*/ 0 h 140"/>
                <a:gd name="T2" fmla="*/ 0 w 38"/>
                <a:gd name="T3" fmla="*/ 2147483647 h 140"/>
                <a:gd name="T4" fmla="*/ 2147483647 w 38"/>
                <a:gd name="T5" fmla="*/ 2147483647 h 140"/>
                <a:gd name="T6" fmla="*/ 2147483647 w 38"/>
                <a:gd name="T7" fmla="*/ 2147483647 h 140"/>
                <a:gd name="T8" fmla="*/ 2147483647 w 38"/>
                <a:gd name="T9" fmla="*/ 2147483647 h 140"/>
                <a:gd name="T10" fmla="*/ 2147483647 w 38"/>
                <a:gd name="T11" fmla="*/ 0 h 140"/>
                <a:gd name="T12" fmla="*/ 0 w 38"/>
                <a:gd name="T13" fmla="*/ 0 h 140"/>
                <a:gd name="T14" fmla="*/ 0 60000 65536"/>
                <a:gd name="T15" fmla="*/ 0 60000 65536"/>
                <a:gd name="T16" fmla="*/ 0 60000 65536"/>
                <a:gd name="T17" fmla="*/ 0 60000 65536"/>
                <a:gd name="T18" fmla="*/ 0 60000 65536"/>
                <a:gd name="T19" fmla="*/ 0 60000 65536"/>
                <a:gd name="T20" fmla="*/ 0 60000 65536"/>
                <a:gd name="T21" fmla="*/ 0 w 38"/>
                <a:gd name="T22" fmla="*/ 0 h 140"/>
                <a:gd name="T23" fmla="*/ 38 w 38"/>
                <a:gd name="T24" fmla="*/ 140 h 14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8" h="140">
                  <a:moveTo>
                    <a:pt x="0" y="0"/>
                  </a:moveTo>
                  <a:cubicBezTo>
                    <a:pt x="0" y="127"/>
                    <a:pt x="0" y="127"/>
                    <a:pt x="0" y="127"/>
                  </a:cubicBezTo>
                  <a:cubicBezTo>
                    <a:pt x="0" y="134"/>
                    <a:pt x="6" y="140"/>
                    <a:pt x="13" y="140"/>
                  </a:cubicBezTo>
                  <a:cubicBezTo>
                    <a:pt x="26" y="140"/>
                    <a:pt x="26" y="140"/>
                    <a:pt x="26" y="140"/>
                  </a:cubicBezTo>
                  <a:cubicBezTo>
                    <a:pt x="32" y="140"/>
                    <a:pt x="38" y="134"/>
                    <a:pt x="38" y="127"/>
                  </a:cubicBezTo>
                  <a:cubicBezTo>
                    <a:pt x="38" y="0"/>
                    <a:pt x="38" y="0"/>
                    <a:pt x="38" y="0"/>
                  </a:cubicBezTo>
                  <a:lnTo>
                    <a:pt x="0" y="0"/>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481" name="Freeform 805"/>
            <p:cNvSpPr>
              <a:spLocks noChangeArrowheads="1"/>
            </p:cNvSpPr>
            <p:nvPr/>
          </p:nvSpPr>
          <p:spPr bwMode="auto">
            <a:xfrm>
              <a:off x="577934" y="0"/>
              <a:ext cx="80548" cy="305832"/>
            </a:xfrm>
            <a:custGeom>
              <a:avLst/>
              <a:gdLst>
                <a:gd name="T0" fmla="*/ 2147483647 w 38"/>
                <a:gd name="T1" fmla="*/ 2147483647 h 142"/>
                <a:gd name="T2" fmla="*/ 2147483647 w 38"/>
                <a:gd name="T3" fmla="*/ 0 h 142"/>
                <a:gd name="T4" fmla="*/ 2147483647 w 38"/>
                <a:gd name="T5" fmla="*/ 0 h 142"/>
                <a:gd name="T6" fmla="*/ 0 w 38"/>
                <a:gd name="T7" fmla="*/ 2147483647 h 142"/>
                <a:gd name="T8" fmla="*/ 0 w 38"/>
                <a:gd name="T9" fmla="*/ 2147483647 h 142"/>
                <a:gd name="T10" fmla="*/ 2147483647 w 38"/>
                <a:gd name="T11" fmla="*/ 2147483647 h 142"/>
                <a:gd name="T12" fmla="*/ 2147483647 w 38"/>
                <a:gd name="T13" fmla="*/ 2147483647 h 142"/>
                <a:gd name="T14" fmla="*/ 0 60000 65536"/>
                <a:gd name="T15" fmla="*/ 0 60000 65536"/>
                <a:gd name="T16" fmla="*/ 0 60000 65536"/>
                <a:gd name="T17" fmla="*/ 0 60000 65536"/>
                <a:gd name="T18" fmla="*/ 0 60000 65536"/>
                <a:gd name="T19" fmla="*/ 0 60000 65536"/>
                <a:gd name="T20" fmla="*/ 0 60000 65536"/>
                <a:gd name="T21" fmla="*/ 0 w 38"/>
                <a:gd name="T22" fmla="*/ 0 h 142"/>
                <a:gd name="T23" fmla="*/ 38 w 38"/>
                <a:gd name="T24" fmla="*/ 142 h 14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8" h="142">
                  <a:moveTo>
                    <a:pt x="38" y="13"/>
                  </a:moveTo>
                  <a:cubicBezTo>
                    <a:pt x="38" y="6"/>
                    <a:pt x="32" y="0"/>
                    <a:pt x="26" y="0"/>
                  </a:cubicBezTo>
                  <a:cubicBezTo>
                    <a:pt x="13" y="0"/>
                    <a:pt x="13" y="0"/>
                    <a:pt x="13" y="0"/>
                  </a:cubicBezTo>
                  <a:cubicBezTo>
                    <a:pt x="6" y="0"/>
                    <a:pt x="0" y="6"/>
                    <a:pt x="0" y="13"/>
                  </a:cubicBezTo>
                  <a:cubicBezTo>
                    <a:pt x="0" y="142"/>
                    <a:pt x="0" y="142"/>
                    <a:pt x="0" y="142"/>
                  </a:cubicBezTo>
                  <a:cubicBezTo>
                    <a:pt x="38" y="142"/>
                    <a:pt x="38" y="142"/>
                    <a:pt x="38" y="142"/>
                  </a:cubicBezTo>
                  <a:lnTo>
                    <a:pt x="38" y="13"/>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482" name="Freeform 806"/>
            <p:cNvSpPr>
              <a:spLocks noChangeArrowheads="1"/>
            </p:cNvSpPr>
            <p:nvPr/>
          </p:nvSpPr>
          <p:spPr bwMode="auto">
            <a:xfrm>
              <a:off x="304069" y="191144"/>
              <a:ext cx="16110" cy="225350"/>
            </a:xfrm>
            <a:custGeom>
              <a:avLst/>
              <a:gdLst>
                <a:gd name="T0" fmla="*/ 0 w 7"/>
                <a:gd name="T1" fmla="*/ 2147483647 h 104"/>
                <a:gd name="T2" fmla="*/ 2147483647 w 7"/>
                <a:gd name="T3" fmla="*/ 2147483647 h 104"/>
                <a:gd name="T4" fmla="*/ 2147483647 w 7"/>
                <a:gd name="T5" fmla="*/ 0 h 104"/>
                <a:gd name="T6" fmla="*/ 0 w 7"/>
                <a:gd name="T7" fmla="*/ 2147483647 h 104"/>
                <a:gd name="T8" fmla="*/ 0 w 7"/>
                <a:gd name="T9" fmla="*/ 2147483647 h 104"/>
                <a:gd name="T10" fmla="*/ 0 60000 65536"/>
                <a:gd name="T11" fmla="*/ 0 60000 65536"/>
                <a:gd name="T12" fmla="*/ 0 60000 65536"/>
                <a:gd name="T13" fmla="*/ 0 60000 65536"/>
                <a:gd name="T14" fmla="*/ 0 60000 65536"/>
                <a:gd name="T15" fmla="*/ 0 w 7"/>
                <a:gd name="T16" fmla="*/ 0 h 104"/>
                <a:gd name="T17" fmla="*/ 7 w 7"/>
                <a:gd name="T18" fmla="*/ 104 h 104"/>
              </a:gdLst>
              <a:ahLst/>
              <a:cxnLst>
                <a:cxn ang="T10">
                  <a:pos x="T0" y="T1"/>
                </a:cxn>
                <a:cxn ang="T11">
                  <a:pos x="T2" y="T3"/>
                </a:cxn>
                <a:cxn ang="T12">
                  <a:pos x="T4" y="T5"/>
                </a:cxn>
                <a:cxn ang="T13">
                  <a:pos x="T6" y="T7"/>
                </a:cxn>
                <a:cxn ang="T14">
                  <a:pos x="T8" y="T9"/>
                </a:cxn>
              </a:cxnLst>
              <a:rect l="T15" t="T16" r="T17" b="T18"/>
              <a:pathLst>
                <a:path w="7" h="104">
                  <a:moveTo>
                    <a:pt x="0" y="102"/>
                  </a:moveTo>
                  <a:cubicBezTo>
                    <a:pt x="2" y="102"/>
                    <a:pt x="5" y="103"/>
                    <a:pt x="7" y="104"/>
                  </a:cubicBezTo>
                  <a:cubicBezTo>
                    <a:pt x="7" y="0"/>
                    <a:pt x="7" y="0"/>
                    <a:pt x="7" y="0"/>
                  </a:cubicBezTo>
                  <a:cubicBezTo>
                    <a:pt x="5" y="1"/>
                    <a:pt x="2" y="2"/>
                    <a:pt x="0" y="2"/>
                  </a:cubicBezTo>
                  <a:lnTo>
                    <a:pt x="0" y="102"/>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gr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矩形 70"/>
          <p:cNvSpPr/>
          <p:nvPr/>
        </p:nvSpPr>
        <p:spPr>
          <a:xfrm>
            <a:off x="17961936" y="607033"/>
            <a:ext cx="304799" cy="828221"/>
          </a:xfrm>
          <a:prstGeom prst="rect">
            <a:avLst/>
          </a:prstGeom>
          <a:solidFill>
            <a:srgbClr val="F024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p>
        </p:txBody>
      </p:sp>
      <p:sp>
        <p:nvSpPr>
          <p:cNvPr id="72" name="矩形 71"/>
          <p:cNvSpPr/>
          <p:nvPr/>
        </p:nvSpPr>
        <p:spPr>
          <a:xfrm>
            <a:off x="17831306" y="607033"/>
            <a:ext cx="79828" cy="828221"/>
          </a:xfrm>
          <a:prstGeom prst="rect">
            <a:avLst/>
          </a:prstGeom>
          <a:solidFill>
            <a:srgbClr val="F024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p>
        </p:txBody>
      </p:sp>
      <p:sp>
        <p:nvSpPr>
          <p:cNvPr id="73" name="文本框 72"/>
          <p:cNvSpPr txBox="1"/>
          <p:nvPr/>
        </p:nvSpPr>
        <p:spPr>
          <a:xfrm>
            <a:off x="16922977" y="604257"/>
            <a:ext cx="947405" cy="829945"/>
          </a:xfrm>
          <a:prstGeom prst="rect">
            <a:avLst/>
          </a:prstGeom>
          <a:noFill/>
        </p:spPr>
        <p:txBody>
          <a:bodyPr wrap="square" rtlCol="0">
            <a:spAutoFit/>
          </a:bodyPr>
          <a:lstStyle/>
          <a:p>
            <a:r>
              <a:rPr lang="en-US" altLang="vi-VN" sz="4800" dirty="0" smtClean="0">
                <a:solidFill>
                  <a:schemeClr val="bg1"/>
                </a:solidFill>
                <a:latin typeface="Microsoft YaHei" panose="020B0503020204020204" pitchFamily="34" charset="-122"/>
                <a:ea typeface="Microsoft YaHei" panose="020B0503020204020204" pitchFamily="34" charset="-122"/>
              </a:rPr>
              <a:t>22</a:t>
            </a:r>
            <a:endParaRPr lang="vi-VN" altLang="en-US" sz="4800" dirty="0" smtClean="0">
              <a:solidFill>
                <a:schemeClr val="bg1"/>
              </a:solidFill>
              <a:latin typeface="Microsoft YaHei" panose="020B0503020204020204" pitchFamily="34" charset="-122"/>
              <a:ea typeface="Microsoft YaHei" panose="020B0503020204020204" pitchFamily="34" charset="-122"/>
            </a:endParaRPr>
          </a:p>
        </p:txBody>
      </p:sp>
      <p:grpSp>
        <p:nvGrpSpPr>
          <p:cNvPr id="4" name="组合 3"/>
          <p:cNvGrpSpPr/>
          <p:nvPr/>
        </p:nvGrpSpPr>
        <p:grpSpPr>
          <a:xfrm>
            <a:off x="14187805" y="7916545"/>
            <a:ext cx="4548505" cy="2686685"/>
            <a:chOff x="11519983" y="5270056"/>
            <a:chExt cx="5829924" cy="3299229"/>
          </a:xfrm>
        </p:grpSpPr>
        <p:grpSp>
          <p:nvGrpSpPr>
            <p:cNvPr id="97" name="组合 96"/>
            <p:cNvGrpSpPr/>
            <p:nvPr/>
          </p:nvGrpSpPr>
          <p:grpSpPr>
            <a:xfrm rot="5400000">
              <a:off x="12785331" y="4004708"/>
              <a:ext cx="3299229" cy="5829924"/>
              <a:chOff x="4862722" y="-238122"/>
              <a:chExt cx="3541407" cy="6152922"/>
            </a:xfrm>
          </p:grpSpPr>
          <p:grpSp>
            <p:nvGrpSpPr>
              <p:cNvPr id="98" name="组合 97"/>
              <p:cNvGrpSpPr/>
              <p:nvPr/>
            </p:nvGrpSpPr>
            <p:grpSpPr>
              <a:xfrm>
                <a:off x="4862722" y="-238122"/>
                <a:ext cx="3541407" cy="6152922"/>
                <a:chOff x="4862722" y="-238122"/>
                <a:chExt cx="3541407" cy="6152922"/>
              </a:xfrm>
              <a:effectLst>
                <a:outerShdw blurRad="203200" dist="101600" dir="2700000" algn="ctr" rotWithShape="0">
                  <a:schemeClr val="tx1">
                    <a:alpha val="40000"/>
                  </a:schemeClr>
                </a:outerShdw>
              </a:effectLst>
            </p:grpSpPr>
            <p:grpSp>
              <p:nvGrpSpPr>
                <p:cNvPr id="108" name="组合 107"/>
                <p:cNvGrpSpPr/>
                <p:nvPr/>
              </p:nvGrpSpPr>
              <p:grpSpPr>
                <a:xfrm>
                  <a:off x="7282083" y="1812626"/>
                  <a:ext cx="45719" cy="310161"/>
                  <a:chOff x="8020452" y="2062264"/>
                  <a:chExt cx="150782" cy="787940"/>
                </a:xfrm>
              </p:grpSpPr>
              <p:sp>
                <p:nvSpPr>
                  <p:cNvPr id="127" name="圆角矩形 126"/>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8" name="圆角矩形 127"/>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09" name="组合 108"/>
                <p:cNvGrpSpPr/>
                <p:nvPr/>
              </p:nvGrpSpPr>
              <p:grpSpPr>
                <a:xfrm>
                  <a:off x="4862722" y="2122787"/>
                  <a:ext cx="45719" cy="239059"/>
                  <a:chOff x="8020452" y="2062264"/>
                  <a:chExt cx="150782" cy="787940"/>
                </a:xfrm>
              </p:grpSpPr>
              <p:sp>
                <p:nvSpPr>
                  <p:cNvPr id="125" name="圆角矩形 124"/>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6" name="圆角矩形 125"/>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0" name="组合 109"/>
                <p:cNvGrpSpPr/>
                <p:nvPr/>
              </p:nvGrpSpPr>
              <p:grpSpPr>
                <a:xfrm>
                  <a:off x="4862722" y="1812626"/>
                  <a:ext cx="45719" cy="239059"/>
                  <a:chOff x="8020452" y="2062264"/>
                  <a:chExt cx="150782" cy="787940"/>
                </a:xfrm>
              </p:grpSpPr>
              <p:sp>
                <p:nvSpPr>
                  <p:cNvPr id="123" name="圆角矩形 122"/>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4" name="圆角矩形 123"/>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1" name="组合 110"/>
                <p:cNvGrpSpPr/>
                <p:nvPr/>
              </p:nvGrpSpPr>
              <p:grpSpPr>
                <a:xfrm>
                  <a:off x="4862722" y="1543685"/>
                  <a:ext cx="45719" cy="117603"/>
                  <a:chOff x="8020452" y="2062264"/>
                  <a:chExt cx="150782" cy="787940"/>
                </a:xfrm>
              </p:grpSpPr>
              <p:sp>
                <p:nvSpPr>
                  <p:cNvPr id="121" name="圆角矩形 120"/>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2" name="圆角矩形 121"/>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2" name="圆角矩形 111"/>
                <p:cNvSpPr/>
                <p:nvPr/>
              </p:nvSpPr>
              <p:spPr>
                <a:xfrm>
                  <a:off x="4890000" y="943200"/>
                  <a:ext cx="2412000" cy="4971600"/>
                </a:xfrm>
                <a:prstGeom prst="roundRect">
                  <a:avLst>
                    <a:gd name="adj" fmla="val 7335"/>
                  </a:avLst>
                </a:prstGeom>
                <a:solidFill>
                  <a:srgbClr val="404040"/>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3" name="圆角矩形 112"/>
                <p:cNvSpPr/>
                <p:nvPr/>
              </p:nvSpPr>
              <p:spPr>
                <a:xfrm>
                  <a:off x="4926000" y="979200"/>
                  <a:ext cx="2340000" cy="4899600"/>
                </a:xfrm>
                <a:prstGeom prst="roundRect">
                  <a:avLst>
                    <a:gd name="adj" fmla="val 7335"/>
                  </a:avLst>
                </a:prstGeom>
                <a:solidFill>
                  <a:srgbClr val="05050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4" name="矩形 113"/>
                <p:cNvSpPr/>
                <p:nvPr/>
              </p:nvSpPr>
              <p:spPr>
                <a:xfrm>
                  <a:off x="5034000" y="1540800"/>
                  <a:ext cx="2124000" cy="377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5" name="圆角矩形 114"/>
                <p:cNvSpPr/>
                <p:nvPr/>
              </p:nvSpPr>
              <p:spPr>
                <a:xfrm>
                  <a:off x="5901599" y="1206000"/>
                  <a:ext cx="388800" cy="36000"/>
                </a:xfrm>
                <a:prstGeom prst="roundRect">
                  <a:avLst>
                    <a:gd name="adj" fmla="val 50000"/>
                  </a:avLst>
                </a:prstGeom>
                <a:solidFill>
                  <a:srgbClr val="0D0D0D"/>
                </a:solidFill>
                <a:ln>
                  <a:noFill/>
                </a:ln>
                <a:scene3d>
                  <a:camera prst="orthographicFront"/>
                  <a:lightRig rig="threePt" dir="t"/>
                </a:scene3d>
                <a:sp3d>
                  <a:bevelT w="69850" h="50800" prst="coolSlan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16" name="组合 115"/>
                <p:cNvGrpSpPr/>
                <p:nvPr/>
              </p:nvGrpSpPr>
              <p:grpSpPr>
                <a:xfrm>
                  <a:off x="5905200" y="5406664"/>
                  <a:ext cx="381600" cy="381600"/>
                  <a:chOff x="5905200" y="3238200"/>
                  <a:chExt cx="381600" cy="381600"/>
                </a:xfrm>
              </p:grpSpPr>
              <p:sp>
                <p:nvSpPr>
                  <p:cNvPr id="119" name="椭圆 118"/>
                  <p:cNvSpPr/>
                  <p:nvPr/>
                </p:nvSpPr>
                <p:spPr>
                  <a:xfrm>
                    <a:off x="5905200" y="3238200"/>
                    <a:ext cx="381600" cy="381600"/>
                  </a:xfrm>
                  <a:prstGeom prst="ellipse">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0" name="椭圆 119"/>
                  <p:cNvSpPr/>
                  <p:nvPr/>
                </p:nvSpPr>
                <p:spPr>
                  <a:xfrm>
                    <a:off x="5932200" y="3265200"/>
                    <a:ext cx="327600" cy="3276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7" name="圆角矩形 116"/>
                <p:cNvSpPr/>
                <p:nvPr/>
              </p:nvSpPr>
              <p:spPr>
                <a:xfrm>
                  <a:off x="4883060" y="952391"/>
                  <a:ext cx="2376000" cy="4952144"/>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8" name="圆角矩形 117"/>
                <p:cNvSpPr/>
                <p:nvPr/>
              </p:nvSpPr>
              <p:spPr>
                <a:xfrm>
                  <a:off x="6028129" y="-238122"/>
                  <a:ext cx="2376000" cy="4935600"/>
                </a:xfrm>
                <a:prstGeom prst="roundRect">
                  <a:avLst>
                    <a:gd name="adj" fmla="val 7335"/>
                  </a:avLst>
                </a:prstGeom>
                <a:gradFill flip="none" rotWithShape="1">
                  <a:gsLst>
                    <a:gs pos="0">
                      <a:srgbClr val="FFFFFF">
                        <a:alpha val="18000"/>
                      </a:srgbClr>
                    </a:gs>
                    <a:gs pos="5000">
                      <a:srgbClr val="FFFFFF">
                        <a:alpha val="0"/>
                      </a:srgb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99" name="组合 98"/>
              <p:cNvGrpSpPr/>
              <p:nvPr/>
            </p:nvGrpSpPr>
            <p:grpSpPr>
              <a:xfrm>
                <a:off x="6856135" y="1608679"/>
                <a:ext cx="156128" cy="54425"/>
                <a:chOff x="6770056" y="1608698"/>
                <a:chExt cx="156128" cy="65855"/>
              </a:xfrm>
            </p:grpSpPr>
            <p:sp>
              <p:nvSpPr>
                <p:cNvPr id="105" name="矩形 104"/>
                <p:cNvSpPr/>
                <p:nvPr/>
              </p:nvSpPr>
              <p:spPr>
                <a:xfrm>
                  <a:off x="6770056" y="1608698"/>
                  <a:ext cx="146501" cy="65855"/>
                </a:xfrm>
                <a:prstGeom prst="rect">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6" name="矩形 105"/>
                <p:cNvSpPr/>
                <p:nvPr/>
              </p:nvSpPr>
              <p:spPr>
                <a:xfrm>
                  <a:off x="6916234" y="1633796"/>
                  <a:ext cx="9950" cy="16633"/>
                </a:xfrm>
                <a:prstGeom prst="rect">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7" name="矩形 106"/>
                <p:cNvSpPr/>
                <p:nvPr/>
              </p:nvSpPr>
              <p:spPr>
                <a:xfrm>
                  <a:off x="6770056" y="1608699"/>
                  <a:ext cx="83493" cy="6585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0" name="椭圆 99"/>
              <p:cNvSpPr/>
              <p:nvPr/>
            </p:nvSpPr>
            <p:spPr>
              <a:xfrm>
                <a:off x="5123906"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1" name="椭圆 100"/>
              <p:cNvSpPr/>
              <p:nvPr/>
            </p:nvSpPr>
            <p:spPr>
              <a:xfrm>
                <a:off x="5176565"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2" name="椭圆 101"/>
              <p:cNvSpPr/>
              <p:nvPr/>
            </p:nvSpPr>
            <p:spPr>
              <a:xfrm>
                <a:off x="5224538"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3" name="椭圆 102"/>
              <p:cNvSpPr/>
              <p:nvPr/>
            </p:nvSpPr>
            <p:spPr>
              <a:xfrm>
                <a:off x="5274547"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 name="椭圆 103"/>
              <p:cNvSpPr/>
              <p:nvPr/>
            </p:nvSpPr>
            <p:spPr>
              <a:xfrm>
                <a:off x="5324640" y="1619118"/>
                <a:ext cx="41564" cy="41564"/>
              </a:xfrm>
              <a:prstGeom prst="ellipse">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38" name="矩形 137"/>
            <p:cNvSpPr/>
            <p:nvPr/>
          </p:nvSpPr>
          <p:spPr bwMode="auto">
            <a:xfrm rot="16200000">
              <a:off x="12870306" y="4596683"/>
              <a:ext cx="1987572" cy="3635808"/>
            </a:xfrm>
            <a:prstGeom prst="rect">
              <a:avLst/>
            </a:prstGeom>
            <a:solidFill>
              <a:srgbClr val="2B7FB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 typeface="Arial" panose="020B0604020202020204" pitchFamily="34" charset="0"/>
                <a:buNone/>
                <a:defRPr/>
              </a:pPr>
              <a:endParaRPr lang="zh-CN" altLang="en-US"/>
            </a:p>
          </p:txBody>
        </p:sp>
        <p:grpSp>
          <p:nvGrpSpPr>
            <p:cNvPr id="141" name="组合 2"/>
            <p:cNvGrpSpPr/>
            <p:nvPr/>
          </p:nvGrpSpPr>
          <p:grpSpPr bwMode="auto">
            <a:xfrm>
              <a:off x="13580951" y="5774163"/>
              <a:ext cx="608013" cy="619125"/>
              <a:chOff x="7938529" y="3078391"/>
              <a:chExt cx="607404" cy="617990"/>
            </a:xfrm>
          </p:grpSpPr>
          <p:sp>
            <p:nvSpPr>
              <p:cNvPr id="142" name="object 5"/>
              <p:cNvSpPr/>
              <p:nvPr/>
            </p:nvSpPr>
            <p:spPr bwMode="auto">
              <a:xfrm>
                <a:off x="8052890" y="3078391"/>
                <a:ext cx="137478" cy="276999"/>
              </a:xfrm>
              <a:custGeom>
                <a:avLst/>
                <a:gdLst>
                  <a:gd name="T0" fmla="*/ 17874 w 226695"/>
                  <a:gd name="T1" fmla="*/ 0 h 262254"/>
                  <a:gd name="T2" fmla="*/ 0 w 226695"/>
                  <a:gd name="T3" fmla="*/ 197759 h 262254"/>
                  <a:gd name="T4" fmla="*/ 30590 w 226695"/>
                  <a:gd name="T5" fmla="*/ 326123 h 262254"/>
                  <a:gd name="T6" fmla="*/ 17874 w 226695"/>
                  <a:gd name="T7" fmla="*/ 0 h 26225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26695" h="262254">
                    <a:moveTo>
                      <a:pt x="132153" y="0"/>
                    </a:moveTo>
                    <a:lnTo>
                      <a:pt x="0" y="158895"/>
                    </a:lnTo>
                    <a:lnTo>
                      <a:pt x="226160" y="262033"/>
                    </a:lnTo>
                    <a:lnTo>
                      <a:pt x="132153" y="0"/>
                    </a:lnTo>
                    <a:close/>
                  </a:path>
                </a:pathLst>
              </a:custGeom>
              <a:solidFill>
                <a:srgbClr val="4ABA92"/>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3" name="object 6"/>
              <p:cNvSpPr/>
              <p:nvPr/>
            </p:nvSpPr>
            <p:spPr bwMode="auto">
              <a:xfrm>
                <a:off x="8090831" y="3419382"/>
                <a:ext cx="363912" cy="276999"/>
              </a:xfrm>
              <a:custGeom>
                <a:avLst/>
                <a:gdLst>
                  <a:gd name="T0" fmla="*/ 50573 w 600075"/>
                  <a:gd name="T1" fmla="*/ 0 h 479425"/>
                  <a:gd name="T2" fmla="*/ 0 w 600075"/>
                  <a:gd name="T3" fmla="*/ 50100 h 479425"/>
                  <a:gd name="T4" fmla="*/ 60332 w 600075"/>
                  <a:gd name="T5" fmla="*/ 53398 h 479425"/>
                  <a:gd name="T6" fmla="*/ 81164 w 600075"/>
                  <a:gd name="T7" fmla="*/ 11494 h 479425"/>
                  <a:gd name="T8" fmla="*/ 50573 w 600075"/>
                  <a:gd name="T9" fmla="*/ 0 h 4794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00075" h="479425">
                    <a:moveTo>
                      <a:pt x="373904" y="0"/>
                    </a:moveTo>
                    <a:lnTo>
                      <a:pt x="0" y="449588"/>
                    </a:lnTo>
                    <a:lnTo>
                      <a:pt x="446049" y="479179"/>
                    </a:lnTo>
                    <a:lnTo>
                      <a:pt x="600065" y="103138"/>
                    </a:lnTo>
                    <a:lnTo>
                      <a:pt x="373904" y="0"/>
                    </a:lnTo>
                    <a:close/>
                  </a:path>
                </a:pathLst>
              </a:custGeom>
              <a:solidFill>
                <a:srgbClr val="F94C07"/>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4" name="object 7"/>
              <p:cNvSpPr/>
              <p:nvPr/>
            </p:nvSpPr>
            <p:spPr bwMode="auto">
              <a:xfrm>
                <a:off x="8161226" y="3175050"/>
                <a:ext cx="384707" cy="276999"/>
              </a:xfrm>
              <a:custGeom>
                <a:avLst/>
                <a:gdLst>
                  <a:gd name="T0" fmla="*/ 0 w 634365"/>
                  <a:gd name="T1" fmla="*/ 0 h 229235"/>
                  <a:gd name="T2" fmla="*/ 67888 w 634365"/>
                  <a:gd name="T3" fmla="*/ 488025 h 229235"/>
                  <a:gd name="T4" fmla="*/ 85762 w 634365"/>
                  <a:gd name="T5" fmla="*/ 149257 h 229235"/>
                  <a:gd name="T6" fmla="*/ 0 w 634365"/>
                  <a:gd name="T7" fmla="*/ 0 h 22923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34365" h="229235">
                    <a:moveTo>
                      <a:pt x="0" y="0"/>
                    </a:moveTo>
                    <a:lnTo>
                      <a:pt x="501911" y="228904"/>
                    </a:lnTo>
                    <a:lnTo>
                      <a:pt x="634064" y="70008"/>
                    </a:lnTo>
                    <a:lnTo>
                      <a:pt x="0" y="0"/>
                    </a:lnTo>
                    <a:close/>
                  </a:path>
                </a:pathLst>
              </a:custGeom>
              <a:solidFill>
                <a:srgbClr val="1F4E79"/>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5" name="object 8"/>
              <p:cNvSpPr/>
              <p:nvPr/>
            </p:nvSpPr>
            <p:spPr bwMode="auto">
              <a:xfrm>
                <a:off x="7945652" y="3216890"/>
                <a:ext cx="145179" cy="193317"/>
              </a:xfrm>
              <a:custGeom>
                <a:avLst/>
                <a:gdLst>
                  <a:gd name="T0" fmla="*/ 19983 w 200025"/>
                  <a:gd name="T1" fmla="*/ 0 h 678814"/>
                  <a:gd name="T2" fmla="*/ 0 w 200025"/>
                  <a:gd name="T3" fmla="*/ 2184 h 678814"/>
                  <a:gd name="T4" fmla="*/ 55509 w 200025"/>
                  <a:gd name="T5" fmla="*/ 4463 h 678814"/>
                  <a:gd name="T6" fmla="*/ 19983 w 200025"/>
                  <a:gd name="T7" fmla="*/ 0 h 6788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0025" h="678814">
                    <a:moveTo>
                      <a:pt x="72008" y="0"/>
                    </a:moveTo>
                    <a:lnTo>
                      <a:pt x="0" y="332031"/>
                    </a:lnTo>
                    <a:lnTo>
                      <a:pt x="200025" y="678481"/>
                    </a:lnTo>
                    <a:lnTo>
                      <a:pt x="72008" y="0"/>
                    </a:lnTo>
                    <a:close/>
                  </a:path>
                </a:pathLst>
              </a:custGeom>
              <a:solidFill>
                <a:srgbClr val="00B050"/>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6" name="object 9"/>
              <p:cNvSpPr/>
              <p:nvPr/>
            </p:nvSpPr>
            <p:spPr bwMode="auto">
              <a:xfrm>
                <a:off x="7938529" y="3379992"/>
                <a:ext cx="304607" cy="276999"/>
              </a:xfrm>
              <a:custGeom>
                <a:avLst/>
                <a:gdLst>
                  <a:gd name="T0" fmla="*/ 0 w 502284"/>
                  <a:gd name="T1" fmla="*/ 0 h 678814"/>
                  <a:gd name="T2" fmla="*/ 17315 w 502284"/>
                  <a:gd name="T3" fmla="*/ 18813 h 678814"/>
                  <a:gd name="T4" fmla="*/ 67889 w 502284"/>
                  <a:gd name="T5" fmla="*/ 6347 h 678814"/>
                  <a:gd name="T6" fmla="*/ 0 w 502284"/>
                  <a:gd name="T7" fmla="*/ 0 h 6788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02284" h="678814">
                    <a:moveTo>
                      <a:pt x="0" y="0"/>
                    </a:moveTo>
                    <a:lnTo>
                      <a:pt x="128017" y="678492"/>
                    </a:lnTo>
                    <a:lnTo>
                      <a:pt x="501921" y="228904"/>
                    </a:lnTo>
                    <a:lnTo>
                      <a:pt x="0" y="0"/>
                    </a:lnTo>
                    <a:close/>
                  </a:path>
                </a:pathLst>
              </a:custGeom>
              <a:solidFill>
                <a:srgbClr val="ED7D31"/>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grpSp>
        <p:sp>
          <p:nvSpPr>
            <p:cNvPr id="147" name="矩形 23"/>
            <p:cNvSpPr>
              <a:spLocks noChangeArrowheads="1"/>
            </p:cNvSpPr>
            <p:nvPr/>
          </p:nvSpPr>
          <p:spPr bwMode="auto">
            <a:xfrm>
              <a:off x="12758941" y="6563170"/>
              <a:ext cx="2303462" cy="50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2F6583"/>
                  </a:solidFill>
                  <a:bevel/>
                </a14:hiddenLine>
              </a:ext>
            </a:extLst>
          </p:spPr>
          <p:txBody>
            <a:bodyPr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SimSun"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SimSun"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SimSun"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9pPr>
            </a:lstStyle>
            <a:p>
              <a:pPr algn="ctr">
                <a:lnSpc>
                  <a:spcPct val="100000"/>
                </a:lnSpc>
                <a:spcBef>
                  <a:spcPct val="0"/>
                </a:spcBef>
                <a:buFont typeface="Arial" panose="020B0604020202020204" pitchFamily="34" charset="0"/>
                <a:buNone/>
              </a:pPr>
              <a:r>
                <a:rPr lang="vi-VN" altLang="zh-CN" sz="2500" dirty="0">
                  <a:solidFill>
                    <a:schemeClr val="bg1"/>
                  </a:solidFill>
                  <a:latin typeface="Impact" panose="020B0806030902050204" pitchFamily="34" charset="0"/>
                  <a:ea typeface="Microsoft YaHei" panose="020B0503020204020204" pitchFamily="34" charset="-122"/>
                  <a:sym typeface="Impact" panose="020B0806030902050204" pitchFamily="34" charset="0"/>
                </a:rPr>
                <a:t>Nhóm </a:t>
              </a:r>
              <a:r>
                <a:rPr lang="vi-VN" altLang="zh-CN" sz="2500" dirty="0">
                  <a:solidFill>
                    <a:schemeClr val="bg1"/>
                  </a:solidFill>
                  <a:latin typeface="Impact" panose="020B0806030902050204" pitchFamily="34" charset="0"/>
                  <a:ea typeface="Microsoft YaHei" panose="020B0503020204020204" pitchFamily="34" charset="-122"/>
                  <a:sym typeface="Impact" panose="020B0806030902050204" pitchFamily="34" charset="0"/>
                </a:rPr>
                <a:t>6</a:t>
              </a:r>
              <a:endParaRPr lang="vi-VN" altLang="zh-CN" sz="2500" dirty="0">
                <a:solidFill>
                  <a:schemeClr val="bg1"/>
                </a:solidFill>
                <a:latin typeface="Impact" panose="020B0806030902050204" pitchFamily="34" charset="0"/>
                <a:ea typeface="Microsoft YaHei" panose="020B0503020204020204" pitchFamily="34" charset="-122"/>
                <a:sym typeface="Impact" panose="020B0806030902050204" pitchFamily="34" charset="0"/>
              </a:endParaRPr>
            </a:p>
          </p:txBody>
        </p:sp>
      </p:grpSp>
      <p:sp>
        <p:nvSpPr>
          <p:cNvPr id="5" name="Rounded Rectangle 4"/>
          <p:cNvSpPr/>
          <p:nvPr/>
        </p:nvSpPr>
        <p:spPr>
          <a:xfrm>
            <a:off x="304800" y="638810"/>
            <a:ext cx="8768080" cy="802005"/>
          </a:xfrm>
          <a:prstGeom prst="roundRect">
            <a:avLst/>
          </a:prstGeom>
          <a:solidFill>
            <a:srgbClr val="F02424"/>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6" name="object 3"/>
          <p:cNvSpPr txBox="1">
            <a:spLocks noChangeArrowheads="1"/>
          </p:cNvSpPr>
          <p:nvPr/>
        </p:nvSpPr>
        <p:spPr bwMode="auto">
          <a:xfrm>
            <a:off x="1071880" y="730250"/>
            <a:ext cx="7847965" cy="615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marL="6350">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SimSun"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SimSun"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SimSun"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9pPr>
          </a:lstStyle>
          <a:p>
            <a:pPr algn="ctr">
              <a:lnSpc>
                <a:spcPct val="100000"/>
              </a:lnSpc>
              <a:spcBef>
                <a:spcPct val="0"/>
              </a:spcBef>
              <a:buFont typeface="Arial" panose="020B0604020202020204" pitchFamily="34" charset="0"/>
              <a:buNone/>
            </a:pPr>
            <a:r>
              <a:rPr lang="en-US" sz="4000" dirty="0">
                <a:solidFill>
                  <a:schemeClr val="bg1"/>
                </a:solidFill>
                <a:latin typeface="Times New Roman" panose="02020603050405020304" pitchFamily="18" charset="0"/>
                <a:ea typeface="DM Sans" pitchFamily="34" charset="-122"/>
                <a:cs typeface="Times New Roman" panose="02020603050405020304" pitchFamily="18" charset="0"/>
                <a:sym typeface="+mn-ea"/>
              </a:rPr>
              <a:t>Affine Cipher</a:t>
            </a:r>
            <a:endParaRPr lang="vi-VN" altLang="zh-CN" sz="4000" dirty="0" smtClean="0">
              <a:solidFill>
                <a:srgbClr val="FFFFFF"/>
              </a:solidFill>
              <a:latin typeface="Microsoft YaHei" panose="020B0503020204020204" pitchFamily="34" charset="-122"/>
              <a:ea typeface="Microsoft YaHei" panose="020B0503020204020204" pitchFamily="34" charset="-122"/>
              <a:sym typeface="+mn-ea"/>
            </a:endParaRPr>
          </a:p>
        </p:txBody>
      </p:sp>
      <p:sp>
        <p:nvSpPr>
          <p:cNvPr id="2" name="文本框 162"/>
          <p:cNvSpPr txBox="1"/>
          <p:nvPr/>
        </p:nvSpPr>
        <p:spPr>
          <a:xfrm>
            <a:off x="311150" y="1720850"/>
            <a:ext cx="17559020" cy="8301355"/>
          </a:xfrm>
          <a:prstGeom prst="rect">
            <a:avLst/>
          </a:prstGeom>
          <a:noFill/>
        </p:spPr>
        <p:txBody>
          <a:bodyPr wrap="square" rtlCol="0">
            <a:noAutofit/>
          </a:bodyPr>
          <a:p>
            <a:pPr lvl="0">
              <a:lnSpc>
                <a:spcPct val="150000"/>
              </a:lnSpc>
            </a:pPr>
            <a:r>
              <a:rPr lang="en-US" sz="3600" smtClean="0">
                <a:solidFill>
                  <a:schemeClr val="bg1"/>
                </a:solidFill>
                <a:effectLst/>
                <a:latin typeface="Times New Roman" panose="02020603050405020304" pitchFamily="18" charset="0"/>
                <a:ea typeface="Microsoft YaHei" panose="020B0503020204020204" pitchFamily="34" charset="-122"/>
                <a:cs typeface="Times New Roman" panose="02020603050405020304" pitchFamily="18" charset="0"/>
                <a:sym typeface="Arial" panose="020B0604020202020204"/>
              </a:rPr>
              <a:t>Và hàm giải mã tương ứng là: dK(y) = 9(y-6) = 9y – 2.</a:t>
            </a:r>
            <a:r>
              <a:rPr lang="en-US" sz="3600" smtClean="0">
                <a:solidFill>
                  <a:schemeClr val="bg1"/>
                </a:solidFill>
                <a:effectLst/>
                <a:latin typeface="Times New Roman" panose="02020603050405020304" pitchFamily="18" charset="0"/>
                <a:ea typeface="Microsoft YaHei" panose="020B0503020204020204" pitchFamily="34" charset="-122"/>
                <a:cs typeface="Times New Roman" panose="02020603050405020304" pitchFamily="18" charset="0"/>
                <a:sym typeface="Arial" panose="020B0604020202020204"/>
              </a:rPr>
              <a:t> </a:t>
            </a:r>
            <a:r>
              <a:rPr lang="en-US" sz="3600" smtClean="0">
                <a:solidFill>
                  <a:schemeClr val="bg1"/>
                </a:solidFill>
                <a:effectLst/>
                <a:latin typeface="Times New Roman" panose="02020603050405020304" pitchFamily="18" charset="0"/>
                <a:ea typeface="Microsoft YaHei" panose="020B0503020204020204" pitchFamily="34" charset="-122"/>
                <a:cs typeface="Times New Roman" panose="02020603050405020304" pitchFamily="18" charset="0"/>
                <a:sym typeface="Arial" panose="020B0604020202020204"/>
              </a:rPr>
              <a:t>Vậy 4 kí hiệu của bản mã là 23, 14, 19, 24 tương ứng xâu kí tự là : “xoty”.</a:t>
            </a:r>
            <a:endParaRPr lang="en-US" sz="3600" smtClean="0">
              <a:solidFill>
                <a:schemeClr val="bg1"/>
              </a:solidFill>
              <a:effectLst/>
              <a:latin typeface="Times New Roman" panose="02020603050405020304" pitchFamily="18" charset="0"/>
              <a:ea typeface="Microsoft YaHei" panose="020B0503020204020204" pitchFamily="34" charset="-122"/>
              <a:cs typeface="Times New Roman" panose="02020603050405020304" pitchFamily="18" charset="0"/>
              <a:sym typeface="Arial" panose="020B0604020202020204"/>
            </a:endParaRPr>
          </a:p>
          <a:p>
            <a:pPr lvl="0">
              <a:lnSpc>
                <a:spcPct val="150000"/>
              </a:lnSpc>
            </a:pPr>
            <a:r>
              <a:rPr lang="en-US" sz="3600" smtClean="0">
                <a:solidFill>
                  <a:schemeClr val="bg1"/>
                </a:solidFill>
                <a:effectLst/>
                <a:latin typeface="Times New Roman" panose="02020603050405020304" pitchFamily="18" charset="0"/>
                <a:ea typeface="Microsoft YaHei" panose="020B0503020204020204" pitchFamily="34" charset="-122"/>
                <a:cs typeface="Times New Roman" panose="02020603050405020304" pitchFamily="18" charset="0"/>
                <a:sym typeface="Arial" panose="020B0604020202020204"/>
              </a:rPr>
              <a:t>Bên cạnh đó chúng ta sẽ có cách giải mã những ký tự vừa mã hóa ở trên. Đó là: </a:t>
            </a:r>
            <a:endParaRPr lang="en-US" sz="3600" smtClean="0">
              <a:solidFill>
                <a:schemeClr val="bg1"/>
              </a:solidFill>
              <a:effectLst/>
              <a:latin typeface="Times New Roman" panose="02020603050405020304" pitchFamily="18" charset="0"/>
              <a:ea typeface="Microsoft YaHei" panose="020B0503020204020204" pitchFamily="34" charset="-122"/>
              <a:cs typeface="Times New Roman" panose="02020603050405020304" pitchFamily="18" charset="0"/>
              <a:sym typeface="Arial" panose="020B0604020202020204"/>
            </a:endParaRPr>
          </a:p>
          <a:p>
            <a:pPr lvl="0">
              <a:lnSpc>
                <a:spcPct val="150000"/>
              </a:lnSpc>
            </a:pPr>
            <a:r>
              <a:rPr lang="en-US" sz="3600" smtClean="0">
                <a:solidFill>
                  <a:schemeClr val="bg1"/>
                </a:solidFill>
                <a:effectLst/>
                <a:latin typeface="Times New Roman" panose="02020603050405020304" pitchFamily="18" charset="0"/>
                <a:ea typeface="Microsoft YaHei" panose="020B0503020204020204" pitchFamily="34" charset="-122"/>
                <a:cs typeface="Times New Roman" panose="02020603050405020304" pitchFamily="18" charset="0"/>
                <a:sym typeface="Arial" panose="020B0604020202020204"/>
              </a:rPr>
              <a:t>Việc giải mã sẽ áp dụng thuật toán giải mã dK đã tính toán ở trên :</a:t>
            </a:r>
            <a:endParaRPr lang="en-US" sz="3600" smtClean="0">
              <a:solidFill>
                <a:schemeClr val="bg1"/>
              </a:solidFill>
              <a:effectLst/>
              <a:latin typeface="Times New Roman" panose="02020603050405020304" pitchFamily="18" charset="0"/>
              <a:ea typeface="Microsoft YaHei" panose="020B0503020204020204" pitchFamily="34" charset="-122"/>
              <a:cs typeface="Times New Roman" panose="02020603050405020304" pitchFamily="18" charset="0"/>
              <a:sym typeface="Arial" panose="020B0604020202020204"/>
            </a:endParaRPr>
          </a:p>
          <a:p>
            <a:pPr lvl="0">
              <a:lnSpc>
                <a:spcPct val="150000"/>
              </a:lnSpc>
            </a:pPr>
            <a:r>
              <a:rPr lang="en-US" sz="3600" smtClean="0">
                <a:solidFill>
                  <a:schemeClr val="bg1"/>
                </a:solidFill>
                <a:effectLst/>
                <a:latin typeface="Times New Roman" panose="02020603050405020304" pitchFamily="18" charset="0"/>
                <a:ea typeface="Microsoft YaHei" panose="020B0503020204020204" pitchFamily="34" charset="-122"/>
                <a:cs typeface="Times New Roman" panose="02020603050405020304" pitchFamily="18" charset="0"/>
                <a:sym typeface="Arial" panose="020B0604020202020204"/>
              </a:rPr>
              <a:t>9*23 – 2 mod 26 = 205 mod 26 = 23.</a:t>
            </a:r>
            <a:endParaRPr lang="en-US" sz="3600" smtClean="0">
              <a:solidFill>
                <a:schemeClr val="bg1"/>
              </a:solidFill>
              <a:effectLst/>
              <a:latin typeface="Times New Roman" panose="02020603050405020304" pitchFamily="18" charset="0"/>
              <a:ea typeface="Microsoft YaHei" panose="020B0503020204020204" pitchFamily="34" charset="-122"/>
              <a:cs typeface="Times New Roman" panose="02020603050405020304" pitchFamily="18" charset="0"/>
              <a:sym typeface="Arial" panose="020B0604020202020204"/>
            </a:endParaRPr>
          </a:p>
          <a:p>
            <a:pPr lvl="0">
              <a:lnSpc>
                <a:spcPct val="150000"/>
              </a:lnSpc>
            </a:pPr>
            <a:r>
              <a:rPr lang="en-US" sz="3600" smtClean="0">
                <a:solidFill>
                  <a:schemeClr val="bg1"/>
                </a:solidFill>
                <a:effectLst/>
                <a:latin typeface="Times New Roman" panose="02020603050405020304" pitchFamily="18" charset="0"/>
                <a:ea typeface="Microsoft YaHei" panose="020B0503020204020204" pitchFamily="34" charset="-122"/>
                <a:cs typeface="Times New Roman" panose="02020603050405020304" pitchFamily="18" charset="0"/>
                <a:sym typeface="Arial" panose="020B0604020202020204"/>
              </a:rPr>
              <a:t>9*14 – 2 mod 26 = 124 mod 26 = 20.</a:t>
            </a:r>
            <a:endParaRPr lang="en-US" sz="3600" smtClean="0">
              <a:solidFill>
                <a:schemeClr val="bg1"/>
              </a:solidFill>
              <a:effectLst/>
              <a:latin typeface="Times New Roman" panose="02020603050405020304" pitchFamily="18" charset="0"/>
              <a:ea typeface="Microsoft YaHei" panose="020B0503020204020204" pitchFamily="34" charset="-122"/>
              <a:cs typeface="Times New Roman" panose="02020603050405020304" pitchFamily="18" charset="0"/>
              <a:sym typeface="Arial" panose="020B0604020202020204"/>
            </a:endParaRPr>
          </a:p>
          <a:p>
            <a:pPr lvl="0">
              <a:lnSpc>
                <a:spcPct val="150000"/>
              </a:lnSpc>
            </a:pPr>
            <a:r>
              <a:rPr lang="en-US" sz="3600" smtClean="0">
                <a:solidFill>
                  <a:schemeClr val="bg1"/>
                </a:solidFill>
                <a:effectLst/>
                <a:latin typeface="Times New Roman" panose="02020603050405020304" pitchFamily="18" charset="0"/>
                <a:ea typeface="Microsoft YaHei" panose="020B0503020204020204" pitchFamily="34" charset="-122"/>
                <a:cs typeface="Times New Roman" panose="02020603050405020304" pitchFamily="18" charset="0"/>
                <a:sym typeface="Arial" panose="020B0604020202020204"/>
              </a:rPr>
              <a:t>9*19 – 2 mod 26 = 169 mod 26 = 13.</a:t>
            </a:r>
            <a:endParaRPr lang="en-US" sz="3600" smtClean="0">
              <a:solidFill>
                <a:schemeClr val="bg1"/>
              </a:solidFill>
              <a:effectLst/>
              <a:latin typeface="Times New Roman" panose="02020603050405020304" pitchFamily="18" charset="0"/>
              <a:ea typeface="Microsoft YaHei" panose="020B0503020204020204" pitchFamily="34" charset="-122"/>
              <a:cs typeface="Times New Roman" panose="02020603050405020304" pitchFamily="18" charset="0"/>
              <a:sym typeface="Arial" panose="020B0604020202020204"/>
            </a:endParaRPr>
          </a:p>
          <a:p>
            <a:pPr lvl="0">
              <a:lnSpc>
                <a:spcPct val="150000"/>
              </a:lnSpc>
            </a:pPr>
            <a:r>
              <a:rPr lang="en-US" sz="3600" smtClean="0">
                <a:solidFill>
                  <a:schemeClr val="bg1"/>
                </a:solidFill>
                <a:effectLst/>
                <a:latin typeface="Times New Roman" panose="02020603050405020304" pitchFamily="18" charset="0"/>
                <a:ea typeface="Microsoft YaHei" panose="020B0503020204020204" pitchFamily="34" charset="-122"/>
                <a:cs typeface="Times New Roman" panose="02020603050405020304" pitchFamily="18" charset="0"/>
                <a:sym typeface="Arial" panose="020B0604020202020204"/>
              </a:rPr>
              <a:t>9*24 – 2 mod 26 = 214 mod 26 = 6.</a:t>
            </a:r>
            <a:endParaRPr lang="en-US" sz="3600" smtClean="0">
              <a:solidFill>
                <a:schemeClr val="bg1"/>
              </a:solidFill>
              <a:effectLst/>
              <a:latin typeface="Times New Roman" panose="02020603050405020304" pitchFamily="18" charset="0"/>
              <a:ea typeface="Microsoft YaHei" panose="020B0503020204020204" pitchFamily="34" charset="-122"/>
              <a:cs typeface="Times New Roman" panose="02020603050405020304" pitchFamily="18" charset="0"/>
              <a:sym typeface="Arial" panose="020B0604020202020204"/>
            </a:endParaRPr>
          </a:p>
          <a:p>
            <a:pPr lvl="0">
              <a:lnSpc>
                <a:spcPct val="150000"/>
              </a:lnSpc>
            </a:pPr>
            <a:r>
              <a:rPr lang="en-US" sz="3600" smtClean="0">
                <a:solidFill>
                  <a:schemeClr val="bg1"/>
                </a:solidFill>
                <a:effectLst/>
                <a:latin typeface="Times New Roman" panose="02020603050405020304" pitchFamily="18" charset="0"/>
                <a:ea typeface="Microsoft YaHei" panose="020B0503020204020204" pitchFamily="34" charset="-122"/>
                <a:cs typeface="Times New Roman" panose="02020603050405020304" pitchFamily="18" charset="0"/>
                <a:sym typeface="Arial" panose="020B0604020202020204"/>
              </a:rPr>
              <a:t>Bản rõ sau khi giải mã là “xung”.</a:t>
            </a:r>
            <a:endParaRPr lang="en-US" sz="3600" smtClean="0">
              <a:solidFill>
                <a:schemeClr val="bg1"/>
              </a:solidFill>
              <a:effectLst/>
              <a:latin typeface="Times New Roman" panose="02020603050405020304" pitchFamily="18" charset="0"/>
              <a:ea typeface="Microsoft YaHei" panose="020B0503020204020204" pitchFamily="34" charset="-122"/>
              <a:cs typeface="Times New Roman" panose="02020603050405020304" pitchFamily="18" charset="0"/>
              <a:sym typeface="Arial" panose="020B0604020202020204"/>
            </a:endParaRPr>
          </a:p>
        </p:txBody>
      </p:sp>
      <p:grpSp>
        <p:nvGrpSpPr>
          <p:cNvPr id="471" name="组合 1109"/>
          <p:cNvGrpSpPr/>
          <p:nvPr/>
        </p:nvGrpSpPr>
        <p:grpSpPr bwMode="auto">
          <a:xfrm>
            <a:off x="525145" y="772795"/>
            <a:ext cx="512445" cy="557530"/>
            <a:chOff x="0" y="0"/>
            <a:chExt cx="658482" cy="653916"/>
          </a:xfrm>
          <a:solidFill>
            <a:schemeClr val="bg1"/>
          </a:solidFill>
        </p:grpSpPr>
        <p:sp>
          <p:nvSpPr>
            <p:cNvPr id="472" name="Freeform 796"/>
            <p:cNvSpPr>
              <a:spLocks noChangeArrowheads="1"/>
            </p:cNvSpPr>
            <p:nvPr/>
          </p:nvSpPr>
          <p:spPr bwMode="auto">
            <a:xfrm>
              <a:off x="106726" y="422531"/>
              <a:ext cx="147001" cy="231385"/>
            </a:xfrm>
            <a:custGeom>
              <a:avLst/>
              <a:gdLst>
                <a:gd name="T0" fmla="*/ 2147483647 w 68"/>
                <a:gd name="T1" fmla="*/ 2147483647 h 107"/>
                <a:gd name="T2" fmla="*/ 2147483647 w 68"/>
                <a:gd name="T3" fmla="*/ 2147483647 h 107"/>
                <a:gd name="T4" fmla="*/ 2147483647 w 68"/>
                <a:gd name="T5" fmla="*/ 2147483647 h 107"/>
                <a:gd name="T6" fmla="*/ 2147483647 w 68"/>
                <a:gd name="T7" fmla="*/ 2147483647 h 107"/>
                <a:gd name="T8" fmla="*/ 2147483647 w 68"/>
                <a:gd name="T9" fmla="*/ 0 h 107"/>
                <a:gd name="T10" fmla="*/ 0 w 68"/>
                <a:gd name="T11" fmla="*/ 0 h 107"/>
                <a:gd name="T12" fmla="*/ 0 w 68"/>
                <a:gd name="T13" fmla="*/ 2147483647 h 107"/>
                <a:gd name="T14" fmla="*/ 2147483647 w 68"/>
                <a:gd name="T15" fmla="*/ 2147483647 h 107"/>
                <a:gd name="T16" fmla="*/ 2147483647 w 68"/>
                <a:gd name="T17" fmla="*/ 2147483647 h 107"/>
                <a:gd name="T18" fmla="*/ 2147483647 w 68"/>
                <a:gd name="T19" fmla="*/ 2147483647 h 107"/>
                <a:gd name="T20" fmla="*/ 2147483647 w 68"/>
                <a:gd name="T21" fmla="*/ 2147483647 h 107"/>
                <a:gd name="T22" fmla="*/ 2147483647 w 68"/>
                <a:gd name="T23" fmla="*/ 2147483647 h 107"/>
                <a:gd name="T24" fmla="*/ 2147483647 w 68"/>
                <a:gd name="T25" fmla="*/ 2147483647 h 10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68"/>
                <a:gd name="T40" fmla="*/ 0 h 107"/>
                <a:gd name="T41" fmla="*/ 68 w 68"/>
                <a:gd name="T42" fmla="*/ 107 h 10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68" h="107">
                  <a:moveTo>
                    <a:pt x="65" y="81"/>
                  </a:moveTo>
                  <a:cubicBezTo>
                    <a:pt x="65" y="81"/>
                    <a:pt x="65" y="81"/>
                    <a:pt x="65" y="81"/>
                  </a:cubicBezTo>
                  <a:cubicBezTo>
                    <a:pt x="65" y="80"/>
                    <a:pt x="64" y="79"/>
                    <a:pt x="63" y="78"/>
                  </a:cubicBezTo>
                  <a:cubicBezTo>
                    <a:pt x="61" y="74"/>
                    <a:pt x="56" y="62"/>
                    <a:pt x="54" y="36"/>
                  </a:cubicBezTo>
                  <a:cubicBezTo>
                    <a:pt x="54" y="0"/>
                    <a:pt x="54" y="0"/>
                    <a:pt x="54" y="0"/>
                  </a:cubicBezTo>
                  <a:cubicBezTo>
                    <a:pt x="0" y="0"/>
                    <a:pt x="0" y="0"/>
                    <a:pt x="0" y="0"/>
                  </a:cubicBezTo>
                  <a:cubicBezTo>
                    <a:pt x="0" y="102"/>
                    <a:pt x="0" y="102"/>
                    <a:pt x="0" y="102"/>
                  </a:cubicBezTo>
                  <a:cubicBezTo>
                    <a:pt x="0" y="105"/>
                    <a:pt x="2" y="107"/>
                    <a:pt x="5" y="107"/>
                  </a:cubicBezTo>
                  <a:cubicBezTo>
                    <a:pt x="49" y="107"/>
                    <a:pt x="49" y="107"/>
                    <a:pt x="49" y="107"/>
                  </a:cubicBezTo>
                  <a:cubicBezTo>
                    <a:pt x="49" y="107"/>
                    <a:pt x="49" y="107"/>
                    <a:pt x="49" y="107"/>
                  </a:cubicBezTo>
                  <a:cubicBezTo>
                    <a:pt x="50" y="107"/>
                    <a:pt x="50" y="107"/>
                    <a:pt x="50" y="107"/>
                  </a:cubicBezTo>
                  <a:cubicBezTo>
                    <a:pt x="60" y="107"/>
                    <a:pt x="68" y="99"/>
                    <a:pt x="68" y="90"/>
                  </a:cubicBezTo>
                  <a:cubicBezTo>
                    <a:pt x="68" y="87"/>
                    <a:pt x="67" y="84"/>
                    <a:pt x="65" y="81"/>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473" name="Freeform 797"/>
            <p:cNvSpPr>
              <a:spLocks noChangeArrowheads="1"/>
            </p:cNvSpPr>
            <p:nvPr/>
          </p:nvSpPr>
          <p:spPr bwMode="auto">
            <a:xfrm>
              <a:off x="171165" y="422531"/>
              <a:ext cx="82563" cy="231385"/>
            </a:xfrm>
            <a:custGeom>
              <a:avLst/>
              <a:gdLst>
                <a:gd name="T0" fmla="*/ 2147483647 w 38"/>
                <a:gd name="T1" fmla="*/ 2147483647 h 107"/>
                <a:gd name="T2" fmla="*/ 2147483647 w 38"/>
                <a:gd name="T3" fmla="*/ 2147483647 h 107"/>
                <a:gd name="T4" fmla="*/ 2147483647 w 38"/>
                <a:gd name="T5" fmla="*/ 2147483647 h 107"/>
                <a:gd name="T6" fmla="*/ 2147483647 w 38"/>
                <a:gd name="T7" fmla="*/ 2147483647 h 107"/>
                <a:gd name="T8" fmla="*/ 2147483647 w 38"/>
                <a:gd name="T9" fmla="*/ 0 h 107"/>
                <a:gd name="T10" fmla="*/ 0 w 38"/>
                <a:gd name="T11" fmla="*/ 0 h 107"/>
                <a:gd name="T12" fmla="*/ 0 w 38"/>
                <a:gd name="T13" fmla="*/ 2147483647 h 107"/>
                <a:gd name="T14" fmla="*/ 2147483647 w 38"/>
                <a:gd name="T15" fmla="*/ 2147483647 h 107"/>
                <a:gd name="T16" fmla="*/ 2147483647 w 38"/>
                <a:gd name="T17" fmla="*/ 2147483647 h 107"/>
                <a:gd name="T18" fmla="*/ 2147483647 w 38"/>
                <a:gd name="T19" fmla="*/ 2147483647 h 107"/>
                <a:gd name="T20" fmla="*/ 2147483647 w 38"/>
                <a:gd name="T21" fmla="*/ 2147483647 h 107"/>
                <a:gd name="T22" fmla="*/ 2147483647 w 38"/>
                <a:gd name="T23" fmla="*/ 2147483647 h 10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8"/>
                <a:gd name="T37" fmla="*/ 0 h 107"/>
                <a:gd name="T38" fmla="*/ 38 w 38"/>
                <a:gd name="T39" fmla="*/ 107 h 10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8" h="107">
                  <a:moveTo>
                    <a:pt x="35" y="81"/>
                  </a:moveTo>
                  <a:cubicBezTo>
                    <a:pt x="35" y="81"/>
                    <a:pt x="35" y="81"/>
                    <a:pt x="35" y="81"/>
                  </a:cubicBezTo>
                  <a:cubicBezTo>
                    <a:pt x="35" y="80"/>
                    <a:pt x="34" y="79"/>
                    <a:pt x="33" y="78"/>
                  </a:cubicBezTo>
                  <a:cubicBezTo>
                    <a:pt x="31" y="74"/>
                    <a:pt x="26" y="62"/>
                    <a:pt x="24" y="36"/>
                  </a:cubicBezTo>
                  <a:cubicBezTo>
                    <a:pt x="24" y="0"/>
                    <a:pt x="24" y="0"/>
                    <a:pt x="24" y="0"/>
                  </a:cubicBezTo>
                  <a:cubicBezTo>
                    <a:pt x="0" y="0"/>
                    <a:pt x="0" y="0"/>
                    <a:pt x="0" y="0"/>
                  </a:cubicBezTo>
                  <a:cubicBezTo>
                    <a:pt x="0" y="107"/>
                    <a:pt x="0" y="107"/>
                    <a:pt x="0" y="107"/>
                  </a:cubicBezTo>
                  <a:cubicBezTo>
                    <a:pt x="19" y="107"/>
                    <a:pt x="19" y="107"/>
                    <a:pt x="19" y="107"/>
                  </a:cubicBezTo>
                  <a:cubicBezTo>
                    <a:pt x="19" y="107"/>
                    <a:pt x="19" y="107"/>
                    <a:pt x="19" y="107"/>
                  </a:cubicBezTo>
                  <a:cubicBezTo>
                    <a:pt x="20" y="107"/>
                    <a:pt x="20" y="107"/>
                    <a:pt x="20" y="107"/>
                  </a:cubicBezTo>
                  <a:cubicBezTo>
                    <a:pt x="30" y="107"/>
                    <a:pt x="38" y="99"/>
                    <a:pt x="38" y="90"/>
                  </a:cubicBezTo>
                  <a:cubicBezTo>
                    <a:pt x="38" y="87"/>
                    <a:pt x="37" y="84"/>
                    <a:pt x="35" y="81"/>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474" name="Freeform 798"/>
            <p:cNvSpPr>
              <a:spLocks noChangeArrowheads="1"/>
            </p:cNvSpPr>
            <p:nvPr/>
          </p:nvSpPr>
          <p:spPr bwMode="auto">
            <a:xfrm>
              <a:off x="267823" y="50301"/>
              <a:ext cx="310111" cy="509050"/>
            </a:xfrm>
            <a:custGeom>
              <a:avLst/>
              <a:gdLst>
                <a:gd name="T0" fmla="*/ 0 w 143"/>
                <a:gd name="T1" fmla="*/ 2147483647 h 236"/>
                <a:gd name="T2" fmla="*/ 0 w 143"/>
                <a:gd name="T3" fmla="*/ 2147483647 h 236"/>
                <a:gd name="T4" fmla="*/ 2147483647 w 143"/>
                <a:gd name="T5" fmla="*/ 2147483647 h 236"/>
                <a:gd name="T6" fmla="*/ 2147483647 w 143"/>
                <a:gd name="T7" fmla="*/ 0 h 236"/>
                <a:gd name="T8" fmla="*/ 0 w 143"/>
                <a:gd name="T9" fmla="*/ 2147483647 h 236"/>
                <a:gd name="T10" fmla="*/ 0 60000 65536"/>
                <a:gd name="T11" fmla="*/ 0 60000 65536"/>
                <a:gd name="T12" fmla="*/ 0 60000 65536"/>
                <a:gd name="T13" fmla="*/ 0 60000 65536"/>
                <a:gd name="T14" fmla="*/ 0 60000 65536"/>
                <a:gd name="T15" fmla="*/ 0 w 143"/>
                <a:gd name="T16" fmla="*/ 0 h 236"/>
                <a:gd name="T17" fmla="*/ 143 w 143"/>
                <a:gd name="T18" fmla="*/ 236 h 236"/>
              </a:gdLst>
              <a:ahLst/>
              <a:cxnLst>
                <a:cxn ang="T10">
                  <a:pos x="T0" y="T1"/>
                </a:cxn>
                <a:cxn ang="T11">
                  <a:pos x="T2" y="T3"/>
                </a:cxn>
                <a:cxn ang="T12">
                  <a:pos x="T4" y="T5"/>
                </a:cxn>
                <a:cxn ang="T13">
                  <a:pos x="T6" y="T7"/>
                </a:cxn>
                <a:cxn ang="T14">
                  <a:pos x="T8" y="T9"/>
                </a:cxn>
              </a:cxnLst>
              <a:rect l="T15" t="T16" r="T17" b="T18"/>
              <a:pathLst>
                <a:path w="143" h="236">
                  <a:moveTo>
                    <a:pt x="0" y="71"/>
                  </a:moveTo>
                  <a:cubicBezTo>
                    <a:pt x="0" y="165"/>
                    <a:pt x="0" y="165"/>
                    <a:pt x="0" y="165"/>
                  </a:cubicBezTo>
                  <a:cubicBezTo>
                    <a:pt x="21" y="167"/>
                    <a:pt x="74" y="178"/>
                    <a:pt x="143" y="236"/>
                  </a:cubicBezTo>
                  <a:cubicBezTo>
                    <a:pt x="143" y="0"/>
                    <a:pt x="143" y="0"/>
                    <a:pt x="143" y="0"/>
                  </a:cubicBezTo>
                  <a:cubicBezTo>
                    <a:pt x="74" y="58"/>
                    <a:pt x="21" y="69"/>
                    <a:pt x="0" y="71"/>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475" name="Freeform 799"/>
            <p:cNvSpPr>
              <a:spLocks noChangeArrowheads="1"/>
            </p:cNvSpPr>
            <p:nvPr/>
          </p:nvSpPr>
          <p:spPr bwMode="auto">
            <a:xfrm>
              <a:off x="267823" y="50301"/>
              <a:ext cx="310111" cy="253518"/>
            </a:xfrm>
            <a:custGeom>
              <a:avLst/>
              <a:gdLst>
                <a:gd name="T0" fmla="*/ 0 w 143"/>
                <a:gd name="T1" fmla="*/ 2147483647 h 118"/>
                <a:gd name="T2" fmla="*/ 2147483647 w 143"/>
                <a:gd name="T3" fmla="*/ 2147483647 h 118"/>
                <a:gd name="T4" fmla="*/ 2147483647 w 143"/>
                <a:gd name="T5" fmla="*/ 0 h 118"/>
                <a:gd name="T6" fmla="*/ 0 w 143"/>
                <a:gd name="T7" fmla="*/ 2147483647 h 118"/>
                <a:gd name="T8" fmla="*/ 0 w 143"/>
                <a:gd name="T9" fmla="*/ 2147483647 h 118"/>
                <a:gd name="T10" fmla="*/ 0 60000 65536"/>
                <a:gd name="T11" fmla="*/ 0 60000 65536"/>
                <a:gd name="T12" fmla="*/ 0 60000 65536"/>
                <a:gd name="T13" fmla="*/ 0 60000 65536"/>
                <a:gd name="T14" fmla="*/ 0 60000 65536"/>
                <a:gd name="T15" fmla="*/ 0 w 143"/>
                <a:gd name="T16" fmla="*/ 0 h 118"/>
                <a:gd name="T17" fmla="*/ 143 w 143"/>
                <a:gd name="T18" fmla="*/ 118 h 118"/>
              </a:gdLst>
              <a:ahLst/>
              <a:cxnLst>
                <a:cxn ang="T10">
                  <a:pos x="T0" y="T1"/>
                </a:cxn>
                <a:cxn ang="T11">
                  <a:pos x="T2" y="T3"/>
                </a:cxn>
                <a:cxn ang="T12">
                  <a:pos x="T4" y="T5"/>
                </a:cxn>
                <a:cxn ang="T13">
                  <a:pos x="T6" y="T7"/>
                </a:cxn>
                <a:cxn ang="T14">
                  <a:pos x="T8" y="T9"/>
                </a:cxn>
              </a:cxnLst>
              <a:rect l="T15" t="T16" r="T17" b="T18"/>
              <a:pathLst>
                <a:path w="143" h="118">
                  <a:moveTo>
                    <a:pt x="0" y="118"/>
                  </a:moveTo>
                  <a:cubicBezTo>
                    <a:pt x="143" y="118"/>
                    <a:pt x="143" y="118"/>
                    <a:pt x="143" y="118"/>
                  </a:cubicBezTo>
                  <a:cubicBezTo>
                    <a:pt x="143" y="0"/>
                    <a:pt x="143" y="0"/>
                    <a:pt x="143" y="0"/>
                  </a:cubicBezTo>
                  <a:cubicBezTo>
                    <a:pt x="74" y="58"/>
                    <a:pt x="21" y="69"/>
                    <a:pt x="0" y="71"/>
                  </a:cubicBezTo>
                  <a:lnTo>
                    <a:pt x="0" y="118"/>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476" name="Freeform 800"/>
            <p:cNvSpPr>
              <a:spLocks noChangeArrowheads="1"/>
            </p:cNvSpPr>
            <p:nvPr/>
          </p:nvSpPr>
          <p:spPr bwMode="auto">
            <a:xfrm>
              <a:off x="0" y="185109"/>
              <a:ext cx="304069" cy="237422"/>
            </a:xfrm>
            <a:custGeom>
              <a:avLst/>
              <a:gdLst>
                <a:gd name="T0" fmla="*/ 2147483647 w 141"/>
                <a:gd name="T1" fmla="*/ 0 h 110"/>
                <a:gd name="T2" fmla="*/ 2147483647 w 141"/>
                <a:gd name="T3" fmla="*/ 0 h 110"/>
                <a:gd name="T4" fmla="*/ 2147483647 w 141"/>
                <a:gd name="T5" fmla="*/ 0 h 110"/>
                <a:gd name="T6" fmla="*/ 0 w 141"/>
                <a:gd name="T7" fmla="*/ 2147483647 h 110"/>
                <a:gd name="T8" fmla="*/ 0 w 141"/>
                <a:gd name="T9" fmla="*/ 2147483647 h 110"/>
                <a:gd name="T10" fmla="*/ 2147483647 w 141"/>
                <a:gd name="T11" fmla="*/ 2147483647 h 110"/>
                <a:gd name="T12" fmla="*/ 2147483647 w 141"/>
                <a:gd name="T13" fmla="*/ 2147483647 h 110"/>
                <a:gd name="T14" fmla="*/ 2147483647 w 141"/>
                <a:gd name="T15" fmla="*/ 2147483647 h 110"/>
                <a:gd name="T16" fmla="*/ 2147483647 w 141"/>
                <a:gd name="T17" fmla="*/ 2147483647 h 110"/>
                <a:gd name="T18" fmla="*/ 2147483647 w 141"/>
                <a:gd name="T19" fmla="*/ 2147483647 h 110"/>
                <a:gd name="T20" fmla="*/ 2147483647 w 141"/>
                <a:gd name="T21" fmla="*/ 2147483647 h 110"/>
                <a:gd name="T22" fmla="*/ 2147483647 w 141"/>
                <a:gd name="T23" fmla="*/ 2147483647 h 110"/>
                <a:gd name="T24" fmla="*/ 2147483647 w 141"/>
                <a:gd name="T25" fmla="*/ 0 h 11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41"/>
                <a:gd name="T40" fmla="*/ 0 h 110"/>
                <a:gd name="T41" fmla="*/ 141 w 141"/>
                <a:gd name="T42" fmla="*/ 110 h 11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41" h="110">
                  <a:moveTo>
                    <a:pt x="135" y="0"/>
                  </a:moveTo>
                  <a:cubicBezTo>
                    <a:pt x="110" y="0"/>
                    <a:pt x="110" y="0"/>
                    <a:pt x="110" y="0"/>
                  </a:cubicBezTo>
                  <a:cubicBezTo>
                    <a:pt x="31" y="0"/>
                    <a:pt x="31" y="0"/>
                    <a:pt x="31" y="0"/>
                  </a:cubicBezTo>
                  <a:cubicBezTo>
                    <a:pt x="14" y="0"/>
                    <a:pt x="0" y="14"/>
                    <a:pt x="0" y="31"/>
                  </a:cubicBezTo>
                  <a:cubicBezTo>
                    <a:pt x="0" y="79"/>
                    <a:pt x="0" y="79"/>
                    <a:pt x="0" y="79"/>
                  </a:cubicBezTo>
                  <a:cubicBezTo>
                    <a:pt x="0" y="96"/>
                    <a:pt x="14" y="110"/>
                    <a:pt x="31" y="110"/>
                  </a:cubicBezTo>
                  <a:cubicBezTo>
                    <a:pt x="110" y="110"/>
                    <a:pt x="110" y="110"/>
                    <a:pt x="110" y="110"/>
                  </a:cubicBezTo>
                  <a:cubicBezTo>
                    <a:pt x="135" y="110"/>
                    <a:pt x="135" y="110"/>
                    <a:pt x="135" y="110"/>
                  </a:cubicBezTo>
                  <a:cubicBezTo>
                    <a:pt x="138" y="110"/>
                    <a:pt x="141" y="107"/>
                    <a:pt x="141" y="104"/>
                  </a:cubicBezTo>
                  <a:cubicBezTo>
                    <a:pt x="141" y="79"/>
                    <a:pt x="141" y="79"/>
                    <a:pt x="141" y="79"/>
                  </a:cubicBezTo>
                  <a:cubicBezTo>
                    <a:pt x="141" y="31"/>
                    <a:pt x="141" y="31"/>
                    <a:pt x="141" y="31"/>
                  </a:cubicBezTo>
                  <a:cubicBezTo>
                    <a:pt x="141" y="6"/>
                    <a:pt x="141" y="6"/>
                    <a:pt x="141" y="6"/>
                  </a:cubicBezTo>
                  <a:cubicBezTo>
                    <a:pt x="141" y="3"/>
                    <a:pt x="138" y="0"/>
                    <a:pt x="135" y="0"/>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477" name="Rectangle 801"/>
            <p:cNvSpPr>
              <a:spLocks noChangeArrowheads="1"/>
            </p:cNvSpPr>
            <p:nvPr/>
          </p:nvSpPr>
          <p:spPr bwMode="auto">
            <a:xfrm>
              <a:off x="106726" y="422531"/>
              <a:ext cx="116795" cy="14084"/>
            </a:xfrm>
            <a:prstGeom prst="rect">
              <a:avLst/>
            </a:pr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zh-CN">
                <a:solidFill>
                  <a:srgbClr val="000000"/>
                </a:solidFill>
                <a:sym typeface="SimSun" panose="02010600030101010101" pitchFamily="2" charset="-122"/>
              </a:endParaRPr>
            </a:p>
          </p:txBody>
        </p:sp>
        <p:sp>
          <p:nvSpPr>
            <p:cNvPr id="478" name="Freeform 802"/>
            <p:cNvSpPr>
              <a:spLocks noChangeArrowheads="1"/>
            </p:cNvSpPr>
            <p:nvPr/>
          </p:nvSpPr>
          <p:spPr bwMode="auto">
            <a:xfrm>
              <a:off x="561824" y="50301"/>
              <a:ext cx="16110" cy="509050"/>
            </a:xfrm>
            <a:custGeom>
              <a:avLst/>
              <a:gdLst>
                <a:gd name="T0" fmla="*/ 0 w 7"/>
                <a:gd name="T1" fmla="*/ 2147483647 h 236"/>
                <a:gd name="T2" fmla="*/ 2147483647 w 7"/>
                <a:gd name="T3" fmla="*/ 2147483647 h 236"/>
                <a:gd name="T4" fmla="*/ 2147483647 w 7"/>
                <a:gd name="T5" fmla="*/ 0 h 236"/>
                <a:gd name="T6" fmla="*/ 0 w 7"/>
                <a:gd name="T7" fmla="*/ 2147483647 h 236"/>
                <a:gd name="T8" fmla="*/ 0 w 7"/>
                <a:gd name="T9" fmla="*/ 2147483647 h 236"/>
                <a:gd name="T10" fmla="*/ 0 60000 65536"/>
                <a:gd name="T11" fmla="*/ 0 60000 65536"/>
                <a:gd name="T12" fmla="*/ 0 60000 65536"/>
                <a:gd name="T13" fmla="*/ 0 60000 65536"/>
                <a:gd name="T14" fmla="*/ 0 60000 65536"/>
                <a:gd name="T15" fmla="*/ 0 w 7"/>
                <a:gd name="T16" fmla="*/ 0 h 236"/>
                <a:gd name="T17" fmla="*/ 7 w 7"/>
                <a:gd name="T18" fmla="*/ 236 h 236"/>
              </a:gdLst>
              <a:ahLst/>
              <a:cxnLst>
                <a:cxn ang="T10">
                  <a:pos x="T0" y="T1"/>
                </a:cxn>
                <a:cxn ang="T11">
                  <a:pos x="T2" y="T3"/>
                </a:cxn>
                <a:cxn ang="T12">
                  <a:pos x="T4" y="T5"/>
                </a:cxn>
                <a:cxn ang="T13">
                  <a:pos x="T6" y="T7"/>
                </a:cxn>
                <a:cxn ang="T14">
                  <a:pos x="T8" y="T9"/>
                </a:cxn>
              </a:cxnLst>
              <a:rect l="T15" t="T16" r="T17" b="T18"/>
              <a:pathLst>
                <a:path w="7" h="236">
                  <a:moveTo>
                    <a:pt x="0" y="230"/>
                  </a:moveTo>
                  <a:cubicBezTo>
                    <a:pt x="3" y="232"/>
                    <a:pt x="5" y="234"/>
                    <a:pt x="7" y="236"/>
                  </a:cubicBezTo>
                  <a:cubicBezTo>
                    <a:pt x="7" y="0"/>
                    <a:pt x="7" y="0"/>
                    <a:pt x="7" y="0"/>
                  </a:cubicBezTo>
                  <a:cubicBezTo>
                    <a:pt x="5" y="2"/>
                    <a:pt x="3" y="4"/>
                    <a:pt x="0" y="6"/>
                  </a:cubicBezTo>
                  <a:lnTo>
                    <a:pt x="0" y="230"/>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479" name="Freeform 803"/>
            <p:cNvSpPr>
              <a:spLocks noChangeArrowheads="1"/>
            </p:cNvSpPr>
            <p:nvPr/>
          </p:nvSpPr>
          <p:spPr bwMode="auto">
            <a:xfrm>
              <a:off x="0" y="185109"/>
              <a:ext cx="304069" cy="120723"/>
            </a:xfrm>
            <a:custGeom>
              <a:avLst/>
              <a:gdLst>
                <a:gd name="T0" fmla="*/ 2147483647 w 141"/>
                <a:gd name="T1" fmla="*/ 0 h 56"/>
                <a:gd name="T2" fmla="*/ 2147483647 w 141"/>
                <a:gd name="T3" fmla="*/ 0 h 56"/>
                <a:gd name="T4" fmla="*/ 0 w 141"/>
                <a:gd name="T5" fmla="*/ 2147483647 h 56"/>
                <a:gd name="T6" fmla="*/ 0 w 141"/>
                <a:gd name="T7" fmla="*/ 2147483647 h 56"/>
                <a:gd name="T8" fmla="*/ 2147483647 w 141"/>
                <a:gd name="T9" fmla="*/ 2147483647 h 56"/>
                <a:gd name="T10" fmla="*/ 2147483647 w 141"/>
                <a:gd name="T11" fmla="*/ 2147483647 h 56"/>
                <a:gd name="T12" fmla="*/ 2147483647 w 141"/>
                <a:gd name="T13" fmla="*/ 2147483647 h 56"/>
                <a:gd name="T14" fmla="*/ 2147483647 w 141"/>
                <a:gd name="T15" fmla="*/ 2147483647 h 56"/>
                <a:gd name="T16" fmla="*/ 2147483647 w 141"/>
                <a:gd name="T17" fmla="*/ 0 h 5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41"/>
                <a:gd name="T28" fmla="*/ 0 h 56"/>
                <a:gd name="T29" fmla="*/ 141 w 141"/>
                <a:gd name="T30" fmla="*/ 56 h 5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41" h="56">
                  <a:moveTo>
                    <a:pt x="135" y="0"/>
                  </a:moveTo>
                  <a:cubicBezTo>
                    <a:pt x="31" y="0"/>
                    <a:pt x="31" y="0"/>
                    <a:pt x="31" y="0"/>
                  </a:cubicBezTo>
                  <a:cubicBezTo>
                    <a:pt x="14" y="0"/>
                    <a:pt x="0" y="14"/>
                    <a:pt x="0" y="31"/>
                  </a:cubicBezTo>
                  <a:cubicBezTo>
                    <a:pt x="0" y="47"/>
                    <a:pt x="0" y="47"/>
                    <a:pt x="0" y="47"/>
                  </a:cubicBezTo>
                  <a:cubicBezTo>
                    <a:pt x="1" y="52"/>
                    <a:pt x="6" y="56"/>
                    <a:pt x="12" y="56"/>
                  </a:cubicBezTo>
                  <a:cubicBezTo>
                    <a:pt x="129" y="56"/>
                    <a:pt x="129" y="56"/>
                    <a:pt x="129" y="56"/>
                  </a:cubicBezTo>
                  <a:cubicBezTo>
                    <a:pt x="135" y="56"/>
                    <a:pt x="140" y="52"/>
                    <a:pt x="141" y="47"/>
                  </a:cubicBezTo>
                  <a:cubicBezTo>
                    <a:pt x="141" y="6"/>
                    <a:pt x="141" y="6"/>
                    <a:pt x="141" y="6"/>
                  </a:cubicBezTo>
                  <a:cubicBezTo>
                    <a:pt x="141" y="3"/>
                    <a:pt x="138" y="0"/>
                    <a:pt x="135" y="0"/>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480" name="Freeform 804"/>
            <p:cNvSpPr>
              <a:spLocks noChangeArrowheads="1"/>
            </p:cNvSpPr>
            <p:nvPr/>
          </p:nvSpPr>
          <p:spPr bwMode="auto">
            <a:xfrm>
              <a:off x="577934" y="305832"/>
              <a:ext cx="80548" cy="301808"/>
            </a:xfrm>
            <a:custGeom>
              <a:avLst/>
              <a:gdLst>
                <a:gd name="T0" fmla="*/ 0 w 38"/>
                <a:gd name="T1" fmla="*/ 0 h 140"/>
                <a:gd name="T2" fmla="*/ 0 w 38"/>
                <a:gd name="T3" fmla="*/ 2147483647 h 140"/>
                <a:gd name="T4" fmla="*/ 2147483647 w 38"/>
                <a:gd name="T5" fmla="*/ 2147483647 h 140"/>
                <a:gd name="T6" fmla="*/ 2147483647 w 38"/>
                <a:gd name="T7" fmla="*/ 2147483647 h 140"/>
                <a:gd name="T8" fmla="*/ 2147483647 w 38"/>
                <a:gd name="T9" fmla="*/ 2147483647 h 140"/>
                <a:gd name="T10" fmla="*/ 2147483647 w 38"/>
                <a:gd name="T11" fmla="*/ 0 h 140"/>
                <a:gd name="T12" fmla="*/ 0 w 38"/>
                <a:gd name="T13" fmla="*/ 0 h 140"/>
                <a:gd name="T14" fmla="*/ 0 60000 65536"/>
                <a:gd name="T15" fmla="*/ 0 60000 65536"/>
                <a:gd name="T16" fmla="*/ 0 60000 65536"/>
                <a:gd name="T17" fmla="*/ 0 60000 65536"/>
                <a:gd name="T18" fmla="*/ 0 60000 65536"/>
                <a:gd name="T19" fmla="*/ 0 60000 65536"/>
                <a:gd name="T20" fmla="*/ 0 60000 65536"/>
                <a:gd name="T21" fmla="*/ 0 w 38"/>
                <a:gd name="T22" fmla="*/ 0 h 140"/>
                <a:gd name="T23" fmla="*/ 38 w 38"/>
                <a:gd name="T24" fmla="*/ 140 h 14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8" h="140">
                  <a:moveTo>
                    <a:pt x="0" y="0"/>
                  </a:moveTo>
                  <a:cubicBezTo>
                    <a:pt x="0" y="127"/>
                    <a:pt x="0" y="127"/>
                    <a:pt x="0" y="127"/>
                  </a:cubicBezTo>
                  <a:cubicBezTo>
                    <a:pt x="0" y="134"/>
                    <a:pt x="6" y="140"/>
                    <a:pt x="13" y="140"/>
                  </a:cubicBezTo>
                  <a:cubicBezTo>
                    <a:pt x="26" y="140"/>
                    <a:pt x="26" y="140"/>
                    <a:pt x="26" y="140"/>
                  </a:cubicBezTo>
                  <a:cubicBezTo>
                    <a:pt x="32" y="140"/>
                    <a:pt x="38" y="134"/>
                    <a:pt x="38" y="127"/>
                  </a:cubicBezTo>
                  <a:cubicBezTo>
                    <a:pt x="38" y="0"/>
                    <a:pt x="38" y="0"/>
                    <a:pt x="38" y="0"/>
                  </a:cubicBezTo>
                  <a:lnTo>
                    <a:pt x="0" y="0"/>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481" name="Freeform 805"/>
            <p:cNvSpPr>
              <a:spLocks noChangeArrowheads="1"/>
            </p:cNvSpPr>
            <p:nvPr/>
          </p:nvSpPr>
          <p:spPr bwMode="auto">
            <a:xfrm>
              <a:off x="577934" y="0"/>
              <a:ext cx="80548" cy="305832"/>
            </a:xfrm>
            <a:custGeom>
              <a:avLst/>
              <a:gdLst>
                <a:gd name="T0" fmla="*/ 2147483647 w 38"/>
                <a:gd name="T1" fmla="*/ 2147483647 h 142"/>
                <a:gd name="T2" fmla="*/ 2147483647 w 38"/>
                <a:gd name="T3" fmla="*/ 0 h 142"/>
                <a:gd name="T4" fmla="*/ 2147483647 w 38"/>
                <a:gd name="T5" fmla="*/ 0 h 142"/>
                <a:gd name="T6" fmla="*/ 0 w 38"/>
                <a:gd name="T7" fmla="*/ 2147483647 h 142"/>
                <a:gd name="T8" fmla="*/ 0 w 38"/>
                <a:gd name="T9" fmla="*/ 2147483647 h 142"/>
                <a:gd name="T10" fmla="*/ 2147483647 w 38"/>
                <a:gd name="T11" fmla="*/ 2147483647 h 142"/>
                <a:gd name="T12" fmla="*/ 2147483647 w 38"/>
                <a:gd name="T13" fmla="*/ 2147483647 h 142"/>
                <a:gd name="T14" fmla="*/ 0 60000 65536"/>
                <a:gd name="T15" fmla="*/ 0 60000 65536"/>
                <a:gd name="T16" fmla="*/ 0 60000 65536"/>
                <a:gd name="T17" fmla="*/ 0 60000 65536"/>
                <a:gd name="T18" fmla="*/ 0 60000 65536"/>
                <a:gd name="T19" fmla="*/ 0 60000 65536"/>
                <a:gd name="T20" fmla="*/ 0 60000 65536"/>
                <a:gd name="T21" fmla="*/ 0 w 38"/>
                <a:gd name="T22" fmla="*/ 0 h 142"/>
                <a:gd name="T23" fmla="*/ 38 w 38"/>
                <a:gd name="T24" fmla="*/ 142 h 14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8" h="142">
                  <a:moveTo>
                    <a:pt x="38" y="13"/>
                  </a:moveTo>
                  <a:cubicBezTo>
                    <a:pt x="38" y="6"/>
                    <a:pt x="32" y="0"/>
                    <a:pt x="26" y="0"/>
                  </a:cubicBezTo>
                  <a:cubicBezTo>
                    <a:pt x="13" y="0"/>
                    <a:pt x="13" y="0"/>
                    <a:pt x="13" y="0"/>
                  </a:cubicBezTo>
                  <a:cubicBezTo>
                    <a:pt x="6" y="0"/>
                    <a:pt x="0" y="6"/>
                    <a:pt x="0" y="13"/>
                  </a:cubicBezTo>
                  <a:cubicBezTo>
                    <a:pt x="0" y="142"/>
                    <a:pt x="0" y="142"/>
                    <a:pt x="0" y="142"/>
                  </a:cubicBezTo>
                  <a:cubicBezTo>
                    <a:pt x="38" y="142"/>
                    <a:pt x="38" y="142"/>
                    <a:pt x="38" y="142"/>
                  </a:cubicBezTo>
                  <a:lnTo>
                    <a:pt x="38" y="13"/>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482" name="Freeform 806"/>
            <p:cNvSpPr>
              <a:spLocks noChangeArrowheads="1"/>
            </p:cNvSpPr>
            <p:nvPr/>
          </p:nvSpPr>
          <p:spPr bwMode="auto">
            <a:xfrm>
              <a:off x="304069" y="191144"/>
              <a:ext cx="16110" cy="225350"/>
            </a:xfrm>
            <a:custGeom>
              <a:avLst/>
              <a:gdLst>
                <a:gd name="T0" fmla="*/ 0 w 7"/>
                <a:gd name="T1" fmla="*/ 2147483647 h 104"/>
                <a:gd name="T2" fmla="*/ 2147483647 w 7"/>
                <a:gd name="T3" fmla="*/ 2147483647 h 104"/>
                <a:gd name="T4" fmla="*/ 2147483647 w 7"/>
                <a:gd name="T5" fmla="*/ 0 h 104"/>
                <a:gd name="T6" fmla="*/ 0 w 7"/>
                <a:gd name="T7" fmla="*/ 2147483647 h 104"/>
                <a:gd name="T8" fmla="*/ 0 w 7"/>
                <a:gd name="T9" fmla="*/ 2147483647 h 104"/>
                <a:gd name="T10" fmla="*/ 0 60000 65536"/>
                <a:gd name="T11" fmla="*/ 0 60000 65536"/>
                <a:gd name="T12" fmla="*/ 0 60000 65536"/>
                <a:gd name="T13" fmla="*/ 0 60000 65536"/>
                <a:gd name="T14" fmla="*/ 0 60000 65536"/>
                <a:gd name="T15" fmla="*/ 0 w 7"/>
                <a:gd name="T16" fmla="*/ 0 h 104"/>
                <a:gd name="T17" fmla="*/ 7 w 7"/>
                <a:gd name="T18" fmla="*/ 104 h 104"/>
              </a:gdLst>
              <a:ahLst/>
              <a:cxnLst>
                <a:cxn ang="T10">
                  <a:pos x="T0" y="T1"/>
                </a:cxn>
                <a:cxn ang="T11">
                  <a:pos x="T2" y="T3"/>
                </a:cxn>
                <a:cxn ang="T12">
                  <a:pos x="T4" y="T5"/>
                </a:cxn>
                <a:cxn ang="T13">
                  <a:pos x="T6" y="T7"/>
                </a:cxn>
                <a:cxn ang="T14">
                  <a:pos x="T8" y="T9"/>
                </a:cxn>
              </a:cxnLst>
              <a:rect l="T15" t="T16" r="T17" b="T18"/>
              <a:pathLst>
                <a:path w="7" h="104">
                  <a:moveTo>
                    <a:pt x="0" y="102"/>
                  </a:moveTo>
                  <a:cubicBezTo>
                    <a:pt x="2" y="102"/>
                    <a:pt x="5" y="103"/>
                    <a:pt x="7" y="104"/>
                  </a:cubicBezTo>
                  <a:cubicBezTo>
                    <a:pt x="7" y="0"/>
                    <a:pt x="7" y="0"/>
                    <a:pt x="7" y="0"/>
                  </a:cubicBezTo>
                  <a:cubicBezTo>
                    <a:pt x="5" y="1"/>
                    <a:pt x="2" y="2"/>
                    <a:pt x="0" y="2"/>
                  </a:cubicBezTo>
                  <a:lnTo>
                    <a:pt x="0" y="102"/>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gr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0" name="图片 189"/>
          <p:cNvPicPr>
            <a:picLocks noChangeAspect="1"/>
          </p:cNvPicPr>
          <p:nvPr/>
        </p:nvPicPr>
        <p:blipFill>
          <a:blip r:embed="rId1"/>
          <a:stretch>
            <a:fillRect/>
          </a:stretch>
        </p:blipFill>
        <p:spPr>
          <a:xfrm>
            <a:off x="7680615" y="4671549"/>
            <a:ext cx="9661962" cy="5608806"/>
          </a:xfrm>
          <a:prstGeom prst="rect">
            <a:avLst/>
          </a:prstGeom>
          <a:scene3d>
            <a:camera prst="orthographicFront">
              <a:rot lat="0" lon="10800000" rev="0"/>
            </a:camera>
            <a:lightRig rig="threePt" dir="t"/>
          </a:scene3d>
        </p:spPr>
      </p:pic>
      <p:sp>
        <p:nvSpPr>
          <p:cNvPr id="156" name="平行四边形 155"/>
          <p:cNvSpPr/>
          <p:nvPr/>
        </p:nvSpPr>
        <p:spPr>
          <a:xfrm>
            <a:off x="10442581" y="2254239"/>
            <a:ext cx="7845419" cy="8029891"/>
          </a:xfrm>
          <a:custGeom>
            <a:avLst/>
            <a:gdLst>
              <a:gd name="connsiteX0" fmla="*/ 0 w 8763000"/>
              <a:gd name="connsiteY0" fmla="*/ 8029891 h 8029891"/>
              <a:gd name="connsiteX1" fmla="*/ 4625779 w 8763000"/>
              <a:gd name="connsiteY1" fmla="*/ 0 h 8029891"/>
              <a:gd name="connsiteX2" fmla="*/ 8763000 w 8763000"/>
              <a:gd name="connsiteY2" fmla="*/ 0 h 8029891"/>
              <a:gd name="connsiteX3" fmla="*/ 4137221 w 8763000"/>
              <a:gd name="connsiteY3" fmla="*/ 8029891 h 8029891"/>
              <a:gd name="connsiteX4" fmla="*/ 0 w 8763000"/>
              <a:gd name="connsiteY4" fmla="*/ 8029891 h 8029891"/>
              <a:gd name="connsiteX0-1" fmla="*/ 0 w 8763000"/>
              <a:gd name="connsiteY0-2" fmla="*/ 8029891 h 8029891"/>
              <a:gd name="connsiteX1-3" fmla="*/ 4625779 w 8763000"/>
              <a:gd name="connsiteY1-4" fmla="*/ 0 h 8029891"/>
              <a:gd name="connsiteX2-5" fmla="*/ 8763000 w 8763000"/>
              <a:gd name="connsiteY2-6" fmla="*/ 0 h 8029891"/>
              <a:gd name="connsiteX3-7" fmla="*/ 4243546 w 8763000"/>
              <a:gd name="connsiteY3-8" fmla="*/ 8008626 h 8029891"/>
              <a:gd name="connsiteX4-9" fmla="*/ 0 w 8763000"/>
              <a:gd name="connsiteY4-10" fmla="*/ 8029891 h 8029891"/>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8763000" h="8029891">
                <a:moveTo>
                  <a:pt x="0" y="8029891"/>
                </a:moveTo>
                <a:lnTo>
                  <a:pt x="4625779" y="0"/>
                </a:lnTo>
                <a:lnTo>
                  <a:pt x="8763000" y="0"/>
                </a:lnTo>
                <a:lnTo>
                  <a:pt x="4243546" y="8008626"/>
                </a:lnTo>
                <a:lnTo>
                  <a:pt x="0" y="8029891"/>
                </a:lnTo>
                <a:close/>
              </a:path>
            </a:pathLst>
          </a:custGeom>
          <a:solidFill>
            <a:schemeClr val="tx1">
              <a:lumMod val="75000"/>
              <a:lumOff val="25000"/>
              <a:alpha val="60000"/>
            </a:schemeClr>
          </a:solidFill>
          <a:ln>
            <a:noFill/>
          </a:ln>
          <a:scene3d>
            <a:camera prst="orthographicFront">
              <a:rot lat="0" lon="10800000" rev="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nvSpPr>
        <p:spPr>
          <a:xfrm>
            <a:off x="0" y="-6351"/>
            <a:ext cx="7110226" cy="10286705"/>
          </a:xfrm>
          <a:custGeom>
            <a:avLst/>
            <a:gdLst>
              <a:gd name="connsiteX0" fmla="*/ 0 w 7110226"/>
              <a:gd name="connsiteY0" fmla="*/ 0 h 10286705"/>
              <a:gd name="connsiteX1" fmla="*/ 7110226 w 7110226"/>
              <a:gd name="connsiteY1" fmla="*/ 0 h 10286705"/>
              <a:gd name="connsiteX2" fmla="*/ 7110226 w 7110226"/>
              <a:gd name="connsiteY2" fmla="*/ 10286705 h 10286705"/>
              <a:gd name="connsiteX3" fmla="*/ 0 w 7110226"/>
              <a:gd name="connsiteY3" fmla="*/ 10286705 h 10286705"/>
              <a:gd name="connsiteX4" fmla="*/ 0 w 7110226"/>
              <a:gd name="connsiteY4" fmla="*/ 0 h 10286705"/>
              <a:gd name="connsiteX0-1" fmla="*/ 0 w 7110226"/>
              <a:gd name="connsiteY0-2" fmla="*/ 0 h 10286705"/>
              <a:gd name="connsiteX1-3" fmla="*/ 7110226 w 7110226"/>
              <a:gd name="connsiteY1-4" fmla="*/ 0 h 10286705"/>
              <a:gd name="connsiteX2-5" fmla="*/ 4001266 w 7110226"/>
              <a:gd name="connsiteY2-6" fmla="*/ 10286705 h 10286705"/>
              <a:gd name="connsiteX3-7" fmla="*/ 0 w 7110226"/>
              <a:gd name="connsiteY3-8" fmla="*/ 10286705 h 10286705"/>
              <a:gd name="connsiteX4-9" fmla="*/ 0 w 7110226"/>
              <a:gd name="connsiteY4-10" fmla="*/ 0 h 1028670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7110226" h="10286705">
                <a:moveTo>
                  <a:pt x="0" y="0"/>
                </a:moveTo>
                <a:lnTo>
                  <a:pt x="7110226" y="0"/>
                </a:lnTo>
                <a:lnTo>
                  <a:pt x="4001266" y="10286705"/>
                </a:lnTo>
                <a:lnTo>
                  <a:pt x="0" y="10286705"/>
                </a:lnTo>
                <a:lnTo>
                  <a:pt x="0" y="0"/>
                </a:lnTo>
                <a:close/>
              </a:path>
            </a:pathLst>
          </a:custGeom>
          <a:solidFill>
            <a:srgbClr val="F02424">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 name="TextBox 46"/>
          <p:cNvSpPr txBox="1"/>
          <p:nvPr/>
        </p:nvSpPr>
        <p:spPr>
          <a:xfrm>
            <a:off x="2713140" y="1427457"/>
            <a:ext cx="3119149" cy="7786747"/>
          </a:xfrm>
          <a:prstGeom prst="rect">
            <a:avLst/>
          </a:prstGeom>
          <a:noFill/>
          <a:effectLst>
            <a:outerShdw blurRad="1270000" dist="38100" dir="5400000" algn="t" rotWithShape="0">
              <a:prstClr val="black">
                <a:alpha val="40000"/>
              </a:prstClr>
            </a:outerShdw>
          </a:effectLst>
        </p:spPr>
        <p:txBody>
          <a:bodyPr wrap="square" rtlCol="0">
            <a:spAutoFit/>
          </a:bodyPr>
          <a:lstStyle>
            <a:defPPr>
              <a:defRPr lang="zh-CN"/>
            </a:defPPr>
            <a:lvl1pPr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SimSun"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SimSun" panose="02010600030101010101" pitchFamily="2" charset="-122"/>
                <a:cs typeface="+mn-cs"/>
              </a:defRPr>
            </a:lvl9pPr>
          </a:lstStyle>
          <a:p>
            <a:pPr algn="ctr"/>
            <a:r>
              <a:rPr lang="en-US" altLang="zh-CN" sz="50000" b="1" dirty="0" smtClean="0">
                <a:solidFill>
                  <a:schemeClr val="bg1"/>
                </a:solidFill>
                <a:latin typeface="Microsoft YaHei" panose="020B0503020204020204" pitchFamily="34" charset="-122"/>
                <a:ea typeface="Microsoft YaHei" panose="020B0503020204020204" pitchFamily="34" charset="-122"/>
                <a:sym typeface="Microsoft YaHei" panose="020B0503020204020204" pitchFamily="34" charset="-122"/>
              </a:rPr>
              <a:t>3</a:t>
            </a:r>
            <a:endParaRPr lang="zh-CN" altLang="en-US" sz="50000" b="1" dirty="0">
              <a:solidFill>
                <a:schemeClr val="bg1"/>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5" name="矩形 4"/>
          <p:cNvSpPr/>
          <p:nvPr/>
        </p:nvSpPr>
        <p:spPr>
          <a:xfrm>
            <a:off x="4684033" y="5381133"/>
            <a:ext cx="1862918" cy="2679024"/>
          </a:xfrm>
          <a:custGeom>
            <a:avLst/>
            <a:gdLst>
              <a:gd name="connsiteX0" fmla="*/ 0 w 914400"/>
              <a:gd name="connsiteY0" fmla="*/ 0 h 2494462"/>
              <a:gd name="connsiteX1" fmla="*/ 914400 w 914400"/>
              <a:gd name="connsiteY1" fmla="*/ 0 h 2494462"/>
              <a:gd name="connsiteX2" fmla="*/ 914400 w 914400"/>
              <a:gd name="connsiteY2" fmla="*/ 2494462 h 2494462"/>
              <a:gd name="connsiteX3" fmla="*/ 0 w 914400"/>
              <a:gd name="connsiteY3" fmla="*/ 2494462 h 2494462"/>
              <a:gd name="connsiteX4" fmla="*/ 0 w 914400"/>
              <a:gd name="connsiteY4" fmla="*/ 0 h 2494462"/>
              <a:gd name="connsiteX0-1" fmla="*/ 744279 w 1658679"/>
              <a:gd name="connsiteY0-2" fmla="*/ 0 h 2685848"/>
              <a:gd name="connsiteX1-3" fmla="*/ 1658679 w 1658679"/>
              <a:gd name="connsiteY1-4" fmla="*/ 0 h 2685848"/>
              <a:gd name="connsiteX2-5" fmla="*/ 1658679 w 1658679"/>
              <a:gd name="connsiteY2-6" fmla="*/ 2494462 h 2685848"/>
              <a:gd name="connsiteX3-7" fmla="*/ 0 w 1658679"/>
              <a:gd name="connsiteY3-8" fmla="*/ 2685848 h 2685848"/>
              <a:gd name="connsiteX4-9" fmla="*/ 744279 w 1658679"/>
              <a:gd name="connsiteY4-10" fmla="*/ 0 h 2685848"/>
              <a:gd name="connsiteX0-11" fmla="*/ 744279 w 2509283"/>
              <a:gd name="connsiteY0-12" fmla="*/ 0 h 2685848"/>
              <a:gd name="connsiteX1-13" fmla="*/ 1658679 w 2509283"/>
              <a:gd name="connsiteY1-14" fmla="*/ 0 h 2685848"/>
              <a:gd name="connsiteX2-15" fmla="*/ 2509283 w 2509283"/>
              <a:gd name="connsiteY2-16" fmla="*/ 2622053 h 2685848"/>
              <a:gd name="connsiteX3-17" fmla="*/ 0 w 2509283"/>
              <a:gd name="connsiteY3-18" fmla="*/ 2685848 h 2685848"/>
              <a:gd name="connsiteX4-19" fmla="*/ 744279 w 2509283"/>
              <a:gd name="connsiteY4-20" fmla="*/ 0 h 2685848"/>
              <a:gd name="connsiteX0-21" fmla="*/ 744279 w 1658679"/>
              <a:gd name="connsiteY0-22" fmla="*/ 0 h 2685848"/>
              <a:gd name="connsiteX1-23" fmla="*/ 1658679 w 1658679"/>
              <a:gd name="connsiteY1-24" fmla="*/ 0 h 2685848"/>
              <a:gd name="connsiteX2-25" fmla="*/ 1531087 w 1658679"/>
              <a:gd name="connsiteY2-26" fmla="*/ 2643318 h 2685848"/>
              <a:gd name="connsiteX3-27" fmla="*/ 0 w 1658679"/>
              <a:gd name="connsiteY3-28" fmla="*/ 2685848 h 2685848"/>
              <a:gd name="connsiteX4-29" fmla="*/ 744279 w 1658679"/>
              <a:gd name="connsiteY4-30" fmla="*/ 0 h 2685848"/>
              <a:gd name="connsiteX0-31" fmla="*/ 744279 w 1658679"/>
              <a:gd name="connsiteY0-32" fmla="*/ 0 h 2685848"/>
              <a:gd name="connsiteX1-33" fmla="*/ 1658679 w 1658679"/>
              <a:gd name="connsiteY1-34" fmla="*/ 0 h 2685848"/>
              <a:gd name="connsiteX2-35" fmla="*/ 1531087 w 1658679"/>
              <a:gd name="connsiteY2-36" fmla="*/ 2643318 h 2685848"/>
              <a:gd name="connsiteX3-37" fmla="*/ 0 w 1658679"/>
              <a:gd name="connsiteY3-38" fmla="*/ 2685848 h 2685848"/>
              <a:gd name="connsiteX4-39" fmla="*/ 744279 w 1658679"/>
              <a:gd name="connsiteY4-40" fmla="*/ 0 h 2685848"/>
              <a:gd name="connsiteX0-41" fmla="*/ 744279 w 1828798"/>
              <a:gd name="connsiteY0-42" fmla="*/ 0 h 2685848"/>
              <a:gd name="connsiteX1-43" fmla="*/ 1658679 w 1828798"/>
              <a:gd name="connsiteY1-44" fmla="*/ 0 h 2685848"/>
              <a:gd name="connsiteX2-45" fmla="*/ 1828798 w 1828798"/>
              <a:gd name="connsiteY2-46" fmla="*/ 2196751 h 2685848"/>
              <a:gd name="connsiteX3-47" fmla="*/ 0 w 1828798"/>
              <a:gd name="connsiteY3-48" fmla="*/ 2685848 h 2685848"/>
              <a:gd name="connsiteX4-49" fmla="*/ 744279 w 1828798"/>
              <a:gd name="connsiteY4-50" fmla="*/ 0 h 2685848"/>
              <a:gd name="connsiteX0-51" fmla="*/ 778399 w 1862918"/>
              <a:gd name="connsiteY0-52" fmla="*/ 0 h 2665376"/>
              <a:gd name="connsiteX1-53" fmla="*/ 1692799 w 1862918"/>
              <a:gd name="connsiteY1-54" fmla="*/ 0 h 2665376"/>
              <a:gd name="connsiteX2-55" fmla="*/ 1862918 w 1862918"/>
              <a:gd name="connsiteY2-56" fmla="*/ 2196751 h 2665376"/>
              <a:gd name="connsiteX3-57" fmla="*/ 0 w 1862918"/>
              <a:gd name="connsiteY3-58" fmla="*/ 2665376 h 2665376"/>
              <a:gd name="connsiteX4-59" fmla="*/ 778399 w 1862918"/>
              <a:gd name="connsiteY4-60" fmla="*/ 0 h 2665376"/>
              <a:gd name="connsiteX0-61" fmla="*/ 798870 w 1862918"/>
              <a:gd name="connsiteY0-62" fmla="*/ 0 h 2679024"/>
              <a:gd name="connsiteX1-63" fmla="*/ 1692799 w 1862918"/>
              <a:gd name="connsiteY1-64" fmla="*/ 13648 h 2679024"/>
              <a:gd name="connsiteX2-65" fmla="*/ 1862918 w 1862918"/>
              <a:gd name="connsiteY2-66" fmla="*/ 2210399 h 2679024"/>
              <a:gd name="connsiteX3-67" fmla="*/ 0 w 1862918"/>
              <a:gd name="connsiteY3-68" fmla="*/ 2679024 h 2679024"/>
              <a:gd name="connsiteX4-69" fmla="*/ 798870 w 1862918"/>
              <a:gd name="connsiteY4-70" fmla="*/ 0 h 2679024"/>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862918" h="2679024">
                <a:moveTo>
                  <a:pt x="798870" y="0"/>
                </a:moveTo>
                <a:lnTo>
                  <a:pt x="1692799" y="13648"/>
                </a:lnTo>
                <a:lnTo>
                  <a:pt x="1862918" y="2210399"/>
                </a:lnTo>
                <a:lnTo>
                  <a:pt x="0" y="2679024"/>
                </a:lnTo>
                <a:lnTo>
                  <a:pt x="798870" y="0"/>
                </a:lnTo>
                <a:close/>
              </a:path>
            </a:pathLst>
          </a:custGeom>
          <a:solidFill>
            <a:srgbClr val="252E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文本框 14"/>
          <p:cNvSpPr txBox="1"/>
          <p:nvPr/>
        </p:nvSpPr>
        <p:spPr>
          <a:xfrm>
            <a:off x="6705600" y="3321050"/>
            <a:ext cx="10191750" cy="3046095"/>
          </a:xfrm>
          <a:prstGeom prst="rect">
            <a:avLst/>
          </a:prstGeom>
          <a:noFill/>
        </p:spPr>
        <p:txBody>
          <a:bodyPr wrap="square" rtlCol="0">
            <a:spAutoFit/>
          </a:bodyPr>
          <a:lstStyle/>
          <a:p>
            <a:r>
              <a:rPr lang="vi-VN" altLang="zh-CN" sz="9600"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sym typeface="Microsoft YaHei" panose="020B0503020204020204" pitchFamily="34" charset="-122"/>
              </a:rPr>
              <a:t>DEMO CHƯƠNG TRÌNH AFFINE</a:t>
            </a:r>
            <a:endParaRPr lang="vi-VN" altLang="zh-CN" sz="9600"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sym typeface="Microsoft YaHei" panose="020B0503020204020204" pitchFamily="34" charset="-122"/>
            </a:endParaRP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矩形 70"/>
          <p:cNvSpPr/>
          <p:nvPr/>
        </p:nvSpPr>
        <p:spPr>
          <a:xfrm>
            <a:off x="17961936" y="607033"/>
            <a:ext cx="304799" cy="828221"/>
          </a:xfrm>
          <a:prstGeom prst="rect">
            <a:avLst/>
          </a:prstGeom>
          <a:solidFill>
            <a:srgbClr val="F024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p>
        </p:txBody>
      </p:sp>
      <p:sp>
        <p:nvSpPr>
          <p:cNvPr id="72" name="矩形 71"/>
          <p:cNvSpPr/>
          <p:nvPr/>
        </p:nvSpPr>
        <p:spPr>
          <a:xfrm>
            <a:off x="17831306" y="607033"/>
            <a:ext cx="79828" cy="828221"/>
          </a:xfrm>
          <a:prstGeom prst="rect">
            <a:avLst/>
          </a:prstGeom>
          <a:solidFill>
            <a:srgbClr val="F024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p>
        </p:txBody>
      </p:sp>
      <p:sp>
        <p:nvSpPr>
          <p:cNvPr id="73" name="文本框 72"/>
          <p:cNvSpPr txBox="1"/>
          <p:nvPr/>
        </p:nvSpPr>
        <p:spPr>
          <a:xfrm>
            <a:off x="16922977" y="604257"/>
            <a:ext cx="947405" cy="829945"/>
          </a:xfrm>
          <a:prstGeom prst="rect">
            <a:avLst/>
          </a:prstGeom>
          <a:noFill/>
        </p:spPr>
        <p:txBody>
          <a:bodyPr wrap="square" rtlCol="0">
            <a:spAutoFit/>
          </a:bodyPr>
          <a:lstStyle/>
          <a:p>
            <a:r>
              <a:rPr lang="en-US" altLang="vi-VN" sz="4800" dirty="0" smtClean="0">
                <a:solidFill>
                  <a:schemeClr val="bg1"/>
                </a:solidFill>
                <a:latin typeface="Microsoft YaHei" panose="020B0503020204020204" pitchFamily="34" charset="-122"/>
                <a:ea typeface="Microsoft YaHei" panose="020B0503020204020204" pitchFamily="34" charset="-122"/>
              </a:rPr>
              <a:t>23</a:t>
            </a:r>
            <a:endParaRPr lang="en-US" altLang="vi-VN" sz="4800" dirty="0" smtClean="0">
              <a:solidFill>
                <a:schemeClr val="bg1"/>
              </a:solidFill>
              <a:latin typeface="Microsoft YaHei" panose="020B0503020204020204" pitchFamily="34" charset="-122"/>
              <a:ea typeface="Microsoft YaHei" panose="020B0503020204020204" pitchFamily="34" charset="-122"/>
            </a:endParaRPr>
          </a:p>
        </p:txBody>
      </p:sp>
      <p:grpSp>
        <p:nvGrpSpPr>
          <p:cNvPr id="4" name="组合 3"/>
          <p:cNvGrpSpPr/>
          <p:nvPr/>
        </p:nvGrpSpPr>
        <p:grpSpPr>
          <a:xfrm>
            <a:off x="14187805" y="7916545"/>
            <a:ext cx="4548505" cy="2686685"/>
            <a:chOff x="11519983" y="5270056"/>
            <a:chExt cx="5829924" cy="3299229"/>
          </a:xfrm>
        </p:grpSpPr>
        <p:grpSp>
          <p:nvGrpSpPr>
            <p:cNvPr id="97" name="组合 96"/>
            <p:cNvGrpSpPr/>
            <p:nvPr/>
          </p:nvGrpSpPr>
          <p:grpSpPr>
            <a:xfrm rot="5400000">
              <a:off x="12785331" y="4004708"/>
              <a:ext cx="3299229" cy="5829924"/>
              <a:chOff x="4862722" y="-238122"/>
              <a:chExt cx="3541407" cy="6152922"/>
            </a:xfrm>
          </p:grpSpPr>
          <p:grpSp>
            <p:nvGrpSpPr>
              <p:cNvPr id="98" name="组合 97"/>
              <p:cNvGrpSpPr/>
              <p:nvPr/>
            </p:nvGrpSpPr>
            <p:grpSpPr>
              <a:xfrm>
                <a:off x="4862722" y="-238122"/>
                <a:ext cx="3541407" cy="6152922"/>
                <a:chOff x="4862722" y="-238122"/>
                <a:chExt cx="3541407" cy="6152922"/>
              </a:xfrm>
              <a:effectLst>
                <a:outerShdw blurRad="203200" dist="101600" dir="2700000" algn="ctr" rotWithShape="0">
                  <a:schemeClr val="tx1">
                    <a:alpha val="40000"/>
                  </a:schemeClr>
                </a:outerShdw>
              </a:effectLst>
            </p:grpSpPr>
            <p:grpSp>
              <p:nvGrpSpPr>
                <p:cNvPr id="108" name="组合 107"/>
                <p:cNvGrpSpPr/>
                <p:nvPr/>
              </p:nvGrpSpPr>
              <p:grpSpPr>
                <a:xfrm>
                  <a:off x="7282083" y="1812626"/>
                  <a:ext cx="45719" cy="310161"/>
                  <a:chOff x="8020452" y="2062264"/>
                  <a:chExt cx="150782" cy="787940"/>
                </a:xfrm>
              </p:grpSpPr>
              <p:sp>
                <p:nvSpPr>
                  <p:cNvPr id="127" name="圆角矩形 126"/>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8" name="圆角矩形 127"/>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09" name="组合 108"/>
                <p:cNvGrpSpPr/>
                <p:nvPr/>
              </p:nvGrpSpPr>
              <p:grpSpPr>
                <a:xfrm>
                  <a:off x="4862722" y="2122787"/>
                  <a:ext cx="45719" cy="239059"/>
                  <a:chOff x="8020452" y="2062264"/>
                  <a:chExt cx="150782" cy="787940"/>
                </a:xfrm>
              </p:grpSpPr>
              <p:sp>
                <p:nvSpPr>
                  <p:cNvPr id="125" name="圆角矩形 124"/>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6" name="圆角矩形 125"/>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0" name="组合 109"/>
                <p:cNvGrpSpPr/>
                <p:nvPr/>
              </p:nvGrpSpPr>
              <p:grpSpPr>
                <a:xfrm>
                  <a:off x="4862722" y="1812626"/>
                  <a:ext cx="45719" cy="239059"/>
                  <a:chOff x="8020452" y="2062264"/>
                  <a:chExt cx="150782" cy="787940"/>
                </a:xfrm>
              </p:grpSpPr>
              <p:sp>
                <p:nvSpPr>
                  <p:cNvPr id="123" name="圆角矩形 122"/>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4" name="圆角矩形 123"/>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1" name="组合 110"/>
                <p:cNvGrpSpPr/>
                <p:nvPr/>
              </p:nvGrpSpPr>
              <p:grpSpPr>
                <a:xfrm>
                  <a:off x="4862722" y="1543685"/>
                  <a:ext cx="45719" cy="117603"/>
                  <a:chOff x="8020452" y="2062264"/>
                  <a:chExt cx="150782" cy="787940"/>
                </a:xfrm>
              </p:grpSpPr>
              <p:sp>
                <p:nvSpPr>
                  <p:cNvPr id="121" name="圆角矩形 120"/>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2" name="圆角矩形 121"/>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2" name="圆角矩形 111"/>
                <p:cNvSpPr/>
                <p:nvPr/>
              </p:nvSpPr>
              <p:spPr>
                <a:xfrm>
                  <a:off x="4890000" y="943200"/>
                  <a:ext cx="2412000" cy="4971600"/>
                </a:xfrm>
                <a:prstGeom prst="roundRect">
                  <a:avLst>
                    <a:gd name="adj" fmla="val 7335"/>
                  </a:avLst>
                </a:prstGeom>
                <a:solidFill>
                  <a:srgbClr val="404040"/>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3" name="圆角矩形 112"/>
                <p:cNvSpPr/>
                <p:nvPr/>
              </p:nvSpPr>
              <p:spPr>
                <a:xfrm>
                  <a:off x="4926000" y="979200"/>
                  <a:ext cx="2340000" cy="4899600"/>
                </a:xfrm>
                <a:prstGeom prst="roundRect">
                  <a:avLst>
                    <a:gd name="adj" fmla="val 7335"/>
                  </a:avLst>
                </a:prstGeom>
                <a:solidFill>
                  <a:srgbClr val="05050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4" name="矩形 113"/>
                <p:cNvSpPr/>
                <p:nvPr/>
              </p:nvSpPr>
              <p:spPr>
                <a:xfrm>
                  <a:off x="5034000" y="1540800"/>
                  <a:ext cx="2124000" cy="377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5" name="圆角矩形 114"/>
                <p:cNvSpPr/>
                <p:nvPr/>
              </p:nvSpPr>
              <p:spPr>
                <a:xfrm>
                  <a:off x="5901599" y="1206000"/>
                  <a:ext cx="388800" cy="36000"/>
                </a:xfrm>
                <a:prstGeom prst="roundRect">
                  <a:avLst>
                    <a:gd name="adj" fmla="val 50000"/>
                  </a:avLst>
                </a:prstGeom>
                <a:solidFill>
                  <a:srgbClr val="0D0D0D"/>
                </a:solidFill>
                <a:ln>
                  <a:noFill/>
                </a:ln>
                <a:scene3d>
                  <a:camera prst="orthographicFront"/>
                  <a:lightRig rig="threePt" dir="t"/>
                </a:scene3d>
                <a:sp3d>
                  <a:bevelT w="69850" h="50800" prst="coolSlan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16" name="组合 115"/>
                <p:cNvGrpSpPr/>
                <p:nvPr/>
              </p:nvGrpSpPr>
              <p:grpSpPr>
                <a:xfrm>
                  <a:off x="5905200" y="5406664"/>
                  <a:ext cx="381600" cy="381600"/>
                  <a:chOff x="5905200" y="3238200"/>
                  <a:chExt cx="381600" cy="381600"/>
                </a:xfrm>
              </p:grpSpPr>
              <p:sp>
                <p:nvSpPr>
                  <p:cNvPr id="119" name="椭圆 118"/>
                  <p:cNvSpPr/>
                  <p:nvPr/>
                </p:nvSpPr>
                <p:spPr>
                  <a:xfrm>
                    <a:off x="5905200" y="3238200"/>
                    <a:ext cx="381600" cy="381600"/>
                  </a:xfrm>
                  <a:prstGeom prst="ellipse">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0" name="椭圆 119"/>
                  <p:cNvSpPr/>
                  <p:nvPr/>
                </p:nvSpPr>
                <p:spPr>
                  <a:xfrm>
                    <a:off x="5932200" y="3265200"/>
                    <a:ext cx="327600" cy="3276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7" name="圆角矩形 116"/>
                <p:cNvSpPr/>
                <p:nvPr/>
              </p:nvSpPr>
              <p:spPr>
                <a:xfrm>
                  <a:off x="4883060" y="952391"/>
                  <a:ext cx="2376000" cy="4952144"/>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8" name="圆角矩形 117"/>
                <p:cNvSpPr/>
                <p:nvPr/>
              </p:nvSpPr>
              <p:spPr>
                <a:xfrm>
                  <a:off x="6028129" y="-238122"/>
                  <a:ext cx="2376000" cy="4935600"/>
                </a:xfrm>
                <a:prstGeom prst="roundRect">
                  <a:avLst>
                    <a:gd name="adj" fmla="val 7335"/>
                  </a:avLst>
                </a:prstGeom>
                <a:gradFill flip="none" rotWithShape="1">
                  <a:gsLst>
                    <a:gs pos="0">
                      <a:srgbClr val="FFFFFF">
                        <a:alpha val="18000"/>
                      </a:srgbClr>
                    </a:gs>
                    <a:gs pos="5000">
                      <a:srgbClr val="FFFFFF">
                        <a:alpha val="0"/>
                      </a:srgb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99" name="组合 98"/>
              <p:cNvGrpSpPr/>
              <p:nvPr/>
            </p:nvGrpSpPr>
            <p:grpSpPr>
              <a:xfrm>
                <a:off x="6856135" y="1608679"/>
                <a:ext cx="156128" cy="54425"/>
                <a:chOff x="6770056" y="1608698"/>
                <a:chExt cx="156128" cy="65855"/>
              </a:xfrm>
            </p:grpSpPr>
            <p:sp>
              <p:nvSpPr>
                <p:cNvPr id="105" name="矩形 104"/>
                <p:cNvSpPr/>
                <p:nvPr/>
              </p:nvSpPr>
              <p:spPr>
                <a:xfrm>
                  <a:off x="6770056" y="1608698"/>
                  <a:ext cx="146501" cy="65855"/>
                </a:xfrm>
                <a:prstGeom prst="rect">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6" name="矩形 105"/>
                <p:cNvSpPr/>
                <p:nvPr/>
              </p:nvSpPr>
              <p:spPr>
                <a:xfrm>
                  <a:off x="6916234" y="1633796"/>
                  <a:ext cx="9950" cy="16633"/>
                </a:xfrm>
                <a:prstGeom prst="rect">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7" name="矩形 106"/>
                <p:cNvSpPr/>
                <p:nvPr/>
              </p:nvSpPr>
              <p:spPr>
                <a:xfrm>
                  <a:off x="6770056" y="1608699"/>
                  <a:ext cx="83493" cy="6585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0" name="椭圆 99"/>
              <p:cNvSpPr/>
              <p:nvPr/>
            </p:nvSpPr>
            <p:spPr>
              <a:xfrm>
                <a:off x="5123906"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1" name="椭圆 100"/>
              <p:cNvSpPr/>
              <p:nvPr/>
            </p:nvSpPr>
            <p:spPr>
              <a:xfrm>
                <a:off x="5176565"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2" name="椭圆 101"/>
              <p:cNvSpPr/>
              <p:nvPr/>
            </p:nvSpPr>
            <p:spPr>
              <a:xfrm>
                <a:off x="5224538"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3" name="椭圆 102"/>
              <p:cNvSpPr/>
              <p:nvPr/>
            </p:nvSpPr>
            <p:spPr>
              <a:xfrm>
                <a:off x="5274547"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 name="椭圆 103"/>
              <p:cNvSpPr/>
              <p:nvPr/>
            </p:nvSpPr>
            <p:spPr>
              <a:xfrm>
                <a:off x="5324640" y="1619118"/>
                <a:ext cx="41564" cy="41564"/>
              </a:xfrm>
              <a:prstGeom prst="ellipse">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38" name="矩形 137"/>
            <p:cNvSpPr/>
            <p:nvPr/>
          </p:nvSpPr>
          <p:spPr bwMode="auto">
            <a:xfrm rot="16200000">
              <a:off x="12870306" y="4596683"/>
              <a:ext cx="1987572" cy="3635808"/>
            </a:xfrm>
            <a:prstGeom prst="rect">
              <a:avLst/>
            </a:prstGeom>
            <a:solidFill>
              <a:srgbClr val="2B7FB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 typeface="Arial" panose="020B0604020202020204" pitchFamily="34" charset="0"/>
                <a:buNone/>
                <a:defRPr/>
              </a:pPr>
              <a:endParaRPr lang="zh-CN" altLang="en-US"/>
            </a:p>
          </p:txBody>
        </p:sp>
        <p:grpSp>
          <p:nvGrpSpPr>
            <p:cNvPr id="141" name="组合 2"/>
            <p:cNvGrpSpPr/>
            <p:nvPr/>
          </p:nvGrpSpPr>
          <p:grpSpPr bwMode="auto">
            <a:xfrm>
              <a:off x="13580951" y="5774163"/>
              <a:ext cx="608013" cy="619125"/>
              <a:chOff x="7938529" y="3078391"/>
              <a:chExt cx="607404" cy="617990"/>
            </a:xfrm>
          </p:grpSpPr>
          <p:sp>
            <p:nvSpPr>
              <p:cNvPr id="142" name="object 5"/>
              <p:cNvSpPr/>
              <p:nvPr/>
            </p:nvSpPr>
            <p:spPr bwMode="auto">
              <a:xfrm>
                <a:off x="8052890" y="3078391"/>
                <a:ext cx="137478" cy="276999"/>
              </a:xfrm>
              <a:custGeom>
                <a:avLst/>
                <a:gdLst>
                  <a:gd name="T0" fmla="*/ 17874 w 226695"/>
                  <a:gd name="T1" fmla="*/ 0 h 262254"/>
                  <a:gd name="T2" fmla="*/ 0 w 226695"/>
                  <a:gd name="T3" fmla="*/ 197759 h 262254"/>
                  <a:gd name="T4" fmla="*/ 30590 w 226695"/>
                  <a:gd name="T5" fmla="*/ 326123 h 262254"/>
                  <a:gd name="T6" fmla="*/ 17874 w 226695"/>
                  <a:gd name="T7" fmla="*/ 0 h 26225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26695" h="262254">
                    <a:moveTo>
                      <a:pt x="132153" y="0"/>
                    </a:moveTo>
                    <a:lnTo>
                      <a:pt x="0" y="158895"/>
                    </a:lnTo>
                    <a:lnTo>
                      <a:pt x="226160" y="262033"/>
                    </a:lnTo>
                    <a:lnTo>
                      <a:pt x="132153" y="0"/>
                    </a:lnTo>
                    <a:close/>
                  </a:path>
                </a:pathLst>
              </a:custGeom>
              <a:solidFill>
                <a:srgbClr val="4ABA92"/>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3" name="object 6"/>
              <p:cNvSpPr/>
              <p:nvPr/>
            </p:nvSpPr>
            <p:spPr bwMode="auto">
              <a:xfrm>
                <a:off x="8090831" y="3419382"/>
                <a:ext cx="363912" cy="276999"/>
              </a:xfrm>
              <a:custGeom>
                <a:avLst/>
                <a:gdLst>
                  <a:gd name="T0" fmla="*/ 50573 w 600075"/>
                  <a:gd name="T1" fmla="*/ 0 h 479425"/>
                  <a:gd name="T2" fmla="*/ 0 w 600075"/>
                  <a:gd name="T3" fmla="*/ 50100 h 479425"/>
                  <a:gd name="T4" fmla="*/ 60332 w 600075"/>
                  <a:gd name="T5" fmla="*/ 53398 h 479425"/>
                  <a:gd name="T6" fmla="*/ 81164 w 600075"/>
                  <a:gd name="T7" fmla="*/ 11494 h 479425"/>
                  <a:gd name="T8" fmla="*/ 50573 w 600075"/>
                  <a:gd name="T9" fmla="*/ 0 h 4794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00075" h="479425">
                    <a:moveTo>
                      <a:pt x="373904" y="0"/>
                    </a:moveTo>
                    <a:lnTo>
                      <a:pt x="0" y="449588"/>
                    </a:lnTo>
                    <a:lnTo>
                      <a:pt x="446049" y="479179"/>
                    </a:lnTo>
                    <a:lnTo>
                      <a:pt x="600065" y="103138"/>
                    </a:lnTo>
                    <a:lnTo>
                      <a:pt x="373904" y="0"/>
                    </a:lnTo>
                    <a:close/>
                  </a:path>
                </a:pathLst>
              </a:custGeom>
              <a:solidFill>
                <a:srgbClr val="F94C07"/>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4" name="object 7"/>
              <p:cNvSpPr/>
              <p:nvPr/>
            </p:nvSpPr>
            <p:spPr bwMode="auto">
              <a:xfrm>
                <a:off x="8161226" y="3175050"/>
                <a:ext cx="384707" cy="276999"/>
              </a:xfrm>
              <a:custGeom>
                <a:avLst/>
                <a:gdLst>
                  <a:gd name="T0" fmla="*/ 0 w 634365"/>
                  <a:gd name="T1" fmla="*/ 0 h 229235"/>
                  <a:gd name="T2" fmla="*/ 67888 w 634365"/>
                  <a:gd name="T3" fmla="*/ 488025 h 229235"/>
                  <a:gd name="T4" fmla="*/ 85762 w 634365"/>
                  <a:gd name="T5" fmla="*/ 149257 h 229235"/>
                  <a:gd name="T6" fmla="*/ 0 w 634365"/>
                  <a:gd name="T7" fmla="*/ 0 h 22923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34365" h="229235">
                    <a:moveTo>
                      <a:pt x="0" y="0"/>
                    </a:moveTo>
                    <a:lnTo>
                      <a:pt x="501911" y="228904"/>
                    </a:lnTo>
                    <a:lnTo>
                      <a:pt x="634064" y="70008"/>
                    </a:lnTo>
                    <a:lnTo>
                      <a:pt x="0" y="0"/>
                    </a:lnTo>
                    <a:close/>
                  </a:path>
                </a:pathLst>
              </a:custGeom>
              <a:solidFill>
                <a:srgbClr val="1F4E79"/>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5" name="object 8"/>
              <p:cNvSpPr/>
              <p:nvPr/>
            </p:nvSpPr>
            <p:spPr bwMode="auto">
              <a:xfrm>
                <a:off x="7945652" y="3216890"/>
                <a:ext cx="145179" cy="193317"/>
              </a:xfrm>
              <a:custGeom>
                <a:avLst/>
                <a:gdLst>
                  <a:gd name="T0" fmla="*/ 19983 w 200025"/>
                  <a:gd name="T1" fmla="*/ 0 h 678814"/>
                  <a:gd name="T2" fmla="*/ 0 w 200025"/>
                  <a:gd name="T3" fmla="*/ 2184 h 678814"/>
                  <a:gd name="T4" fmla="*/ 55509 w 200025"/>
                  <a:gd name="T5" fmla="*/ 4463 h 678814"/>
                  <a:gd name="T6" fmla="*/ 19983 w 200025"/>
                  <a:gd name="T7" fmla="*/ 0 h 6788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0025" h="678814">
                    <a:moveTo>
                      <a:pt x="72008" y="0"/>
                    </a:moveTo>
                    <a:lnTo>
                      <a:pt x="0" y="332031"/>
                    </a:lnTo>
                    <a:lnTo>
                      <a:pt x="200025" y="678481"/>
                    </a:lnTo>
                    <a:lnTo>
                      <a:pt x="72008" y="0"/>
                    </a:lnTo>
                    <a:close/>
                  </a:path>
                </a:pathLst>
              </a:custGeom>
              <a:solidFill>
                <a:srgbClr val="00B050"/>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6" name="object 9"/>
              <p:cNvSpPr/>
              <p:nvPr/>
            </p:nvSpPr>
            <p:spPr bwMode="auto">
              <a:xfrm>
                <a:off x="7938529" y="3379992"/>
                <a:ext cx="304607" cy="276999"/>
              </a:xfrm>
              <a:custGeom>
                <a:avLst/>
                <a:gdLst>
                  <a:gd name="T0" fmla="*/ 0 w 502284"/>
                  <a:gd name="T1" fmla="*/ 0 h 678814"/>
                  <a:gd name="T2" fmla="*/ 17315 w 502284"/>
                  <a:gd name="T3" fmla="*/ 18813 h 678814"/>
                  <a:gd name="T4" fmla="*/ 67889 w 502284"/>
                  <a:gd name="T5" fmla="*/ 6347 h 678814"/>
                  <a:gd name="T6" fmla="*/ 0 w 502284"/>
                  <a:gd name="T7" fmla="*/ 0 h 6788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02284" h="678814">
                    <a:moveTo>
                      <a:pt x="0" y="0"/>
                    </a:moveTo>
                    <a:lnTo>
                      <a:pt x="128017" y="678492"/>
                    </a:lnTo>
                    <a:lnTo>
                      <a:pt x="501921" y="228904"/>
                    </a:lnTo>
                    <a:lnTo>
                      <a:pt x="0" y="0"/>
                    </a:lnTo>
                    <a:close/>
                  </a:path>
                </a:pathLst>
              </a:custGeom>
              <a:solidFill>
                <a:srgbClr val="ED7D31"/>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grpSp>
        <p:sp>
          <p:nvSpPr>
            <p:cNvPr id="147" name="矩形 23"/>
            <p:cNvSpPr>
              <a:spLocks noChangeArrowheads="1"/>
            </p:cNvSpPr>
            <p:nvPr/>
          </p:nvSpPr>
          <p:spPr bwMode="auto">
            <a:xfrm>
              <a:off x="12758941" y="6563170"/>
              <a:ext cx="2303462" cy="50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2F6583"/>
                  </a:solidFill>
                  <a:bevel/>
                </a14:hiddenLine>
              </a:ext>
            </a:extLst>
          </p:spPr>
          <p:txBody>
            <a:bodyPr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SimSun"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SimSun"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SimSun"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9pPr>
            </a:lstStyle>
            <a:p>
              <a:pPr algn="ctr">
                <a:lnSpc>
                  <a:spcPct val="100000"/>
                </a:lnSpc>
                <a:spcBef>
                  <a:spcPct val="0"/>
                </a:spcBef>
                <a:buFont typeface="Arial" panose="020B0604020202020204" pitchFamily="34" charset="0"/>
                <a:buNone/>
              </a:pPr>
              <a:r>
                <a:rPr lang="vi-VN" altLang="zh-CN" sz="2500" dirty="0">
                  <a:solidFill>
                    <a:schemeClr val="bg1"/>
                  </a:solidFill>
                  <a:latin typeface="Impact" panose="020B0806030902050204" pitchFamily="34" charset="0"/>
                  <a:ea typeface="Microsoft YaHei" panose="020B0503020204020204" pitchFamily="34" charset="-122"/>
                  <a:sym typeface="Impact" panose="020B0806030902050204" pitchFamily="34" charset="0"/>
                </a:rPr>
                <a:t>Nhóm </a:t>
              </a:r>
              <a:r>
                <a:rPr lang="vi-VN" altLang="zh-CN" sz="2500" dirty="0">
                  <a:solidFill>
                    <a:schemeClr val="bg1"/>
                  </a:solidFill>
                  <a:latin typeface="Impact" panose="020B0806030902050204" pitchFamily="34" charset="0"/>
                  <a:ea typeface="Microsoft YaHei" panose="020B0503020204020204" pitchFamily="34" charset="-122"/>
                  <a:sym typeface="Impact" panose="020B0806030902050204" pitchFamily="34" charset="0"/>
                </a:rPr>
                <a:t>6</a:t>
              </a:r>
              <a:endParaRPr lang="vi-VN" altLang="zh-CN" sz="2500" dirty="0">
                <a:solidFill>
                  <a:schemeClr val="bg1"/>
                </a:solidFill>
                <a:latin typeface="Impact" panose="020B0806030902050204" pitchFamily="34" charset="0"/>
                <a:ea typeface="Microsoft YaHei" panose="020B0503020204020204" pitchFamily="34" charset="-122"/>
                <a:sym typeface="Impact" panose="020B0806030902050204" pitchFamily="34" charset="0"/>
              </a:endParaRPr>
            </a:p>
          </p:txBody>
        </p:sp>
      </p:grpSp>
      <p:sp>
        <p:nvSpPr>
          <p:cNvPr id="5" name="Rounded Rectangle 4"/>
          <p:cNvSpPr/>
          <p:nvPr/>
        </p:nvSpPr>
        <p:spPr>
          <a:xfrm>
            <a:off x="304800" y="638810"/>
            <a:ext cx="8768080" cy="802005"/>
          </a:xfrm>
          <a:prstGeom prst="roundRect">
            <a:avLst/>
          </a:prstGeom>
          <a:solidFill>
            <a:srgbClr val="F02424"/>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6" name="object 3"/>
          <p:cNvSpPr txBox="1">
            <a:spLocks noChangeArrowheads="1"/>
          </p:cNvSpPr>
          <p:nvPr/>
        </p:nvSpPr>
        <p:spPr bwMode="auto">
          <a:xfrm>
            <a:off x="1071880" y="730250"/>
            <a:ext cx="7847965" cy="615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marL="6350">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SimSun"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SimSun"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SimSun"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9pPr>
          </a:lstStyle>
          <a:p>
            <a:pPr algn="ctr">
              <a:lnSpc>
                <a:spcPct val="100000"/>
              </a:lnSpc>
              <a:spcBef>
                <a:spcPct val="0"/>
              </a:spcBef>
              <a:buFont typeface="Arial" panose="020B0604020202020204" pitchFamily="34" charset="0"/>
              <a:buNone/>
            </a:pPr>
            <a:r>
              <a:rPr lang="vi-VN" altLang="zh-CN" sz="4000" dirty="0" smtClean="0">
                <a:solidFill>
                  <a:srgbClr val="FFFFFF"/>
                </a:solidFill>
                <a:latin typeface="Microsoft YaHei" panose="020B0503020204020204" pitchFamily="34" charset="-122"/>
                <a:ea typeface="Microsoft YaHei" panose="020B0503020204020204" pitchFamily="34" charset="-122"/>
                <a:sym typeface="+mn-ea"/>
              </a:rPr>
              <a:t>Demo mã affine</a:t>
            </a:r>
            <a:endParaRPr lang="vi-VN" altLang="zh-CN" sz="4000" dirty="0" smtClean="0">
              <a:solidFill>
                <a:srgbClr val="FFFFFF"/>
              </a:solidFill>
              <a:latin typeface="Microsoft YaHei" panose="020B0503020204020204" pitchFamily="34" charset="-122"/>
              <a:ea typeface="Microsoft YaHei" panose="020B0503020204020204" pitchFamily="34" charset="-122"/>
            </a:endParaRPr>
          </a:p>
        </p:txBody>
      </p:sp>
      <p:sp>
        <p:nvSpPr>
          <p:cNvPr id="2" name="文本框 162"/>
          <p:cNvSpPr txBox="1"/>
          <p:nvPr/>
        </p:nvSpPr>
        <p:spPr>
          <a:xfrm>
            <a:off x="311150" y="1720850"/>
            <a:ext cx="17559020" cy="8181975"/>
          </a:xfrm>
          <a:prstGeom prst="rect">
            <a:avLst/>
          </a:prstGeom>
          <a:noFill/>
        </p:spPr>
        <p:txBody>
          <a:bodyPr wrap="square" rtlCol="0">
            <a:noAutofit/>
          </a:bodyPr>
          <a:p>
            <a:pPr lvl="0" indent="0">
              <a:lnSpc>
                <a:spcPct val="150000"/>
              </a:lnSpc>
              <a:buFont typeface="Wingdings" panose="05000000000000000000" charset="0"/>
              <a:buNone/>
            </a:pPr>
            <a:r>
              <a:rPr lang="en-US" sz="2400" smtClean="0">
                <a:solidFill>
                  <a:schemeClr val="bg1"/>
                </a:solidFill>
                <a:effectLst/>
                <a:latin typeface="Microsoft YaHei" panose="020B0503020204020204" pitchFamily="34" charset="-122"/>
                <a:ea typeface="Microsoft YaHei" panose="020B0503020204020204" pitchFamily="34" charset="-122"/>
                <a:cs typeface="Microsoft YaHei" panose="020B0503020204020204" pitchFamily="34" charset="-122"/>
                <a:sym typeface="Arial" panose="020B0604020202020204"/>
              </a:rPr>
              <a:t>Kết quả thu được</a:t>
            </a:r>
            <a:endParaRPr lang="en-US" sz="2400" smtClean="0">
              <a:solidFill>
                <a:schemeClr val="bg1"/>
              </a:solidFill>
              <a:effectLst/>
              <a:latin typeface="Microsoft YaHei" panose="020B0503020204020204" pitchFamily="34" charset="-122"/>
              <a:ea typeface="Microsoft YaHei" panose="020B0503020204020204" pitchFamily="34" charset="-122"/>
              <a:cs typeface="Microsoft YaHei" panose="020B0503020204020204" pitchFamily="34" charset="-122"/>
              <a:sym typeface="Arial" panose="020B0604020202020204"/>
            </a:endParaRPr>
          </a:p>
          <a:p>
            <a:pPr lvl="0" indent="0">
              <a:lnSpc>
                <a:spcPct val="150000"/>
              </a:lnSpc>
              <a:buFont typeface="Wingdings" panose="05000000000000000000" charset="0"/>
              <a:buNone/>
            </a:pPr>
            <a:r>
              <a:rPr lang="en-US" sz="2400" smtClean="0">
                <a:solidFill>
                  <a:schemeClr val="bg1"/>
                </a:solidFill>
                <a:effectLst/>
                <a:latin typeface="Microsoft YaHei" panose="020B0503020204020204" pitchFamily="34" charset="-122"/>
                <a:ea typeface="Microsoft YaHei" panose="020B0503020204020204" pitchFamily="34" charset="-122"/>
                <a:cs typeface="Microsoft YaHei" panose="020B0503020204020204" pitchFamily="34" charset="-122"/>
                <a:sym typeface="Arial" panose="020B0604020202020204"/>
              </a:rPr>
              <a:t>Chương trình hoạt động tốt sau khi hoàn thành và khởi chạy. Dưới đây là thành quả thu được của chúng tôi:</a:t>
            </a:r>
            <a:endParaRPr lang="en-US" sz="2400" smtClean="0">
              <a:solidFill>
                <a:schemeClr val="bg1"/>
              </a:solidFill>
              <a:effectLst/>
              <a:latin typeface="Microsoft YaHei" panose="020B0503020204020204" pitchFamily="34" charset="-122"/>
              <a:ea typeface="Microsoft YaHei" panose="020B0503020204020204" pitchFamily="34" charset="-122"/>
              <a:cs typeface="Microsoft YaHei" panose="020B0503020204020204" pitchFamily="34" charset="-122"/>
              <a:sym typeface="Arial" panose="020B0604020202020204"/>
            </a:endParaRPr>
          </a:p>
          <a:p>
            <a:pPr lvl="0" indent="0">
              <a:lnSpc>
                <a:spcPct val="150000"/>
              </a:lnSpc>
              <a:buFont typeface="Wingdings" panose="05000000000000000000" charset="0"/>
              <a:buNone/>
            </a:pPr>
            <a:endParaRPr lang="en-US" sz="2400" smtClean="0">
              <a:solidFill>
                <a:schemeClr val="bg1"/>
              </a:solidFill>
              <a:effectLst/>
              <a:latin typeface="Microsoft YaHei" panose="020B0503020204020204" pitchFamily="34" charset="-122"/>
              <a:ea typeface="Microsoft YaHei" panose="020B0503020204020204" pitchFamily="34" charset="-122"/>
              <a:cs typeface="Microsoft YaHei" panose="020B0503020204020204" pitchFamily="34" charset="-122"/>
              <a:sym typeface="Arial" panose="020B0604020202020204"/>
            </a:endParaRPr>
          </a:p>
          <a:p>
            <a:pPr lvl="0" indent="0">
              <a:lnSpc>
                <a:spcPct val="150000"/>
              </a:lnSpc>
              <a:buFont typeface="Wingdings" panose="05000000000000000000" charset="0"/>
              <a:buNone/>
            </a:pPr>
            <a:endParaRPr lang="en-US" sz="2400" smtClean="0">
              <a:solidFill>
                <a:schemeClr val="bg1"/>
              </a:solidFill>
              <a:effectLst/>
              <a:latin typeface="Microsoft YaHei" panose="020B0503020204020204" pitchFamily="34" charset="-122"/>
              <a:ea typeface="Microsoft YaHei" panose="020B0503020204020204" pitchFamily="34" charset="-122"/>
              <a:cs typeface="Microsoft YaHei" panose="020B0503020204020204" pitchFamily="34" charset="-122"/>
              <a:sym typeface="Arial" panose="020B0604020202020204"/>
            </a:endParaRPr>
          </a:p>
          <a:p>
            <a:pPr lvl="0" indent="0">
              <a:lnSpc>
                <a:spcPct val="150000"/>
              </a:lnSpc>
              <a:buFont typeface="Wingdings" panose="05000000000000000000" charset="0"/>
              <a:buNone/>
            </a:pPr>
            <a:endParaRPr lang="en-US" sz="2400" smtClean="0">
              <a:solidFill>
                <a:schemeClr val="bg1"/>
              </a:solidFill>
              <a:effectLst/>
              <a:latin typeface="Microsoft YaHei" panose="020B0503020204020204" pitchFamily="34" charset="-122"/>
              <a:ea typeface="Microsoft YaHei" panose="020B0503020204020204" pitchFamily="34" charset="-122"/>
              <a:cs typeface="Microsoft YaHei" panose="020B0503020204020204" pitchFamily="34" charset="-122"/>
              <a:sym typeface="Arial" panose="020B0604020202020204"/>
            </a:endParaRPr>
          </a:p>
          <a:p>
            <a:pPr lvl="0" indent="0">
              <a:lnSpc>
                <a:spcPct val="150000"/>
              </a:lnSpc>
              <a:buFont typeface="Wingdings" panose="05000000000000000000" charset="0"/>
              <a:buNone/>
            </a:pPr>
            <a:endParaRPr lang="en-US" sz="2400" smtClean="0">
              <a:solidFill>
                <a:schemeClr val="bg1"/>
              </a:solidFill>
              <a:effectLst/>
              <a:latin typeface="Microsoft YaHei" panose="020B0503020204020204" pitchFamily="34" charset="-122"/>
              <a:ea typeface="Microsoft YaHei" panose="020B0503020204020204" pitchFamily="34" charset="-122"/>
              <a:cs typeface="Microsoft YaHei" panose="020B0503020204020204" pitchFamily="34" charset="-122"/>
              <a:sym typeface="Arial" panose="020B0604020202020204"/>
            </a:endParaRPr>
          </a:p>
          <a:p>
            <a:pPr lvl="0" indent="0">
              <a:lnSpc>
                <a:spcPct val="150000"/>
              </a:lnSpc>
              <a:buFont typeface="Wingdings" panose="05000000000000000000" charset="0"/>
              <a:buNone/>
            </a:pPr>
            <a:endParaRPr lang="en-US" sz="2400" smtClean="0">
              <a:solidFill>
                <a:schemeClr val="bg1"/>
              </a:solidFill>
              <a:effectLst/>
              <a:latin typeface="Microsoft YaHei" panose="020B0503020204020204" pitchFamily="34" charset="-122"/>
              <a:ea typeface="Microsoft YaHei" panose="020B0503020204020204" pitchFamily="34" charset="-122"/>
              <a:cs typeface="Microsoft YaHei" panose="020B0503020204020204" pitchFamily="34" charset="-122"/>
              <a:sym typeface="Arial" panose="020B0604020202020204"/>
            </a:endParaRPr>
          </a:p>
          <a:p>
            <a:pPr lvl="0" indent="0">
              <a:lnSpc>
                <a:spcPct val="150000"/>
              </a:lnSpc>
              <a:buFont typeface="Wingdings" panose="05000000000000000000" charset="0"/>
              <a:buNone/>
            </a:pPr>
            <a:endParaRPr lang="en-US" sz="2400" smtClean="0">
              <a:solidFill>
                <a:schemeClr val="bg1"/>
              </a:solidFill>
              <a:effectLst/>
              <a:latin typeface="Microsoft YaHei" panose="020B0503020204020204" pitchFamily="34" charset="-122"/>
              <a:ea typeface="Microsoft YaHei" panose="020B0503020204020204" pitchFamily="34" charset="-122"/>
              <a:cs typeface="Microsoft YaHei" panose="020B0503020204020204" pitchFamily="34" charset="-122"/>
              <a:sym typeface="Arial" panose="020B0604020202020204"/>
            </a:endParaRPr>
          </a:p>
          <a:p>
            <a:pPr lvl="0" indent="0">
              <a:lnSpc>
                <a:spcPct val="150000"/>
              </a:lnSpc>
              <a:buFont typeface="Wingdings" panose="05000000000000000000" charset="0"/>
              <a:buNone/>
            </a:pPr>
            <a:endParaRPr lang="en-US" sz="2400" smtClean="0">
              <a:solidFill>
                <a:schemeClr val="bg1"/>
              </a:solidFill>
              <a:effectLst/>
              <a:latin typeface="Microsoft YaHei" panose="020B0503020204020204" pitchFamily="34" charset="-122"/>
              <a:ea typeface="Microsoft YaHei" panose="020B0503020204020204" pitchFamily="34" charset="-122"/>
              <a:cs typeface="Microsoft YaHei" panose="020B0503020204020204" pitchFamily="34" charset="-122"/>
              <a:sym typeface="Arial" panose="020B0604020202020204"/>
            </a:endParaRPr>
          </a:p>
          <a:p>
            <a:pPr lvl="0" indent="0">
              <a:lnSpc>
                <a:spcPct val="150000"/>
              </a:lnSpc>
              <a:buFont typeface="Wingdings" panose="05000000000000000000" charset="0"/>
              <a:buNone/>
            </a:pPr>
            <a:endParaRPr lang="en-US" sz="2400" smtClean="0">
              <a:solidFill>
                <a:schemeClr val="bg1"/>
              </a:solidFill>
              <a:effectLst/>
              <a:latin typeface="Microsoft YaHei" panose="020B0503020204020204" pitchFamily="34" charset="-122"/>
              <a:ea typeface="Microsoft YaHei" panose="020B0503020204020204" pitchFamily="34" charset="-122"/>
              <a:cs typeface="Microsoft YaHei" panose="020B0503020204020204" pitchFamily="34" charset="-122"/>
              <a:sym typeface="Arial" panose="020B0604020202020204"/>
            </a:endParaRPr>
          </a:p>
          <a:p>
            <a:pPr lvl="0" indent="0">
              <a:lnSpc>
                <a:spcPct val="150000"/>
              </a:lnSpc>
              <a:buFont typeface="Wingdings" panose="05000000000000000000" charset="0"/>
              <a:buNone/>
            </a:pPr>
            <a:endParaRPr lang="en-US" sz="2400" smtClean="0">
              <a:solidFill>
                <a:schemeClr val="bg1"/>
              </a:solidFill>
              <a:effectLst/>
              <a:latin typeface="Microsoft YaHei" panose="020B0503020204020204" pitchFamily="34" charset="-122"/>
              <a:ea typeface="Microsoft YaHei" panose="020B0503020204020204" pitchFamily="34" charset="-122"/>
              <a:cs typeface="Microsoft YaHei" panose="020B0503020204020204" pitchFamily="34" charset="-122"/>
              <a:sym typeface="Arial" panose="020B0604020202020204"/>
            </a:endParaRPr>
          </a:p>
          <a:p>
            <a:pPr lvl="0" indent="0">
              <a:lnSpc>
                <a:spcPct val="150000"/>
              </a:lnSpc>
              <a:buFont typeface="Wingdings" panose="05000000000000000000" charset="0"/>
              <a:buNone/>
            </a:pPr>
            <a:endParaRPr lang="en-US" sz="2400" smtClean="0">
              <a:solidFill>
                <a:schemeClr val="bg1"/>
              </a:solidFill>
              <a:effectLst/>
              <a:latin typeface="Microsoft YaHei" panose="020B0503020204020204" pitchFamily="34" charset="-122"/>
              <a:ea typeface="Microsoft YaHei" panose="020B0503020204020204" pitchFamily="34" charset="-122"/>
              <a:cs typeface="Microsoft YaHei" panose="020B0503020204020204" pitchFamily="34" charset="-122"/>
              <a:sym typeface="Arial" panose="020B0604020202020204"/>
            </a:endParaRPr>
          </a:p>
          <a:p>
            <a:pPr lvl="0" indent="0" algn="ctr">
              <a:lnSpc>
                <a:spcPct val="150000"/>
              </a:lnSpc>
              <a:buFont typeface="Wingdings" panose="05000000000000000000" charset="0"/>
              <a:buNone/>
            </a:pPr>
            <a:endParaRPr lang="en-US" sz="2400" smtClean="0">
              <a:solidFill>
                <a:schemeClr val="bg1"/>
              </a:solidFill>
              <a:effectLst/>
              <a:latin typeface="Microsoft YaHei" panose="020B0503020204020204" pitchFamily="34" charset="-122"/>
              <a:ea typeface="Microsoft YaHei" panose="020B0503020204020204" pitchFamily="34" charset="-122"/>
              <a:cs typeface="Microsoft YaHei" panose="020B0503020204020204" pitchFamily="34" charset="-122"/>
              <a:sym typeface="Arial" panose="020B0604020202020204"/>
            </a:endParaRPr>
          </a:p>
          <a:p>
            <a:pPr lvl="0" indent="0">
              <a:lnSpc>
                <a:spcPct val="150000"/>
              </a:lnSpc>
              <a:buFont typeface="Wingdings" panose="05000000000000000000" charset="0"/>
              <a:buNone/>
            </a:pPr>
            <a:r>
              <a:rPr lang="vi-VN" altLang="en-US" sz="2400" smtClean="0">
                <a:solidFill>
                  <a:schemeClr val="bg1"/>
                </a:solidFill>
                <a:effectLst/>
                <a:latin typeface="Microsoft YaHei" panose="020B0503020204020204" pitchFamily="34" charset="-122"/>
                <a:ea typeface="Microsoft YaHei" panose="020B0503020204020204" pitchFamily="34" charset="-122"/>
                <a:cs typeface="Microsoft YaHei" panose="020B0503020204020204" pitchFamily="34" charset="-122"/>
                <a:sym typeface="Arial" panose="020B0604020202020204"/>
              </a:rPr>
              <a:t>                                    </a:t>
            </a:r>
            <a:r>
              <a:rPr lang="en-US" sz="2400" smtClean="0">
                <a:solidFill>
                  <a:schemeClr val="bg1"/>
                </a:solidFill>
                <a:effectLst/>
                <a:latin typeface="Microsoft YaHei" panose="020B0503020204020204" pitchFamily="34" charset="-122"/>
                <a:ea typeface="Microsoft YaHei" panose="020B0503020204020204" pitchFamily="34" charset="-122"/>
                <a:cs typeface="Microsoft YaHei" panose="020B0503020204020204" pitchFamily="34" charset="-122"/>
                <a:sym typeface="Arial" panose="020B0604020202020204"/>
              </a:rPr>
              <a:t>Hình 3. 1 Giao diện của chương trình</a:t>
            </a:r>
            <a:endParaRPr lang="vi-VN" altLang="en-US" sz="2400" b="0" dirty="0" smtClean="0">
              <a:solidFill>
                <a:schemeClr val="bg1"/>
              </a:solidFill>
              <a:latin typeface="Microsoft YaHei" panose="020B0503020204020204" pitchFamily="34" charset="-122"/>
              <a:ea typeface="Microsoft YaHei" panose="020B0503020204020204" pitchFamily="34" charset="-122"/>
              <a:cs typeface="Microsoft YaHei" panose="020B0503020204020204" pitchFamily="34" charset="-122"/>
              <a:sym typeface="+mn-ea"/>
            </a:endParaRPr>
          </a:p>
        </p:txBody>
      </p:sp>
      <p:grpSp>
        <p:nvGrpSpPr>
          <p:cNvPr id="505" name="组合 1208"/>
          <p:cNvGrpSpPr/>
          <p:nvPr/>
        </p:nvGrpSpPr>
        <p:grpSpPr bwMode="auto">
          <a:xfrm>
            <a:off x="1540510" y="667385"/>
            <a:ext cx="476885" cy="616585"/>
            <a:chOff x="0" y="0"/>
            <a:chExt cx="471173" cy="640601"/>
          </a:xfrm>
          <a:solidFill>
            <a:schemeClr val="bg1"/>
          </a:solidFill>
        </p:grpSpPr>
        <p:sp>
          <p:nvSpPr>
            <p:cNvPr id="506" name="Freeform 621"/>
            <p:cNvSpPr>
              <a:spLocks noChangeArrowheads="1"/>
            </p:cNvSpPr>
            <p:nvPr/>
          </p:nvSpPr>
          <p:spPr bwMode="auto">
            <a:xfrm>
              <a:off x="0" y="88637"/>
              <a:ext cx="471173" cy="551964"/>
            </a:xfrm>
            <a:custGeom>
              <a:avLst/>
              <a:gdLst>
                <a:gd name="T0" fmla="*/ 2147483647 w 247"/>
                <a:gd name="T1" fmla="*/ 2147483647 h 289"/>
                <a:gd name="T2" fmla="*/ 2147483647 w 247"/>
                <a:gd name="T3" fmla="*/ 2147483647 h 289"/>
                <a:gd name="T4" fmla="*/ 2147483647 w 247"/>
                <a:gd name="T5" fmla="*/ 2147483647 h 289"/>
                <a:gd name="T6" fmla="*/ 0 w 247"/>
                <a:gd name="T7" fmla="*/ 2147483647 h 289"/>
                <a:gd name="T8" fmla="*/ 0 w 247"/>
                <a:gd name="T9" fmla="*/ 2147483647 h 289"/>
                <a:gd name="T10" fmla="*/ 2147483647 w 247"/>
                <a:gd name="T11" fmla="*/ 0 h 289"/>
                <a:gd name="T12" fmla="*/ 2147483647 w 247"/>
                <a:gd name="T13" fmla="*/ 0 h 289"/>
                <a:gd name="T14" fmla="*/ 2147483647 w 247"/>
                <a:gd name="T15" fmla="*/ 2147483647 h 289"/>
                <a:gd name="T16" fmla="*/ 2147483647 w 247"/>
                <a:gd name="T17" fmla="*/ 2147483647 h 28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47"/>
                <a:gd name="T28" fmla="*/ 0 h 289"/>
                <a:gd name="T29" fmla="*/ 247 w 247"/>
                <a:gd name="T30" fmla="*/ 289 h 28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47" h="289">
                  <a:moveTo>
                    <a:pt x="247" y="288"/>
                  </a:moveTo>
                  <a:cubicBezTo>
                    <a:pt x="247" y="289"/>
                    <a:pt x="246" y="289"/>
                    <a:pt x="245" y="289"/>
                  </a:cubicBezTo>
                  <a:cubicBezTo>
                    <a:pt x="2" y="289"/>
                    <a:pt x="2" y="289"/>
                    <a:pt x="2" y="289"/>
                  </a:cubicBezTo>
                  <a:cubicBezTo>
                    <a:pt x="1" y="289"/>
                    <a:pt x="0" y="289"/>
                    <a:pt x="0" y="288"/>
                  </a:cubicBezTo>
                  <a:cubicBezTo>
                    <a:pt x="0" y="1"/>
                    <a:pt x="0" y="1"/>
                    <a:pt x="0" y="1"/>
                  </a:cubicBezTo>
                  <a:cubicBezTo>
                    <a:pt x="0" y="0"/>
                    <a:pt x="1" y="0"/>
                    <a:pt x="2" y="0"/>
                  </a:cubicBezTo>
                  <a:cubicBezTo>
                    <a:pt x="245" y="0"/>
                    <a:pt x="245" y="0"/>
                    <a:pt x="245" y="0"/>
                  </a:cubicBezTo>
                  <a:cubicBezTo>
                    <a:pt x="246" y="0"/>
                    <a:pt x="247" y="0"/>
                    <a:pt x="247" y="1"/>
                  </a:cubicBezTo>
                  <a:lnTo>
                    <a:pt x="247" y="288"/>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507" name="Freeform 622"/>
            <p:cNvSpPr>
              <a:spLocks noChangeArrowheads="1"/>
            </p:cNvSpPr>
            <p:nvPr/>
          </p:nvSpPr>
          <p:spPr bwMode="auto">
            <a:xfrm>
              <a:off x="30203" y="120868"/>
              <a:ext cx="410766" cy="499588"/>
            </a:xfrm>
            <a:custGeom>
              <a:avLst/>
              <a:gdLst>
                <a:gd name="T0" fmla="*/ 2147483647 w 508"/>
                <a:gd name="T1" fmla="*/ 0 h 619"/>
                <a:gd name="T2" fmla="*/ 0 w 508"/>
                <a:gd name="T3" fmla="*/ 0 h 619"/>
                <a:gd name="T4" fmla="*/ 0 w 508"/>
                <a:gd name="T5" fmla="*/ 2147483647 h 619"/>
                <a:gd name="T6" fmla="*/ 2147483647 w 508"/>
                <a:gd name="T7" fmla="*/ 2147483647 h 619"/>
                <a:gd name="T8" fmla="*/ 2147483647 w 508"/>
                <a:gd name="T9" fmla="*/ 2147483647 h 619"/>
                <a:gd name="T10" fmla="*/ 2147483647 w 508"/>
                <a:gd name="T11" fmla="*/ 0 h 619"/>
                <a:gd name="T12" fmla="*/ 0 60000 65536"/>
                <a:gd name="T13" fmla="*/ 0 60000 65536"/>
                <a:gd name="T14" fmla="*/ 0 60000 65536"/>
                <a:gd name="T15" fmla="*/ 0 60000 65536"/>
                <a:gd name="T16" fmla="*/ 0 60000 65536"/>
                <a:gd name="T17" fmla="*/ 0 60000 65536"/>
                <a:gd name="T18" fmla="*/ 0 w 508"/>
                <a:gd name="T19" fmla="*/ 0 h 619"/>
                <a:gd name="T20" fmla="*/ 508 w 508"/>
                <a:gd name="T21" fmla="*/ 619 h 619"/>
              </a:gdLst>
              <a:ahLst/>
              <a:cxnLst>
                <a:cxn ang="T12">
                  <a:pos x="T0" y="T1"/>
                </a:cxn>
                <a:cxn ang="T13">
                  <a:pos x="T2" y="T3"/>
                </a:cxn>
                <a:cxn ang="T14">
                  <a:pos x="T4" y="T5"/>
                </a:cxn>
                <a:cxn ang="T15">
                  <a:pos x="T6" y="T7"/>
                </a:cxn>
                <a:cxn ang="T16">
                  <a:pos x="T8" y="T9"/>
                </a:cxn>
                <a:cxn ang="T17">
                  <a:pos x="T10" y="T11"/>
                </a:cxn>
              </a:cxnLst>
              <a:rect l="T18" t="T19" r="T20" b="T21"/>
              <a:pathLst>
                <a:path w="508" h="619">
                  <a:moveTo>
                    <a:pt x="508" y="0"/>
                  </a:moveTo>
                  <a:lnTo>
                    <a:pt x="0" y="0"/>
                  </a:lnTo>
                  <a:lnTo>
                    <a:pt x="0" y="461"/>
                  </a:lnTo>
                  <a:lnTo>
                    <a:pt x="158" y="619"/>
                  </a:lnTo>
                  <a:lnTo>
                    <a:pt x="508" y="619"/>
                  </a:lnTo>
                  <a:lnTo>
                    <a:pt x="508" y="0"/>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508" name="Freeform 623"/>
            <p:cNvSpPr>
              <a:spLocks noChangeArrowheads="1"/>
            </p:cNvSpPr>
            <p:nvPr/>
          </p:nvSpPr>
          <p:spPr bwMode="auto">
            <a:xfrm>
              <a:off x="30203" y="491530"/>
              <a:ext cx="128868" cy="128926"/>
            </a:xfrm>
            <a:custGeom>
              <a:avLst/>
              <a:gdLst>
                <a:gd name="T0" fmla="*/ 2147483647 w 158"/>
                <a:gd name="T1" fmla="*/ 2147483647 h 158"/>
                <a:gd name="T2" fmla="*/ 2147483647 w 158"/>
                <a:gd name="T3" fmla="*/ 0 h 158"/>
                <a:gd name="T4" fmla="*/ 0 w 158"/>
                <a:gd name="T5" fmla="*/ 0 h 158"/>
                <a:gd name="T6" fmla="*/ 2147483647 w 158"/>
                <a:gd name="T7" fmla="*/ 2147483647 h 158"/>
                <a:gd name="T8" fmla="*/ 2147483647 w 158"/>
                <a:gd name="T9" fmla="*/ 2147483647 h 158"/>
                <a:gd name="T10" fmla="*/ 0 60000 65536"/>
                <a:gd name="T11" fmla="*/ 0 60000 65536"/>
                <a:gd name="T12" fmla="*/ 0 60000 65536"/>
                <a:gd name="T13" fmla="*/ 0 60000 65536"/>
                <a:gd name="T14" fmla="*/ 0 60000 65536"/>
                <a:gd name="T15" fmla="*/ 0 w 158"/>
                <a:gd name="T16" fmla="*/ 0 h 158"/>
                <a:gd name="T17" fmla="*/ 158 w 158"/>
                <a:gd name="T18" fmla="*/ 158 h 158"/>
              </a:gdLst>
              <a:ahLst/>
              <a:cxnLst>
                <a:cxn ang="T10">
                  <a:pos x="T0" y="T1"/>
                </a:cxn>
                <a:cxn ang="T11">
                  <a:pos x="T2" y="T3"/>
                </a:cxn>
                <a:cxn ang="T12">
                  <a:pos x="T4" y="T5"/>
                </a:cxn>
                <a:cxn ang="T13">
                  <a:pos x="T6" y="T7"/>
                </a:cxn>
                <a:cxn ang="T14">
                  <a:pos x="T8" y="T9"/>
                </a:cxn>
              </a:cxnLst>
              <a:rect l="T15" t="T16" r="T17" b="T18"/>
              <a:pathLst>
                <a:path w="158" h="158">
                  <a:moveTo>
                    <a:pt x="158" y="158"/>
                  </a:moveTo>
                  <a:lnTo>
                    <a:pt x="158" y="0"/>
                  </a:lnTo>
                  <a:lnTo>
                    <a:pt x="0" y="0"/>
                  </a:lnTo>
                  <a:lnTo>
                    <a:pt x="158" y="158"/>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509" name="Freeform 624"/>
            <p:cNvSpPr>
              <a:spLocks noChangeArrowheads="1"/>
            </p:cNvSpPr>
            <p:nvPr/>
          </p:nvSpPr>
          <p:spPr bwMode="auto">
            <a:xfrm>
              <a:off x="159071" y="491530"/>
              <a:ext cx="126855" cy="128926"/>
            </a:xfrm>
            <a:custGeom>
              <a:avLst/>
              <a:gdLst>
                <a:gd name="T0" fmla="*/ 0 w 158"/>
                <a:gd name="T1" fmla="*/ 0 h 158"/>
                <a:gd name="T2" fmla="*/ 0 w 158"/>
                <a:gd name="T3" fmla="*/ 2147483647 h 158"/>
                <a:gd name="T4" fmla="*/ 2147483647 w 158"/>
                <a:gd name="T5" fmla="*/ 2147483647 h 158"/>
                <a:gd name="T6" fmla="*/ 0 w 158"/>
                <a:gd name="T7" fmla="*/ 0 h 158"/>
                <a:gd name="T8" fmla="*/ 0 60000 65536"/>
                <a:gd name="T9" fmla="*/ 0 60000 65536"/>
                <a:gd name="T10" fmla="*/ 0 60000 65536"/>
                <a:gd name="T11" fmla="*/ 0 60000 65536"/>
                <a:gd name="T12" fmla="*/ 0 w 158"/>
                <a:gd name="T13" fmla="*/ 0 h 158"/>
                <a:gd name="T14" fmla="*/ 158 w 158"/>
                <a:gd name="T15" fmla="*/ 158 h 158"/>
              </a:gdLst>
              <a:ahLst/>
              <a:cxnLst>
                <a:cxn ang="T8">
                  <a:pos x="T0" y="T1"/>
                </a:cxn>
                <a:cxn ang="T9">
                  <a:pos x="T2" y="T3"/>
                </a:cxn>
                <a:cxn ang="T10">
                  <a:pos x="T4" y="T5"/>
                </a:cxn>
                <a:cxn ang="T11">
                  <a:pos x="T6" y="T7"/>
                </a:cxn>
              </a:cxnLst>
              <a:rect l="T12" t="T13" r="T14" b="T15"/>
              <a:pathLst>
                <a:path w="158" h="158">
                  <a:moveTo>
                    <a:pt x="0" y="0"/>
                  </a:moveTo>
                  <a:lnTo>
                    <a:pt x="0" y="158"/>
                  </a:lnTo>
                  <a:lnTo>
                    <a:pt x="158" y="158"/>
                  </a:lnTo>
                  <a:lnTo>
                    <a:pt x="0" y="0"/>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510" name="Rectangle 625"/>
            <p:cNvSpPr>
              <a:spLocks noChangeArrowheads="1"/>
            </p:cNvSpPr>
            <p:nvPr/>
          </p:nvSpPr>
          <p:spPr bwMode="auto">
            <a:xfrm>
              <a:off x="100678" y="257852"/>
              <a:ext cx="269817" cy="14102"/>
            </a:xfrm>
            <a:prstGeom prst="rect">
              <a:avLst/>
            </a:pr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zh-CN">
                <a:solidFill>
                  <a:srgbClr val="000000"/>
                </a:solidFill>
                <a:sym typeface="SimSun" panose="02010600030101010101" pitchFamily="2" charset="-122"/>
              </a:endParaRPr>
            </a:p>
          </p:txBody>
        </p:sp>
        <p:sp>
          <p:nvSpPr>
            <p:cNvPr id="511" name="Rectangle 626"/>
            <p:cNvSpPr>
              <a:spLocks noChangeArrowheads="1"/>
            </p:cNvSpPr>
            <p:nvPr/>
          </p:nvSpPr>
          <p:spPr bwMode="auto">
            <a:xfrm>
              <a:off x="100678" y="322315"/>
              <a:ext cx="269817" cy="14102"/>
            </a:xfrm>
            <a:prstGeom prst="rect">
              <a:avLst/>
            </a:pr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zh-CN">
                <a:solidFill>
                  <a:srgbClr val="000000"/>
                </a:solidFill>
                <a:sym typeface="SimSun" panose="02010600030101010101" pitchFamily="2" charset="-122"/>
              </a:endParaRPr>
            </a:p>
          </p:txBody>
        </p:sp>
        <p:sp>
          <p:nvSpPr>
            <p:cNvPr id="512" name="Rectangle 627"/>
            <p:cNvSpPr>
              <a:spLocks noChangeArrowheads="1"/>
            </p:cNvSpPr>
            <p:nvPr/>
          </p:nvSpPr>
          <p:spPr bwMode="auto">
            <a:xfrm>
              <a:off x="100678" y="386778"/>
              <a:ext cx="269817" cy="14102"/>
            </a:xfrm>
            <a:prstGeom prst="rect">
              <a:avLst/>
            </a:pr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zh-CN">
                <a:solidFill>
                  <a:srgbClr val="000000"/>
                </a:solidFill>
                <a:sym typeface="SimSun" panose="02010600030101010101" pitchFamily="2" charset="-122"/>
              </a:endParaRPr>
            </a:p>
          </p:txBody>
        </p:sp>
        <p:sp>
          <p:nvSpPr>
            <p:cNvPr id="513" name="Rectangle 628"/>
            <p:cNvSpPr>
              <a:spLocks noChangeArrowheads="1"/>
            </p:cNvSpPr>
            <p:nvPr/>
          </p:nvSpPr>
          <p:spPr bwMode="auto">
            <a:xfrm>
              <a:off x="100678" y="451241"/>
              <a:ext cx="269817" cy="14102"/>
            </a:xfrm>
            <a:prstGeom prst="rect">
              <a:avLst/>
            </a:pr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zh-CN">
                <a:solidFill>
                  <a:srgbClr val="000000"/>
                </a:solidFill>
                <a:sym typeface="SimSun" panose="02010600030101010101" pitchFamily="2" charset="-122"/>
              </a:endParaRPr>
            </a:p>
          </p:txBody>
        </p:sp>
        <p:sp>
          <p:nvSpPr>
            <p:cNvPr id="514" name="Freeform 629"/>
            <p:cNvSpPr>
              <a:spLocks noChangeArrowheads="1"/>
            </p:cNvSpPr>
            <p:nvPr/>
          </p:nvSpPr>
          <p:spPr bwMode="auto">
            <a:xfrm>
              <a:off x="72488" y="96694"/>
              <a:ext cx="320155" cy="60434"/>
            </a:xfrm>
            <a:custGeom>
              <a:avLst/>
              <a:gdLst>
                <a:gd name="T0" fmla="*/ 2147483647 w 168"/>
                <a:gd name="T1" fmla="*/ 0 h 32"/>
                <a:gd name="T2" fmla="*/ 2147483647 w 168"/>
                <a:gd name="T3" fmla="*/ 0 h 32"/>
                <a:gd name="T4" fmla="*/ 0 w 168"/>
                <a:gd name="T5" fmla="*/ 2147483647 h 32"/>
                <a:gd name="T6" fmla="*/ 0 w 168"/>
                <a:gd name="T7" fmla="*/ 2147483647 h 32"/>
                <a:gd name="T8" fmla="*/ 2147483647 w 168"/>
                <a:gd name="T9" fmla="*/ 2147483647 h 32"/>
                <a:gd name="T10" fmla="*/ 2147483647 w 168"/>
                <a:gd name="T11" fmla="*/ 2147483647 h 32"/>
                <a:gd name="T12" fmla="*/ 2147483647 w 168"/>
                <a:gd name="T13" fmla="*/ 2147483647 h 32"/>
                <a:gd name="T14" fmla="*/ 2147483647 w 168"/>
                <a:gd name="T15" fmla="*/ 2147483647 h 32"/>
                <a:gd name="T16" fmla="*/ 2147483647 w 168"/>
                <a:gd name="T17" fmla="*/ 2147483647 h 32"/>
                <a:gd name="T18" fmla="*/ 2147483647 w 168"/>
                <a:gd name="T19" fmla="*/ 2147483647 h 32"/>
                <a:gd name="T20" fmla="*/ 2147483647 w 168"/>
                <a:gd name="T21" fmla="*/ 0 h 3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68"/>
                <a:gd name="T34" fmla="*/ 0 h 32"/>
                <a:gd name="T35" fmla="*/ 168 w 168"/>
                <a:gd name="T36" fmla="*/ 32 h 3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68" h="32">
                  <a:moveTo>
                    <a:pt x="149" y="0"/>
                  </a:moveTo>
                  <a:cubicBezTo>
                    <a:pt x="19" y="0"/>
                    <a:pt x="19" y="0"/>
                    <a:pt x="19" y="0"/>
                  </a:cubicBezTo>
                  <a:cubicBezTo>
                    <a:pt x="9" y="0"/>
                    <a:pt x="0" y="7"/>
                    <a:pt x="0" y="16"/>
                  </a:cubicBezTo>
                  <a:cubicBezTo>
                    <a:pt x="0" y="26"/>
                    <a:pt x="0" y="26"/>
                    <a:pt x="0" y="26"/>
                  </a:cubicBezTo>
                  <a:cubicBezTo>
                    <a:pt x="0" y="29"/>
                    <a:pt x="3" y="32"/>
                    <a:pt x="6" y="32"/>
                  </a:cubicBezTo>
                  <a:cubicBezTo>
                    <a:pt x="19" y="32"/>
                    <a:pt x="19" y="32"/>
                    <a:pt x="19" y="32"/>
                  </a:cubicBezTo>
                  <a:cubicBezTo>
                    <a:pt x="149" y="32"/>
                    <a:pt x="149" y="32"/>
                    <a:pt x="149" y="32"/>
                  </a:cubicBezTo>
                  <a:cubicBezTo>
                    <a:pt x="162" y="32"/>
                    <a:pt x="162" y="32"/>
                    <a:pt x="162" y="32"/>
                  </a:cubicBezTo>
                  <a:cubicBezTo>
                    <a:pt x="166" y="32"/>
                    <a:pt x="168" y="29"/>
                    <a:pt x="168" y="26"/>
                  </a:cubicBezTo>
                  <a:cubicBezTo>
                    <a:pt x="168" y="16"/>
                    <a:pt x="168" y="16"/>
                    <a:pt x="168" y="16"/>
                  </a:cubicBezTo>
                  <a:cubicBezTo>
                    <a:pt x="168" y="7"/>
                    <a:pt x="160" y="0"/>
                    <a:pt x="149" y="0"/>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515" name="Freeform 630"/>
            <p:cNvSpPr>
              <a:spLocks noChangeArrowheads="1"/>
            </p:cNvSpPr>
            <p:nvPr/>
          </p:nvSpPr>
          <p:spPr bwMode="auto">
            <a:xfrm>
              <a:off x="72488" y="124897"/>
              <a:ext cx="320155" cy="32231"/>
            </a:xfrm>
            <a:custGeom>
              <a:avLst/>
              <a:gdLst>
                <a:gd name="T0" fmla="*/ 0 w 168"/>
                <a:gd name="T1" fmla="*/ 2147483647 h 17"/>
                <a:gd name="T2" fmla="*/ 0 w 168"/>
                <a:gd name="T3" fmla="*/ 2147483647 h 17"/>
                <a:gd name="T4" fmla="*/ 2147483647 w 168"/>
                <a:gd name="T5" fmla="*/ 2147483647 h 17"/>
                <a:gd name="T6" fmla="*/ 2147483647 w 168"/>
                <a:gd name="T7" fmla="*/ 2147483647 h 17"/>
                <a:gd name="T8" fmla="*/ 2147483647 w 168"/>
                <a:gd name="T9" fmla="*/ 2147483647 h 17"/>
                <a:gd name="T10" fmla="*/ 2147483647 w 168"/>
                <a:gd name="T11" fmla="*/ 2147483647 h 17"/>
                <a:gd name="T12" fmla="*/ 2147483647 w 168"/>
                <a:gd name="T13" fmla="*/ 0 h 17"/>
                <a:gd name="T14" fmla="*/ 0 w 168"/>
                <a:gd name="T15" fmla="*/ 0 h 17"/>
                <a:gd name="T16" fmla="*/ 0 w 168"/>
                <a:gd name="T17" fmla="*/ 2147483647 h 1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68"/>
                <a:gd name="T28" fmla="*/ 0 h 17"/>
                <a:gd name="T29" fmla="*/ 168 w 168"/>
                <a:gd name="T30" fmla="*/ 17 h 1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68" h="17">
                  <a:moveTo>
                    <a:pt x="0" y="1"/>
                  </a:moveTo>
                  <a:cubicBezTo>
                    <a:pt x="0" y="11"/>
                    <a:pt x="0" y="11"/>
                    <a:pt x="0" y="11"/>
                  </a:cubicBezTo>
                  <a:cubicBezTo>
                    <a:pt x="0" y="14"/>
                    <a:pt x="3" y="17"/>
                    <a:pt x="6" y="17"/>
                  </a:cubicBezTo>
                  <a:cubicBezTo>
                    <a:pt x="162" y="17"/>
                    <a:pt x="162" y="17"/>
                    <a:pt x="162" y="17"/>
                  </a:cubicBezTo>
                  <a:cubicBezTo>
                    <a:pt x="166" y="17"/>
                    <a:pt x="168" y="14"/>
                    <a:pt x="168" y="11"/>
                  </a:cubicBezTo>
                  <a:cubicBezTo>
                    <a:pt x="168" y="1"/>
                    <a:pt x="168" y="1"/>
                    <a:pt x="168" y="1"/>
                  </a:cubicBezTo>
                  <a:cubicBezTo>
                    <a:pt x="168" y="1"/>
                    <a:pt x="168" y="0"/>
                    <a:pt x="168" y="0"/>
                  </a:cubicBezTo>
                  <a:cubicBezTo>
                    <a:pt x="0" y="0"/>
                    <a:pt x="0" y="0"/>
                    <a:pt x="0" y="0"/>
                  </a:cubicBezTo>
                  <a:cubicBezTo>
                    <a:pt x="0" y="0"/>
                    <a:pt x="0" y="1"/>
                    <a:pt x="0" y="1"/>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516" name="Freeform 631"/>
            <p:cNvSpPr>
              <a:spLocks noEditPoints="1" noChangeArrowheads="1"/>
            </p:cNvSpPr>
            <p:nvPr/>
          </p:nvSpPr>
          <p:spPr bwMode="auto">
            <a:xfrm>
              <a:off x="181220" y="0"/>
              <a:ext cx="110745" cy="96694"/>
            </a:xfrm>
            <a:custGeom>
              <a:avLst/>
              <a:gdLst>
                <a:gd name="T0" fmla="*/ 2147483647 w 58"/>
                <a:gd name="T1" fmla="*/ 2147483647 h 51"/>
                <a:gd name="T2" fmla="*/ 2147483647 w 58"/>
                <a:gd name="T3" fmla="*/ 2147483647 h 51"/>
                <a:gd name="T4" fmla="*/ 2147483647 w 58"/>
                <a:gd name="T5" fmla="*/ 0 h 51"/>
                <a:gd name="T6" fmla="*/ 0 w 58"/>
                <a:gd name="T7" fmla="*/ 2147483647 h 51"/>
                <a:gd name="T8" fmla="*/ 0 w 58"/>
                <a:gd name="T9" fmla="*/ 2147483647 h 51"/>
                <a:gd name="T10" fmla="*/ 0 w 58"/>
                <a:gd name="T11" fmla="*/ 2147483647 h 51"/>
                <a:gd name="T12" fmla="*/ 2147483647 w 58"/>
                <a:gd name="T13" fmla="*/ 2147483647 h 51"/>
                <a:gd name="T14" fmla="*/ 2147483647 w 58"/>
                <a:gd name="T15" fmla="*/ 2147483647 h 51"/>
                <a:gd name="T16" fmla="*/ 2147483647 w 58"/>
                <a:gd name="T17" fmla="*/ 2147483647 h 51"/>
                <a:gd name="T18" fmla="*/ 2147483647 w 58"/>
                <a:gd name="T19" fmla="*/ 2147483647 h 51"/>
                <a:gd name="T20" fmla="*/ 2147483647 w 58"/>
                <a:gd name="T21" fmla="*/ 2147483647 h 51"/>
                <a:gd name="T22" fmla="*/ 2147483647 w 58"/>
                <a:gd name="T23" fmla="*/ 2147483647 h 51"/>
                <a:gd name="T24" fmla="*/ 2147483647 w 58"/>
                <a:gd name="T25" fmla="*/ 2147483647 h 5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8"/>
                <a:gd name="T40" fmla="*/ 0 h 51"/>
                <a:gd name="T41" fmla="*/ 58 w 58"/>
                <a:gd name="T42" fmla="*/ 51 h 51"/>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8" h="51">
                  <a:moveTo>
                    <a:pt x="58" y="29"/>
                  </a:moveTo>
                  <a:cubicBezTo>
                    <a:pt x="58" y="29"/>
                    <a:pt x="58" y="29"/>
                    <a:pt x="58" y="29"/>
                  </a:cubicBezTo>
                  <a:cubicBezTo>
                    <a:pt x="58" y="13"/>
                    <a:pt x="45" y="0"/>
                    <a:pt x="29" y="0"/>
                  </a:cubicBezTo>
                  <a:cubicBezTo>
                    <a:pt x="13" y="0"/>
                    <a:pt x="0" y="13"/>
                    <a:pt x="0" y="29"/>
                  </a:cubicBezTo>
                  <a:cubicBezTo>
                    <a:pt x="0" y="30"/>
                    <a:pt x="0" y="30"/>
                    <a:pt x="0" y="30"/>
                  </a:cubicBezTo>
                  <a:cubicBezTo>
                    <a:pt x="0" y="51"/>
                    <a:pt x="0" y="51"/>
                    <a:pt x="0" y="51"/>
                  </a:cubicBezTo>
                  <a:cubicBezTo>
                    <a:pt x="58" y="51"/>
                    <a:pt x="58" y="51"/>
                    <a:pt x="58" y="51"/>
                  </a:cubicBezTo>
                  <a:lnTo>
                    <a:pt x="58" y="29"/>
                  </a:lnTo>
                  <a:close/>
                  <a:moveTo>
                    <a:pt x="29" y="40"/>
                  </a:moveTo>
                  <a:cubicBezTo>
                    <a:pt x="24" y="40"/>
                    <a:pt x="19" y="35"/>
                    <a:pt x="19" y="29"/>
                  </a:cubicBezTo>
                  <a:cubicBezTo>
                    <a:pt x="19" y="23"/>
                    <a:pt x="24" y="19"/>
                    <a:pt x="29" y="19"/>
                  </a:cubicBezTo>
                  <a:cubicBezTo>
                    <a:pt x="35" y="19"/>
                    <a:pt x="40" y="23"/>
                    <a:pt x="40" y="29"/>
                  </a:cubicBezTo>
                  <a:cubicBezTo>
                    <a:pt x="40" y="35"/>
                    <a:pt x="35" y="40"/>
                    <a:pt x="29" y="40"/>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517" name="Freeform 632"/>
            <p:cNvSpPr>
              <a:spLocks noEditPoints="1" noChangeArrowheads="1"/>
            </p:cNvSpPr>
            <p:nvPr/>
          </p:nvSpPr>
          <p:spPr bwMode="auto">
            <a:xfrm>
              <a:off x="205383" y="24174"/>
              <a:ext cx="62420" cy="64463"/>
            </a:xfrm>
            <a:custGeom>
              <a:avLst/>
              <a:gdLst>
                <a:gd name="T0" fmla="*/ 2147483647 w 33"/>
                <a:gd name="T1" fmla="*/ 0 h 33"/>
                <a:gd name="T2" fmla="*/ 0 w 33"/>
                <a:gd name="T3" fmla="*/ 2147483647 h 33"/>
                <a:gd name="T4" fmla="*/ 2147483647 w 33"/>
                <a:gd name="T5" fmla="*/ 2147483647 h 33"/>
                <a:gd name="T6" fmla="*/ 2147483647 w 33"/>
                <a:gd name="T7" fmla="*/ 2147483647 h 33"/>
                <a:gd name="T8" fmla="*/ 2147483647 w 33"/>
                <a:gd name="T9" fmla="*/ 0 h 33"/>
                <a:gd name="T10" fmla="*/ 2147483647 w 33"/>
                <a:gd name="T11" fmla="*/ 2147483647 h 33"/>
                <a:gd name="T12" fmla="*/ 2147483647 w 33"/>
                <a:gd name="T13" fmla="*/ 2147483647 h 33"/>
                <a:gd name="T14" fmla="*/ 2147483647 w 33"/>
                <a:gd name="T15" fmla="*/ 2147483647 h 33"/>
                <a:gd name="T16" fmla="*/ 2147483647 w 33"/>
                <a:gd name="T17" fmla="*/ 2147483647 h 33"/>
                <a:gd name="T18" fmla="*/ 2147483647 w 33"/>
                <a:gd name="T19" fmla="*/ 2147483647 h 3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3"/>
                <a:gd name="T31" fmla="*/ 0 h 33"/>
                <a:gd name="T32" fmla="*/ 33 w 33"/>
                <a:gd name="T33" fmla="*/ 33 h 3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3" h="33">
                  <a:moveTo>
                    <a:pt x="16" y="0"/>
                  </a:moveTo>
                  <a:cubicBezTo>
                    <a:pt x="7" y="0"/>
                    <a:pt x="0" y="7"/>
                    <a:pt x="0" y="16"/>
                  </a:cubicBezTo>
                  <a:cubicBezTo>
                    <a:pt x="0" y="25"/>
                    <a:pt x="7" y="33"/>
                    <a:pt x="16" y="33"/>
                  </a:cubicBezTo>
                  <a:cubicBezTo>
                    <a:pt x="25" y="33"/>
                    <a:pt x="33" y="25"/>
                    <a:pt x="33" y="16"/>
                  </a:cubicBezTo>
                  <a:cubicBezTo>
                    <a:pt x="33" y="7"/>
                    <a:pt x="25" y="0"/>
                    <a:pt x="16" y="0"/>
                  </a:cubicBezTo>
                  <a:close/>
                  <a:moveTo>
                    <a:pt x="16" y="27"/>
                  </a:moveTo>
                  <a:cubicBezTo>
                    <a:pt x="11" y="27"/>
                    <a:pt x="6" y="22"/>
                    <a:pt x="6" y="16"/>
                  </a:cubicBezTo>
                  <a:cubicBezTo>
                    <a:pt x="6" y="10"/>
                    <a:pt x="11" y="6"/>
                    <a:pt x="16" y="6"/>
                  </a:cubicBezTo>
                  <a:cubicBezTo>
                    <a:pt x="22" y="6"/>
                    <a:pt x="27" y="10"/>
                    <a:pt x="27" y="16"/>
                  </a:cubicBezTo>
                  <a:cubicBezTo>
                    <a:pt x="27" y="22"/>
                    <a:pt x="22" y="27"/>
                    <a:pt x="16" y="27"/>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grpSp>
      <p:pic>
        <p:nvPicPr>
          <p:cNvPr id="8" name="Picture 6"/>
          <p:cNvPicPr>
            <a:picLocks noChangeAspect="1"/>
          </p:cNvPicPr>
          <p:nvPr/>
        </p:nvPicPr>
        <p:blipFill>
          <a:blip r:embed="rId1"/>
          <a:stretch>
            <a:fillRect/>
          </a:stretch>
        </p:blipFill>
        <p:spPr>
          <a:xfrm>
            <a:off x="1071880" y="3184525"/>
            <a:ext cx="10976610" cy="5646420"/>
          </a:xfrm>
          <a:prstGeom prst="rect">
            <a:avLst/>
          </a:prstGeom>
          <a:noFill/>
          <a:ln>
            <a:noFill/>
          </a:ln>
        </p:spPr>
      </p:pic>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矩形 70"/>
          <p:cNvSpPr/>
          <p:nvPr/>
        </p:nvSpPr>
        <p:spPr>
          <a:xfrm>
            <a:off x="17961936" y="607033"/>
            <a:ext cx="304799" cy="828221"/>
          </a:xfrm>
          <a:prstGeom prst="rect">
            <a:avLst/>
          </a:prstGeom>
          <a:solidFill>
            <a:srgbClr val="F024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p>
        </p:txBody>
      </p:sp>
      <p:sp>
        <p:nvSpPr>
          <p:cNvPr id="72" name="矩形 71"/>
          <p:cNvSpPr/>
          <p:nvPr/>
        </p:nvSpPr>
        <p:spPr>
          <a:xfrm>
            <a:off x="17831306" y="607033"/>
            <a:ext cx="79828" cy="828221"/>
          </a:xfrm>
          <a:prstGeom prst="rect">
            <a:avLst/>
          </a:prstGeom>
          <a:solidFill>
            <a:srgbClr val="F024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p>
        </p:txBody>
      </p:sp>
      <p:sp>
        <p:nvSpPr>
          <p:cNvPr id="73" name="文本框 72"/>
          <p:cNvSpPr txBox="1"/>
          <p:nvPr/>
        </p:nvSpPr>
        <p:spPr>
          <a:xfrm>
            <a:off x="16922977" y="604257"/>
            <a:ext cx="947405" cy="829945"/>
          </a:xfrm>
          <a:prstGeom prst="rect">
            <a:avLst/>
          </a:prstGeom>
          <a:noFill/>
        </p:spPr>
        <p:txBody>
          <a:bodyPr wrap="square" rtlCol="0">
            <a:spAutoFit/>
          </a:bodyPr>
          <a:lstStyle/>
          <a:p>
            <a:r>
              <a:rPr lang="en-US" altLang="vi-VN" sz="4800" dirty="0" smtClean="0">
                <a:solidFill>
                  <a:schemeClr val="bg1"/>
                </a:solidFill>
                <a:latin typeface="Microsoft YaHei" panose="020B0503020204020204" pitchFamily="34" charset="-122"/>
                <a:ea typeface="Microsoft YaHei" panose="020B0503020204020204" pitchFamily="34" charset="-122"/>
              </a:rPr>
              <a:t>24</a:t>
            </a:r>
            <a:endParaRPr lang="en-US" altLang="vi-VN" sz="4800" dirty="0" smtClean="0">
              <a:solidFill>
                <a:schemeClr val="bg1"/>
              </a:solidFill>
              <a:latin typeface="Microsoft YaHei" panose="020B0503020204020204" pitchFamily="34" charset="-122"/>
              <a:ea typeface="Microsoft YaHei" panose="020B0503020204020204" pitchFamily="34" charset="-122"/>
            </a:endParaRPr>
          </a:p>
        </p:txBody>
      </p:sp>
      <p:grpSp>
        <p:nvGrpSpPr>
          <p:cNvPr id="4" name="组合 3"/>
          <p:cNvGrpSpPr/>
          <p:nvPr/>
        </p:nvGrpSpPr>
        <p:grpSpPr>
          <a:xfrm>
            <a:off x="14187805" y="7916545"/>
            <a:ext cx="4548505" cy="2686685"/>
            <a:chOff x="11519983" y="5270056"/>
            <a:chExt cx="5829924" cy="3299229"/>
          </a:xfrm>
        </p:grpSpPr>
        <p:grpSp>
          <p:nvGrpSpPr>
            <p:cNvPr id="97" name="组合 96"/>
            <p:cNvGrpSpPr/>
            <p:nvPr/>
          </p:nvGrpSpPr>
          <p:grpSpPr>
            <a:xfrm rot="5400000">
              <a:off x="12785331" y="4004708"/>
              <a:ext cx="3299229" cy="5829924"/>
              <a:chOff x="4862722" y="-238122"/>
              <a:chExt cx="3541407" cy="6152922"/>
            </a:xfrm>
          </p:grpSpPr>
          <p:grpSp>
            <p:nvGrpSpPr>
              <p:cNvPr id="98" name="组合 97"/>
              <p:cNvGrpSpPr/>
              <p:nvPr/>
            </p:nvGrpSpPr>
            <p:grpSpPr>
              <a:xfrm>
                <a:off x="4862722" y="-238122"/>
                <a:ext cx="3541407" cy="6152922"/>
                <a:chOff x="4862722" y="-238122"/>
                <a:chExt cx="3541407" cy="6152922"/>
              </a:xfrm>
              <a:effectLst>
                <a:outerShdw blurRad="203200" dist="101600" dir="2700000" algn="ctr" rotWithShape="0">
                  <a:schemeClr val="tx1">
                    <a:alpha val="40000"/>
                  </a:schemeClr>
                </a:outerShdw>
              </a:effectLst>
            </p:grpSpPr>
            <p:grpSp>
              <p:nvGrpSpPr>
                <p:cNvPr id="108" name="组合 107"/>
                <p:cNvGrpSpPr/>
                <p:nvPr/>
              </p:nvGrpSpPr>
              <p:grpSpPr>
                <a:xfrm>
                  <a:off x="7282083" y="1812626"/>
                  <a:ext cx="45719" cy="310161"/>
                  <a:chOff x="8020452" y="2062264"/>
                  <a:chExt cx="150782" cy="787940"/>
                </a:xfrm>
              </p:grpSpPr>
              <p:sp>
                <p:nvSpPr>
                  <p:cNvPr id="127" name="圆角矩形 126"/>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8" name="圆角矩形 127"/>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09" name="组合 108"/>
                <p:cNvGrpSpPr/>
                <p:nvPr/>
              </p:nvGrpSpPr>
              <p:grpSpPr>
                <a:xfrm>
                  <a:off x="4862722" y="2122787"/>
                  <a:ext cx="45719" cy="239059"/>
                  <a:chOff x="8020452" y="2062264"/>
                  <a:chExt cx="150782" cy="787940"/>
                </a:xfrm>
              </p:grpSpPr>
              <p:sp>
                <p:nvSpPr>
                  <p:cNvPr id="125" name="圆角矩形 124"/>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6" name="圆角矩形 125"/>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0" name="组合 109"/>
                <p:cNvGrpSpPr/>
                <p:nvPr/>
              </p:nvGrpSpPr>
              <p:grpSpPr>
                <a:xfrm>
                  <a:off x="4862722" y="1812626"/>
                  <a:ext cx="45719" cy="239059"/>
                  <a:chOff x="8020452" y="2062264"/>
                  <a:chExt cx="150782" cy="787940"/>
                </a:xfrm>
              </p:grpSpPr>
              <p:sp>
                <p:nvSpPr>
                  <p:cNvPr id="123" name="圆角矩形 122"/>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4" name="圆角矩形 123"/>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1" name="组合 110"/>
                <p:cNvGrpSpPr/>
                <p:nvPr/>
              </p:nvGrpSpPr>
              <p:grpSpPr>
                <a:xfrm>
                  <a:off x="4862722" y="1543685"/>
                  <a:ext cx="45719" cy="117603"/>
                  <a:chOff x="8020452" y="2062264"/>
                  <a:chExt cx="150782" cy="787940"/>
                </a:xfrm>
              </p:grpSpPr>
              <p:sp>
                <p:nvSpPr>
                  <p:cNvPr id="121" name="圆角矩形 120"/>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2" name="圆角矩形 121"/>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2" name="圆角矩形 111"/>
                <p:cNvSpPr/>
                <p:nvPr/>
              </p:nvSpPr>
              <p:spPr>
                <a:xfrm>
                  <a:off x="4890000" y="943200"/>
                  <a:ext cx="2412000" cy="4971600"/>
                </a:xfrm>
                <a:prstGeom prst="roundRect">
                  <a:avLst>
                    <a:gd name="adj" fmla="val 7335"/>
                  </a:avLst>
                </a:prstGeom>
                <a:solidFill>
                  <a:srgbClr val="404040"/>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3" name="圆角矩形 112"/>
                <p:cNvSpPr/>
                <p:nvPr/>
              </p:nvSpPr>
              <p:spPr>
                <a:xfrm>
                  <a:off x="4926000" y="979200"/>
                  <a:ext cx="2340000" cy="4899600"/>
                </a:xfrm>
                <a:prstGeom prst="roundRect">
                  <a:avLst>
                    <a:gd name="adj" fmla="val 7335"/>
                  </a:avLst>
                </a:prstGeom>
                <a:solidFill>
                  <a:srgbClr val="05050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4" name="矩形 113"/>
                <p:cNvSpPr/>
                <p:nvPr/>
              </p:nvSpPr>
              <p:spPr>
                <a:xfrm>
                  <a:off x="5034000" y="1540800"/>
                  <a:ext cx="2124000" cy="377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5" name="圆角矩形 114"/>
                <p:cNvSpPr/>
                <p:nvPr/>
              </p:nvSpPr>
              <p:spPr>
                <a:xfrm>
                  <a:off x="5901599" y="1206000"/>
                  <a:ext cx="388800" cy="36000"/>
                </a:xfrm>
                <a:prstGeom prst="roundRect">
                  <a:avLst>
                    <a:gd name="adj" fmla="val 50000"/>
                  </a:avLst>
                </a:prstGeom>
                <a:solidFill>
                  <a:srgbClr val="0D0D0D"/>
                </a:solidFill>
                <a:ln>
                  <a:noFill/>
                </a:ln>
                <a:scene3d>
                  <a:camera prst="orthographicFront"/>
                  <a:lightRig rig="threePt" dir="t"/>
                </a:scene3d>
                <a:sp3d>
                  <a:bevelT w="69850" h="50800" prst="coolSlan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16" name="组合 115"/>
                <p:cNvGrpSpPr/>
                <p:nvPr/>
              </p:nvGrpSpPr>
              <p:grpSpPr>
                <a:xfrm>
                  <a:off x="5905200" y="5406664"/>
                  <a:ext cx="381600" cy="381600"/>
                  <a:chOff x="5905200" y="3238200"/>
                  <a:chExt cx="381600" cy="381600"/>
                </a:xfrm>
              </p:grpSpPr>
              <p:sp>
                <p:nvSpPr>
                  <p:cNvPr id="119" name="椭圆 118"/>
                  <p:cNvSpPr/>
                  <p:nvPr/>
                </p:nvSpPr>
                <p:spPr>
                  <a:xfrm>
                    <a:off x="5905200" y="3238200"/>
                    <a:ext cx="381600" cy="381600"/>
                  </a:xfrm>
                  <a:prstGeom prst="ellipse">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0" name="椭圆 119"/>
                  <p:cNvSpPr/>
                  <p:nvPr/>
                </p:nvSpPr>
                <p:spPr>
                  <a:xfrm>
                    <a:off x="5932200" y="3265200"/>
                    <a:ext cx="327600" cy="3276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7" name="圆角矩形 116"/>
                <p:cNvSpPr/>
                <p:nvPr/>
              </p:nvSpPr>
              <p:spPr>
                <a:xfrm>
                  <a:off x="4883060" y="952391"/>
                  <a:ext cx="2376000" cy="4952144"/>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8" name="圆角矩形 117"/>
                <p:cNvSpPr/>
                <p:nvPr/>
              </p:nvSpPr>
              <p:spPr>
                <a:xfrm>
                  <a:off x="6028129" y="-238122"/>
                  <a:ext cx="2376000" cy="4935600"/>
                </a:xfrm>
                <a:prstGeom prst="roundRect">
                  <a:avLst>
                    <a:gd name="adj" fmla="val 7335"/>
                  </a:avLst>
                </a:prstGeom>
                <a:gradFill flip="none" rotWithShape="1">
                  <a:gsLst>
                    <a:gs pos="0">
                      <a:srgbClr val="FFFFFF">
                        <a:alpha val="18000"/>
                      </a:srgbClr>
                    </a:gs>
                    <a:gs pos="5000">
                      <a:srgbClr val="FFFFFF">
                        <a:alpha val="0"/>
                      </a:srgb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99" name="组合 98"/>
              <p:cNvGrpSpPr/>
              <p:nvPr/>
            </p:nvGrpSpPr>
            <p:grpSpPr>
              <a:xfrm>
                <a:off x="6856135" y="1608679"/>
                <a:ext cx="156128" cy="54425"/>
                <a:chOff x="6770056" y="1608698"/>
                <a:chExt cx="156128" cy="65855"/>
              </a:xfrm>
            </p:grpSpPr>
            <p:sp>
              <p:nvSpPr>
                <p:cNvPr id="105" name="矩形 104"/>
                <p:cNvSpPr/>
                <p:nvPr/>
              </p:nvSpPr>
              <p:spPr>
                <a:xfrm>
                  <a:off x="6770056" y="1608698"/>
                  <a:ext cx="146501" cy="65855"/>
                </a:xfrm>
                <a:prstGeom prst="rect">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6" name="矩形 105"/>
                <p:cNvSpPr/>
                <p:nvPr/>
              </p:nvSpPr>
              <p:spPr>
                <a:xfrm>
                  <a:off x="6916234" y="1633796"/>
                  <a:ext cx="9950" cy="16633"/>
                </a:xfrm>
                <a:prstGeom prst="rect">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7" name="矩形 106"/>
                <p:cNvSpPr/>
                <p:nvPr/>
              </p:nvSpPr>
              <p:spPr>
                <a:xfrm>
                  <a:off x="6770056" y="1608699"/>
                  <a:ext cx="83493" cy="6585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0" name="椭圆 99"/>
              <p:cNvSpPr/>
              <p:nvPr/>
            </p:nvSpPr>
            <p:spPr>
              <a:xfrm>
                <a:off x="5123906"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1" name="椭圆 100"/>
              <p:cNvSpPr/>
              <p:nvPr/>
            </p:nvSpPr>
            <p:spPr>
              <a:xfrm>
                <a:off x="5176565"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2" name="椭圆 101"/>
              <p:cNvSpPr/>
              <p:nvPr/>
            </p:nvSpPr>
            <p:spPr>
              <a:xfrm>
                <a:off x="5224538"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3" name="椭圆 102"/>
              <p:cNvSpPr/>
              <p:nvPr/>
            </p:nvSpPr>
            <p:spPr>
              <a:xfrm>
                <a:off x="5274547"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 name="椭圆 103"/>
              <p:cNvSpPr/>
              <p:nvPr/>
            </p:nvSpPr>
            <p:spPr>
              <a:xfrm>
                <a:off x="5324640" y="1619118"/>
                <a:ext cx="41564" cy="41564"/>
              </a:xfrm>
              <a:prstGeom prst="ellipse">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38" name="矩形 137"/>
            <p:cNvSpPr/>
            <p:nvPr/>
          </p:nvSpPr>
          <p:spPr bwMode="auto">
            <a:xfrm rot="16200000">
              <a:off x="12870306" y="4596683"/>
              <a:ext cx="1987572" cy="3635808"/>
            </a:xfrm>
            <a:prstGeom prst="rect">
              <a:avLst/>
            </a:prstGeom>
            <a:solidFill>
              <a:srgbClr val="2B7FB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 typeface="Arial" panose="020B0604020202020204" pitchFamily="34" charset="0"/>
                <a:buNone/>
                <a:defRPr/>
              </a:pPr>
              <a:endParaRPr lang="zh-CN" altLang="en-US"/>
            </a:p>
          </p:txBody>
        </p:sp>
        <p:grpSp>
          <p:nvGrpSpPr>
            <p:cNvPr id="141" name="组合 2"/>
            <p:cNvGrpSpPr/>
            <p:nvPr/>
          </p:nvGrpSpPr>
          <p:grpSpPr bwMode="auto">
            <a:xfrm>
              <a:off x="13580951" y="5774163"/>
              <a:ext cx="608013" cy="619125"/>
              <a:chOff x="7938529" y="3078391"/>
              <a:chExt cx="607404" cy="617990"/>
            </a:xfrm>
          </p:grpSpPr>
          <p:sp>
            <p:nvSpPr>
              <p:cNvPr id="142" name="object 5"/>
              <p:cNvSpPr/>
              <p:nvPr/>
            </p:nvSpPr>
            <p:spPr bwMode="auto">
              <a:xfrm>
                <a:off x="8052890" y="3078391"/>
                <a:ext cx="137478" cy="276999"/>
              </a:xfrm>
              <a:custGeom>
                <a:avLst/>
                <a:gdLst>
                  <a:gd name="T0" fmla="*/ 17874 w 226695"/>
                  <a:gd name="T1" fmla="*/ 0 h 262254"/>
                  <a:gd name="T2" fmla="*/ 0 w 226695"/>
                  <a:gd name="T3" fmla="*/ 197759 h 262254"/>
                  <a:gd name="T4" fmla="*/ 30590 w 226695"/>
                  <a:gd name="T5" fmla="*/ 326123 h 262254"/>
                  <a:gd name="T6" fmla="*/ 17874 w 226695"/>
                  <a:gd name="T7" fmla="*/ 0 h 26225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26695" h="262254">
                    <a:moveTo>
                      <a:pt x="132153" y="0"/>
                    </a:moveTo>
                    <a:lnTo>
                      <a:pt x="0" y="158895"/>
                    </a:lnTo>
                    <a:lnTo>
                      <a:pt x="226160" y="262033"/>
                    </a:lnTo>
                    <a:lnTo>
                      <a:pt x="132153" y="0"/>
                    </a:lnTo>
                    <a:close/>
                  </a:path>
                </a:pathLst>
              </a:custGeom>
              <a:solidFill>
                <a:srgbClr val="4ABA92"/>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3" name="object 6"/>
              <p:cNvSpPr/>
              <p:nvPr/>
            </p:nvSpPr>
            <p:spPr bwMode="auto">
              <a:xfrm>
                <a:off x="8090831" y="3419382"/>
                <a:ext cx="363912" cy="276999"/>
              </a:xfrm>
              <a:custGeom>
                <a:avLst/>
                <a:gdLst>
                  <a:gd name="T0" fmla="*/ 50573 w 600075"/>
                  <a:gd name="T1" fmla="*/ 0 h 479425"/>
                  <a:gd name="T2" fmla="*/ 0 w 600075"/>
                  <a:gd name="T3" fmla="*/ 50100 h 479425"/>
                  <a:gd name="T4" fmla="*/ 60332 w 600075"/>
                  <a:gd name="T5" fmla="*/ 53398 h 479425"/>
                  <a:gd name="T6" fmla="*/ 81164 w 600075"/>
                  <a:gd name="T7" fmla="*/ 11494 h 479425"/>
                  <a:gd name="T8" fmla="*/ 50573 w 600075"/>
                  <a:gd name="T9" fmla="*/ 0 h 4794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00075" h="479425">
                    <a:moveTo>
                      <a:pt x="373904" y="0"/>
                    </a:moveTo>
                    <a:lnTo>
                      <a:pt x="0" y="449588"/>
                    </a:lnTo>
                    <a:lnTo>
                      <a:pt x="446049" y="479179"/>
                    </a:lnTo>
                    <a:lnTo>
                      <a:pt x="600065" y="103138"/>
                    </a:lnTo>
                    <a:lnTo>
                      <a:pt x="373904" y="0"/>
                    </a:lnTo>
                    <a:close/>
                  </a:path>
                </a:pathLst>
              </a:custGeom>
              <a:solidFill>
                <a:srgbClr val="F94C07"/>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4" name="object 7"/>
              <p:cNvSpPr/>
              <p:nvPr/>
            </p:nvSpPr>
            <p:spPr bwMode="auto">
              <a:xfrm>
                <a:off x="8161226" y="3175050"/>
                <a:ext cx="384707" cy="276999"/>
              </a:xfrm>
              <a:custGeom>
                <a:avLst/>
                <a:gdLst>
                  <a:gd name="T0" fmla="*/ 0 w 634365"/>
                  <a:gd name="T1" fmla="*/ 0 h 229235"/>
                  <a:gd name="T2" fmla="*/ 67888 w 634365"/>
                  <a:gd name="T3" fmla="*/ 488025 h 229235"/>
                  <a:gd name="T4" fmla="*/ 85762 w 634365"/>
                  <a:gd name="T5" fmla="*/ 149257 h 229235"/>
                  <a:gd name="T6" fmla="*/ 0 w 634365"/>
                  <a:gd name="T7" fmla="*/ 0 h 22923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34365" h="229235">
                    <a:moveTo>
                      <a:pt x="0" y="0"/>
                    </a:moveTo>
                    <a:lnTo>
                      <a:pt x="501911" y="228904"/>
                    </a:lnTo>
                    <a:lnTo>
                      <a:pt x="634064" y="70008"/>
                    </a:lnTo>
                    <a:lnTo>
                      <a:pt x="0" y="0"/>
                    </a:lnTo>
                    <a:close/>
                  </a:path>
                </a:pathLst>
              </a:custGeom>
              <a:solidFill>
                <a:srgbClr val="1F4E79"/>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5" name="object 8"/>
              <p:cNvSpPr/>
              <p:nvPr/>
            </p:nvSpPr>
            <p:spPr bwMode="auto">
              <a:xfrm>
                <a:off x="7945652" y="3216890"/>
                <a:ext cx="145179" cy="193317"/>
              </a:xfrm>
              <a:custGeom>
                <a:avLst/>
                <a:gdLst>
                  <a:gd name="T0" fmla="*/ 19983 w 200025"/>
                  <a:gd name="T1" fmla="*/ 0 h 678814"/>
                  <a:gd name="T2" fmla="*/ 0 w 200025"/>
                  <a:gd name="T3" fmla="*/ 2184 h 678814"/>
                  <a:gd name="T4" fmla="*/ 55509 w 200025"/>
                  <a:gd name="T5" fmla="*/ 4463 h 678814"/>
                  <a:gd name="T6" fmla="*/ 19983 w 200025"/>
                  <a:gd name="T7" fmla="*/ 0 h 6788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0025" h="678814">
                    <a:moveTo>
                      <a:pt x="72008" y="0"/>
                    </a:moveTo>
                    <a:lnTo>
                      <a:pt x="0" y="332031"/>
                    </a:lnTo>
                    <a:lnTo>
                      <a:pt x="200025" y="678481"/>
                    </a:lnTo>
                    <a:lnTo>
                      <a:pt x="72008" y="0"/>
                    </a:lnTo>
                    <a:close/>
                  </a:path>
                </a:pathLst>
              </a:custGeom>
              <a:solidFill>
                <a:srgbClr val="00B050"/>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6" name="object 9"/>
              <p:cNvSpPr/>
              <p:nvPr/>
            </p:nvSpPr>
            <p:spPr bwMode="auto">
              <a:xfrm>
                <a:off x="7938529" y="3379992"/>
                <a:ext cx="304607" cy="276999"/>
              </a:xfrm>
              <a:custGeom>
                <a:avLst/>
                <a:gdLst>
                  <a:gd name="T0" fmla="*/ 0 w 502284"/>
                  <a:gd name="T1" fmla="*/ 0 h 678814"/>
                  <a:gd name="T2" fmla="*/ 17315 w 502284"/>
                  <a:gd name="T3" fmla="*/ 18813 h 678814"/>
                  <a:gd name="T4" fmla="*/ 67889 w 502284"/>
                  <a:gd name="T5" fmla="*/ 6347 h 678814"/>
                  <a:gd name="T6" fmla="*/ 0 w 502284"/>
                  <a:gd name="T7" fmla="*/ 0 h 6788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02284" h="678814">
                    <a:moveTo>
                      <a:pt x="0" y="0"/>
                    </a:moveTo>
                    <a:lnTo>
                      <a:pt x="128017" y="678492"/>
                    </a:lnTo>
                    <a:lnTo>
                      <a:pt x="501921" y="228904"/>
                    </a:lnTo>
                    <a:lnTo>
                      <a:pt x="0" y="0"/>
                    </a:lnTo>
                    <a:close/>
                  </a:path>
                </a:pathLst>
              </a:custGeom>
              <a:solidFill>
                <a:srgbClr val="ED7D31"/>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grpSp>
        <p:sp>
          <p:nvSpPr>
            <p:cNvPr id="147" name="矩形 23"/>
            <p:cNvSpPr>
              <a:spLocks noChangeArrowheads="1"/>
            </p:cNvSpPr>
            <p:nvPr/>
          </p:nvSpPr>
          <p:spPr bwMode="auto">
            <a:xfrm>
              <a:off x="12758941" y="6563170"/>
              <a:ext cx="2303462" cy="50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2F6583"/>
                  </a:solidFill>
                  <a:bevel/>
                </a14:hiddenLine>
              </a:ext>
            </a:extLst>
          </p:spPr>
          <p:txBody>
            <a:bodyPr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SimSun"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SimSun"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SimSun"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9pPr>
            </a:lstStyle>
            <a:p>
              <a:pPr algn="ctr">
                <a:lnSpc>
                  <a:spcPct val="100000"/>
                </a:lnSpc>
                <a:spcBef>
                  <a:spcPct val="0"/>
                </a:spcBef>
                <a:buFont typeface="Arial" panose="020B0604020202020204" pitchFamily="34" charset="0"/>
                <a:buNone/>
              </a:pPr>
              <a:r>
                <a:rPr lang="vi-VN" altLang="zh-CN" sz="2500" dirty="0">
                  <a:solidFill>
                    <a:schemeClr val="bg1"/>
                  </a:solidFill>
                  <a:latin typeface="Impact" panose="020B0806030902050204" pitchFamily="34" charset="0"/>
                  <a:ea typeface="Microsoft YaHei" panose="020B0503020204020204" pitchFamily="34" charset="-122"/>
                  <a:sym typeface="Impact" panose="020B0806030902050204" pitchFamily="34" charset="0"/>
                </a:rPr>
                <a:t>Nhóm </a:t>
              </a:r>
              <a:r>
                <a:rPr lang="vi-VN" altLang="zh-CN" sz="2500" dirty="0">
                  <a:solidFill>
                    <a:schemeClr val="bg1"/>
                  </a:solidFill>
                  <a:latin typeface="Impact" panose="020B0806030902050204" pitchFamily="34" charset="0"/>
                  <a:ea typeface="Microsoft YaHei" panose="020B0503020204020204" pitchFamily="34" charset="-122"/>
                  <a:sym typeface="Impact" panose="020B0806030902050204" pitchFamily="34" charset="0"/>
                </a:rPr>
                <a:t>6</a:t>
              </a:r>
              <a:endParaRPr lang="vi-VN" altLang="zh-CN" sz="2500" dirty="0">
                <a:solidFill>
                  <a:schemeClr val="bg1"/>
                </a:solidFill>
                <a:latin typeface="Impact" panose="020B0806030902050204" pitchFamily="34" charset="0"/>
                <a:ea typeface="Microsoft YaHei" panose="020B0503020204020204" pitchFamily="34" charset="-122"/>
                <a:sym typeface="Impact" panose="020B0806030902050204" pitchFamily="34" charset="0"/>
              </a:endParaRPr>
            </a:p>
          </p:txBody>
        </p:sp>
      </p:grpSp>
      <p:sp>
        <p:nvSpPr>
          <p:cNvPr id="5" name="Rounded Rectangle 4"/>
          <p:cNvSpPr/>
          <p:nvPr/>
        </p:nvSpPr>
        <p:spPr>
          <a:xfrm>
            <a:off x="304800" y="638810"/>
            <a:ext cx="8768080" cy="802005"/>
          </a:xfrm>
          <a:prstGeom prst="roundRect">
            <a:avLst/>
          </a:prstGeom>
          <a:solidFill>
            <a:srgbClr val="F02424"/>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6" name="object 3"/>
          <p:cNvSpPr txBox="1">
            <a:spLocks noChangeArrowheads="1"/>
          </p:cNvSpPr>
          <p:nvPr/>
        </p:nvSpPr>
        <p:spPr bwMode="auto">
          <a:xfrm>
            <a:off x="1071880" y="730250"/>
            <a:ext cx="7847965" cy="615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marL="6350">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SimSun"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SimSun"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SimSun"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9pPr>
          </a:lstStyle>
          <a:p>
            <a:pPr algn="ctr">
              <a:lnSpc>
                <a:spcPct val="100000"/>
              </a:lnSpc>
              <a:spcBef>
                <a:spcPct val="0"/>
              </a:spcBef>
              <a:buFont typeface="Arial" panose="020B0604020202020204" pitchFamily="34" charset="0"/>
              <a:buNone/>
            </a:pPr>
            <a:r>
              <a:rPr lang="vi-VN" altLang="zh-CN" sz="4000" dirty="0" smtClean="0">
                <a:solidFill>
                  <a:srgbClr val="FFFFFF"/>
                </a:solidFill>
                <a:latin typeface="Microsoft YaHei" panose="020B0503020204020204" pitchFamily="34" charset="-122"/>
                <a:ea typeface="Microsoft YaHei" panose="020B0503020204020204" pitchFamily="34" charset="-122"/>
              </a:rPr>
              <a:t>Ví dụ minh </a:t>
            </a:r>
            <a:r>
              <a:rPr lang="vi-VN" altLang="zh-CN" sz="4000" dirty="0" smtClean="0">
                <a:solidFill>
                  <a:srgbClr val="FFFFFF"/>
                </a:solidFill>
                <a:latin typeface="Microsoft YaHei" panose="020B0503020204020204" pitchFamily="34" charset="-122"/>
                <a:ea typeface="Microsoft YaHei" panose="020B0503020204020204" pitchFamily="34" charset="-122"/>
              </a:rPr>
              <a:t>họa</a:t>
            </a:r>
            <a:endParaRPr lang="vi-VN" altLang="zh-CN" sz="4000" dirty="0" smtClean="0">
              <a:solidFill>
                <a:srgbClr val="FFFFFF"/>
              </a:solidFill>
              <a:latin typeface="Microsoft YaHei" panose="020B0503020204020204" pitchFamily="34" charset="-122"/>
              <a:ea typeface="Microsoft YaHei" panose="020B0503020204020204" pitchFamily="34" charset="-122"/>
            </a:endParaRPr>
          </a:p>
        </p:txBody>
      </p:sp>
      <p:sp>
        <p:nvSpPr>
          <p:cNvPr id="2" name="文本框 162"/>
          <p:cNvSpPr txBox="1"/>
          <p:nvPr/>
        </p:nvSpPr>
        <p:spPr>
          <a:xfrm>
            <a:off x="311150" y="1720850"/>
            <a:ext cx="17559020" cy="8181975"/>
          </a:xfrm>
          <a:prstGeom prst="rect">
            <a:avLst/>
          </a:prstGeom>
          <a:noFill/>
        </p:spPr>
        <p:txBody>
          <a:bodyPr wrap="square" rtlCol="0">
            <a:noAutofit/>
          </a:bodyPr>
          <a:p>
            <a:pPr marL="0" marR="0" lvl="0" indent="457200" defTabSz="914400" rtl="0" eaLnBrk="0" fontAlgn="base" latinLnBrk="0" hangingPunct="0">
              <a:lnSpc>
                <a:spcPct val="150000"/>
              </a:lnSpc>
              <a:spcBef>
                <a:spcPct val="0"/>
              </a:spcBef>
              <a:spcAft>
                <a:spcPct val="0"/>
              </a:spcAft>
              <a:buClrTx/>
              <a:buSzTx/>
              <a:buFontTx/>
              <a:buNone/>
            </a:pPr>
            <a:r>
              <a:rPr lang="en-US" altLang="zh-CN" sz="2400" dirty="0" smtClean="0">
                <a:ln>
                  <a:noFill/>
                </a:ln>
                <a:solidFill>
                  <a:schemeClr val="bg1"/>
                </a:solidFill>
                <a:effectLst/>
                <a:latin typeface="Microsoft YaHei" panose="020B0503020204020204" pitchFamily="34" charset="-122"/>
                <a:ea typeface="Microsoft YaHei" panose="020B0503020204020204" pitchFamily="34" charset="-122"/>
                <a:cs typeface="Times New Roman" panose="02020603050405020304" pitchFamily="18" charset="0"/>
                <a:sym typeface="+mn-ea"/>
              </a:rPr>
              <a:t>Hình 3. 2 Mẫu thử mã hoá (1)</a:t>
            </a:r>
            <a:r>
              <a:rPr lang="vi-VN" altLang="en-US" sz="2400" dirty="0" smtClean="0">
                <a:ln>
                  <a:noFill/>
                </a:ln>
                <a:solidFill>
                  <a:schemeClr val="bg1"/>
                </a:solidFill>
                <a:effectLst/>
                <a:latin typeface="Microsoft YaHei" panose="020B0503020204020204" pitchFamily="34" charset="-122"/>
                <a:ea typeface="Microsoft YaHei" panose="020B0503020204020204" pitchFamily="34" charset="-122"/>
                <a:cs typeface="Times New Roman" panose="02020603050405020304" pitchFamily="18" charset="0"/>
                <a:sym typeface="+mn-ea"/>
              </a:rPr>
              <a:t>                                                                     Hình </a:t>
            </a:r>
            <a:r>
              <a:rPr lang="en-US" altLang="vi-VN" sz="2400" dirty="0" smtClean="0">
                <a:ln>
                  <a:noFill/>
                </a:ln>
                <a:solidFill>
                  <a:schemeClr val="bg1"/>
                </a:solidFill>
                <a:effectLst/>
                <a:latin typeface="Microsoft YaHei" panose="020B0503020204020204" pitchFamily="34" charset="-122"/>
                <a:ea typeface="Microsoft YaHei" panose="020B0503020204020204" pitchFamily="34" charset="-122"/>
                <a:cs typeface="Times New Roman" panose="02020603050405020304" pitchFamily="18" charset="0"/>
                <a:sym typeface="+mn-ea"/>
              </a:rPr>
              <a:t>3</a:t>
            </a:r>
            <a:r>
              <a:rPr lang="vi-VN" altLang="en-US" sz="2400" dirty="0" smtClean="0">
                <a:ln>
                  <a:noFill/>
                </a:ln>
                <a:solidFill>
                  <a:schemeClr val="bg1"/>
                </a:solidFill>
                <a:effectLst/>
                <a:latin typeface="Microsoft YaHei" panose="020B0503020204020204" pitchFamily="34" charset="-122"/>
                <a:ea typeface="Microsoft YaHei" panose="020B0503020204020204" pitchFamily="34" charset="-122"/>
                <a:cs typeface="Times New Roman" panose="02020603050405020304" pitchFamily="18" charset="0"/>
                <a:sym typeface="+mn-ea"/>
              </a:rPr>
              <a:t>. 3 Mẫu thử Giải mã (1)</a:t>
            </a:r>
            <a:endParaRPr lang="en-US" altLang="zh-HK" sz="2400" b="0" dirty="0" smtClean="0">
              <a:solidFill>
                <a:schemeClr val="bg1"/>
              </a:solidFill>
              <a:latin typeface="Microsoft YaHei" panose="020B0503020204020204" pitchFamily="34" charset="-122"/>
              <a:ea typeface="Microsoft YaHei" panose="020B0503020204020204" pitchFamily="34" charset="-122"/>
              <a:cs typeface="Microsoft YaHei" panose="020B0503020204020204" pitchFamily="34" charset="-122"/>
              <a:sym typeface="+mn-ea"/>
            </a:endParaRPr>
          </a:p>
        </p:txBody>
      </p:sp>
      <p:grpSp>
        <p:nvGrpSpPr>
          <p:cNvPr id="524" name="组合 1632"/>
          <p:cNvGrpSpPr/>
          <p:nvPr/>
        </p:nvGrpSpPr>
        <p:grpSpPr bwMode="auto">
          <a:xfrm>
            <a:off x="1983105" y="806450"/>
            <a:ext cx="572135" cy="481965"/>
            <a:chOff x="0" y="0"/>
            <a:chExt cx="619624" cy="539751"/>
          </a:xfrm>
          <a:solidFill>
            <a:schemeClr val="bg1"/>
          </a:solidFill>
        </p:grpSpPr>
        <p:sp>
          <p:nvSpPr>
            <p:cNvPr id="525" name="Freeform 215"/>
            <p:cNvSpPr>
              <a:spLocks noChangeArrowheads="1"/>
            </p:cNvSpPr>
            <p:nvPr/>
          </p:nvSpPr>
          <p:spPr bwMode="auto">
            <a:xfrm>
              <a:off x="32115" y="389298"/>
              <a:ext cx="555395" cy="150453"/>
            </a:xfrm>
            <a:custGeom>
              <a:avLst/>
              <a:gdLst>
                <a:gd name="T0" fmla="*/ 2147483647 w 291"/>
                <a:gd name="T1" fmla="*/ 2147483647 h 79"/>
                <a:gd name="T2" fmla="*/ 2147483647 w 291"/>
                <a:gd name="T3" fmla="*/ 2147483647 h 79"/>
                <a:gd name="T4" fmla="*/ 2147483647 w 291"/>
                <a:gd name="T5" fmla="*/ 2147483647 h 79"/>
                <a:gd name="T6" fmla="*/ 0 w 291"/>
                <a:gd name="T7" fmla="*/ 2147483647 h 79"/>
                <a:gd name="T8" fmla="*/ 0 w 291"/>
                <a:gd name="T9" fmla="*/ 2147483647 h 79"/>
                <a:gd name="T10" fmla="*/ 2147483647 w 291"/>
                <a:gd name="T11" fmla="*/ 0 h 79"/>
                <a:gd name="T12" fmla="*/ 2147483647 w 291"/>
                <a:gd name="T13" fmla="*/ 0 h 79"/>
                <a:gd name="T14" fmla="*/ 2147483647 w 291"/>
                <a:gd name="T15" fmla="*/ 2147483647 h 79"/>
                <a:gd name="T16" fmla="*/ 2147483647 w 291"/>
                <a:gd name="T17" fmla="*/ 2147483647 h 7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91"/>
                <a:gd name="T28" fmla="*/ 0 h 79"/>
                <a:gd name="T29" fmla="*/ 291 w 291"/>
                <a:gd name="T30" fmla="*/ 79 h 7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91" h="79">
                  <a:moveTo>
                    <a:pt x="291" y="71"/>
                  </a:moveTo>
                  <a:cubicBezTo>
                    <a:pt x="291" y="75"/>
                    <a:pt x="288" y="79"/>
                    <a:pt x="284" y="79"/>
                  </a:cubicBezTo>
                  <a:cubicBezTo>
                    <a:pt x="7" y="79"/>
                    <a:pt x="7" y="79"/>
                    <a:pt x="7" y="79"/>
                  </a:cubicBezTo>
                  <a:cubicBezTo>
                    <a:pt x="3" y="79"/>
                    <a:pt x="0" y="75"/>
                    <a:pt x="0" y="71"/>
                  </a:cubicBezTo>
                  <a:cubicBezTo>
                    <a:pt x="0" y="8"/>
                    <a:pt x="0" y="8"/>
                    <a:pt x="0" y="8"/>
                  </a:cubicBezTo>
                  <a:cubicBezTo>
                    <a:pt x="0" y="4"/>
                    <a:pt x="3" y="0"/>
                    <a:pt x="7" y="0"/>
                  </a:cubicBezTo>
                  <a:cubicBezTo>
                    <a:pt x="284" y="0"/>
                    <a:pt x="284" y="0"/>
                    <a:pt x="284" y="0"/>
                  </a:cubicBezTo>
                  <a:cubicBezTo>
                    <a:pt x="288" y="0"/>
                    <a:pt x="291" y="4"/>
                    <a:pt x="291" y="8"/>
                  </a:cubicBezTo>
                  <a:lnTo>
                    <a:pt x="291" y="71"/>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526" name="Rectangle 216"/>
            <p:cNvSpPr>
              <a:spLocks noChangeArrowheads="1"/>
            </p:cNvSpPr>
            <p:nvPr/>
          </p:nvSpPr>
          <p:spPr bwMode="auto">
            <a:xfrm>
              <a:off x="83120" y="425031"/>
              <a:ext cx="18891" cy="16925"/>
            </a:xfrm>
            <a:prstGeom prst="rect">
              <a:avLst/>
            </a:pr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zh-CN">
                <a:solidFill>
                  <a:srgbClr val="000000"/>
                </a:solidFill>
                <a:sym typeface="SimSun" panose="02010600030101010101" pitchFamily="2" charset="-122"/>
              </a:endParaRPr>
            </a:p>
          </p:txBody>
        </p:sp>
        <p:sp>
          <p:nvSpPr>
            <p:cNvPr id="527" name="Rectangle 217"/>
            <p:cNvSpPr>
              <a:spLocks noChangeArrowheads="1"/>
            </p:cNvSpPr>
            <p:nvPr/>
          </p:nvSpPr>
          <p:spPr bwMode="auto">
            <a:xfrm>
              <a:off x="83120" y="477690"/>
              <a:ext cx="18891" cy="16925"/>
            </a:xfrm>
            <a:prstGeom prst="rect">
              <a:avLst/>
            </a:pr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zh-CN">
                <a:solidFill>
                  <a:srgbClr val="000000"/>
                </a:solidFill>
                <a:sym typeface="SimSun" panose="02010600030101010101" pitchFamily="2" charset="-122"/>
              </a:endParaRPr>
            </a:p>
          </p:txBody>
        </p:sp>
        <p:sp>
          <p:nvSpPr>
            <p:cNvPr id="528" name="Rectangle 218"/>
            <p:cNvSpPr>
              <a:spLocks noChangeArrowheads="1"/>
            </p:cNvSpPr>
            <p:nvPr/>
          </p:nvSpPr>
          <p:spPr bwMode="auto">
            <a:xfrm>
              <a:off x="105789" y="451360"/>
              <a:ext cx="15113" cy="16925"/>
            </a:xfrm>
            <a:prstGeom prst="rect">
              <a:avLst/>
            </a:pr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zh-CN">
                <a:solidFill>
                  <a:srgbClr val="000000"/>
                </a:solidFill>
                <a:sym typeface="SimSun" panose="02010600030101010101" pitchFamily="2" charset="-122"/>
              </a:endParaRPr>
            </a:p>
          </p:txBody>
        </p:sp>
        <p:sp>
          <p:nvSpPr>
            <p:cNvPr id="529" name="Rectangle 219"/>
            <p:cNvSpPr>
              <a:spLocks noChangeArrowheads="1"/>
            </p:cNvSpPr>
            <p:nvPr/>
          </p:nvSpPr>
          <p:spPr bwMode="auto">
            <a:xfrm>
              <a:off x="126570" y="425031"/>
              <a:ext cx="17001" cy="16925"/>
            </a:xfrm>
            <a:prstGeom prst="rect">
              <a:avLst/>
            </a:pr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zh-CN">
                <a:solidFill>
                  <a:srgbClr val="000000"/>
                </a:solidFill>
                <a:sym typeface="SimSun" panose="02010600030101010101" pitchFamily="2" charset="-122"/>
              </a:endParaRPr>
            </a:p>
          </p:txBody>
        </p:sp>
        <p:sp>
          <p:nvSpPr>
            <p:cNvPr id="530" name="Rectangle 220"/>
            <p:cNvSpPr>
              <a:spLocks noChangeArrowheads="1"/>
            </p:cNvSpPr>
            <p:nvPr/>
          </p:nvSpPr>
          <p:spPr bwMode="auto">
            <a:xfrm>
              <a:off x="126570" y="477690"/>
              <a:ext cx="17001" cy="16925"/>
            </a:xfrm>
            <a:prstGeom prst="rect">
              <a:avLst/>
            </a:pr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zh-CN">
                <a:solidFill>
                  <a:srgbClr val="000000"/>
                </a:solidFill>
                <a:sym typeface="SimSun" panose="02010600030101010101" pitchFamily="2" charset="-122"/>
              </a:endParaRPr>
            </a:p>
          </p:txBody>
        </p:sp>
        <p:sp>
          <p:nvSpPr>
            <p:cNvPr id="531" name="Rectangle 221"/>
            <p:cNvSpPr>
              <a:spLocks noChangeArrowheads="1"/>
            </p:cNvSpPr>
            <p:nvPr/>
          </p:nvSpPr>
          <p:spPr bwMode="auto">
            <a:xfrm>
              <a:off x="143571" y="451360"/>
              <a:ext cx="20781" cy="16925"/>
            </a:xfrm>
            <a:prstGeom prst="rect">
              <a:avLst/>
            </a:pr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zh-CN">
                <a:solidFill>
                  <a:srgbClr val="000000"/>
                </a:solidFill>
                <a:sym typeface="SimSun" panose="02010600030101010101" pitchFamily="2" charset="-122"/>
              </a:endParaRPr>
            </a:p>
          </p:txBody>
        </p:sp>
        <p:sp>
          <p:nvSpPr>
            <p:cNvPr id="532" name="Rectangle 222"/>
            <p:cNvSpPr>
              <a:spLocks noChangeArrowheads="1"/>
            </p:cNvSpPr>
            <p:nvPr/>
          </p:nvSpPr>
          <p:spPr bwMode="auto">
            <a:xfrm>
              <a:off x="166241" y="425031"/>
              <a:ext cx="17002" cy="16925"/>
            </a:xfrm>
            <a:prstGeom prst="rect">
              <a:avLst/>
            </a:pr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zh-CN">
                <a:solidFill>
                  <a:srgbClr val="000000"/>
                </a:solidFill>
                <a:sym typeface="SimSun" panose="02010600030101010101" pitchFamily="2" charset="-122"/>
              </a:endParaRPr>
            </a:p>
          </p:txBody>
        </p:sp>
        <p:sp>
          <p:nvSpPr>
            <p:cNvPr id="533" name="Rectangle 223"/>
            <p:cNvSpPr>
              <a:spLocks noChangeArrowheads="1"/>
            </p:cNvSpPr>
            <p:nvPr/>
          </p:nvSpPr>
          <p:spPr bwMode="auto">
            <a:xfrm>
              <a:off x="166241" y="477690"/>
              <a:ext cx="17002" cy="16925"/>
            </a:xfrm>
            <a:prstGeom prst="rect">
              <a:avLst/>
            </a:pr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zh-CN">
                <a:solidFill>
                  <a:srgbClr val="000000"/>
                </a:solidFill>
                <a:sym typeface="SimSun" panose="02010600030101010101" pitchFamily="2" charset="-122"/>
              </a:endParaRPr>
            </a:p>
          </p:txBody>
        </p:sp>
        <p:sp>
          <p:nvSpPr>
            <p:cNvPr id="534" name="Rectangle 224"/>
            <p:cNvSpPr>
              <a:spLocks noChangeArrowheads="1"/>
            </p:cNvSpPr>
            <p:nvPr/>
          </p:nvSpPr>
          <p:spPr bwMode="auto">
            <a:xfrm>
              <a:off x="187021" y="451360"/>
              <a:ext cx="17001" cy="16925"/>
            </a:xfrm>
            <a:prstGeom prst="rect">
              <a:avLst/>
            </a:pr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zh-CN">
                <a:solidFill>
                  <a:srgbClr val="000000"/>
                </a:solidFill>
                <a:sym typeface="SimSun" panose="02010600030101010101" pitchFamily="2" charset="-122"/>
              </a:endParaRPr>
            </a:p>
          </p:txBody>
        </p:sp>
        <p:sp>
          <p:nvSpPr>
            <p:cNvPr id="535" name="Rectangle 225"/>
            <p:cNvSpPr>
              <a:spLocks noChangeArrowheads="1"/>
            </p:cNvSpPr>
            <p:nvPr/>
          </p:nvSpPr>
          <p:spPr bwMode="auto">
            <a:xfrm>
              <a:off x="205912" y="425031"/>
              <a:ext cx="18891" cy="16925"/>
            </a:xfrm>
            <a:prstGeom prst="rect">
              <a:avLst/>
            </a:pr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zh-CN">
                <a:solidFill>
                  <a:srgbClr val="000000"/>
                </a:solidFill>
                <a:sym typeface="SimSun" panose="02010600030101010101" pitchFamily="2" charset="-122"/>
              </a:endParaRPr>
            </a:p>
          </p:txBody>
        </p:sp>
        <p:sp>
          <p:nvSpPr>
            <p:cNvPr id="536" name="Rectangle 226"/>
            <p:cNvSpPr>
              <a:spLocks noChangeArrowheads="1"/>
            </p:cNvSpPr>
            <p:nvPr/>
          </p:nvSpPr>
          <p:spPr bwMode="auto">
            <a:xfrm>
              <a:off x="205912" y="477690"/>
              <a:ext cx="18891" cy="16925"/>
            </a:xfrm>
            <a:prstGeom prst="rect">
              <a:avLst/>
            </a:pr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zh-CN">
                <a:solidFill>
                  <a:srgbClr val="000000"/>
                </a:solidFill>
                <a:sym typeface="SimSun" panose="02010600030101010101" pitchFamily="2" charset="-122"/>
              </a:endParaRPr>
            </a:p>
          </p:txBody>
        </p:sp>
        <p:sp>
          <p:nvSpPr>
            <p:cNvPr id="537" name="Rectangle 227"/>
            <p:cNvSpPr>
              <a:spLocks noChangeArrowheads="1"/>
            </p:cNvSpPr>
            <p:nvPr/>
          </p:nvSpPr>
          <p:spPr bwMode="auto">
            <a:xfrm>
              <a:off x="226692" y="451360"/>
              <a:ext cx="18891" cy="16925"/>
            </a:xfrm>
            <a:prstGeom prst="rect">
              <a:avLst/>
            </a:pr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zh-CN">
                <a:solidFill>
                  <a:srgbClr val="000000"/>
                </a:solidFill>
                <a:sym typeface="SimSun" panose="02010600030101010101" pitchFamily="2" charset="-122"/>
              </a:endParaRPr>
            </a:p>
          </p:txBody>
        </p:sp>
        <p:sp>
          <p:nvSpPr>
            <p:cNvPr id="538" name="Rectangle 228"/>
            <p:cNvSpPr>
              <a:spLocks noChangeArrowheads="1"/>
            </p:cNvSpPr>
            <p:nvPr/>
          </p:nvSpPr>
          <p:spPr bwMode="auto">
            <a:xfrm>
              <a:off x="247472" y="425031"/>
              <a:ext cx="17001" cy="16925"/>
            </a:xfrm>
            <a:prstGeom prst="rect">
              <a:avLst/>
            </a:pr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zh-CN">
                <a:solidFill>
                  <a:srgbClr val="000000"/>
                </a:solidFill>
                <a:sym typeface="SimSun" panose="02010600030101010101" pitchFamily="2" charset="-122"/>
              </a:endParaRPr>
            </a:p>
          </p:txBody>
        </p:sp>
        <p:sp>
          <p:nvSpPr>
            <p:cNvPr id="539" name="Rectangle 229"/>
            <p:cNvSpPr>
              <a:spLocks noChangeArrowheads="1"/>
            </p:cNvSpPr>
            <p:nvPr/>
          </p:nvSpPr>
          <p:spPr bwMode="auto">
            <a:xfrm>
              <a:off x="247472" y="477690"/>
              <a:ext cx="17001" cy="16925"/>
            </a:xfrm>
            <a:prstGeom prst="rect">
              <a:avLst/>
            </a:pr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zh-CN">
                <a:solidFill>
                  <a:srgbClr val="000000"/>
                </a:solidFill>
                <a:sym typeface="SimSun" panose="02010600030101010101" pitchFamily="2" charset="-122"/>
              </a:endParaRPr>
            </a:p>
          </p:txBody>
        </p:sp>
        <p:sp>
          <p:nvSpPr>
            <p:cNvPr id="540" name="Rectangle 230"/>
            <p:cNvSpPr>
              <a:spLocks noChangeArrowheads="1"/>
            </p:cNvSpPr>
            <p:nvPr/>
          </p:nvSpPr>
          <p:spPr bwMode="auto">
            <a:xfrm>
              <a:off x="266363" y="451360"/>
              <a:ext cx="18891" cy="16925"/>
            </a:xfrm>
            <a:prstGeom prst="rect">
              <a:avLst/>
            </a:pr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zh-CN">
                <a:solidFill>
                  <a:srgbClr val="000000"/>
                </a:solidFill>
                <a:sym typeface="SimSun" panose="02010600030101010101" pitchFamily="2" charset="-122"/>
              </a:endParaRPr>
            </a:p>
          </p:txBody>
        </p:sp>
        <p:sp>
          <p:nvSpPr>
            <p:cNvPr id="541" name="Rectangle 231"/>
            <p:cNvSpPr>
              <a:spLocks noChangeArrowheads="1"/>
            </p:cNvSpPr>
            <p:nvPr/>
          </p:nvSpPr>
          <p:spPr bwMode="auto">
            <a:xfrm>
              <a:off x="515724" y="451360"/>
              <a:ext cx="20779" cy="16925"/>
            </a:xfrm>
            <a:prstGeom prst="rect">
              <a:avLst/>
            </a:pr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zh-CN">
                <a:solidFill>
                  <a:srgbClr val="000000"/>
                </a:solidFill>
                <a:sym typeface="SimSun" panose="02010600030101010101" pitchFamily="2" charset="-122"/>
              </a:endParaRPr>
            </a:p>
          </p:txBody>
        </p:sp>
        <p:sp>
          <p:nvSpPr>
            <p:cNvPr id="542" name="Rectangle 232"/>
            <p:cNvSpPr>
              <a:spLocks noChangeArrowheads="1"/>
            </p:cNvSpPr>
            <p:nvPr/>
          </p:nvSpPr>
          <p:spPr bwMode="auto">
            <a:xfrm>
              <a:off x="336259" y="451360"/>
              <a:ext cx="113346" cy="16925"/>
            </a:xfrm>
            <a:prstGeom prst="rect">
              <a:avLst/>
            </a:pr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zh-CN">
                <a:solidFill>
                  <a:srgbClr val="000000"/>
                </a:solidFill>
                <a:sym typeface="SimSun" panose="02010600030101010101" pitchFamily="2" charset="-122"/>
              </a:endParaRPr>
            </a:p>
          </p:txBody>
        </p:sp>
        <p:sp>
          <p:nvSpPr>
            <p:cNvPr id="543" name="Freeform 233"/>
            <p:cNvSpPr>
              <a:spLocks noChangeArrowheads="1"/>
            </p:cNvSpPr>
            <p:nvPr/>
          </p:nvSpPr>
          <p:spPr bwMode="auto">
            <a:xfrm>
              <a:off x="32115" y="0"/>
              <a:ext cx="555395" cy="148572"/>
            </a:xfrm>
            <a:custGeom>
              <a:avLst/>
              <a:gdLst>
                <a:gd name="T0" fmla="*/ 2147483647 w 291"/>
                <a:gd name="T1" fmla="*/ 2147483647 h 78"/>
                <a:gd name="T2" fmla="*/ 2147483647 w 291"/>
                <a:gd name="T3" fmla="*/ 2147483647 h 78"/>
                <a:gd name="T4" fmla="*/ 2147483647 w 291"/>
                <a:gd name="T5" fmla="*/ 2147483647 h 78"/>
                <a:gd name="T6" fmla="*/ 0 w 291"/>
                <a:gd name="T7" fmla="*/ 2147483647 h 78"/>
                <a:gd name="T8" fmla="*/ 0 w 291"/>
                <a:gd name="T9" fmla="*/ 2147483647 h 78"/>
                <a:gd name="T10" fmla="*/ 2147483647 w 291"/>
                <a:gd name="T11" fmla="*/ 0 h 78"/>
                <a:gd name="T12" fmla="*/ 2147483647 w 291"/>
                <a:gd name="T13" fmla="*/ 0 h 78"/>
                <a:gd name="T14" fmla="*/ 2147483647 w 291"/>
                <a:gd name="T15" fmla="*/ 2147483647 h 78"/>
                <a:gd name="T16" fmla="*/ 2147483647 w 291"/>
                <a:gd name="T17" fmla="*/ 2147483647 h 7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91"/>
                <a:gd name="T28" fmla="*/ 0 h 78"/>
                <a:gd name="T29" fmla="*/ 291 w 291"/>
                <a:gd name="T30" fmla="*/ 78 h 7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91" h="78">
                  <a:moveTo>
                    <a:pt x="291" y="71"/>
                  </a:moveTo>
                  <a:cubicBezTo>
                    <a:pt x="291" y="75"/>
                    <a:pt x="288" y="78"/>
                    <a:pt x="284" y="78"/>
                  </a:cubicBezTo>
                  <a:cubicBezTo>
                    <a:pt x="7" y="78"/>
                    <a:pt x="7" y="78"/>
                    <a:pt x="7" y="78"/>
                  </a:cubicBezTo>
                  <a:cubicBezTo>
                    <a:pt x="3" y="78"/>
                    <a:pt x="0" y="75"/>
                    <a:pt x="0" y="71"/>
                  </a:cubicBezTo>
                  <a:cubicBezTo>
                    <a:pt x="0" y="7"/>
                    <a:pt x="0" y="7"/>
                    <a:pt x="0" y="7"/>
                  </a:cubicBezTo>
                  <a:cubicBezTo>
                    <a:pt x="0" y="4"/>
                    <a:pt x="3" y="0"/>
                    <a:pt x="7" y="0"/>
                  </a:cubicBezTo>
                  <a:cubicBezTo>
                    <a:pt x="284" y="0"/>
                    <a:pt x="284" y="0"/>
                    <a:pt x="284" y="0"/>
                  </a:cubicBezTo>
                  <a:cubicBezTo>
                    <a:pt x="288" y="0"/>
                    <a:pt x="291" y="4"/>
                    <a:pt x="291" y="7"/>
                  </a:cubicBezTo>
                  <a:lnTo>
                    <a:pt x="291" y="71"/>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544" name="Rectangle 234"/>
            <p:cNvSpPr>
              <a:spLocks noChangeArrowheads="1"/>
            </p:cNvSpPr>
            <p:nvPr/>
          </p:nvSpPr>
          <p:spPr bwMode="auto">
            <a:xfrm>
              <a:off x="83120" y="35732"/>
              <a:ext cx="18891" cy="16927"/>
            </a:xfrm>
            <a:prstGeom prst="rect">
              <a:avLst/>
            </a:pr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zh-CN">
                <a:solidFill>
                  <a:srgbClr val="000000"/>
                </a:solidFill>
                <a:sym typeface="SimSun" panose="02010600030101010101" pitchFamily="2" charset="-122"/>
              </a:endParaRPr>
            </a:p>
          </p:txBody>
        </p:sp>
        <p:sp>
          <p:nvSpPr>
            <p:cNvPr id="545" name="Rectangle 235"/>
            <p:cNvSpPr>
              <a:spLocks noChangeArrowheads="1"/>
            </p:cNvSpPr>
            <p:nvPr/>
          </p:nvSpPr>
          <p:spPr bwMode="auto">
            <a:xfrm>
              <a:off x="83120" y="90272"/>
              <a:ext cx="18891" cy="16925"/>
            </a:xfrm>
            <a:prstGeom prst="rect">
              <a:avLst/>
            </a:pr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zh-CN">
                <a:solidFill>
                  <a:srgbClr val="000000"/>
                </a:solidFill>
                <a:sym typeface="SimSun" panose="02010600030101010101" pitchFamily="2" charset="-122"/>
              </a:endParaRPr>
            </a:p>
          </p:txBody>
        </p:sp>
        <p:sp>
          <p:nvSpPr>
            <p:cNvPr id="546" name="Rectangle 236"/>
            <p:cNvSpPr>
              <a:spLocks noChangeArrowheads="1"/>
            </p:cNvSpPr>
            <p:nvPr/>
          </p:nvSpPr>
          <p:spPr bwMode="auto">
            <a:xfrm>
              <a:off x="105789" y="62061"/>
              <a:ext cx="15113" cy="16927"/>
            </a:xfrm>
            <a:prstGeom prst="rect">
              <a:avLst/>
            </a:pr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zh-CN">
                <a:solidFill>
                  <a:srgbClr val="000000"/>
                </a:solidFill>
                <a:sym typeface="SimSun" panose="02010600030101010101" pitchFamily="2" charset="-122"/>
              </a:endParaRPr>
            </a:p>
          </p:txBody>
        </p:sp>
        <p:sp>
          <p:nvSpPr>
            <p:cNvPr id="547" name="Rectangle 237"/>
            <p:cNvSpPr>
              <a:spLocks noChangeArrowheads="1"/>
            </p:cNvSpPr>
            <p:nvPr/>
          </p:nvSpPr>
          <p:spPr bwMode="auto">
            <a:xfrm>
              <a:off x="126570" y="35732"/>
              <a:ext cx="17001" cy="16927"/>
            </a:xfrm>
            <a:prstGeom prst="rect">
              <a:avLst/>
            </a:pr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zh-CN">
                <a:solidFill>
                  <a:srgbClr val="000000"/>
                </a:solidFill>
                <a:sym typeface="SimSun" panose="02010600030101010101" pitchFamily="2" charset="-122"/>
              </a:endParaRPr>
            </a:p>
          </p:txBody>
        </p:sp>
        <p:sp>
          <p:nvSpPr>
            <p:cNvPr id="548" name="Rectangle 238"/>
            <p:cNvSpPr>
              <a:spLocks noChangeArrowheads="1"/>
            </p:cNvSpPr>
            <p:nvPr/>
          </p:nvSpPr>
          <p:spPr bwMode="auto">
            <a:xfrm>
              <a:off x="126570" y="90272"/>
              <a:ext cx="17001" cy="16925"/>
            </a:xfrm>
            <a:prstGeom prst="rect">
              <a:avLst/>
            </a:pr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zh-CN">
                <a:solidFill>
                  <a:srgbClr val="000000"/>
                </a:solidFill>
                <a:sym typeface="SimSun" panose="02010600030101010101" pitchFamily="2" charset="-122"/>
              </a:endParaRPr>
            </a:p>
          </p:txBody>
        </p:sp>
        <p:sp>
          <p:nvSpPr>
            <p:cNvPr id="549" name="Rectangle 239"/>
            <p:cNvSpPr>
              <a:spLocks noChangeArrowheads="1"/>
            </p:cNvSpPr>
            <p:nvPr/>
          </p:nvSpPr>
          <p:spPr bwMode="auto">
            <a:xfrm>
              <a:off x="143571" y="62061"/>
              <a:ext cx="20781" cy="16927"/>
            </a:xfrm>
            <a:prstGeom prst="rect">
              <a:avLst/>
            </a:pr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zh-CN">
                <a:solidFill>
                  <a:srgbClr val="000000"/>
                </a:solidFill>
                <a:sym typeface="SimSun" panose="02010600030101010101" pitchFamily="2" charset="-122"/>
              </a:endParaRPr>
            </a:p>
          </p:txBody>
        </p:sp>
        <p:sp>
          <p:nvSpPr>
            <p:cNvPr id="550" name="Rectangle 240"/>
            <p:cNvSpPr>
              <a:spLocks noChangeArrowheads="1"/>
            </p:cNvSpPr>
            <p:nvPr/>
          </p:nvSpPr>
          <p:spPr bwMode="auto">
            <a:xfrm>
              <a:off x="166241" y="35732"/>
              <a:ext cx="17002" cy="16927"/>
            </a:xfrm>
            <a:prstGeom prst="rect">
              <a:avLst/>
            </a:pr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zh-CN">
                <a:solidFill>
                  <a:srgbClr val="000000"/>
                </a:solidFill>
                <a:sym typeface="SimSun" panose="02010600030101010101" pitchFamily="2" charset="-122"/>
              </a:endParaRPr>
            </a:p>
          </p:txBody>
        </p:sp>
        <p:sp>
          <p:nvSpPr>
            <p:cNvPr id="551" name="Rectangle 241"/>
            <p:cNvSpPr>
              <a:spLocks noChangeArrowheads="1"/>
            </p:cNvSpPr>
            <p:nvPr/>
          </p:nvSpPr>
          <p:spPr bwMode="auto">
            <a:xfrm>
              <a:off x="166241" y="90272"/>
              <a:ext cx="17002" cy="16925"/>
            </a:xfrm>
            <a:prstGeom prst="rect">
              <a:avLst/>
            </a:pr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zh-CN">
                <a:solidFill>
                  <a:srgbClr val="000000"/>
                </a:solidFill>
                <a:sym typeface="SimSun" panose="02010600030101010101" pitchFamily="2" charset="-122"/>
              </a:endParaRPr>
            </a:p>
          </p:txBody>
        </p:sp>
        <p:sp>
          <p:nvSpPr>
            <p:cNvPr id="552" name="Rectangle 242"/>
            <p:cNvSpPr>
              <a:spLocks noChangeArrowheads="1"/>
            </p:cNvSpPr>
            <p:nvPr/>
          </p:nvSpPr>
          <p:spPr bwMode="auto">
            <a:xfrm>
              <a:off x="187021" y="62061"/>
              <a:ext cx="17001" cy="16927"/>
            </a:xfrm>
            <a:prstGeom prst="rect">
              <a:avLst/>
            </a:pr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zh-CN">
                <a:solidFill>
                  <a:srgbClr val="000000"/>
                </a:solidFill>
                <a:sym typeface="SimSun" panose="02010600030101010101" pitchFamily="2" charset="-122"/>
              </a:endParaRPr>
            </a:p>
          </p:txBody>
        </p:sp>
        <p:sp>
          <p:nvSpPr>
            <p:cNvPr id="553" name="Rectangle 243"/>
            <p:cNvSpPr>
              <a:spLocks noChangeArrowheads="1"/>
            </p:cNvSpPr>
            <p:nvPr/>
          </p:nvSpPr>
          <p:spPr bwMode="auto">
            <a:xfrm>
              <a:off x="205912" y="35732"/>
              <a:ext cx="18891" cy="16927"/>
            </a:xfrm>
            <a:prstGeom prst="rect">
              <a:avLst/>
            </a:pr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zh-CN">
                <a:solidFill>
                  <a:srgbClr val="000000"/>
                </a:solidFill>
                <a:sym typeface="SimSun" panose="02010600030101010101" pitchFamily="2" charset="-122"/>
              </a:endParaRPr>
            </a:p>
          </p:txBody>
        </p:sp>
        <p:sp>
          <p:nvSpPr>
            <p:cNvPr id="554" name="Rectangle 244"/>
            <p:cNvSpPr>
              <a:spLocks noChangeArrowheads="1"/>
            </p:cNvSpPr>
            <p:nvPr/>
          </p:nvSpPr>
          <p:spPr bwMode="auto">
            <a:xfrm>
              <a:off x="205912" y="90272"/>
              <a:ext cx="18891" cy="16925"/>
            </a:xfrm>
            <a:prstGeom prst="rect">
              <a:avLst/>
            </a:pr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zh-CN">
                <a:solidFill>
                  <a:srgbClr val="000000"/>
                </a:solidFill>
                <a:sym typeface="SimSun" panose="02010600030101010101" pitchFamily="2" charset="-122"/>
              </a:endParaRPr>
            </a:p>
          </p:txBody>
        </p:sp>
        <p:sp>
          <p:nvSpPr>
            <p:cNvPr id="555" name="Rectangle 245"/>
            <p:cNvSpPr>
              <a:spLocks noChangeArrowheads="1"/>
            </p:cNvSpPr>
            <p:nvPr/>
          </p:nvSpPr>
          <p:spPr bwMode="auto">
            <a:xfrm>
              <a:off x="226692" y="62061"/>
              <a:ext cx="18891" cy="16927"/>
            </a:xfrm>
            <a:prstGeom prst="rect">
              <a:avLst/>
            </a:pr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zh-CN">
                <a:solidFill>
                  <a:srgbClr val="000000"/>
                </a:solidFill>
                <a:sym typeface="SimSun" panose="02010600030101010101" pitchFamily="2" charset="-122"/>
              </a:endParaRPr>
            </a:p>
          </p:txBody>
        </p:sp>
        <p:sp>
          <p:nvSpPr>
            <p:cNvPr id="556" name="Rectangle 246"/>
            <p:cNvSpPr>
              <a:spLocks noChangeArrowheads="1"/>
            </p:cNvSpPr>
            <p:nvPr/>
          </p:nvSpPr>
          <p:spPr bwMode="auto">
            <a:xfrm>
              <a:off x="247472" y="35732"/>
              <a:ext cx="17001" cy="16927"/>
            </a:xfrm>
            <a:prstGeom prst="rect">
              <a:avLst/>
            </a:pr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zh-CN">
                <a:solidFill>
                  <a:srgbClr val="000000"/>
                </a:solidFill>
                <a:sym typeface="SimSun" panose="02010600030101010101" pitchFamily="2" charset="-122"/>
              </a:endParaRPr>
            </a:p>
          </p:txBody>
        </p:sp>
        <p:sp>
          <p:nvSpPr>
            <p:cNvPr id="557" name="Rectangle 247"/>
            <p:cNvSpPr>
              <a:spLocks noChangeArrowheads="1"/>
            </p:cNvSpPr>
            <p:nvPr/>
          </p:nvSpPr>
          <p:spPr bwMode="auto">
            <a:xfrm>
              <a:off x="247472" y="90272"/>
              <a:ext cx="17001" cy="16925"/>
            </a:xfrm>
            <a:prstGeom prst="rect">
              <a:avLst/>
            </a:pr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zh-CN">
                <a:solidFill>
                  <a:srgbClr val="000000"/>
                </a:solidFill>
                <a:sym typeface="SimSun" panose="02010600030101010101" pitchFamily="2" charset="-122"/>
              </a:endParaRPr>
            </a:p>
          </p:txBody>
        </p:sp>
        <p:sp>
          <p:nvSpPr>
            <p:cNvPr id="558" name="Rectangle 248"/>
            <p:cNvSpPr>
              <a:spLocks noChangeArrowheads="1"/>
            </p:cNvSpPr>
            <p:nvPr/>
          </p:nvSpPr>
          <p:spPr bwMode="auto">
            <a:xfrm>
              <a:off x="266363" y="62061"/>
              <a:ext cx="18891" cy="16927"/>
            </a:xfrm>
            <a:prstGeom prst="rect">
              <a:avLst/>
            </a:pr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zh-CN">
                <a:solidFill>
                  <a:srgbClr val="000000"/>
                </a:solidFill>
                <a:sym typeface="SimSun" panose="02010600030101010101" pitchFamily="2" charset="-122"/>
              </a:endParaRPr>
            </a:p>
          </p:txBody>
        </p:sp>
        <p:sp>
          <p:nvSpPr>
            <p:cNvPr id="559" name="Rectangle 249"/>
            <p:cNvSpPr>
              <a:spLocks noChangeArrowheads="1"/>
            </p:cNvSpPr>
            <p:nvPr/>
          </p:nvSpPr>
          <p:spPr bwMode="auto">
            <a:xfrm>
              <a:off x="515724" y="62061"/>
              <a:ext cx="20779" cy="16927"/>
            </a:xfrm>
            <a:prstGeom prst="rect">
              <a:avLst/>
            </a:pr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zh-CN">
                <a:solidFill>
                  <a:srgbClr val="000000"/>
                </a:solidFill>
                <a:sym typeface="SimSun" panose="02010600030101010101" pitchFamily="2" charset="-122"/>
              </a:endParaRPr>
            </a:p>
          </p:txBody>
        </p:sp>
        <p:sp>
          <p:nvSpPr>
            <p:cNvPr id="560" name="Rectangle 250"/>
            <p:cNvSpPr>
              <a:spLocks noChangeArrowheads="1"/>
            </p:cNvSpPr>
            <p:nvPr/>
          </p:nvSpPr>
          <p:spPr bwMode="auto">
            <a:xfrm>
              <a:off x="336259" y="62061"/>
              <a:ext cx="113346" cy="16927"/>
            </a:xfrm>
            <a:prstGeom prst="rect">
              <a:avLst/>
            </a:pr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zh-CN">
                <a:solidFill>
                  <a:srgbClr val="000000"/>
                </a:solidFill>
                <a:sym typeface="SimSun" panose="02010600030101010101" pitchFamily="2" charset="-122"/>
              </a:endParaRPr>
            </a:p>
          </p:txBody>
        </p:sp>
        <p:sp>
          <p:nvSpPr>
            <p:cNvPr id="561" name="Freeform 251"/>
            <p:cNvSpPr>
              <a:spLocks noChangeArrowheads="1"/>
            </p:cNvSpPr>
            <p:nvPr/>
          </p:nvSpPr>
          <p:spPr bwMode="auto">
            <a:xfrm>
              <a:off x="32115" y="193708"/>
              <a:ext cx="555395" cy="148573"/>
            </a:xfrm>
            <a:custGeom>
              <a:avLst/>
              <a:gdLst>
                <a:gd name="T0" fmla="*/ 2147483647 w 291"/>
                <a:gd name="T1" fmla="*/ 2147483647 h 78"/>
                <a:gd name="T2" fmla="*/ 2147483647 w 291"/>
                <a:gd name="T3" fmla="*/ 2147483647 h 78"/>
                <a:gd name="T4" fmla="*/ 2147483647 w 291"/>
                <a:gd name="T5" fmla="*/ 2147483647 h 78"/>
                <a:gd name="T6" fmla="*/ 0 w 291"/>
                <a:gd name="T7" fmla="*/ 2147483647 h 78"/>
                <a:gd name="T8" fmla="*/ 0 w 291"/>
                <a:gd name="T9" fmla="*/ 2147483647 h 78"/>
                <a:gd name="T10" fmla="*/ 2147483647 w 291"/>
                <a:gd name="T11" fmla="*/ 0 h 78"/>
                <a:gd name="T12" fmla="*/ 2147483647 w 291"/>
                <a:gd name="T13" fmla="*/ 0 h 78"/>
                <a:gd name="T14" fmla="*/ 2147483647 w 291"/>
                <a:gd name="T15" fmla="*/ 2147483647 h 78"/>
                <a:gd name="T16" fmla="*/ 2147483647 w 291"/>
                <a:gd name="T17" fmla="*/ 2147483647 h 7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91"/>
                <a:gd name="T28" fmla="*/ 0 h 78"/>
                <a:gd name="T29" fmla="*/ 291 w 291"/>
                <a:gd name="T30" fmla="*/ 78 h 7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91" h="78">
                  <a:moveTo>
                    <a:pt x="291" y="71"/>
                  </a:moveTo>
                  <a:cubicBezTo>
                    <a:pt x="291" y="75"/>
                    <a:pt x="288" y="78"/>
                    <a:pt x="284" y="78"/>
                  </a:cubicBezTo>
                  <a:cubicBezTo>
                    <a:pt x="7" y="78"/>
                    <a:pt x="7" y="78"/>
                    <a:pt x="7" y="78"/>
                  </a:cubicBezTo>
                  <a:cubicBezTo>
                    <a:pt x="3" y="78"/>
                    <a:pt x="0" y="75"/>
                    <a:pt x="0" y="71"/>
                  </a:cubicBezTo>
                  <a:cubicBezTo>
                    <a:pt x="0" y="8"/>
                    <a:pt x="0" y="8"/>
                    <a:pt x="0" y="8"/>
                  </a:cubicBezTo>
                  <a:cubicBezTo>
                    <a:pt x="0" y="4"/>
                    <a:pt x="3" y="0"/>
                    <a:pt x="7" y="0"/>
                  </a:cubicBezTo>
                  <a:cubicBezTo>
                    <a:pt x="284" y="0"/>
                    <a:pt x="284" y="0"/>
                    <a:pt x="284" y="0"/>
                  </a:cubicBezTo>
                  <a:cubicBezTo>
                    <a:pt x="288" y="0"/>
                    <a:pt x="291" y="4"/>
                    <a:pt x="291" y="8"/>
                  </a:cubicBezTo>
                  <a:lnTo>
                    <a:pt x="291" y="71"/>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562" name="Rectangle 252"/>
            <p:cNvSpPr>
              <a:spLocks noChangeArrowheads="1"/>
            </p:cNvSpPr>
            <p:nvPr/>
          </p:nvSpPr>
          <p:spPr bwMode="auto">
            <a:xfrm>
              <a:off x="83120" y="231322"/>
              <a:ext cx="18891" cy="16927"/>
            </a:xfrm>
            <a:prstGeom prst="rect">
              <a:avLst/>
            </a:pr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zh-CN">
                <a:solidFill>
                  <a:srgbClr val="000000"/>
                </a:solidFill>
                <a:sym typeface="SimSun" panose="02010600030101010101" pitchFamily="2" charset="-122"/>
              </a:endParaRPr>
            </a:p>
          </p:txBody>
        </p:sp>
        <p:sp>
          <p:nvSpPr>
            <p:cNvPr id="563" name="Rectangle 253"/>
            <p:cNvSpPr>
              <a:spLocks noChangeArrowheads="1"/>
            </p:cNvSpPr>
            <p:nvPr/>
          </p:nvSpPr>
          <p:spPr bwMode="auto">
            <a:xfrm>
              <a:off x="83120" y="283980"/>
              <a:ext cx="18891" cy="16927"/>
            </a:xfrm>
            <a:prstGeom prst="rect">
              <a:avLst/>
            </a:pr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zh-CN">
                <a:solidFill>
                  <a:srgbClr val="000000"/>
                </a:solidFill>
                <a:sym typeface="SimSun" panose="02010600030101010101" pitchFamily="2" charset="-122"/>
              </a:endParaRPr>
            </a:p>
          </p:txBody>
        </p:sp>
        <p:sp>
          <p:nvSpPr>
            <p:cNvPr id="564" name="Rectangle 254"/>
            <p:cNvSpPr>
              <a:spLocks noChangeArrowheads="1"/>
            </p:cNvSpPr>
            <p:nvPr/>
          </p:nvSpPr>
          <p:spPr bwMode="auto">
            <a:xfrm>
              <a:off x="105789" y="257651"/>
              <a:ext cx="15113" cy="16927"/>
            </a:xfrm>
            <a:prstGeom prst="rect">
              <a:avLst/>
            </a:pr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zh-CN">
                <a:solidFill>
                  <a:srgbClr val="000000"/>
                </a:solidFill>
                <a:sym typeface="SimSun" panose="02010600030101010101" pitchFamily="2" charset="-122"/>
              </a:endParaRPr>
            </a:p>
          </p:txBody>
        </p:sp>
        <p:sp>
          <p:nvSpPr>
            <p:cNvPr id="565" name="Rectangle 255"/>
            <p:cNvSpPr>
              <a:spLocks noChangeArrowheads="1"/>
            </p:cNvSpPr>
            <p:nvPr/>
          </p:nvSpPr>
          <p:spPr bwMode="auto">
            <a:xfrm>
              <a:off x="126570" y="231322"/>
              <a:ext cx="17001" cy="16927"/>
            </a:xfrm>
            <a:prstGeom prst="rect">
              <a:avLst/>
            </a:pr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zh-CN">
                <a:solidFill>
                  <a:srgbClr val="000000"/>
                </a:solidFill>
                <a:sym typeface="SimSun" panose="02010600030101010101" pitchFamily="2" charset="-122"/>
              </a:endParaRPr>
            </a:p>
          </p:txBody>
        </p:sp>
        <p:sp>
          <p:nvSpPr>
            <p:cNvPr id="566" name="Rectangle 256"/>
            <p:cNvSpPr>
              <a:spLocks noChangeArrowheads="1"/>
            </p:cNvSpPr>
            <p:nvPr/>
          </p:nvSpPr>
          <p:spPr bwMode="auto">
            <a:xfrm>
              <a:off x="126570" y="283980"/>
              <a:ext cx="17001" cy="16927"/>
            </a:xfrm>
            <a:prstGeom prst="rect">
              <a:avLst/>
            </a:pr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zh-CN">
                <a:solidFill>
                  <a:srgbClr val="000000"/>
                </a:solidFill>
                <a:sym typeface="SimSun" panose="02010600030101010101" pitchFamily="2" charset="-122"/>
              </a:endParaRPr>
            </a:p>
          </p:txBody>
        </p:sp>
        <p:sp>
          <p:nvSpPr>
            <p:cNvPr id="567" name="Rectangle 257"/>
            <p:cNvSpPr>
              <a:spLocks noChangeArrowheads="1"/>
            </p:cNvSpPr>
            <p:nvPr/>
          </p:nvSpPr>
          <p:spPr bwMode="auto">
            <a:xfrm>
              <a:off x="143571" y="257651"/>
              <a:ext cx="20781" cy="16927"/>
            </a:xfrm>
            <a:prstGeom prst="rect">
              <a:avLst/>
            </a:pr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zh-CN">
                <a:solidFill>
                  <a:srgbClr val="000000"/>
                </a:solidFill>
                <a:sym typeface="SimSun" panose="02010600030101010101" pitchFamily="2" charset="-122"/>
              </a:endParaRPr>
            </a:p>
          </p:txBody>
        </p:sp>
        <p:sp>
          <p:nvSpPr>
            <p:cNvPr id="568" name="Rectangle 258"/>
            <p:cNvSpPr>
              <a:spLocks noChangeArrowheads="1"/>
            </p:cNvSpPr>
            <p:nvPr/>
          </p:nvSpPr>
          <p:spPr bwMode="auto">
            <a:xfrm>
              <a:off x="166241" y="231322"/>
              <a:ext cx="17002" cy="16927"/>
            </a:xfrm>
            <a:prstGeom prst="rect">
              <a:avLst/>
            </a:pr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zh-CN">
                <a:solidFill>
                  <a:srgbClr val="000000"/>
                </a:solidFill>
                <a:sym typeface="SimSun" panose="02010600030101010101" pitchFamily="2" charset="-122"/>
              </a:endParaRPr>
            </a:p>
          </p:txBody>
        </p:sp>
        <p:sp>
          <p:nvSpPr>
            <p:cNvPr id="569" name="Rectangle 259"/>
            <p:cNvSpPr>
              <a:spLocks noChangeArrowheads="1"/>
            </p:cNvSpPr>
            <p:nvPr/>
          </p:nvSpPr>
          <p:spPr bwMode="auto">
            <a:xfrm>
              <a:off x="166241" y="283980"/>
              <a:ext cx="17002" cy="16927"/>
            </a:xfrm>
            <a:prstGeom prst="rect">
              <a:avLst/>
            </a:pr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zh-CN">
                <a:solidFill>
                  <a:srgbClr val="000000"/>
                </a:solidFill>
                <a:sym typeface="SimSun" panose="02010600030101010101" pitchFamily="2" charset="-122"/>
              </a:endParaRPr>
            </a:p>
          </p:txBody>
        </p:sp>
        <p:sp>
          <p:nvSpPr>
            <p:cNvPr id="570" name="Rectangle 260"/>
            <p:cNvSpPr>
              <a:spLocks noChangeArrowheads="1"/>
            </p:cNvSpPr>
            <p:nvPr/>
          </p:nvSpPr>
          <p:spPr bwMode="auto">
            <a:xfrm>
              <a:off x="187021" y="257651"/>
              <a:ext cx="17001" cy="16927"/>
            </a:xfrm>
            <a:prstGeom prst="rect">
              <a:avLst/>
            </a:pr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zh-CN">
                <a:solidFill>
                  <a:srgbClr val="000000"/>
                </a:solidFill>
                <a:sym typeface="SimSun" panose="02010600030101010101" pitchFamily="2" charset="-122"/>
              </a:endParaRPr>
            </a:p>
          </p:txBody>
        </p:sp>
        <p:sp>
          <p:nvSpPr>
            <p:cNvPr id="571" name="Rectangle 261"/>
            <p:cNvSpPr>
              <a:spLocks noChangeArrowheads="1"/>
            </p:cNvSpPr>
            <p:nvPr/>
          </p:nvSpPr>
          <p:spPr bwMode="auto">
            <a:xfrm>
              <a:off x="205912" y="231322"/>
              <a:ext cx="18891" cy="16927"/>
            </a:xfrm>
            <a:prstGeom prst="rect">
              <a:avLst/>
            </a:pr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zh-CN">
                <a:solidFill>
                  <a:srgbClr val="000000"/>
                </a:solidFill>
                <a:sym typeface="SimSun" panose="02010600030101010101" pitchFamily="2" charset="-122"/>
              </a:endParaRPr>
            </a:p>
          </p:txBody>
        </p:sp>
        <p:sp>
          <p:nvSpPr>
            <p:cNvPr id="572" name="Rectangle 262"/>
            <p:cNvSpPr>
              <a:spLocks noChangeArrowheads="1"/>
            </p:cNvSpPr>
            <p:nvPr/>
          </p:nvSpPr>
          <p:spPr bwMode="auto">
            <a:xfrm>
              <a:off x="205912" y="283980"/>
              <a:ext cx="18891" cy="16927"/>
            </a:xfrm>
            <a:prstGeom prst="rect">
              <a:avLst/>
            </a:pr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zh-CN">
                <a:solidFill>
                  <a:srgbClr val="000000"/>
                </a:solidFill>
                <a:sym typeface="SimSun" panose="02010600030101010101" pitchFamily="2" charset="-122"/>
              </a:endParaRPr>
            </a:p>
          </p:txBody>
        </p:sp>
        <p:sp>
          <p:nvSpPr>
            <p:cNvPr id="573" name="Rectangle 263"/>
            <p:cNvSpPr>
              <a:spLocks noChangeArrowheads="1"/>
            </p:cNvSpPr>
            <p:nvPr/>
          </p:nvSpPr>
          <p:spPr bwMode="auto">
            <a:xfrm>
              <a:off x="226692" y="257651"/>
              <a:ext cx="18891" cy="16927"/>
            </a:xfrm>
            <a:prstGeom prst="rect">
              <a:avLst/>
            </a:pr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zh-CN">
                <a:solidFill>
                  <a:srgbClr val="000000"/>
                </a:solidFill>
                <a:sym typeface="SimSun" panose="02010600030101010101" pitchFamily="2" charset="-122"/>
              </a:endParaRPr>
            </a:p>
          </p:txBody>
        </p:sp>
        <p:sp>
          <p:nvSpPr>
            <p:cNvPr id="574" name="Rectangle 264"/>
            <p:cNvSpPr>
              <a:spLocks noChangeArrowheads="1"/>
            </p:cNvSpPr>
            <p:nvPr/>
          </p:nvSpPr>
          <p:spPr bwMode="auto">
            <a:xfrm>
              <a:off x="247472" y="231322"/>
              <a:ext cx="17001" cy="16927"/>
            </a:xfrm>
            <a:prstGeom prst="rect">
              <a:avLst/>
            </a:pr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zh-CN">
                <a:solidFill>
                  <a:srgbClr val="000000"/>
                </a:solidFill>
                <a:sym typeface="SimSun" panose="02010600030101010101" pitchFamily="2" charset="-122"/>
              </a:endParaRPr>
            </a:p>
          </p:txBody>
        </p:sp>
        <p:sp>
          <p:nvSpPr>
            <p:cNvPr id="575" name="Rectangle 265"/>
            <p:cNvSpPr>
              <a:spLocks noChangeArrowheads="1"/>
            </p:cNvSpPr>
            <p:nvPr/>
          </p:nvSpPr>
          <p:spPr bwMode="auto">
            <a:xfrm>
              <a:off x="247472" y="283980"/>
              <a:ext cx="17001" cy="16927"/>
            </a:xfrm>
            <a:prstGeom prst="rect">
              <a:avLst/>
            </a:pr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zh-CN">
                <a:solidFill>
                  <a:srgbClr val="000000"/>
                </a:solidFill>
                <a:sym typeface="SimSun" panose="02010600030101010101" pitchFamily="2" charset="-122"/>
              </a:endParaRPr>
            </a:p>
          </p:txBody>
        </p:sp>
        <p:sp>
          <p:nvSpPr>
            <p:cNvPr id="576" name="Rectangle 266"/>
            <p:cNvSpPr>
              <a:spLocks noChangeArrowheads="1"/>
            </p:cNvSpPr>
            <p:nvPr/>
          </p:nvSpPr>
          <p:spPr bwMode="auto">
            <a:xfrm>
              <a:off x="266363" y="257651"/>
              <a:ext cx="18891" cy="16927"/>
            </a:xfrm>
            <a:prstGeom prst="rect">
              <a:avLst/>
            </a:pr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zh-CN">
                <a:solidFill>
                  <a:srgbClr val="000000"/>
                </a:solidFill>
                <a:sym typeface="SimSun" panose="02010600030101010101" pitchFamily="2" charset="-122"/>
              </a:endParaRPr>
            </a:p>
          </p:txBody>
        </p:sp>
        <p:sp>
          <p:nvSpPr>
            <p:cNvPr id="577" name="Rectangle 267"/>
            <p:cNvSpPr>
              <a:spLocks noChangeArrowheads="1"/>
            </p:cNvSpPr>
            <p:nvPr/>
          </p:nvSpPr>
          <p:spPr bwMode="auto">
            <a:xfrm>
              <a:off x="515724" y="257651"/>
              <a:ext cx="20779" cy="16927"/>
            </a:xfrm>
            <a:prstGeom prst="rect">
              <a:avLst/>
            </a:pr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zh-CN">
                <a:solidFill>
                  <a:srgbClr val="000000"/>
                </a:solidFill>
                <a:sym typeface="SimSun" panose="02010600030101010101" pitchFamily="2" charset="-122"/>
              </a:endParaRPr>
            </a:p>
          </p:txBody>
        </p:sp>
        <p:sp>
          <p:nvSpPr>
            <p:cNvPr id="578" name="Rectangle 268"/>
            <p:cNvSpPr>
              <a:spLocks noChangeArrowheads="1"/>
            </p:cNvSpPr>
            <p:nvPr/>
          </p:nvSpPr>
          <p:spPr bwMode="auto">
            <a:xfrm>
              <a:off x="336259" y="257651"/>
              <a:ext cx="113346" cy="16927"/>
            </a:xfrm>
            <a:prstGeom prst="rect">
              <a:avLst/>
            </a:pr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zh-CN">
                <a:solidFill>
                  <a:srgbClr val="000000"/>
                </a:solidFill>
                <a:sym typeface="SimSun" panose="02010600030101010101" pitchFamily="2" charset="-122"/>
              </a:endParaRPr>
            </a:p>
          </p:txBody>
        </p:sp>
        <p:sp>
          <p:nvSpPr>
            <p:cNvPr id="579" name="Freeform 269"/>
            <p:cNvSpPr>
              <a:spLocks noChangeArrowheads="1"/>
            </p:cNvSpPr>
            <p:nvPr/>
          </p:nvSpPr>
          <p:spPr bwMode="auto">
            <a:xfrm>
              <a:off x="0" y="216276"/>
              <a:ext cx="32115" cy="105317"/>
            </a:xfrm>
            <a:custGeom>
              <a:avLst/>
              <a:gdLst>
                <a:gd name="T0" fmla="*/ 0 w 17"/>
                <a:gd name="T1" fmla="*/ 2147483647 h 55"/>
                <a:gd name="T2" fmla="*/ 0 w 17"/>
                <a:gd name="T3" fmla="*/ 2147483647 h 55"/>
                <a:gd name="T4" fmla="*/ 2147483647 w 17"/>
                <a:gd name="T5" fmla="*/ 2147483647 h 55"/>
                <a:gd name="T6" fmla="*/ 2147483647 w 17"/>
                <a:gd name="T7" fmla="*/ 2147483647 h 55"/>
                <a:gd name="T8" fmla="*/ 2147483647 w 17"/>
                <a:gd name="T9" fmla="*/ 0 h 55"/>
                <a:gd name="T10" fmla="*/ 2147483647 w 17"/>
                <a:gd name="T11" fmla="*/ 0 h 55"/>
                <a:gd name="T12" fmla="*/ 0 w 17"/>
                <a:gd name="T13" fmla="*/ 2147483647 h 55"/>
                <a:gd name="T14" fmla="*/ 0 60000 65536"/>
                <a:gd name="T15" fmla="*/ 0 60000 65536"/>
                <a:gd name="T16" fmla="*/ 0 60000 65536"/>
                <a:gd name="T17" fmla="*/ 0 60000 65536"/>
                <a:gd name="T18" fmla="*/ 0 60000 65536"/>
                <a:gd name="T19" fmla="*/ 0 60000 65536"/>
                <a:gd name="T20" fmla="*/ 0 60000 65536"/>
                <a:gd name="T21" fmla="*/ 0 w 17"/>
                <a:gd name="T22" fmla="*/ 0 h 55"/>
                <a:gd name="T23" fmla="*/ 17 w 17"/>
                <a:gd name="T24" fmla="*/ 55 h 5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7" h="55">
                  <a:moveTo>
                    <a:pt x="0" y="7"/>
                  </a:moveTo>
                  <a:cubicBezTo>
                    <a:pt x="0" y="47"/>
                    <a:pt x="0" y="47"/>
                    <a:pt x="0" y="47"/>
                  </a:cubicBezTo>
                  <a:cubicBezTo>
                    <a:pt x="0" y="51"/>
                    <a:pt x="3" y="55"/>
                    <a:pt x="7" y="55"/>
                  </a:cubicBezTo>
                  <a:cubicBezTo>
                    <a:pt x="17" y="55"/>
                    <a:pt x="17" y="55"/>
                    <a:pt x="17" y="55"/>
                  </a:cubicBezTo>
                  <a:cubicBezTo>
                    <a:pt x="17" y="0"/>
                    <a:pt x="17" y="0"/>
                    <a:pt x="17" y="0"/>
                  </a:cubicBezTo>
                  <a:cubicBezTo>
                    <a:pt x="7" y="0"/>
                    <a:pt x="7" y="0"/>
                    <a:pt x="7" y="0"/>
                  </a:cubicBezTo>
                  <a:cubicBezTo>
                    <a:pt x="3" y="0"/>
                    <a:pt x="0" y="3"/>
                    <a:pt x="0" y="7"/>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580" name="Freeform 270"/>
            <p:cNvSpPr>
              <a:spLocks noChangeArrowheads="1"/>
            </p:cNvSpPr>
            <p:nvPr/>
          </p:nvSpPr>
          <p:spPr bwMode="auto">
            <a:xfrm>
              <a:off x="0" y="22568"/>
              <a:ext cx="32115" cy="105317"/>
            </a:xfrm>
            <a:custGeom>
              <a:avLst/>
              <a:gdLst>
                <a:gd name="T0" fmla="*/ 0 w 17"/>
                <a:gd name="T1" fmla="*/ 2147483647 h 55"/>
                <a:gd name="T2" fmla="*/ 0 w 17"/>
                <a:gd name="T3" fmla="*/ 2147483647 h 55"/>
                <a:gd name="T4" fmla="*/ 2147483647 w 17"/>
                <a:gd name="T5" fmla="*/ 2147483647 h 55"/>
                <a:gd name="T6" fmla="*/ 2147483647 w 17"/>
                <a:gd name="T7" fmla="*/ 2147483647 h 55"/>
                <a:gd name="T8" fmla="*/ 2147483647 w 17"/>
                <a:gd name="T9" fmla="*/ 0 h 55"/>
                <a:gd name="T10" fmla="*/ 2147483647 w 17"/>
                <a:gd name="T11" fmla="*/ 0 h 55"/>
                <a:gd name="T12" fmla="*/ 0 w 17"/>
                <a:gd name="T13" fmla="*/ 2147483647 h 55"/>
                <a:gd name="T14" fmla="*/ 0 60000 65536"/>
                <a:gd name="T15" fmla="*/ 0 60000 65536"/>
                <a:gd name="T16" fmla="*/ 0 60000 65536"/>
                <a:gd name="T17" fmla="*/ 0 60000 65536"/>
                <a:gd name="T18" fmla="*/ 0 60000 65536"/>
                <a:gd name="T19" fmla="*/ 0 60000 65536"/>
                <a:gd name="T20" fmla="*/ 0 60000 65536"/>
                <a:gd name="T21" fmla="*/ 0 w 17"/>
                <a:gd name="T22" fmla="*/ 0 h 55"/>
                <a:gd name="T23" fmla="*/ 17 w 17"/>
                <a:gd name="T24" fmla="*/ 55 h 5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7" h="55">
                  <a:moveTo>
                    <a:pt x="0" y="7"/>
                  </a:moveTo>
                  <a:cubicBezTo>
                    <a:pt x="0" y="47"/>
                    <a:pt x="0" y="47"/>
                    <a:pt x="0" y="47"/>
                  </a:cubicBezTo>
                  <a:cubicBezTo>
                    <a:pt x="0" y="51"/>
                    <a:pt x="3" y="55"/>
                    <a:pt x="7" y="55"/>
                  </a:cubicBezTo>
                  <a:cubicBezTo>
                    <a:pt x="17" y="55"/>
                    <a:pt x="17" y="55"/>
                    <a:pt x="17" y="55"/>
                  </a:cubicBezTo>
                  <a:cubicBezTo>
                    <a:pt x="17" y="0"/>
                    <a:pt x="17" y="0"/>
                    <a:pt x="17" y="0"/>
                  </a:cubicBezTo>
                  <a:cubicBezTo>
                    <a:pt x="7" y="0"/>
                    <a:pt x="7" y="0"/>
                    <a:pt x="7" y="0"/>
                  </a:cubicBezTo>
                  <a:cubicBezTo>
                    <a:pt x="3" y="0"/>
                    <a:pt x="0" y="3"/>
                    <a:pt x="0" y="7"/>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581" name="Freeform 271"/>
            <p:cNvSpPr>
              <a:spLocks noChangeArrowheads="1"/>
            </p:cNvSpPr>
            <p:nvPr/>
          </p:nvSpPr>
          <p:spPr bwMode="auto">
            <a:xfrm>
              <a:off x="0" y="411866"/>
              <a:ext cx="32115" cy="105317"/>
            </a:xfrm>
            <a:custGeom>
              <a:avLst/>
              <a:gdLst>
                <a:gd name="T0" fmla="*/ 0 w 17"/>
                <a:gd name="T1" fmla="*/ 2147483647 h 55"/>
                <a:gd name="T2" fmla="*/ 0 w 17"/>
                <a:gd name="T3" fmla="*/ 2147483647 h 55"/>
                <a:gd name="T4" fmla="*/ 2147483647 w 17"/>
                <a:gd name="T5" fmla="*/ 2147483647 h 55"/>
                <a:gd name="T6" fmla="*/ 2147483647 w 17"/>
                <a:gd name="T7" fmla="*/ 2147483647 h 55"/>
                <a:gd name="T8" fmla="*/ 2147483647 w 17"/>
                <a:gd name="T9" fmla="*/ 0 h 55"/>
                <a:gd name="T10" fmla="*/ 2147483647 w 17"/>
                <a:gd name="T11" fmla="*/ 0 h 55"/>
                <a:gd name="T12" fmla="*/ 0 w 17"/>
                <a:gd name="T13" fmla="*/ 2147483647 h 55"/>
                <a:gd name="T14" fmla="*/ 0 60000 65536"/>
                <a:gd name="T15" fmla="*/ 0 60000 65536"/>
                <a:gd name="T16" fmla="*/ 0 60000 65536"/>
                <a:gd name="T17" fmla="*/ 0 60000 65536"/>
                <a:gd name="T18" fmla="*/ 0 60000 65536"/>
                <a:gd name="T19" fmla="*/ 0 60000 65536"/>
                <a:gd name="T20" fmla="*/ 0 60000 65536"/>
                <a:gd name="T21" fmla="*/ 0 w 17"/>
                <a:gd name="T22" fmla="*/ 0 h 55"/>
                <a:gd name="T23" fmla="*/ 17 w 17"/>
                <a:gd name="T24" fmla="*/ 55 h 5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7" h="55">
                  <a:moveTo>
                    <a:pt x="0" y="7"/>
                  </a:moveTo>
                  <a:cubicBezTo>
                    <a:pt x="0" y="48"/>
                    <a:pt x="0" y="48"/>
                    <a:pt x="0" y="48"/>
                  </a:cubicBezTo>
                  <a:cubicBezTo>
                    <a:pt x="0" y="51"/>
                    <a:pt x="3" y="55"/>
                    <a:pt x="7" y="55"/>
                  </a:cubicBezTo>
                  <a:cubicBezTo>
                    <a:pt x="17" y="55"/>
                    <a:pt x="17" y="55"/>
                    <a:pt x="17" y="55"/>
                  </a:cubicBezTo>
                  <a:cubicBezTo>
                    <a:pt x="17" y="0"/>
                    <a:pt x="17" y="0"/>
                    <a:pt x="17" y="0"/>
                  </a:cubicBezTo>
                  <a:cubicBezTo>
                    <a:pt x="7" y="0"/>
                    <a:pt x="7" y="0"/>
                    <a:pt x="7" y="0"/>
                  </a:cubicBezTo>
                  <a:cubicBezTo>
                    <a:pt x="3" y="0"/>
                    <a:pt x="0" y="3"/>
                    <a:pt x="0" y="7"/>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582" name="Freeform 272"/>
            <p:cNvSpPr>
              <a:spLocks noChangeArrowheads="1"/>
            </p:cNvSpPr>
            <p:nvPr/>
          </p:nvSpPr>
          <p:spPr bwMode="auto">
            <a:xfrm>
              <a:off x="587510" y="22568"/>
              <a:ext cx="32114" cy="105317"/>
            </a:xfrm>
            <a:custGeom>
              <a:avLst/>
              <a:gdLst>
                <a:gd name="T0" fmla="*/ 2147483647 w 17"/>
                <a:gd name="T1" fmla="*/ 0 h 55"/>
                <a:gd name="T2" fmla="*/ 0 w 17"/>
                <a:gd name="T3" fmla="*/ 0 h 55"/>
                <a:gd name="T4" fmla="*/ 0 w 17"/>
                <a:gd name="T5" fmla="*/ 2147483647 h 55"/>
                <a:gd name="T6" fmla="*/ 2147483647 w 17"/>
                <a:gd name="T7" fmla="*/ 2147483647 h 55"/>
                <a:gd name="T8" fmla="*/ 2147483647 w 17"/>
                <a:gd name="T9" fmla="*/ 2147483647 h 55"/>
                <a:gd name="T10" fmla="*/ 2147483647 w 17"/>
                <a:gd name="T11" fmla="*/ 2147483647 h 55"/>
                <a:gd name="T12" fmla="*/ 2147483647 w 17"/>
                <a:gd name="T13" fmla="*/ 0 h 55"/>
                <a:gd name="T14" fmla="*/ 0 60000 65536"/>
                <a:gd name="T15" fmla="*/ 0 60000 65536"/>
                <a:gd name="T16" fmla="*/ 0 60000 65536"/>
                <a:gd name="T17" fmla="*/ 0 60000 65536"/>
                <a:gd name="T18" fmla="*/ 0 60000 65536"/>
                <a:gd name="T19" fmla="*/ 0 60000 65536"/>
                <a:gd name="T20" fmla="*/ 0 60000 65536"/>
                <a:gd name="T21" fmla="*/ 0 w 17"/>
                <a:gd name="T22" fmla="*/ 0 h 55"/>
                <a:gd name="T23" fmla="*/ 17 w 17"/>
                <a:gd name="T24" fmla="*/ 55 h 5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7" h="55">
                  <a:moveTo>
                    <a:pt x="10" y="0"/>
                  </a:moveTo>
                  <a:cubicBezTo>
                    <a:pt x="0" y="0"/>
                    <a:pt x="0" y="0"/>
                    <a:pt x="0" y="0"/>
                  </a:cubicBezTo>
                  <a:cubicBezTo>
                    <a:pt x="0" y="55"/>
                    <a:pt x="0" y="55"/>
                    <a:pt x="0" y="55"/>
                  </a:cubicBezTo>
                  <a:cubicBezTo>
                    <a:pt x="10" y="55"/>
                    <a:pt x="10" y="55"/>
                    <a:pt x="10" y="55"/>
                  </a:cubicBezTo>
                  <a:cubicBezTo>
                    <a:pt x="14" y="55"/>
                    <a:pt x="17" y="51"/>
                    <a:pt x="17" y="47"/>
                  </a:cubicBezTo>
                  <a:cubicBezTo>
                    <a:pt x="17" y="7"/>
                    <a:pt x="17" y="7"/>
                    <a:pt x="17" y="7"/>
                  </a:cubicBezTo>
                  <a:cubicBezTo>
                    <a:pt x="17" y="3"/>
                    <a:pt x="14" y="0"/>
                    <a:pt x="10" y="0"/>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583" name="Freeform 273"/>
            <p:cNvSpPr>
              <a:spLocks noChangeArrowheads="1"/>
            </p:cNvSpPr>
            <p:nvPr/>
          </p:nvSpPr>
          <p:spPr bwMode="auto">
            <a:xfrm>
              <a:off x="587510" y="216276"/>
              <a:ext cx="32114" cy="105317"/>
            </a:xfrm>
            <a:custGeom>
              <a:avLst/>
              <a:gdLst>
                <a:gd name="T0" fmla="*/ 2147483647 w 17"/>
                <a:gd name="T1" fmla="*/ 0 h 55"/>
                <a:gd name="T2" fmla="*/ 0 w 17"/>
                <a:gd name="T3" fmla="*/ 0 h 55"/>
                <a:gd name="T4" fmla="*/ 0 w 17"/>
                <a:gd name="T5" fmla="*/ 2147483647 h 55"/>
                <a:gd name="T6" fmla="*/ 2147483647 w 17"/>
                <a:gd name="T7" fmla="*/ 2147483647 h 55"/>
                <a:gd name="T8" fmla="*/ 2147483647 w 17"/>
                <a:gd name="T9" fmla="*/ 2147483647 h 55"/>
                <a:gd name="T10" fmla="*/ 2147483647 w 17"/>
                <a:gd name="T11" fmla="*/ 2147483647 h 55"/>
                <a:gd name="T12" fmla="*/ 2147483647 w 17"/>
                <a:gd name="T13" fmla="*/ 0 h 55"/>
                <a:gd name="T14" fmla="*/ 0 60000 65536"/>
                <a:gd name="T15" fmla="*/ 0 60000 65536"/>
                <a:gd name="T16" fmla="*/ 0 60000 65536"/>
                <a:gd name="T17" fmla="*/ 0 60000 65536"/>
                <a:gd name="T18" fmla="*/ 0 60000 65536"/>
                <a:gd name="T19" fmla="*/ 0 60000 65536"/>
                <a:gd name="T20" fmla="*/ 0 60000 65536"/>
                <a:gd name="T21" fmla="*/ 0 w 17"/>
                <a:gd name="T22" fmla="*/ 0 h 55"/>
                <a:gd name="T23" fmla="*/ 17 w 17"/>
                <a:gd name="T24" fmla="*/ 55 h 5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7" h="55">
                  <a:moveTo>
                    <a:pt x="10" y="0"/>
                  </a:moveTo>
                  <a:cubicBezTo>
                    <a:pt x="0" y="0"/>
                    <a:pt x="0" y="0"/>
                    <a:pt x="0" y="0"/>
                  </a:cubicBezTo>
                  <a:cubicBezTo>
                    <a:pt x="0" y="55"/>
                    <a:pt x="0" y="55"/>
                    <a:pt x="0" y="55"/>
                  </a:cubicBezTo>
                  <a:cubicBezTo>
                    <a:pt x="10" y="55"/>
                    <a:pt x="10" y="55"/>
                    <a:pt x="10" y="55"/>
                  </a:cubicBezTo>
                  <a:cubicBezTo>
                    <a:pt x="14" y="55"/>
                    <a:pt x="17" y="51"/>
                    <a:pt x="17" y="47"/>
                  </a:cubicBezTo>
                  <a:cubicBezTo>
                    <a:pt x="17" y="7"/>
                    <a:pt x="17" y="7"/>
                    <a:pt x="17" y="7"/>
                  </a:cubicBezTo>
                  <a:cubicBezTo>
                    <a:pt x="17" y="3"/>
                    <a:pt x="14" y="0"/>
                    <a:pt x="10" y="0"/>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584" name="Freeform 274"/>
            <p:cNvSpPr>
              <a:spLocks noChangeArrowheads="1"/>
            </p:cNvSpPr>
            <p:nvPr/>
          </p:nvSpPr>
          <p:spPr bwMode="auto">
            <a:xfrm>
              <a:off x="587510" y="411866"/>
              <a:ext cx="32114" cy="105317"/>
            </a:xfrm>
            <a:custGeom>
              <a:avLst/>
              <a:gdLst>
                <a:gd name="T0" fmla="*/ 2147483647 w 17"/>
                <a:gd name="T1" fmla="*/ 0 h 55"/>
                <a:gd name="T2" fmla="*/ 0 w 17"/>
                <a:gd name="T3" fmla="*/ 0 h 55"/>
                <a:gd name="T4" fmla="*/ 0 w 17"/>
                <a:gd name="T5" fmla="*/ 2147483647 h 55"/>
                <a:gd name="T6" fmla="*/ 2147483647 w 17"/>
                <a:gd name="T7" fmla="*/ 2147483647 h 55"/>
                <a:gd name="T8" fmla="*/ 2147483647 w 17"/>
                <a:gd name="T9" fmla="*/ 2147483647 h 55"/>
                <a:gd name="T10" fmla="*/ 2147483647 w 17"/>
                <a:gd name="T11" fmla="*/ 2147483647 h 55"/>
                <a:gd name="T12" fmla="*/ 2147483647 w 17"/>
                <a:gd name="T13" fmla="*/ 0 h 55"/>
                <a:gd name="T14" fmla="*/ 0 60000 65536"/>
                <a:gd name="T15" fmla="*/ 0 60000 65536"/>
                <a:gd name="T16" fmla="*/ 0 60000 65536"/>
                <a:gd name="T17" fmla="*/ 0 60000 65536"/>
                <a:gd name="T18" fmla="*/ 0 60000 65536"/>
                <a:gd name="T19" fmla="*/ 0 60000 65536"/>
                <a:gd name="T20" fmla="*/ 0 60000 65536"/>
                <a:gd name="T21" fmla="*/ 0 w 17"/>
                <a:gd name="T22" fmla="*/ 0 h 55"/>
                <a:gd name="T23" fmla="*/ 17 w 17"/>
                <a:gd name="T24" fmla="*/ 55 h 5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7" h="55">
                  <a:moveTo>
                    <a:pt x="10" y="0"/>
                  </a:moveTo>
                  <a:cubicBezTo>
                    <a:pt x="0" y="0"/>
                    <a:pt x="0" y="0"/>
                    <a:pt x="0" y="0"/>
                  </a:cubicBezTo>
                  <a:cubicBezTo>
                    <a:pt x="0" y="55"/>
                    <a:pt x="0" y="55"/>
                    <a:pt x="0" y="55"/>
                  </a:cubicBezTo>
                  <a:cubicBezTo>
                    <a:pt x="10" y="55"/>
                    <a:pt x="10" y="55"/>
                    <a:pt x="10" y="55"/>
                  </a:cubicBezTo>
                  <a:cubicBezTo>
                    <a:pt x="14" y="55"/>
                    <a:pt x="17" y="51"/>
                    <a:pt x="17" y="48"/>
                  </a:cubicBezTo>
                  <a:cubicBezTo>
                    <a:pt x="17" y="7"/>
                    <a:pt x="17" y="7"/>
                    <a:pt x="17" y="7"/>
                  </a:cubicBezTo>
                  <a:cubicBezTo>
                    <a:pt x="17" y="3"/>
                    <a:pt x="14" y="0"/>
                    <a:pt x="10" y="0"/>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585" name="Rectangle 275"/>
            <p:cNvSpPr>
              <a:spLocks noChangeArrowheads="1"/>
            </p:cNvSpPr>
            <p:nvPr/>
          </p:nvSpPr>
          <p:spPr bwMode="auto">
            <a:xfrm>
              <a:off x="54784" y="148572"/>
              <a:ext cx="510056" cy="45136"/>
            </a:xfrm>
            <a:prstGeom prst="rect">
              <a:avLst/>
            </a:pr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zh-CN">
                <a:solidFill>
                  <a:srgbClr val="000000"/>
                </a:solidFill>
                <a:sym typeface="SimSun" panose="02010600030101010101" pitchFamily="2" charset="-122"/>
              </a:endParaRPr>
            </a:p>
          </p:txBody>
        </p:sp>
        <p:sp>
          <p:nvSpPr>
            <p:cNvPr id="586" name="Rectangle 276"/>
            <p:cNvSpPr>
              <a:spLocks noChangeArrowheads="1"/>
            </p:cNvSpPr>
            <p:nvPr/>
          </p:nvSpPr>
          <p:spPr bwMode="auto">
            <a:xfrm>
              <a:off x="54784" y="342281"/>
              <a:ext cx="510056" cy="47016"/>
            </a:xfrm>
            <a:prstGeom prst="rect">
              <a:avLst/>
            </a:pr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zh-CN">
                <a:solidFill>
                  <a:srgbClr val="000000"/>
                </a:solidFill>
                <a:sym typeface="SimSun" panose="02010600030101010101" pitchFamily="2" charset="-122"/>
              </a:endParaRPr>
            </a:p>
          </p:txBody>
        </p:sp>
        <p:sp>
          <p:nvSpPr>
            <p:cNvPr id="587" name="Rectangle 277"/>
            <p:cNvSpPr>
              <a:spLocks noChangeArrowheads="1"/>
            </p:cNvSpPr>
            <p:nvPr/>
          </p:nvSpPr>
          <p:spPr bwMode="auto">
            <a:xfrm>
              <a:off x="54784" y="184305"/>
              <a:ext cx="510056" cy="9403"/>
            </a:xfrm>
            <a:prstGeom prst="rect">
              <a:avLst/>
            </a:pr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zh-CN">
                <a:solidFill>
                  <a:srgbClr val="000000"/>
                </a:solidFill>
                <a:sym typeface="SimSun" panose="02010600030101010101" pitchFamily="2" charset="-122"/>
              </a:endParaRPr>
            </a:p>
          </p:txBody>
        </p:sp>
        <p:sp>
          <p:nvSpPr>
            <p:cNvPr id="588" name="Rectangle 278"/>
            <p:cNvSpPr>
              <a:spLocks noChangeArrowheads="1"/>
            </p:cNvSpPr>
            <p:nvPr/>
          </p:nvSpPr>
          <p:spPr bwMode="auto">
            <a:xfrm>
              <a:off x="22669" y="216276"/>
              <a:ext cx="9446" cy="105317"/>
            </a:xfrm>
            <a:prstGeom prst="rect">
              <a:avLst/>
            </a:pr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zh-CN">
                <a:solidFill>
                  <a:srgbClr val="000000"/>
                </a:solidFill>
                <a:sym typeface="SimSun" panose="02010600030101010101" pitchFamily="2" charset="-122"/>
              </a:endParaRPr>
            </a:p>
          </p:txBody>
        </p:sp>
        <p:sp>
          <p:nvSpPr>
            <p:cNvPr id="589" name="Rectangle 279"/>
            <p:cNvSpPr>
              <a:spLocks noChangeArrowheads="1"/>
            </p:cNvSpPr>
            <p:nvPr/>
          </p:nvSpPr>
          <p:spPr bwMode="auto">
            <a:xfrm>
              <a:off x="587510" y="22568"/>
              <a:ext cx="9445" cy="105317"/>
            </a:xfrm>
            <a:prstGeom prst="rect">
              <a:avLst/>
            </a:pr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zh-CN">
                <a:solidFill>
                  <a:srgbClr val="000000"/>
                </a:solidFill>
                <a:sym typeface="SimSun" panose="02010600030101010101" pitchFamily="2" charset="-122"/>
              </a:endParaRPr>
            </a:p>
          </p:txBody>
        </p:sp>
        <p:sp>
          <p:nvSpPr>
            <p:cNvPr id="590" name="Rectangle 280"/>
            <p:cNvSpPr>
              <a:spLocks noChangeArrowheads="1"/>
            </p:cNvSpPr>
            <p:nvPr/>
          </p:nvSpPr>
          <p:spPr bwMode="auto">
            <a:xfrm>
              <a:off x="22669" y="411866"/>
              <a:ext cx="9446" cy="105317"/>
            </a:xfrm>
            <a:prstGeom prst="rect">
              <a:avLst/>
            </a:pr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zh-CN">
                <a:solidFill>
                  <a:srgbClr val="000000"/>
                </a:solidFill>
                <a:sym typeface="SimSun" panose="02010600030101010101" pitchFamily="2" charset="-122"/>
              </a:endParaRPr>
            </a:p>
          </p:txBody>
        </p:sp>
        <p:sp>
          <p:nvSpPr>
            <p:cNvPr id="591" name="Rectangle 281"/>
            <p:cNvSpPr>
              <a:spLocks noChangeArrowheads="1"/>
            </p:cNvSpPr>
            <p:nvPr/>
          </p:nvSpPr>
          <p:spPr bwMode="auto">
            <a:xfrm>
              <a:off x="54784" y="342281"/>
              <a:ext cx="510056" cy="11284"/>
            </a:xfrm>
            <a:prstGeom prst="rect">
              <a:avLst/>
            </a:pr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zh-CN">
                <a:solidFill>
                  <a:srgbClr val="000000"/>
                </a:solidFill>
                <a:sym typeface="SimSun" panose="02010600030101010101" pitchFamily="2" charset="-122"/>
              </a:endParaRPr>
            </a:p>
          </p:txBody>
        </p:sp>
        <p:sp>
          <p:nvSpPr>
            <p:cNvPr id="592" name="Rectangle 282"/>
            <p:cNvSpPr>
              <a:spLocks noChangeArrowheads="1"/>
            </p:cNvSpPr>
            <p:nvPr/>
          </p:nvSpPr>
          <p:spPr bwMode="auto">
            <a:xfrm>
              <a:off x="54784" y="379895"/>
              <a:ext cx="510056" cy="9403"/>
            </a:xfrm>
            <a:prstGeom prst="rect">
              <a:avLst/>
            </a:pr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zh-CN">
                <a:solidFill>
                  <a:srgbClr val="000000"/>
                </a:solidFill>
                <a:sym typeface="SimSun" panose="02010600030101010101" pitchFamily="2" charset="-122"/>
              </a:endParaRPr>
            </a:p>
          </p:txBody>
        </p:sp>
        <p:sp>
          <p:nvSpPr>
            <p:cNvPr id="593" name="Rectangle 283"/>
            <p:cNvSpPr>
              <a:spLocks noChangeArrowheads="1"/>
            </p:cNvSpPr>
            <p:nvPr/>
          </p:nvSpPr>
          <p:spPr bwMode="auto">
            <a:xfrm>
              <a:off x="22669" y="22568"/>
              <a:ext cx="9446" cy="105317"/>
            </a:xfrm>
            <a:prstGeom prst="rect">
              <a:avLst/>
            </a:pr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zh-CN">
                <a:solidFill>
                  <a:srgbClr val="000000"/>
                </a:solidFill>
                <a:sym typeface="SimSun" panose="02010600030101010101" pitchFamily="2" charset="-122"/>
              </a:endParaRPr>
            </a:p>
          </p:txBody>
        </p:sp>
        <p:sp>
          <p:nvSpPr>
            <p:cNvPr id="594" name="Rectangle 284"/>
            <p:cNvSpPr>
              <a:spLocks noChangeArrowheads="1"/>
            </p:cNvSpPr>
            <p:nvPr/>
          </p:nvSpPr>
          <p:spPr bwMode="auto">
            <a:xfrm>
              <a:off x="587510" y="411866"/>
              <a:ext cx="9445" cy="105317"/>
            </a:xfrm>
            <a:prstGeom prst="rect">
              <a:avLst/>
            </a:pr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zh-CN">
                <a:solidFill>
                  <a:srgbClr val="000000"/>
                </a:solidFill>
                <a:sym typeface="SimSun" panose="02010600030101010101" pitchFamily="2" charset="-122"/>
              </a:endParaRPr>
            </a:p>
          </p:txBody>
        </p:sp>
        <p:sp>
          <p:nvSpPr>
            <p:cNvPr id="595" name="Rectangle 285"/>
            <p:cNvSpPr>
              <a:spLocks noChangeArrowheads="1"/>
            </p:cNvSpPr>
            <p:nvPr/>
          </p:nvSpPr>
          <p:spPr bwMode="auto">
            <a:xfrm>
              <a:off x="587510" y="216276"/>
              <a:ext cx="9445" cy="105317"/>
            </a:xfrm>
            <a:prstGeom prst="rect">
              <a:avLst/>
            </a:pr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zh-CN">
                <a:solidFill>
                  <a:srgbClr val="000000"/>
                </a:solidFill>
                <a:sym typeface="SimSun" panose="02010600030101010101" pitchFamily="2" charset="-122"/>
              </a:endParaRPr>
            </a:p>
          </p:txBody>
        </p:sp>
        <p:sp>
          <p:nvSpPr>
            <p:cNvPr id="596" name="Rectangle 286"/>
            <p:cNvSpPr>
              <a:spLocks noChangeArrowheads="1"/>
            </p:cNvSpPr>
            <p:nvPr/>
          </p:nvSpPr>
          <p:spPr bwMode="auto">
            <a:xfrm>
              <a:off x="54784" y="148572"/>
              <a:ext cx="510056" cy="9404"/>
            </a:xfrm>
            <a:prstGeom prst="rect">
              <a:avLst/>
            </a:pr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zh-CN">
                <a:solidFill>
                  <a:srgbClr val="000000"/>
                </a:solidFill>
                <a:sym typeface="SimSun" panose="02010600030101010101" pitchFamily="2" charset="-122"/>
              </a:endParaRPr>
            </a:p>
          </p:txBody>
        </p:sp>
      </p:grpSp>
      <p:pic>
        <p:nvPicPr>
          <p:cNvPr id="10" name="Picture 8"/>
          <p:cNvPicPr>
            <a:picLocks noChangeAspect="1"/>
          </p:cNvPicPr>
          <p:nvPr/>
        </p:nvPicPr>
        <p:blipFill>
          <a:blip r:embed="rId1"/>
          <a:stretch>
            <a:fillRect/>
          </a:stretch>
        </p:blipFill>
        <p:spPr>
          <a:xfrm>
            <a:off x="381000" y="2559050"/>
            <a:ext cx="8443595" cy="4343400"/>
          </a:xfrm>
          <a:prstGeom prst="rect">
            <a:avLst/>
          </a:prstGeom>
          <a:noFill/>
          <a:ln>
            <a:noFill/>
          </a:ln>
        </p:spPr>
      </p:pic>
      <p:pic>
        <p:nvPicPr>
          <p:cNvPr id="12" name="Picture 9"/>
          <p:cNvPicPr>
            <a:picLocks noChangeAspect="1"/>
          </p:cNvPicPr>
          <p:nvPr/>
        </p:nvPicPr>
        <p:blipFill>
          <a:blip r:embed="rId2"/>
          <a:stretch>
            <a:fillRect/>
          </a:stretch>
        </p:blipFill>
        <p:spPr>
          <a:xfrm>
            <a:off x="8975725" y="2482850"/>
            <a:ext cx="8443595" cy="4343400"/>
          </a:xfrm>
          <a:prstGeom prst="rect">
            <a:avLst/>
          </a:prstGeom>
          <a:noFill/>
          <a:ln>
            <a:noFill/>
          </a:ln>
        </p:spPr>
      </p:pic>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矩形 70"/>
          <p:cNvSpPr/>
          <p:nvPr/>
        </p:nvSpPr>
        <p:spPr>
          <a:xfrm>
            <a:off x="17961936" y="607033"/>
            <a:ext cx="304799" cy="828221"/>
          </a:xfrm>
          <a:prstGeom prst="rect">
            <a:avLst/>
          </a:prstGeom>
          <a:solidFill>
            <a:srgbClr val="F024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p>
        </p:txBody>
      </p:sp>
      <p:sp>
        <p:nvSpPr>
          <p:cNvPr id="72" name="矩形 71"/>
          <p:cNvSpPr/>
          <p:nvPr/>
        </p:nvSpPr>
        <p:spPr>
          <a:xfrm>
            <a:off x="17831306" y="607033"/>
            <a:ext cx="79828" cy="828221"/>
          </a:xfrm>
          <a:prstGeom prst="rect">
            <a:avLst/>
          </a:prstGeom>
          <a:solidFill>
            <a:srgbClr val="F024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p>
        </p:txBody>
      </p:sp>
      <p:sp>
        <p:nvSpPr>
          <p:cNvPr id="73" name="文本框 72"/>
          <p:cNvSpPr txBox="1"/>
          <p:nvPr/>
        </p:nvSpPr>
        <p:spPr>
          <a:xfrm>
            <a:off x="16922977" y="604257"/>
            <a:ext cx="947405" cy="829945"/>
          </a:xfrm>
          <a:prstGeom prst="rect">
            <a:avLst/>
          </a:prstGeom>
          <a:noFill/>
        </p:spPr>
        <p:txBody>
          <a:bodyPr wrap="square" rtlCol="0">
            <a:spAutoFit/>
          </a:bodyPr>
          <a:lstStyle/>
          <a:p>
            <a:r>
              <a:rPr lang="en-US" altLang="vi-VN" sz="4800" dirty="0" smtClean="0">
                <a:solidFill>
                  <a:schemeClr val="bg1"/>
                </a:solidFill>
                <a:latin typeface="Microsoft YaHei" panose="020B0503020204020204" pitchFamily="34" charset="-122"/>
                <a:ea typeface="Microsoft YaHei" panose="020B0503020204020204" pitchFamily="34" charset="-122"/>
              </a:rPr>
              <a:t>25</a:t>
            </a:r>
            <a:endParaRPr lang="en-US" altLang="vi-VN" sz="4800" dirty="0" smtClean="0">
              <a:solidFill>
                <a:schemeClr val="bg1"/>
              </a:solidFill>
              <a:latin typeface="Microsoft YaHei" panose="020B0503020204020204" pitchFamily="34" charset="-122"/>
              <a:ea typeface="Microsoft YaHei" panose="020B0503020204020204" pitchFamily="34" charset="-122"/>
            </a:endParaRPr>
          </a:p>
        </p:txBody>
      </p:sp>
      <p:grpSp>
        <p:nvGrpSpPr>
          <p:cNvPr id="4" name="组合 3"/>
          <p:cNvGrpSpPr/>
          <p:nvPr/>
        </p:nvGrpSpPr>
        <p:grpSpPr>
          <a:xfrm>
            <a:off x="14187805" y="7916545"/>
            <a:ext cx="4548505" cy="2686685"/>
            <a:chOff x="11519983" y="5270056"/>
            <a:chExt cx="5829924" cy="3299229"/>
          </a:xfrm>
        </p:grpSpPr>
        <p:grpSp>
          <p:nvGrpSpPr>
            <p:cNvPr id="97" name="组合 96"/>
            <p:cNvGrpSpPr/>
            <p:nvPr/>
          </p:nvGrpSpPr>
          <p:grpSpPr>
            <a:xfrm rot="5400000">
              <a:off x="12785331" y="4004708"/>
              <a:ext cx="3299229" cy="5829924"/>
              <a:chOff x="4862722" y="-238122"/>
              <a:chExt cx="3541407" cy="6152922"/>
            </a:xfrm>
          </p:grpSpPr>
          <p:grpSp>
            <p:nvGrpSpPr>
              <p:cNvPr id="98" name="组合 97"/>
              <p:cNvGrpSpPr/>
              <p:nvPr/>
            </p:nvGrpSpPr>
            <p:grpSpPr>
              <a:xfrm>
                <a:off x="4862722" y="-238122"/>
                <a:ext cx="3541407" cy="6152922"/>
                <a:chOff x="4862722" y="-238122"/>
                <a:chExt cx="3541407" cy="6152922"/>
              </a:xfrm>
              <a:effectLst>
                <a:outerShdw blurRad="203200" dist="101600" dir="2700000" algn="ctr" rotWithShape="0">
                  <a:schemeClr val="tx1">
                    <a:alpha val="40000"/>
                  </a:schemeClr>
                </a:outerShdw>
              </a:effectLst>
            </p:grpSpPr>
            <p:grpSp>
              <p:nvGrpSpPr>
                <p:cNvPr id="108" name="组合 107"/>
                <p:cNvGrpSpPr/>
                <p:nvPr/>
              </p:nvGrpSpPr>
              <p:grpSpPr>
                <a:xfrm>
                  <a:off x="7282083" y="1812626"/>
                  <a:ext cx="45719" cy="310161"/>
                  <a:chOff x="8020452" y="2062264"/>
                  <a:chExt cx="150782" cy="787940"/>
                </a:xfrm>
              </p:grpSpPr>
              <p:sp>
                <p:nvSpPr>
                  <p:cNvPr id="127" name="圆角矩形 126"/>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8" name="圆角矩形 127"/>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09" name="组合 108"/>
                <p:cNvGrpSpPr/>
                <p:nvPr/>
              </p:nvGrpSpPr>
              <p:grpSpPr>
                <a:xfrm>
                  <a:off x="4862722" y="2122787"/>
                  <a:ext cx="45719" cy="239059"/>
                  <a:chOff x="8020452" y="2062264"/>
                  <a:chExt cx="150782" cy="787940"/>
                </a:xfrm>
              </p:grpSpPr>
              <p:sp>
                <p:nvSpPr>
                  <p:cNvPr id="125" name="圆角矩形 124"/>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6" name="圆角矩形 125"/>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0" name="组合 109"/>
                <p:cNvGrpSpPr/>
                <p:nvPr/>
              </p:nvGrpSpPr>
              <p:grpSpPr>
                <a:xfrm>
                  <a:off x="4862722" y="1812626"/>
                  <a:ext cx="45719" cy="239059"/>
                  <a:chOff x="8020452" y="2062264"/>
                  <a:chExt cx="150782" cy="787940"/>
                </a:xfrm>
              </p:grpSpPr>
              <p:sp>
                <p:nvSpPr>
                  <p:cNvPr id="123" name="圆角矩形 122"/>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4" name="圆角矩形 123"/>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1" name="组合 110"/>
                <p:cNvGrpSpPr/>
                <p:nvPr/>
              </p:nvGrpSpPr>
              <p:grpSpPr>
                <a:xfrm>
                  <a:off x="4862722" y="1543685"/>
                  <a:ext cx="45719" cy="117603"/>
                  <a:chOff x="8020452" y="2062264"/>
                  <a:chExt cx="150782" cy="787940"/>
                </a:xfrm>
              </p:grpSpPr>
              <p:sp>
                <p:nvSpPr>
                  <p:cNvPr id="121" name="圆角矩形 120"/>
                  <p:cNvSpPr/>
                  <p:nvPr/>
                </p:nvSpPr>
                <p:spPr>
                  <a:xfrm>
                    <a:off x="8025319" y="2062264"/>
                    <a:ext cx="145915" cy="787940"/>
                  </a:xfrm>
                  <a:prstGeom prst="roundRect">
                    <a:avLst/>
                  </a:prstGeom>
                  <a:solidFill>
                    <a:srgbClr val="0D0D0D"/>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2" name="圆角矩形 121"/>
                  <p:cNvSpPr/>
                  <p:nvPr/>
                </p:nvSpPr>
                <p:spPr>
                  <a:xfrm>
                    <a:off x="8020452" y="2062264"/>
                    <a:ext cx="145915" cy="787940"/>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2" name="圆角矩形 111"/>
                <p:cNvSpPr/>
                <p:nvPr/>
              </p:nvSpPr>
              <p:spPr>
                <a:xfrm>
                  <a:off x="4890000" y="943200"/>
                  <a:ext cx="2412000" cy="4971600"/>
                </a:xfrm>
                <a:prstGeom prst="roundRect">
                  <a:avLst>
                    <a:gd name="adj" fmla="val 7335"/>
                  </a:avLst>
                </a:prstGeom>
                <a:solidFill>
                  <a:srgbClr val="404040"/>
                </a:solidFill>
                <a:ln>
                  <a:noFill/>
                </a:ln>
                <a:scene3d>
                  <a:camera prst="orthographicFront"/>
                  <a:lightRig rig="harsh"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3" name="圆角矩形 112"/>
                <p:cNvSpPr/>
                <p:nvPr/>
              </p:nvSpPr>
              <p:spPr>
                <a:xfrm>
                  <a:off x="4926000" y="979200"/>
                  <a:ext cx="2340000" cy="4899600"/>
                </a:xfrm>
                <a:prstGeom prst="roundRect">
                  <a:avLst>
                    <a:gd name="adj" fmla="val 7335"/>
                  </a:avLst>
                </a:prstGeom>
                <a:solidFill>
                  <a:srgbClr val="05050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4" name="矩形 113"/>
                <p:cNvSpPr/>
                <p:nvPr/>
              </p:nvSpPr>
              <p:spPr>
                <a:xfrm>
                  <a:off x="5034000" y="1540800"/>
                  <a:ext cx="2124000" cy="377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5" name="圆角矩形 114"/>
                <p:cNvSpPr/>
                <p:nvPr/>
              </p:nvSpPr>
              <p:spPr>
                <a:xfrm>
                  <a:off x="5901599" y="1206000"/>
                  <a:ext cx="388800" cy="36000"/>
                </a:xfrm>
                <a:prstGeom prst="roundRect">
                  <a:avLst>
                    <a:gd name="adj" fmla="val 50000"/>
                  </a:avLst>
                </a:prstGeom>
                <a:solidFill>
                  <a:srgbClr val="0D0D0D"/>
                </a:solidFill>
                <a:ln>
                  <a:noFill/>
                </a:ln>
                <a:scene3d>
                  <a:camera prst="orthographicFront"/>
                  <a:lightRig rig="threePt" dir="t"/>
                </a:scene3d>
                <a:sp3d>
                  <a:bevelT w="69850" h="50800" prst="coolSlan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16" name="组合 115"/>
                <p:cNvGrpSpPr/>
                <p:nvPr/>
              </p:nvGrpSpPr>
              <p:grpSpPr>
                <a:xfrm>
                  <a:off x="5905200" y="5406664"/>
                  <a:ext cx="381600" cy="381600"/>
                  <a:chOff x="5905200" y="3238200"/>
                  <a:chExt cx="381600" cy="381600"/>
                </a:xfrm>
              </p:grpSpPr>
              <p:sp>
                <p:nvSpPr>
                  <p:cNvPr id="119" name="椭圆 118"/>
                  <p:cNvSpPr/>
                  <p:nvPr/>
                </p:nvSpPr>
                <p:spPr>
                  <a:xfrm>
                    <a:off x="5905200" y="3238200"/>
                    <a:ext cx="381600" cy="381600"/>
                  </a:xfrm>
                  <a:prstGeom prst="ellipse">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0" name="椭圆 119"/>
                  <p:cNvSpPr/>
                  <p:nvPr/>
                </p:nvSpPr>
                <p:spPr>
                  <a:xfrm>
                    <a:off x="5932200" y="3265200"/>
                    <a:ext cx="327600" cy="3276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7" name="圆角矩形 116"/>
                <p:cNvSpPr/>
                <p:nvPr/>
              </p:nvSpPr>
              <p:spPr>
                <a:xfrm>
                  <a:off x="4883060" y="952391"/>
                  <a:ext cx="2376000" cy="4952144"/>
                </a:xfrm>
                <a:prstGeom prst="roundRect">
                  <a:avLst>
                    <a:gd name="adj" fmla="val 7335"/>
                  </a:avLst>
                </a:prstGeom>
                <a:gradFill flip="none" rotWithShape="1">
                  <a:gsLst>
                    <a:gs pos="96000">
                      <a:srgbClr val="FFFFFF">
                        <a:alpha val="0"/>
                      </a:srgbClr>
                    </a:gs>
                    <a:gs pos="100000">
                      <a:srgbClr val="FFFFFF">
                        <a:alpha val="3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8" name="圆角矩形 117"/>
                <p:cNvSpPr/>
                <p:nvPr/>
              </p:nvSpPr>
              <p:spPr>
                <a:xfrm>
                  <a:off x="6028129" y="-238122"/>
                  <a:ext cx="2376000" cy="4935600"/>
                </a:xfrm>
                <a:prstGeom prst="roundRect">
                  <a:avLst>
                    <a:gd name="adj" fmla="val 7335"/>
                  </a:avLst>
                </a:prstGeom>
                <a:gradFill flip="none" rotWithShape="1">
                  <a:gsLst>
                    <a:gs pos="0">
                      <a:srgbClr val="FFFFFF">
                        <a:alpha val="18000"/>
                      </a:srgbClr>
                    </a:gs>
                    <a:gs pos="5000">
                      <a:srgbClr val="FFFFFF">
                        <a:alpha val="0"/>
                      </a:srgb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99" name="组合 98"/>
              <p:cNvGrpSpPr/>
              <p:nvPr/>
            </p:nvGrpSpPr>
            <p:grpSpPr>
              <a:xfrm>
                <a:off x="6856135" y="1608679"/>
                <a:ext cx="156128" cy="54425"/>
                <a:chOff x="6770056" y="1608698"/>
                <a:chExt cx="156128" cy="65855"/>
              </a:xfrm>
            </p:grpSpPr>
            <p:sp>
              <p:nvSpPr>
                <p:cNvPr id="105" name="矩形 104"/>
                <p:cNvSpPr/>
                <p:nvPr/>
              </p:nvSpPr>
              <p:spPr>
                <a:xfrm>
                  <a:off x="6770056" y="1608698"/>
                  <a:ext cx="146501" cy="65855"/>
                </a:xfrm>
                <a:prstGeom prst="rect">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6" name="矩形 105"/>
                <p:cNvSpPr/>
                <p:nvPr/>
              </p:nvSpPr>
              <p:spPr>
                <a:xfrm>
                  <a:off x="6916234" y="1633796"/>
                  <a:ext cx="9950" cy="16633"/>
                </a:xfrm>
                <a:prstGeom prst="rect">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7" name="矩形 106"/>
                <p:cNvSpPr/>
                <p:nvPr/>
              </p:nvSpPr>
              <p:spPr>
                <a:xfrm>
                  <a:off x="6770056" y="1608699"/>
                  <a:ext cx="83493" cy="6585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0" name="椭圆 99"/>
              <p:cNvSpPr/>
              <p:nvPr/>
            </p:nvSpPr>
            <p:spPr>
              <a:xfrm>
                <a:off x="5123906"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1" name="椭圆 100"/>
              <p:cNvSpPr/>
              <p:nvPr/>
            </p:nvSpPr>
            <p:spPr>
              <a:xfrm>
                <a:off x="5176565"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2" name="椭圆 101"/>
              <p:cNvSpPr/>
              <p:nvPr/>
            </p:nvSpPr>
            <p:spPr>
              <a:xfrm>
                <a:off x="5224538"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3" name="椭圆 102"/>
              <p:cNvSpPr/>
              <p:nvPr/>
            </p:nvSpPr>
            <p:spPr>
              <a:xfrm>
                <a:off x="5274547" y="1620307"/>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 name="椭圆 103"/>
              <p:cNvSpPr/>
              <p:nvPr/>
            </p:nvSpPr>
            <p:spPr>
              <a:xfrm>
                <a:off x="5324640" y="1619118"/>
                <a:ext cx="41564" cy="41564"/>
              </a:xfrm>
              <a:prstGeom prst="ellipse">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38" name="矩形 137"/>
            <p:cNvSpPr/>
            <p:nvPr/>
          </p:nvSpPr>
          <p:spPr bwMode="auto">
            <a:xfrm rot="16200000">
              <a:off x="12870306" y="4596683"/>
              <a:ext cx="1987572" cy="3635808"/>
            </a:xfrm>
            <a:prstGeom prst="rect">
              <a:avLst/>
            </a:prstGeom>
            <a:solidFill>
              <a:srgbClr val="2B7FB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 typeface="Arial" panose="020B0604020202020204" pitchFamily="34" charset="0"/>
                <a:buNone/>
                <a:defRPr/>
              </a:pPr>
              <a:endParaRPr lang="zh-CN" altLang="en-US"/>
            </a:p>
          </p:txBody>
        </p:sp>
        <p:grpSp>
          <p:nvGrpSpPr>
            <p:cNvPr id="141" name="组合 2"/>
            <p:cNvGrpSpPr/>
            <p:nvPr/>
          </p:nvGrpSpPr>
          <p:grpSpPr bwMode="auto">
            <a:xfrm>
              <a:off x="13580951" y="5774163"/>
              <a:ext cx="608013" cy="619125"/>
              <a:chOff x="7938529" y="3078391"/>
              <a:chExt cx="607404" cy="617990"/>
            </a:xfrm>
          </p:grpSpPr>
          <p:sp>
            <p:nvSpPr>
              <p:cNvPr id="142" name="object 5"/>
              <p:cNvSpPr/>
              <p:nvPr/>
            </p:nvSpPr>
            <p:spPr bwMode="auto">
              <a:xfrm>
                <a:off x="8052890" y="3078391"/>
                <a:ext cx="137478" cy="276999"/>
              </a:xfrm>
              <a:custGeom>
                <a:avLst/>
                <a:gdLst>
                  <a:gd name="T0" fmla="*/ 17874 w 226695"/>
                  <a:gd name="T1" fmla="*/ 0 h 262254"/>
                  <a:gd name="T2" fmla="*/ 0 w 226695"/>
                  <a:gd name="T3" fmla="*/ 197759 h 262254"/>
                  <a:gd name="T4" fmla="*/ 30590 w 226695"/>
                  <a:gd name="T5" fmla="*/ 326123 h 262254"/>
                  <a:gd name="T6" fmla="*/ 17874 w 226695"/>
                  <a:gd name="T7" fmla="*/ 0 h 26225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26695" h="262254">
                    <a:moveTo>
                      <a:pt x="132153" y="0"/>
                    </a:moveTo>
                    <a:lnTo>
                      <a:pt x="0" y="158895"/>
                    </a:lnTo>
                    <a:lnTo>
                      <a:pt x="226160" y="262033"/>
                    </a:lnTo>
                    <a:lnTo>
                      <a:pt x="132153" y="0"/>
                    </a:lnTo>
                    <a:close/>
                  </a:path>
                </a:pathLst>
              </a:custGeom>
              <a:solidFill>
                <a:srgbClr val="4ABA92"/>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3" name="object 6"/>
              <p:cNvSpPr/>
              <p:nvPr/>
            </p:nvSpPr>
            <p:spPr bwMode="auto">
              <a:xfrm>
                <a:off x="8090831" y="3419382"/>
                <a:ext cx="363912" cy="276999"/>
              </a:xfrm>
              <a:custGeom>
                <a:avLst/>
                <a:gdLst>
                  <a:gd name="T0" fmla="*/ 50573 w 600075"/>
                  <a:gd name="T1" fmla="*/ 0 h 479425"/>
                  <a:gd name="T2" fmla="*/ 0 w 600075"/>
                  <a:gd name="T3" fmla="*/ 50100 h 479425"/>
                  <a:gd name="T4" fmla="*/ 60332 w 600075"/>
                  <a:gd name="T5" fmla="*/ 53398 h 479425"/>
                  <a:gd name="T6" fmla="*/ 81164 w 600075"/>
                  <a:gd name="T7" fmla="*/ 11494 h 479425"/>
                  <a:gd name="T8" fmla="*/ 50573 w 600075"/>
                  <a:gd name="T9" fmla="*/ 0 h 4794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00075" h="479425">
                    <a:moveTo>
                      <a:pt x="373904" y="0"/>
                    </a:moveTo>
                    <a:lnTo>
                      <a:pt x="0" y="449588"/>
                    </a:lnTo>
                    <a:lnTo>
                      <a:pt x="446049" y="479179"/>
                    </a:lnTo>
                    <a:lnTo>
                      <a:pt x="600065" y="103138"/>
                    </a:lnTo>
                    <a:lnTo>
                      <a:pt x="373904" y="0"/>
                    </a:lnTo>
                    <a:close/>
                  </a:path>
                </a:pathLst>
              </a:custGeom>
              <a:solidFill>
                <a:srgbClr val="F94C07"/>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4" name="object 7"/>
              <p:cNvSpPr/>
              <p:nvPr/>
            </p:nvSpPr>
            <p:spPr bwMode="auto">
              <a:xfrm>
                <a:off x="8161226" y="3175050"/>
                <a:ext cx="384707" cy="276999"/>
              </a:xfrm>
              <a:custGeom>
                <a:avLst/>
                <a:gdLst>
                  <a:gd name="T0" fmla="*/ 0 w 634365"/>
                  <a:gd name="T1" fmla="*/ 0 h 229235"/>
                  <a:gd name="T2" fmla="*/ 67888 w 634365"/>
                  <a:gd name="T3" fmla="*/ 488025 h 229235"/>
                  <a:gd name="T4" fmla="*/ 85762 w 634365"/>
                  <a:gd name="T5" fmla="*/ 149257 h 229235"/>
                  <a:gd name="T6" fmla="*/ 0 w 634365"/>
                  <a:gd name="T7" fmla="*/ 0 h 22923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34365" h="229235">
                    <a:moveTo>
                      <a:pt x="0" y="0"/>
                    </a:moveTo>
                    <a:lnTo>
                      <a:pt x="501911" y="228904"/>
                    </a:lnTo>
                    <a:lnTo>
                      <a:pt x="634064" y="70008"/>
                    </a:lnTo>
                    <a:lnTo>
                      <a:pt x="0" y="0"/>
                    </a:lnTo>
                    <a:close/>
                  </a:path>
                </a:pathLst>
              </a:custGeom>
              <a:solidFill>
                <a:srgbClr val="1F4E79"/>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5" name="object 8"/>
              <p:cNvSpPr/>
              <p:nvPr/>
            </p:nvSpPr>
            <p:spPr bwMode="auto">
              <a:xfrm>
                <a:off x="7945652" y="3216890"/>
                <a:ext cx="145179" cy="193317"/>
              </a:xfrm>
              <a:custGeom>
                <a:avLst/>
                <a:gdLst>
                  <a:gd name="T0" fmla="*/ 19983 w 200025"/>
                  <a:gd name="T1" fmla="*/ 0 h 678814"/>
                  <a:gd name="T2" fmla="*/ 0 w 200025"/>
                  <a:gd name="T3" fmla="*/ 2184 h 678814"/>
                  <a:gd name="T4" fmla="*/ 55509 w 200025"/>
                  <a:gd name="T5" fmla="*/ 4463 h 678814"/>
                  <a:gd name="T6" fmla="*/ 19983 w 200025"/>
                  <a:gd name="T7" fmla="*/ 0 h 6788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0025" h="678814">
                    <a:moveTo>
                      <a:pt x="72008" y="0"/>
                    </a:moveTo>
                    <a:lnTo>
                      <a:pt x="0" y="332031"/>
                    </a:lnTo>
                    <a:lnTo>
                      <a:pt x="200025" y="678481"/>
                    </a:lnTo>
                    <a:lnTo>
                      <a:pt x="72008" y="0"/>
                    </a:lnTo>
                    <a:close/>
                  </a:path>
                </a:pathLst>
              </a:custGeom>
              <a:solidFill>
                <a:srgbClr val="00B050"/>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sp>
            <p:nvSpPr>
              <p:cNvPr id="146" name="object 9"/>
              <p:cNvSpPr/>
              <p:nvPr/>
            </p:nvSpPr>
            <p:spPr bwMode="auto">
              <a:xfrm>
                <a:off x="7938529" y="3379992"/>
                <a:ext cx="304607" cy="276999"/>
              </a:xfrm>
              <a:custGeom>
                <a:avLst/>
                <a:gdLst>
                  <a:gd name="T0" fmla="*/ 0 w 502284"/>
                  <a:gd name="T1" fmla="*/ 0 h 678814"/>
                  <a:gd name="T2" fmla="*/ 17315 w 502284"/>
                  <a:gd name="T3" fmla="*/ 18813 h 678814"/>
                  <a:gd name="T4" fmla="*/ 67889 w 502284"/>
                  <a:gd name="T5" fmla="*/ 6347 h 678814"/>
                  <a:gd name="T6" fmla="*/ 0 w 502284"/>
                  <a:gd name="T7" fmla="*/ 0 h 6788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02284" h="678814">
                    <a:moveTo>
                      <a:pt x="0" y="0"/>
                    </a:moveTo>
                    <a:lnTo>
                      <a:pt x="128017" y="678492"/>
                    </a:lnTo>
                    <a:lnTo>
                      <a:pt x="501921" y="228904"/>
                    </a:lnTo>
                    <a:lnTo>
                      <a:pt x="0" y="0"/>
                    </a:lnTo>
                    <a:close/>
                  </a:path>
                </a:pathLst>
              </a:custGeom>
              <a:solidFill>
                <a:srgbClr val="ED7D31"/>
              </a:solidFill>
              <a:ln>
                <a:noFill/>
              </a:ln>
              <a:extLst>
                <a:ext uri="{91240B29-F687-4F45-9708-019B960494DF}">
                  <a14:hiddenLine xmlns:a14="http://schemas.microsoft.com/office/drawing/2010/main" w="9525">
                    <a:solidFill>
                      <a:srgbClr val="000000"/>
                    </a:solidFill>
                    <a:round/>
                  </a14:hiddenLine>
                </a:ext>
              </a:extLst>
            </p:spPr>
            <p:txBody>
              <a:bodyPr lIns="0" tIns="0" rIns="0" bIns="0">
                <a:spAutoFit/>
              </a:bodyPr>
              <a:lstStyle/>
              <a:p>
                <a:endParaRPr lang="zh-CN" altLang="en-US"/>
              </a:p>
            </p:txBody>
          </p:sp>
        </p:grpSp>
        <p:sp>
          <p:nvSpPr>
            <p:cNvPr id="147" name="矩形 23"/>
            <p:cNvSpPr>
              <a:spLocks noChangeArrowheads="1"/>
            </p:cNvSpPr>
            <p:nvPr/>
          </p:nvSpPr>
          <p:spPr bwMode="auto">
            <a:xfrm>
              <a:off x="12758941" y="6563170"/>
              <a:ext cx="2303462" cy="50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2F6583"/>
                  </a:solidFill>
                  <a:bevel/>
                </a14:hiddenLine>
              </a:ext>
            </a:extLst>
          </p:spPr>
          <p:txBody>
            <a:bodyPr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SimSun"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SimSun"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SimSun"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9pPr>
            </a:lstStyle>
            <a:p>
              <a:pPr algn="ctr">
                <a:lnSpc>
                  <a:spcPct val="100000"/>
                </a:lnSpc>
                <a:spcBef>
                  <a:spcPct val="0"/>
                </a:spcBef>
                <a:buFont typeface="Arial" panose="020B0604020202020204" pitchFamily="34" charset="0"/>
                <a:buNone/>
              </a:pPr>
              <a:r>
                <a:rPr lang="vi-VN" altLang="zh-CN" sz="2500" dirty="0">
                  <a:solidFill>
                    <a:schemeClr val="bg1"/>
                  </a:solidFill>
                  <a:latin typeface="Impact" panose="020B0806030902050204" pitchFamily="34" charset="0"/>
                  <a:ea typeface="Microsoft YaHei" panose="020B0503020204020204" pitchFamily="34" charset="-122"/>
                  <a:sym typeface="Impact" panose="020B0806030902050204" pitchFamily="34" charset="0"/>
                </a:rPr>
                <a:t>Nhóm </a:t>
              </a:r>
              <a:r>
                <a:rPr lang="vi-VN" altLang="zh-CN" sz="2500" dirty="0">
                  <a:solidFill>
                    <a:schemeClr val="bg1"/>
                  </a:solidFill>
                  <a:latin typeface="Impact" panose="020B0806030902050204" pitchFamily="34" charset="0"/>
                  <a:ea typeface="Microsoft YaHei" panose="020B0503020204020204" pitchFamily="34" charset="-122"/>
                  <a:sym typeface="Impact" panose="020B0806030902050204" pitchFamily="34" charset="0"/>
                </a:rPr>
                <a:t>6</a:t>
              </a:r>
              <a:endParaRPr lang="vi-VN" altLang="zh-CN" sz="2500" dirty="0">
                <a:solidFill>
                  <a:schemeClr val="bg1"/>
                </a:solidFill>
                <a:latin typeface="Impact" panose="020B0806030902050204" pitchFamily="34" charset="0"/>
                <a:ea typeface="Microsoft YaHei" panose="020B0503020204020204" pitchFamily="34" charset="-122"/>
                <a:sym typeface="Impact" panose="020B0806030902050204" pitchFamily="34" charset="0"/>
              </a:endParaRPr>
            </a:p>
          </p:txBody>
        </p:sp>
      </p:grpSp>
      <p:sp>
        <p:nvSpPr>
          <p:cNvPr id="5" name="Rounded Rectangle 4"/>
          <p:cNvSpPr/>
          <p:nvPr/>
        </p:nvSpPr>
        <p:spPr>
          <a:xfrm>
            <a:off x="304800" y="638810"/>
            <a:ext cx="8768080" cy="802005"/>
          </a:xfrm>
          <a:prstGeom prst="roundRect">
            <a:avLst/>
          </a:prstGeom>
          <a:solidFill>
            <a:srgbClr val="F02424"/>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6" name="object 3"/>
          <p:cNvSpPr txBox="1">
            <a:spLocks noChangeArrowheads="1"/>
          </p:cNvSpPr>
          <p:nvPr/>
        </p:nvSpPr>
        <p:spPr bwMode="auto">
          <a:xfrm>
            <a:off x="1071880" y="730250"/>
            <a:ext cx="7847965" cy="615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marL="6350">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SimSun"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SimSun"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SimSun"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SimSun" panose="02010600030101010101" pitchFamily="2" charset="-122"/>
                <a:sym typeface="Calibri" panose="020F0502020204030204" pitchFamily="34" charset="0"/>
              </a:defRPr>
            </a:lvl9pPr>
          </a:lstStyle>
          <a:p>
            <a:pPr algn="ctr">
              <a:lnSpc>
                <a:spcPct val="100000"/>
              </a:lnSpc>
              <a:spcBef>
                <a:spcPct val="0"/>
              </a:spcBef>
              <a:buFont typeface="Arial" panose="020B0604020202020204" pitchFamily="34" charset="0"/>
              <a:buNone/>
            </a:pPr>
            <a:r>
              <a:rPr lang="vi-VN" altLang="zh-CN" sz="4000" dirty="0" smtClean="0">
                <a:solidFill>
                  <a:srgbClr val="FFFFFF"/>
                </a:solidFill>
                <a:latin typeface="Microsoft YaHei" panose="020B0503020204020204" pitchFamily="34" charset="-122"/>
                <a:ea typeface="Microsoft YaHei" panose="020B0503020204020204" pitchFamily="34" charset="-122"/>
              </a:rPr>
              <a:t>Ví dụ minh </a:t>
            </a:r>
            <a:r>
              <a:rPr lang="vi-VN" altLang="zh-CN" sz="4000" dirty="0" smtClean="0">
                <a:solidFill>
                  <a:srgbClr val="FFFFFF"/>
                </a:solidFill>
                <a:latin typeface="Microsoft YaHei" panose="020B0503020204020204" pitchFamily="34" charset="-122"/>
                <a:ea typeface="Microsoft YaHei" panose="020B0503020204020204" pitchFamily="34" charset="-122"/>
              </a:rPr>
              <a:t>họa</a:t>
            </a:r>
            <a:endParaRPr lang="vi-VN" altLang="zh-CN" sz="4000" dirty="0" smtClean="0">
              <a:solidFill>
                <a:srgbClr val="FFFFFF"/>
              </a:solidFill>
              <a:latin typeface="Microsoft YaHei" panose="020B0503020204020204" pitchFamily="34" charset="-122"/>
              <a:ea typeface="Microsoft YaHei" panose="020B0503020204020204" pitchFamily="34" charset="-122"/>
            </a:endParaRPr>
          </a:p>
        </p:txBody>
      </p:sp>
      <p:sp>
        <p:nvSpPr>
          <p:cNvPr id="2" name="文本框 162"/>
          <p:cNvSpPr txBox="1"/>
          <p:nvPr/>
        </p:nvSpPr>
        <p:spPr>
          <a:xfrm>
            <a:off x="311150" y="1720850"/>
            <a:ext cx="17559020" cy="8181975"/>
          </a:xfrm>
          <a:prstGeom prst="rect">
            <a:avLst/>
          </a:prstGeom>
          <a:noFill/>
        </p:spPr>
        <p:txBody>
          <a:bodyPr wrap="square" rtlCol="0">
            <a:noAutofit/>
          </a:bodyPr>
          <a:p>
            <a:pPr marR="0" lvl="0" indent="0" defTabSz="914400" rtl="0" eaLnBrk="0" fontAlgn="base" latinLnBrk="0" hangingPunct="0">
              <a:lnSpc>
                <a:spcPct val="150000"/>
              </a:lnSpc>
              <a:spcBef>
                <a:spcPct val="0"/>
              </a:spcBef>
              <a:spcAft>
                <a:spcPct val="0"/>
              </a:spcAft>
              <a:buClrTx/>
              <a:buSzTx/>
              <a:buFont typeface="Wingdings" panose="05000000000000000000" charset="0"/>
              <a:buNone/>
            </a:pPr>
            <a:r>
              <a:rPr lang="vi-VN" sz="2400">
                <a:solidFill>
                  <a:schemeClr val="bg1"/>
                </a:solidFill>
                <a:latin typeface="Microsoft YaHei" panose="020B0503020204020204" pitchFamily="34" charset="-122"/>
                <a:ea typeface="Microsoft YaHei" panose="020B0503020204020204" pitchFamily="34" charset="-122"/>
                <a:cs typeface="Times New Roman" panose="02020603050405020304" pitchFamily="18" charset="0"/>
                <a:sym typeface="+mn-ea"/>
              </a:rPr>
              <a:t>                    </a:t>
            </a:r>
            <a:r>
              <a:rPr altLang="zh-CN" sz="2400">
                <a:solidFill>
                  <a:schemeClr val="bg1"/>
                </a:solidFill>
                <a:latin typeface="Microsoft YaHei" panose="020B0503020204020204" pitchFamily="34" charset="-122"/>
                <a:ea typeface="Microsoft YaHei" panose="020B0503020204020204" pitchFamily="34" charset="-122"/>
                <a:cs typeface="Times New Roman" panose="02020603050405020304" pitchFamily="18" charset="0"/>
                <a:sym typeface="+mn-ea"/>
              </a:rPr>
              <a:t>Hình </a:t>
            </a:r>
            <a:r>
              <a:rPr lang="en-US" sz="2400">
                <a:solidFill>
                  <a:schemeClr val="bg1"/>
                </a:solidFill>
                <a:latin typeface="Microsoft YaHei" panose="020B0503020204020204" pitchFamily="34" charset="-122"/>
                <a:ea typeface="Microsoft YaHei" panose="020B0503020204020204" pitchFamily="34" charset="-122"/>
                <a:cs typeface="Times New Roman" panose="02020603050405020304" pitchFamily="18" charset="0"/>
                <a:sym typeface="+mn-ea"/>
              </a:rPr>
              <a:t>3</a:t>
            </a:r>
            <a:r>
              <a:rPr altLang="zh-CN" sz="2400">
                <a:solidFill>
                  <a:schemeClr val="bg1"/>
                </a:solidFill>
                <a:latin typeface="Microsoft YaHei" panose="020B0503020204020204" pitchFamily="34" charset="-122"/>
                <a:ea typeface="Microsoft YaHei" panose="020B0503020204020204" pitchFamily="34" charset="-122"/>
                <a:cs typeface="Times New Roman" panose="02020603050405020304" pitchFamily="18" charset="0"/>
                <a:sym typeface="+mn-ea"/>
              </a:rPr>
              <a:t>. 4 Mẫu thử Mã hoá (2)</a:t>
            </a:r>
            <a:r>
              <a:rPr lang="vi-VN" sz="2400">
                <a:solidFill>
                  <a:schemeClr val="bg1"/>
                </a:solidFill>
                <a:latin typeface="Microsoft YaHei" panose="020B0503020204020204" pitchFamily="34" charset="-122"/>
                <a:ea typeface="Microsoft YaHei" panose="020B0503020204020204" pitchFamily="34" charset="-122"/>
                <a:cs typeface="Times New Roman" panose="02020603050405020304" pitchFamily="18" charset="0"/>
                <a:sym typeface="+mn-ea"/>
              </a:rPr>
              <a:t>                                                      Hình </a:t>
            </a:r>
            <a:r>
              <a:rPr lang="en-US" altLang="vi-VN" sz="2400">
                <a:solidFill>
                  <a:schemeClr val="bg1"/>
                </a:solidFill>
                <a:latin typeface="Microsoft YaHei" panose="020B0503020204020204" pitchFamily="34" charset="-122"/>
                <a:ea typeface="Microsoft YaHei" panose="020B0503020204020204" pitchFamily="34" charset="-122"/>
                <a:cs typeface="Times New Roman" panose="02020603050405020304" pitchFamily="18" charset="0"/>
                <a:sym typeface="+mn-ea"/>
              </a:rPr>
              <a:t>3</a:t>
            </a:r>
            <a:r>
              <a:rPr lang="vi-VN" sz="2400">
                <a:solidFill>
                  <a:schemeClr val="bg1"/>
                </a:solidFill>
                <a:latin typeface="Microsoft YaHei" panose="020B0503020204020204" pitchFamily="34" charset="-122"/>
                <a:ea typeface="Microsoft YaHei" panose="020B0503020204020204" pitchFamily="34" charset="-122"/>
                <a:cs typeface="Times New Roman" panose="02020603050405020304" pitchFamily="18" charset="0"/>
                <a:sym typeface="+mn-ea"/>
              </a:rPr>
              <a:t>. 5 Mẫu thử Giải mã (2)</a:t>
            </a:r>
            <a:endParaRPr lang="en-US" sz="2400" smtClean="0">
              <a:solidFill>
                <a:schemeClr val="bg1"/>
              </a:solidFill>
              <a:effectLst/>
              <a:latin typeface="Microsoft YaHei" panose="020B0503020204020204" pitchFamily="34" charset="-122"/>
              <a:ea typeface="Microsoft YaHei" panose="020B0503020204020204" pitchFamily="34" charset="-122"/>
              <a:cs typeface="Arial" panose="020B0604020202020204"/>
              <a:sym typeface="Arial" panose="020B0604020202020204"/>
            </a:endParaRPr>
          </a:p>
        </p:txBody>
      </p:sp>
      <p:grpSp>
        <p:nvGrpSpPr>
          <p:cNvPr id="976" name="组合 1627"/>
          <p:cNvGrpSpPr/>
          <p:nvPr/>
        </p:nvGrpSpPr>
        <p:grpSpPr bwMode="auto">
          <a:xfrm>
            <a:off x="400685" y="810260"/>
            <a:ext cx="578485" cy="414655"/>
            <a:chOff x="0" y="0"/>
            <a:chExt cx="659709" cy="556812"/>
          </a:xfrm>
          <a:solidFill>
            <a:schemeClr val="bg1"/>
          </a:solidFill>
        </p:grpSpPr>
        <p:sp>
          <p:nvSpPr>
            <p:cNvPr id="977" name="Oval 676"/>
            <p:cNvSpPr>
              <a:spLocks noChangeArrowheads="1"/>
            </p:cNvSpPr>
            <p:nvPr/>
          </p:nvSpPr>
          <p:spPr bwMode="auto">
            <a:xfrm>
              <a:off x="152676" y="50962"/>
              <a:ext cx="456142" cy="454888"/>
            </a:xfrm>
            <a:prstGeom prst="ellipse">
              <a:avLst/>
            </a:pr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zh-CN">
                <a:solidFill>
                  <a:srgbClr val="000000"/>
                </a:solidFill>
                <a:sym typeface="SimSun" panose="02010600030101010101" pitchFamily="2" charset="-122"/>
              </a:endParaRPr>
            </a:p>
          </p:txBody>
        </p:sp>
        <p:sp>
          <p:nvSpPr>
            <p:cNvPr id="978" name="Freeform 677"/>
            <p:cNvSpPr>
              <a:spLocks noEditPoints="1" noChangeArrowheads="1"/>
            </p:cNvSpPr>
            <p:nvPr/>
          </p:nvSpPr>
          <p:spPr bwMode="auto">
            <a:xfrm>
              <a:off x="101784" y="0"/>
              <a:ext cx="557925" cy="556812"/>
            </a:xfrm>
            <a:custGeom>
              <a:avLst/>
              <a:gdLst>
                <a:gd name="T0" fmla="*/ 2147483647 w 284"/>
                <a:gd name="T1" fmla="*/ 2147483647 h 284"/>
                <a:gd name="T2" fmla="*/ 2147483647 w 284"/>
                <a:gd name="T3" fmla="*/ 2147483647 h 284"/>
                <a:gd name="T4" fmla="*/ 2147483647 w 284"/>
                <a:gd name="T5" fmla="*/ 2147483647 h 284"/>
                <a:gd name="T6" fmla="*/ 2147483647 w 284"/>
                <a:gd name="T7" fmla="*/ 2147483647 h 284"/>
                <a:gd name="T8" fmla="*/ 2147483647 w 284"/>
                <a:gd name="T9" fmla="*/ 2147483647 h 284"/>
                <a:gd name="T10" fmla="*/ 2147483647 w 284"/>
                <a:gd name="T11" fmla="*/ 2147483647 h 284"/>
                <a:gd name="T12" fmla="*/ 2147483647 w 284"/>
                <a:gd name="T13" fmla="*/ 2147483647 h 284"/>
                <a:gd name="T14" fmla="*/ 2147483647 w 284"/>
                <a:gd name="T15" fmla="*/ 2147483647 h 284"/>
                <a:gd name="T16" fmla="*/ 2147483647 w 284"/>
                <a:gd name="T17" fmla="*/ 2147483647 h 284"/>
                <a:gd name="T18" fmla="*/ 2147483647 w 284"/>
                <a:gd name="T19" fmla="*/ 2147483647 h 284"/>
                <a:gd name="T20" fmla="*/ 2147483647 w 284"/>
                <a:gd name="T21" fmla="*/ 2147483647 h 284"/>
                <a:gd name="T22" fmla="*/ 2147483647 w 284"/>
                <a:gd name="T23" fmla="*/ 2147483647 h 284"/>
                <a:gd name="T24" fmla="*/ 2147483647 w 284"/>
                <a:gd name="T25" fmla="*/ 2147483647 h 284"/>
                <a:gd name="T26" fmla="*/ 2147483647 w 284"/>
                <a:gd name="T27" fmla="*/ 2147483647 h 284"/>
                <a:gd name="T28" fmla="*/ 2147483647 w 284"/>
                <a:gd name="T29" fmla="*/ 0 h 284"/>
                <a:gd name="T30" fmla="*/ 2147483647 w 284"/>
                <a:gd name="T31" fmla="*/ 0 h 284"/>
                <a:gd name="T32" fmla="*/ 2147483647 w 284"/>
                <a:gd name="T33" fmla="*/ 2147483647 h 284"/>
                <a:gd name="T34" fmla="*/ 2147483647 w 284"/>
                <a:gd name="T35" fmla="*/ 2147483647 h 284"/>
                <a:gd name="T36" fmla="*/ 2147483647 w 284"/>
                <a:gd name="T37" fmla="*/ 2147483647 h 284"/>
                <a:gd name="T38" fmla="*/ 2147483647 w 284"/>
                <a:gd name="T39" fmla="*/ 2147483647 h 284"/>
                <a:gd name="T40" fmla="*/ 2147483647 w 284"/>
                <a:gd name="T41" fmla="*/ 2147483647 h 284"/>
                <a:gd name="T42" fmla="*/ 2147483647 w 284"/>
                <a:gd name="T43" fmla="*/ 0 h 284"/>
                <a:gd name="T44" fmla="*/ 2147483647 w 284"/>
                <a:gd name="T45" fmla="*/ 2147483647 h 284"/>
                <a:gd name="T46" fmla="*/ 0 w 284"/>
                <a:gd name="T47" fmla="*/ 2147483647 h 284"/>
                <a:gd name="T48" fmla="*/ 0 w 284"/>
                <a:gd name="T49" fmla="*/ 2147483647 h 284"/>
                <a:gd name="T50" fmla="*/ 2147483647 w 284"/>
                <a:gd name="T51" fmla="*/ 2147483647 h 284"/>
                <a:gd name="T52" fmla="*/ 2147483647 w 284"/>
                <a:gd name="T53" fmla="*/ 2147483647 h 284"/>
                <a:gd name="T54" fmla="*/ 2147483647 w 284"/>
                <a:gd name="T55" fmla="*/ 2147483647 h 284"/>
                <a:gd name="T56" fmla="*/ 2147483647 w 284"/>
                <a:gd name="T57" fmla="*/ 2147483647 h 284"/>
                <a:gd name="T58" fmla="*/ 2147483647 w 284"/>
                <a:gd name="T59" fmla="*/ 2147483647 h 284"/>
                <a:gd name="T60" fmla="*/ 2147483647 w 284"/>
                <a:gd name="T61" fmla="*/ 2147483647 h 284"/>
                <a:gd name="T62" fmla="*/ 2147483647 w 284"/>
                <a:gd name="T63" fmla="*/ 2147483647 h 284"/>
                <a:gd name="T64" fmla="*/ 2147483647 w 284"/>
                <a:gd name="T65" fmla="*/ 2147483647 h 284"/>
                <a:gd name="T66" fmla="*/ 2147483647 w 284"/>
                <a:gd name="T67" fmla="*/ 2147483647 h 284"/>
                <a:gd name="T68" fmla="*/ 2147483647 w 284"/>
                <a:gd name="T69" fmla="*/ 2147483647 h 284"/>
                <a:gd name="T70" fmla="*/ 2147483647 w 284"/>
                <a:gd name="T71" fmla="*/ 2147483647 h 284"/>
                <a:gd name="T72" fmla="*/ 2147483647 w 284"/>
                <a:gd name="T73" fmla="*/ 2147483647 h 284"/>
                <a:gd name="T74" fmla="*/ 2147483647 w 284"/>
                <a:gd name="T75" fmla="*/ 2147483647 h 284"/>
                <a:gd name="T76" fmla="*/ 2147483647 w 284"/>
                <a:gd name="T77" fmla="*/ 2147483647 h 284"/>
                <a:gd name="T78" fmla="*/ 2147483647 w 284"/>
                <a:gd name="T79" fmla="*/ 2147483647 h 284"/>
                <a:gd name="T80" fmla="*/ 2147483647 w 284"/>
                <a:gd name="T81" fmla="*/ 2147483647 h 284"/>
                <a:gd name="T82" fmla="*/ 2147483647 w 284"/>
                <a:gd name="T83" fmla="*/ 2147483647 h 284"/>
                <a:gd name="T84" fmla="*/ 2147483647 w 284"/>
                <a:gd name="T85" fmla="*/ 2147483647 h 284"/>
                <a:gd name="T86" fmla="*/ 2147483647 w 284"/>
                <a:gd name="T87" fmla="*/ 2147483647 h 284"/>
                <a:gd name="T88" fmla="*/ 2147483647 w 284"/>
                <a:gd name="T89" fmla="*/ 2147483647 h 284"/>
                <a:gd name="T90" fmla="*/ 2147483647 w 284"/>
                <a:gd name="T91" fmla="*/ 2147483647 h 284"/>
                <a:gd name="T92" fmla="*/ 2147483647 w 284"/>
                <a:gd name="T93" fmla="*/ 2147483647 h 284"/>
                <a:gd name="T94" fmla="*/ 2147483647 w 284"/>
                <a:gd name="T95" fmla="*/ 2147483647 h 284"/>
                <a:gd name="T96" fmla="*/ 2147483647 w 284"/>
                <a:gd name="T97" fmla="*/ 2147483647 h 284"/>
                <a:gd name="T98" fmla="*/ 2147483647 w 284"/>
                <a:gd name="T99" fmla="*/ 2147483647 h 284"/>
                <a:gd name="T100" fmla="*/ 2147483647 w 284"/>
                <a:gd name="T101" fmla="*/ 2147483647 h 284"/>
                <a:gd name="T102" fmla="*/ 2147483647 w 284"/>
                <a:gd name="T103" fmla="*/ 2147483647 h 284"/>
                <a:gd name="T104" fmla="*/ 2147483647 w 284"/>
                <a:gd name="T105" fmla="*/ 2147483647 h 284"/>
                <a:gd name="T106" fmla="*/ 2147483647 w 284"/>
                <a:gd name="T107" fmla="*/ 2147483647 h 284"/>
                <a:gd name="T108" fmla="*/ 2147483647 w 284"/>
                <a:gd name="T109" fmla="*/ 2147483647 h 284"/>
                <a:gd name="T110" fmla="*/ 2147483647 w 284"/>
                <a:gd name="T111" fmla="*/ 2147483647 h 284"/>
                <a:gd name="T112" fmla="*/ 2147483647 w 284"/>
                <a:gd name="T113" fmla="*/ 2147483647 h 284"/>
                <a:gd name="T114" fmla="*/ 2147483647 w 284"/>
                <a:gd name="T115" fmla="*/ 2147483647 h 284"/>
                <a:gd name="T116" fmla="*/ 2147483647 w 284"/>
                <a:gd name="T117" fmla="*/ 2147483647 h 284"/>
                <a:gd name="T118" fmla="*/ 2147483647 w 284"/>
                <a:gd name="T119" fmla="*/ 2147483647 h 284"/>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284"/>
                <a:gd name="T181" fmla="*/ 0 h 284"/>
                <a:gd name="T182" fmla="*/ 284 w 284"/>
                <a:gd name="T183" fmla="*/ 284 h 284"/>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284" h="284">
                  <a:moveTo>
                    <a:pt x="47" y="36"/>
                  </a:moveTo>
                  <a:cubicBezTo>
                    <a:pt x="36" y="47"/>
                    <a:pt x="36" y="47"/>
                    <a:pt x="36" y="47"/>
                  </a:cubicBezTo>
                  <a:cubicBezTo>
                    <a:pt x="31" y="52"/>
                    <a:pt x="31" y="61"/>
                    <a:pt x="36" y="66"/>
                  </a:cubicBezTo>
                  <a:cubicBezTo>
                    <a:pt x="47" y="77"/>
                    <a:pt x="47" y="77"/>
                    <a:pt x="47" y="77"/>
                  </a:cubicBezTo>
                  <a:cubicBezTo>
                    <a:pt x="55" y="65"/>
                    <a:pt x="65" y="54"/>
                    <a:pt x="77" y="46"/>
                  </a:cubicBezTo>
                  <a:cubicBezTo>
                    <a:pt x="67" y="36"/>
                    <a:pt x="67" y="36"/>
                    <a:pt x="67" y="36"/>
                  </a:cubicBezTo>
                  <a:cubicBezTo>
                    <a:pt x="61" y="31"/>
                    <a:pt x="52" y="31"/>
                    <a:pt x="47" y="36"/>
                  </a:cubicBezTo>
                  <a:close/>
                  <a:moveTo>
                    <a:pt x="238" y="36"/>
                  </a:moveTo>
                  <a:cubicBezTo>
                    <a:pt x="232" y="31"/>
                    <a:pt x="223" y="31"/>
                    <a:pt x="218" y="36"/>
                  </a:cubicBezTo>
                  <a:cubicBezTo>
                    <a:pt x="207" y="46"/>
                    <a:pt x="207" y="46"/>
                    <a:pt x="207" y="46"/>
                  </a:cubicBezTo>
                  <a:cubicBezTo>
                    <a:pt x="219" y="54"/>
                    <a:pt x="230" y="65"/>
                    <a:pt x="238" y="77"/>
                  </a:cubicBezTo>
                  <a:cubicBezTo>
                    <a:pt x="248" y="66"/>
                    <a:pt x="248" y="66"/>
                    <a:pt x="248" y="66"/>
                  </a:cubicBezTo>
                  <a:cubicBezTo>
                    <a:pt x="254" y="61"/>
                    <a:pt x="254" y="52"/>
                    <a:pt x="248" y="47"/>
                  </a:cubicBezTo>
                  <a:lnTo>
                    <a:pt x="238" y="36"/>
                  </a:lnTo>
                  <a:close/>
                  <a:moveTo>
                    <a:pt x="150" y="0"/>
                  </a:moveTo>
                  <a:cubicBezTo>
                    <a:pt x="135" y="0"/>
                    <a:pt x="135" y="0"/>
                    <a:pt x="135" y="0"/>
                  </a:cubicBezTo>
                  <a:cubicBezTo>
                    <a:pt x="127" y="0"/>
                    <a:pt x="121" y="6"/>
                    <a:pt x="121" y="14"/>
                  </a:cubicBezTo>
                  <a:cubicBezTo>
                    <a:pt x="121" y="28"/>
                    <a:pt x="121" y="28"/>
                    <a:pt x="121" y="28"/>
                  </a:cubicBezTo>
                  <a:cubicBezTo>
                    <a:pt x="128" y="27"/>
                    <a:pt x="135" y="26"/>
                    <a:pt x="142" y="26"/>
                  </a:cubicBezTo>
                  <a:cubicBezTo>
                    <a:pt x="150" y="26"/>
                    <a:pt x="157" y="27"/>
                    <a:pt x="164" y="28"/>
                  </a:cubicBezTo>
                  <a:cubicBezTo>
                    <a:pt x="164" y="14"/>
                    <a:pt x="164" y="14"/>
                    <a:pt x="164" y="14"/>
                  </a:cubicBezTo>
                  <a:cubicBezTo>
                    <a:pt x="164" y="6"/>
                    <a:pt x="157" y="0"/>
                    <a:pt x="150" y="0"/>
                  </a:cubicBezTo>
                  <a:close/>
                  <a:moveTo>
                    <a:pt x="14" y="121"/>
                  </a:moveTo>
                  <a:cubicBezTo>
                    <a:pt x="6" y="121"/>
                    <a:pt x="0" y="127"/>
                    <a:pt x="0" y="135"/>
                  </a:cubicBezTo>
                  <a:cubicBezTo>
                    <a:pt x="0" y="149"/>
                    <a:pt x="0" y="149"/>
                    <a:pt x="0" y="149"/>
                  </a:cubicBezTo>
                  <a:cubicBezTo>
                    <a:pt x="0" y="157"/>
                    <a:pt x="6" y="163"/>
                    <a:pt x="14" y="163"/>
                  </a:cubicBezTo>
                  <a:cubicBezTo>
                    <a:pt x="28" y="163"/>
                    <a:pt x="28" y="163"/>
                    <a:pt x="28" y="163"/>
                  </a:cubicBezTo>
                  <a:cubicBezTo>
                    <a:pt x="27" y="156"/>
                    <a:pt x="26" y="149"/>
                    <a:pt x="26" y="142"/>
                  </a:cubicBezTo>
                  <a:cubicBezTo>
                    <a:pt x="26" y="135"/>
                    <a:pt x="27" y="127"/>
                    <a:pt x="28" y="121"/>
                  </a:cubicBezTo>
                  <a:lnTo>
                    <a:pt x="14" y="121"/>
                  </a:lnTo>
                  <a:close/>
                  <a:moveTo>
                    <a:pt x="238" y="207"/>
                  </a:moveTo>
                  <a:cubicBezTo>
                    <a:pt x="230" y="219"/>
                    <a:pt x="219" y="229"/>
                    <a:pt x="207" y="238"/>
                  </a:cubicBezTo>
                  <a:cubicBezTo>
                    <a:pt x="218" y="248"/>
                    <a:pt x="218" y="248"/>
                    <a:pt x="218" y="248"/>
                  </a:cubicBezTo>
                  <a:cubicBezTo>
                    <a:pt x="223" y="253"/>
                    <a:pt x="232" y="253"/>
                    <a:pt x="238" y="248"/>
                  </a:cubicBezTo>
                  <a:cubicBezTo>
                    <a:pt x="248" y="237"/>
                    <a:pt x="248" y="237"/>
                    <a:pt x="248" y="237"/>
                  </a:cubicBezTo>
                  <a:cubicBezTo>
                    <a:pt x="254" y="232"/>
                    <a:pt x="254" y="223"/>
                    <a:pt x="248" y="218"/>
                  </a:cubicBezTo>
                  <a:lnTo>
                    <a:pt x="238" y="207"/>
                  </a:lnTo>
                  <a:close/>
                  <a:moveTo>
                    <a:pt x="270" y="121"/>
                  </a:moveTo>
                  <a:cubicBezTo>
                    <a:pt x="256" y="121"/>
                    <a:pt x="256" y="121"/>
                    <a:pt x="256" y="121"/>
                  </a:cubicBezTo>
                  <a:cubicBezTo>
                    <a:pt x="257" y="127"/>
                    <a:pt x="258" y="135"/>
                    <a:pt x="258" y="142"/>
                  </a:cubicBezTo>
                  <a:cubicBezTo>
                    <a:pt x="258" y="149"/>
                    <a:pt x="257" y="156"/>
                    <a:pt x="256" y="163"/>
                  </a:cubicBezTo>
                  <a:cubicBezTo>
                    <a:pt x="270" y="163"/>
                    <a:pt x="270" y="163"/>
                    <a:pt x="270" y="163"/>
                  </a:cubicBezTo>
                  <a:cubicBezTo>
                    <a:pt x="278" y="163"/>
                    <a:pt x="284" y="157"/>
                    <a:pt x="284" y="149"/>
                  </a:cubicBezTo>
                  <a:cubicBezTo>
                    <a:pt x="284" y="135"/>
                    <a:pt x="284" y="135"/>
                    <a:pt x="284" y="135"/>
                  </a:cubicBezTo>
                  <a:cubicBezTo>
                    <a:pt x="284" y="127"/>
                    <a:pt x="278" y="121"/>
                    <a:pt x="270" y="121"/>
                  </a:cubicBezTo>
                  <a:close/>
                  <a:moveTo>
                    <a:pt x="47" y="207"/>
                  </a:moveTo>
                  <a:cubicBezTo>
                    <a:pt x="36" y="218"/>
                    <a:pt x="36" y="218"/>
                    <a:pt x="36" y="218"/>
                  </a:cubicBezTo>
                  <a:cubicBezTo>
                    <a:pt x="31" y="223"/>
                    <a:pt x="31" y="232"/>
                    <a:pt x="36" y="237"/>
                  </a:cubicBezTo>
                  <a:cubicBezTo>
                    <a:pt x="47" y="248"/>
                    <a:pt x="47" y="248"/>
                    <a:pt x="47" y="248"/>
                  </a:cubicBezTo>
                  <a:cubicBezTo>
                    <a:pt x="52" y="253"/>
                    <a:pt x="61" y="253"/>
                    <a:pt x="67" y="248"/>
                  </a:cubicBezTo>
                  <a:cubicBezTo>
                    <a:pt x="77" y="238"/>
                    <a:pt x="77" y="238"/>
                    <a:pt x="77" y="238"/>
                  </a:cubicBezTo>
                  <a:cubicBezTo>
                    <a:pt x="65" y="229"/>
                    <a:pt x="55" y="219"/>
                    <a:pt x="47" y="207"/>
                  </a:cubicBezTo>
                  <a:close/>
                  <a:moveTo>
                    <a:pt x="121" y="256"/>
                  </a:moveTo>
                  <a:cubicBezTo>
                    <a:pt x="121" y="270"/>
                    <a:pt x="121" y="270"/>
                    <a:pt x="121" y="270"/>
                  </a:cubicBezTo>
                  <a:cubicBezTo>
                    <a:pt x="121" y="278"/>
                    <a:pt x="127" y="284"/>
                    <a:pt x="135" y="284"/>
                  </a:cubicBezTo>
                  <a:cubicBezTo>
                    <a:pt x="150" y="284"/>
                    <a:pt x="150" y="284"/>
                    <a:pt x="150" y="284"/>
                  </a:cubicBezTo>
                  <a:cubicBezTo>
                    <a:pt x="157" y="284"/>
                    <a:pt x="164" y="278"/>
                    <a:pt x="164" y="270"/>
                  </a:cubicBezTo>
                  <a:cubicBezTo>
                    <a:pt x="164" y="256"/>
                    <a:pt x="164" y="256"/>
                    <a:pt x="164" y="256"/>
                  </a:cubicBezTo>
                  <a:cubicBezTo>
                    <a:pt x="157" y="257"/>
                    <a:pt x="150" y="258"/>
                    <a:pt x="142" y="258"/>
                  </a:cubicBezTo>
                  <a:cubicBezTo>
                    <a:pt x="135" y="258"/>
                    <a:pt x="128" y="257"/>
                    <a:pt x="121" y="256"/>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979" name="Freeform 678"/>
            <p:cNvSpPr>
              <a:spLocks noChangeArrowheads="1"/>
            </p:cNvSpPr>
            <p:nvPr/>
          </p:nvSpPr>
          <p:spPr bwMode="auto">
            <a:xfrm>
              <a:off x="101784" y="0"/>
              <a:ext cx="478760" cy="475650"/>
            </a:xfrm>
            <a:custGeom>
              <a:avLst/>
              <a:gdLst>
                <a:gd name="T0" fmla="*/ 2147483647 w 244"/>
                <a:gd name="T1" fmla="*/ 2147483647 h 243"/>
                <a:gd name="T2" fmla="*/ 2147483647 w 244"/>
                <a:gd name="T3" fmla="*/ 2147483647 h 243"/>
                <a:gd name="T4" fmla="*/ 2147483647 w 244"/>
                <a:gd name="T5" fmla="*/ 2147483647 h 243"/>
                <a:gd name="T6" fmla="*/ 2147483647 w 244"/>
                <a:gd name="T7" fmla="*/ 2147483647 h 243"/>
                <a:gd name="T8" fmla="*/ 2147483647 w 244"/>
                <a:gd name="T9" fmla="*/ 0 h 243"/>
                <a:gd name="T10" fmla="*/ 2147483647 w 244"/>
                <a:gd name="T11" fmla="*/ 0 h 243"/>
                <a:gd name="T12" fmla="*/ 2147483647 w 244"/>
                <a:gd name="T13" fmla="*/ 2147483647 h 243"/>
                <a:gd name="T14" fmla="*/ 2147483647 w 244"/>
                <a:gd name="T15" fmla="*/ 2147483647 h 243"/>
                <a:gd name="T16" fmla="*/ 2147483647 w 244"/>
                <a:gd name="T17" fmla="*/ 2147483647 h 243"/>
                <a:gd name="T18" fmla="*/ 2147483647 w 244"/>
                <a:gd name="T19" fmla="*/ 2147483647 h 243"/>
                <a:gd name="T20" fmla="*/ 2147483647 w 244"/>
                <a:gd name="T21" fmla="*/ 2147483647 h 243"/>
                <a:gd name="T22" fmla="*/ 2147483647 w 244"/>
                <a:gd name="T23" fmla="*/ 2147483647 h 243"/>
                <a:gd name="T24" fmla="*/ 2147483647 w 244"/>
                <a:gd name="T25" fmla="*/ 2147483647 h 243"/>
                <a:gd name="T26" fmla="*/ 2147483647 w 244"/>
                <a:gd name="T27" fmla="*/ 2147483647 h 243"/>
                <a:gd name="T28" fmla="*/ 2147483647 w 244"/>
                <a:gd name="T29" fmla="*/ 2147483647 h 243"/>
                <a:gd name="T30" fmla="*/ 2147483647 w 244"/>
                <a:gd name="T31" fmla="*/ 2147483647 h 243"/>
                <a:gd name="T32" fmla="*/ 0 w 244"/>
                <a:gd name="T33" fmla="*/ 2147483647 h 243"/>
                <a:gd name="T34" fmla="*/ 0 w 244"/>
                <a:gd name="T35" fmla="*/ 2147483647 h 243"/>
                <a:gd name="T36" fmla="*/ 2147483647 w 244"/>
                <a:gd name="T37" fmla="*/ 2147483647 h 243"/>
                <a:gd name="T38" fmla="*/ 2147483647 w 244"/>
                <a:gd name="T39" fmla="*/ 2147483647 h 243"/>
                <a:gd name="T40" fmla="*/ 2147483647 w 244"/>
                <a:gd name="T41" fmla="*/ 2147483647 h 243"/>
                <a:gd name="T42" fmla="*/ 2147483647 w 244"/>
                <a:gd name="T43" fmla="*/ 2147483647 h 243"/>
                <a:gd name="T44" fmla="*/ 2147483647 w 244"/>
                <a:gd name="T45" fmla="*/ 2147483647 h 243"/>
                <a:gd name="T46" fmla="*/ 2147483647 w 244"/>
                <a:gd name="T47" fmla="*/ 2147483647 h 243"/>
                <a:gd name="T48" fmla="*/ 2147483647 w 244"/>
                <a:gd name="T49" fmla="*/ 2147483647 h 243"/>
                <a:gd name="T50" fmla="*/ 2147483647 w 244"/>
                <a:gd name="T51" fmla="*/ 2147483647 h 243"/>
                <a:gd name="T52" fmla="*/ 2147483647 w 244"/>
                <a:gd name="T53" fmla="*/ 2147483647 h 243"/>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244"/>
                <a:gd name="T82" fmla="*/ 0 h 243"/>
                <a:gd name="T83" fmla="*/ 244 w 244"/>
                <a:gd name="T84" fmla="*/ 243 h 243"/>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244" h="243">
                  <a:moveTo>
                    <a:pt x="218" y="36"/>
                  </a:moveTo>
                  <a:cubicBezTo>
                    <a:pt x="207" y="46"/>
                    <a:pt x="207" y="46"/>
                    <a:pt x="207" y="46"/>
                  </a:cubicBezTo>
                  <a:cubicBezTo>
                    <a:pt x="195" y="37"/>
                    <a:pt x="180" y="31"/>
                    <a:pt x="164" y="28"/>
                  </a:cubicBezTo>
                  <a:cubicBezTo>
                    <a:pt x="164" y="14"/>
                    <a:pt x="164" y="14"/>
                    <a:pt x="164" y="14"/>
                  </a:cubicBezTo>
                  <a:cubicBezTo>
                    <a:pt x="164" y="6"/>
                    <a:pt x="157" y="0"/>
                    <a:pt x="150" y="0"/>
                  </a:cubicBezTo>
                  <a:cubicBezTo>
                    <a:pt x="135" y="0"/>
                    <a:pt x="135" y="0"/>
                    <a:pt x="135" y="0"/>
                  </a:cubicBezTo>
                  <a:cubicBezTo>
                    <a:pt x="127" y="0"/>
                    <a:pt x="121" y="6"/>
                    <a:pt x="121" y="14"/>
                  </a:cubicBezTo>
                  <a:cubicBezTo>
                    <a:pt x="121" y="28"/>
                    <a:pt x="121" y="28"/>
                    <a:pt x="121" y="28"/>
                  </a:cubicBezTo>
                  <a:cubicBezTo>
                    <a:pt x="105" y="31"/>
                    <a:pt x="90" y="37"/>
                    <a:pt x="77" y="46"/>
                  </a:cubicBezTo>
                  <a:cubicBezTo>
                    <a:pt x="67" y="36"/>
                    <a:pt x="67" y="36"/>
                    <a:pt x="67" y="36"/>
                  </a:cubicBezTo>
                  <a:cubicBezTo>
                    <a:pt x="61" y="31"/>
                    <a:pt x="52" y="31"/>
                    <a:pt x="47" y="36"/>
                  </a:cubicBezTo>
                  <a:cubicBezTo>
                    <a:pt x="36" y="47"/>
                    <a:pt x="36" y="47"/>
                    <a:pt x="36" y="47"/>
                  </a:cubicBezTo>
                  <a:cubicBezTo>
                    <a:pt x="31" y="52"/>
                    <a:pt x="31" y="61"/>
                    <a:pt x="36" y="66"/>
                  </a:cubicBezTo>
                  <a:cubicBezTo>
                    <a:pt x="47" y="77"/>
                    <a:pt x="47" y="77"/>
                    <a:pt x="47" y="77"/>
                  </a:cubicBezTo>
                  <a:cubicBezTo>
                    <a:pt x="38" y="90"/>
                    <a:pt x="31" y="104"/>
                    <a:pt x="28" y="121"/>
                  </a:cubicBezTo>
                  <a:cubicBezTo>
                    <a:pt x="14" y="121"/>
                    <a:pt x="14" y="121"/>
                    <a:pt x="14" y="121"/>
                  </a:cubicBezTo>
                  <a:cubicBezTo>
                    <a:pt x="6" y="121"/>
                    <a:pt x="0" y="127"/>
                    <a:pt x="0" y="135"/>
                  </a:cubicBezTo>
                  <a:cubicBezTo>
                    <a:pt x="0" y="149"/>
                    <a:pt x="0" y="149"/>
                    <a:pt x="0" y="149"/>
                  </a:cubicBezTo>
                  <a:cubicBezTo>
                    <a:pt x="0" y="157"/>
                    <a:pt x="6" y="163"/>
                    <a:pt x="14" y="163"/>
                  </a:cubicBezTo>
                  <a:cubicBezTo>
                    <a:pt x="28" y="163"/>
                    <a:pt x="28" y="163"/>
                    <a:pt x="28" y="163"/>
                  </a:cubicBezTo>
                  <a:cubicBezTo>
                    <a:pt x="31" y="179"/>
                    <a:pt x="38" y="194"/>
                    <a:pt x="47" y="207"/>
                  </a:cubicBezTo>
                  <a:cubicBezTo>
                    <a:pt x="36" y="218"/>
                    <a:pt x="36" y="218"/>
                    <a:pt x="36" y="218"/>
                  </a:cubicBezTo>
                  <a:cubicBezTo>
                    <a:pt x="31" y="223"/>
                    <a:pt x="31" y="232"/>
                    <a:pt x="36" y="237"/>
                  </a:cubicBezTo>
                  <a:cubicBezTo>
                    <a:pt x="42" y="243"/>
                    <a:pt x="42" y="243"/>
                    <a:pt x="42" y="243"/>
                  </a:cubicBezTo>
                  <a:cubicBezTo>
                    <a:pt x="244" y="42"/>
                    <a:pt x="244" y="42"/>
                    <a:pt x="244" y="42"/>
                  </a:cubicBezTo>
                  <a:cubicBezTo>
                    <a:pt x="238" y="36"/>
                    <a:pt x="238" y="36"/>
                    <a:pt x="238" y="36"/>
                  </a:cubicBezTo>
                  <a:cubicBezTo>
                    <a:pt x="232" y="31"/>
                    <a:pt x="223" y="31"/>
                    <a:pt x="218" y="36"/>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980" name="Freeform 679"/>
            <p:cNvSpPr>
              <a:spLocks noChangeArrowheads="1"/>
            </p:cNvSpPr>
            <p:nvPr/>
          </p:nvSpPr>
          <p:spPr bwMode="auto">
            <a:xfrm>
              <a:off x="339279" y="39637"/>
              <a:ext cx="84820" cy="15100"/>
            </a:xfrm>
            <a:custGeom>
              <a:avLst/>
              <a:gdLst>
                <a:gd name="T0" fmla="*/ 0 w 43"/>
                <a:gd name="T1" fmla="*/ 2147483647 h 8"/>
                <a:gd name="T2" fmla="*/ 0 w 43"/>
                <a:gd name="T3" fmla="*/ 2147483647 h 8"/>
                <a:gd name="T4" fmla="*/ 2147483647 w 43"/>
                <a:gd name="T5" fmla="*/ 2147483647 h 8"/>
                <a:gd name="T6" fmla="*/ 2147483647 w 43"/>
                <a:gd name="T7" fmla="*/ 2147483647 h 8"/>
                <a:gd name="T8" fmla="*/ 2147483647 w 43"/>
                <a:gd name="T9" fmla="*/ 2147483647 h 8"/>
                <a:gd name="T10" fmla="*/ 2147483647 w 43"/>
                <a:gd name="T11" fmla="*/ 0 h 8"/>
                <a:gd name="T12" fmla="*/ 0 w 43"/>
                <a:gd name="T13" fmla="*/ 2147483647 h 8"/>
                <a:gd name="T14" fmla="*/ 0 60000 65536"/>
                <a:gd name="T15" fmla="*/ 0 60000 65536"/>
                <a:gd name="T16" fmla="*/ 0 60000 65536"/>
                <a:gd name="T17" fmla="*/ 0 60000 65536"/>
                <a:gd name="T18" fmla="*/ 0 60000 65536"/>
                <a:gd name="T19" fmla="*/ 0 60000 65536"/>
                <a:gd name="T20" fmla="*/ 0 60000 65536"/>
                <a:gd name="T21" fmla="*/ 0 w 43"/>
                <a:gd name="T22" fmla="*/ 0 h 8"/>
                <a:gd name="T23" fmla="*/ 43 w 43"/>
                <a:gd name="T24" fmla="*/ 8 h 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3" h="8">
                  <a:moveTo>
                    <a:pt x="0" y="2"/>
                  </a:moveTo>
                  <a:cubicBezTo>
                    <a:pt x="0" y="8"/>
                    <a:pt x="0" y="8"/>
                    <a:pt x="0" y="8"/>
                  </a:cubicBezTo>
                  <a:cubicBezTo>
                    <a:pt x="7" y="7"/>
                    <a:pt x="14" y="6"/>
                    <a:pt x="21" y="6"/>
                  </a:cubicBezTo>
                  <a:cubicBezTo>
                    <a:pt x="29" y="6"/>
                    <a:pt x="36" y="7"/>
                    <a:pt x="43" y="8"/>
                  </a:cubicBezTo>
                  <a:cubicBezTo>
                    <a:pt x="43" y="2"/>
                    <a:pt x="43" y="2"/>
                    <a:pt x="43" y="2"/>
                  </a:cubicBezTo>
                  <a:cubicBezTo>
                    <a:pt x="36" y="1"/>
                    <a:pt x="29" y="0"/>
                    <a:pt x="21" y="0"/>
                  </a:cubicBezTo>
                  <a:cubicBezTo>
                    <a:pt x="14" y="0"/>
                    <a:pt x="7" y="1"/>
                    <a:pt x="0" y="2"/>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981" name="Freeform 680"/>
            <p:cNvSpPr>
              <a:spLocks noChangeArrowheads="1"/>
            </p:cNvSpPr>
            <p:nvPr/>
          </p:nvSpPr>
          <p:spPr bwMode="auto">
            <a:xfrm>
              <a:off x="508918" y="83050"/>
              <a:ext cx="67856" cy="67950"/>
            </a:xfrm>
            <a:custGeom>
              <a:avLst/>
              <a:gdLst>
                <a:gd name="T0" fmla="*/ 2147483647 w 35"/>
                <a:gd name="T1" fmla="*/ 2147483647 h 35"/>
                <a:gd name="T2" fmla="*/ 2147483647 w 35"/>
                <a:gd name="T3" fmla="*/ 2147483647 h 35"/>
                <a:gd name="T4" fmla="*/ 2147483647 w 35"/>
                <a:gd name="T5" fmla="*/ 0 h 35"/>
                <a:gd name="T6" fmla="*/ 0 w 35"/>
                <a:gd name="T7" fmla="*/ 2147483647 h 35"/>
                <a:gd name="T8" fmla="*/ 2147483647 w 35"/>
                <a:gd name="T9" fmla="*/ 2147483647 h 35"/>
                <a:gd name="T10" fmla="*/ 0 60000 65536"/>
                <a:gd name="T11" fmla="*/ 0 60000 65536"/>
                <a:gd name="T12" fmla="*/ 0 60000 65536"/>
                <a:gd name="T13" fmla="*/ 0 60000 65536"/>
                <a:gd name="T14" fmla="*/ 0 60000 65536"/>
                <a:gd name="T15" fmla="*/ 0 w 35"/>
                <a:gd name="T16" fmla="*/ 0 h 35"/>
                <a:gd name="T17" fmla="*/ 35 w 35"/>
                <a:gd name="T18" fmla="*/ 35 h 35"/>
              </a:gdLst>
              <a:ahLst/>
              <a:cxnLst>
                <a:cxn ang="T10">
                  <a:pos x="T0" y="T1"/>
                </a:cxn>
                <a:cxn ang="T11">
                  <a:pos x="T2" y="T3"/>
                </a:cxn>
                <a:cxn ang="T12">
                  <a:pos x="T4" y="T5"/>
                </a:cxn>
                <a:cxn ang="T13">
                  <a:pos x="T6" y="T7"/>
                </a:cxn>
                <a:cxn ang="T14">
                  <a:pos x="T8" y="T9"/>
                </a:cxn>
              </a:cxnLst>
              <a:rect l="T15" t="T16" r="T17" b="T18"/>
              <a:pathLst>
                <a:path w="35" h="35">
                  <a:moveTo>
                    <a:pt x="31" y="35"/>
                  </a:moveTo>
                  <a:cubicBezTo>
                    <a:pt x="35" y="30"/>
                    <a:pt x="35" y="30"/>
                    <a:pt x="35" y="30"/>
                  </a:cubicBezTo>
                  <a:cubicBezTo>
                    <a:pt x="27" y="19"/>
                    <a:pt x="17" y="8"/>
                    <a:pt x="5" y="0"/>
                  </a:cubicBezTo>
                  <a:cubicBezTo>
                    <a:pt x="0" y="4"/>
                    <a:pt x="0" y="4"/>
                    <a:pt x="0" y="4"/>
                  </a:cubicBezTo>
                  <a:cubicBezTo>
                    <a:pt x="12" y="12"/>
                    <a:pt x="23" y="23"/>
                    <a:pt x="31" y="35"/>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982" name="Freeform 681"/>
            <p:cNvSpPr>
              <a:spLocks noChangeArrowheads="1"/>
            </p:cNvSpPr>
            <p:nvPr/>
          </p:nvSpPr>
          <p:spPr bwMode="auto">
            <a:xfrm>
              <a:off x="141367" y="237825"/>
              <a:ext cx="16963" cy="81162"/>
            </a:xfrm>
            <a:custGeom>
              <a:avLst/>
              <a:gdLst>
                <a:gd name="T0" fmla="*/ 2147483647 w 8"/>
                <a:gd name="T1" fmla="*/ 0 h 42"/>
                <a:gd name="T2" fmla="*/ 0 w 8"/>
                <a:gd name="T3" fmla="*/ 2147483647 h 42"/>
                <a:gd name="T4" fmla="*/ 2147483647 w 8"/>
                <a:gd name="T5" fmla="*/ 2147483647 h 42"/>
                <a:gd name="T6" fmla="*/ 2147483647 w 8"/>
                <a:gd name="T7" fmla="*/ 2147483647 h 42"/>
                <a:gd name="T8" fmla="*/ 2147483647 w 8"/>
                <a:gd name="T9" fmla="*/ 2147483647 h 42"/>
                <a:gd name="T10" fmla="*/ 2147483647 w 8"/>
                <a:gd name="T11" fmla="*/ 0 h 42"/>
                <a:gd name="T12" fmla="*/ 2147483647 w 8"/>
                <a:gd name="T13" fmla="*/ 0 h 42"/>
                <a:gd name="T14" fmla="*/ 0 60000 65536"/>
                <a:gd name="T15" fmla="*/ 0 60000 65536"/>
                <a:gd name="T16" fmla="*/ 0 60000 65536"/>
                <a:gd name="T17" fmla="*/ 0 60000 65536"/>
                <a:gd name="T18" fmla="*/ 0 60000 65536"/>
                <a:gd name="T19" fmla="*/ 0 60000 65536"/>
                <a:gd name="T20" fmla="*/ 0 60000 65536"/>
                <a:gd name="T21" fmla="*/ 0 w 8"/>
                <a:gd name="T22" fmla="*/ 0 h 42"/>
                <a:gd name="T23" fmla="*/ 8 w 8"/>
                <a:gd name="T24" fmla="*/ 42 h 4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 h="42">
                  <a:moveTo>
                    <a:pt x="2" y="0"/>
                  </a:moveTo>
                  <a:cubicBezTo>
                    <a:pt x="1" y="6"/>
                    <a:pt x="0" y="14"/>
                    <a:pt x="0" y="21"/>
                  </a:cubicBezTo>
                  <a:cubicBezTo>
                    <a:pt x="0" y="28"/>
                    <a:pt x="1" y="35"/>
                    <a:pt x="2" y="42"/>
                  </a:cubicBezTo>
                  <a:cubicBezTo>
                    <a:pt x="8" y="42"/>
                    <a:pt x="8" y="42"/>
                    <a:pt x="8" y="42"/>
                  </a:cubicBezTo>
                  <a:cubicBezTo>
                    <a:pt x="7" y="35"/>
                    <a:pt x="6" y="28"/>
                    <a:pt x="6" y="21"/>
                  </a:cubicBezTo>
                  <a:cubicBezTo>
                    <a:pt x="6" y="14"/>
                    <a:pt x="7" y="6"/>
                    <a:pt x="8" y="0"/>
                  </a:cubicBezTo>
                  <a:lnTo>
                    <a:pt x="2" y="0"/>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983" name="Freeform 682"/>
            <p:cNvSpPr>
              <a:spLocks noChangeArrowheads="1"/>
            </p:cNvSpPr>
            <p:nvPr/>
          </p:nvSpPr>
          <p:spPr bwMode="auto">
            <a:xfrm>
              <a:off x="508918" y="405812"/>
              <a:ext cx="67856" cy="67950"/>
            </a:xfrm>
            <a:custGeom>
              <a:avLst/>
              <a:gdLst>
                <a:gd name="T0" fmla="*/ 0 w 35"/>
                <a:gd name="T1" fmla="*/ 2147483647 h 35"/>
                <a:gd name="T2" fmla="*/ 2147483647 w 35"/>
                <a:gd name="T3" fmla="*/ 2147483647 h 35"/>
                <a:gd name="T4" fmla="*/ 2147483647 w 35"/>
                <a:gd name="T5" fmla="*/ 2147483647 h 35"/>
                <a:gd name="T6" fmla="*/ 2147483647 w 35"/>
                <a:gd name="T7" fmla="*/ 0 h 35"/>
                <a:gd name="T8" fmla="*/ 0 w 35"/>
                <a:gd name="T9" fmla="*/ 2147483647 h 35"/>
                <a:gd name="T10" fmla="*/ 0 60000 65536"/>
                <a:gd name="T11" fmla="*/ 0 60000 65536"/>
                <a:gd name="T12" fmla="*/ 0 60000 65536"/>
                <a:gd name="T13" fmla="*/ 0 60000 65536"/>
                <a:gd name="T14" fmla="*/ 0 60000 65536"/>
                <a:gd name="T15" fmla="*/ 0 w 35"/>
                <a:gd name="T16" fmla="*/ 0 h 35"/>
                <a:gd name="T17" fmla="*/ 35 w 35"/>
                <a:gd name="T18" fmla="*/ 35 h 35"/>
              </a:gdLst>
              <a:ahLst/>
              <a:cxnLst>
                <a:cxn ang="T10">
                  <a:pos x="T0" y="T1"/>
                </a:cxn>
                <a:cxn ang="T11">
                  <a:pos x="T2" y="T3"/>
                </a:cxn>
                <a:cxn ang="T12">
                  <a:pos x="T4" y="T5"/>
                </a:cxn>
                <a:cxn ang="T13">
                  <a:pos x="T6" y="T7"/>
                </a:cxn>
                <a:cxn ang="T14">
                  <a:pos x="T8" y="T9"/>
                </a:cxn>
              </a:cxnLst>
              <a:rect l="T15" t="T16" r="T17" b="T18"/>
              <a:pathLst>
                <a:path w="35" h="35">
                  <a:moveTo>
                    <a:pt x="0" y="31"/>
                  </a:moveTo>
                  <a:cubicBezTo>
                    <a:pt x="5" y="35"/>
                    <a:pt x="5" y="35"/>
                    <a:pt x="5" y="35"/>
                  </a:cubicBezTo>
                  <a:cubicBezTo>
                    <a:pt x="17" y="27"/>
                    <a:pt x="27" y="16"/>
                    <a:pt x="35" y="5"/>
                  </a:cubicBezTo>
                  <a:cubicBezTo>
                    <a:pt x="31" y="0"/>
                    <a:pt x="31" y="0"/>
                    <a:pt x="31" y="0"/>
                  </a:cubicBezTo>
                  <a:cubicBezTo>
                    <a:pt x="23" y="12"/>
                    <a:pt x="12" y="22"/>
                    <a:pt x="0" y="31"/>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984" name="Freeform 683"/>
            <p:cNvSpPr>
              <a:spLocks noChangeArrowheads="1"/>
            </p:cNvSpPr>
            <p:nvPr/>
          </p:nvSpPr>
          <p:spPr bwMode="auto">
            <a:xfrm>
              <a:off x="605048" y="237825"/>
              <a:ext cx="15079" cy="81162"/>
            </a:xfrm>
            <a:custGeom>
              <a:avLst/>
              <a:gdLst>
                <a:gd name="T0" fmla="*/ 2147483647 w 8"/>
                <a:gd name="T1" fmla="*/ 0 h 42"/>
                <a:gd name="T2" fmla="*/ 0 w 8"/>
                <a:gd name="T3" fmla="*/ 0 h 42"/>
                <a:gd name="T4" fmla="*/ 2147483647 w 8"/>
                <a:gd name="T5" fmla="*/ 2147483647 h 42"/>
                <a:gd name="T6" fmla="*/ 0 w 8"/>
                <a:gd name="T7" fmla="*/ 2147483647 h 42"/>
                <a:gd name="T8" fmla="*/ 2147483647 w 8"/>
                <a:gd name="T9" fmla="*/ 2147483647 h 42"/>
                <a:gd name="T10" fmla="*/ 2147483647 w 8"/>
                <a:gd name="T11" fmla="*/ 2147483647 h 42"/>
                <a:gd name="T12" fmla="*/ 2147483647 w 8"/>
                <a:gd name="T13" fmla="*/ 0 h 42"/>
                <a:gd name="T14" fmla="*/ 0 60000 65536"/>
                <a:gd name="T15" fmla="*/ 0 60000 65536"/>
                <a:gd name="T16" fmla="*/ 0 60000 65536"/>
                <a:gd name="T17" fmla="*/ 0 60000 65536"/>
                <a:gd name="T18" fmla="*/ 0 60000 65536"/>
                <a:gd name="T19" fmla="*/ 0 60000 65536"/>
                <a:gd name="T20" fmla="*/ 0 60000 65536"/>
                <a:gd name="T21" fmla="*/ 0 w 8"/>
                <a:gd name="T22" fmla="*/ 0 h 42"/>
                <a:gd name="T23" fmla="*/ 8 w 8"/>
                <a:gd name="T24" fmla="*/ 42 h 4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 h="42">
                  <a:moveTo>
                    <a:pt x="6" y="0"/>
                  </a:moveTo>
                  <a:cubicBezTo>
                    <a:pt x="0" y="0"/>
                    <a:pt x="0" y="0"/>
                    <a:pt x="0" y="0"/>
                  </a:cubicBezTo>
                  <a:cubicBezTo>
                    <a:pt x="1" y="6"/>
                    <a:pt x="2" y="14"/>
                    <a:pt x="2" y="21"/>
                  </a:cubicBezTo>
                  <a:cubicBezTo>
                    <a:pt x="2" y="28"/>
                    <a:pt x="1" y="35"/>
                    <a:pt x="0" y="42"/>
                  </a:cubicBezTo>
                  <a:cubicBezTo>
                    <a:pt x="6" y="42"/>
                    <a:pt x="6" y="42"/>
                    <a:pt x="6" y="42"/>
                  </a:cubicBezTo>
                  <a:cubicBezTo>
                    <a:pt x="7" y="35"/>
                    <a:pt x="8" y="28"/>
                    <a:pt x="8" y="21"/>
                  </a:cubicBezTo>
                  <a:cubicBezTo>
                    <a:pt x="8" y="14"/>
                    <a:pt x="7" y="6"/>
                    <a:pt x="6" y="0"/>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985" name="Freeform 684"/>
            <p:cNvSpPr>
              <a:spLocks noChangeArrowheads="1"/>
            </p:cNvSpPr>
            <p:nvPr/>
          </p:nvSpPr>
          <p:spPr bwMode="auto">
            <a:xfrm>
              <a:off x="339279" y="502075"/>
              <a:ext cx="84820" cy="15100"/>
            </a:xfrm>
            <a:custGeom>
              <a:avLst/>
              <a:gdLst>
                <a:gd name="T0" fmla="*/ 0 w 43"/>
                <a:gd name="T1" fmla="*/ 0 h 8"/>
                <a:gd name="T2" fmla="*/ 0 w 43"/>
                <a:gd name="T3" fmla="*/ 2147483647 h 8"/>
                <a:gd name="T4" fmla="*/ 2147483647 w 43"/>
                <a:gd name="T5" fmla="*/ 2147483647 h 8"/>
                <a:gd name="T6" fmla="*/ 2147483647 w 43"/>
                <a:gd name="T7" fmla="*/ 2147483647 h 8"/>
                <a:gd name="T8" fmla="*/ 2147483647 w 43"/>
                <a:gd name="T9" fmla="*/ 0 h 8"/>
                <a:gd name="T10" fmla="*/ 2147483647 w 43"/>
                <a:gd name="T11" fmla="*/ 2147483647 h 8"/>
                <a:gd name="T12" fmla="*/ 0 w 43"/>
                <a:gd name="T13" fmla="*/ 0 h 8"/>
                <a:gd name="T14" fmla="*/ 0 60000 65536"/>
                <a:gd name="T15" fmla="*/ 0 60000 65536"/>
                <a:gd name="T16" fmla="*/ 0 60000 65536"/>
                <a:gd name="T17" fmla="*/ 0 60000 65536"/>
                <a:gd name="T18" fmla="*/ 0 60000 65536"/>
                <a:gd name="T19" fmla="*/ 0 60000 65536"/>
                <a:gd name="T20" fmla="*/ 0 60000 65536"/>
                <a:gd name="T21" fmla="*/ 0 w 43"/>
                <a:gd name="T22" fmla="*/ 0 h 8"/>
                <a:gd name="T23" fmla="*/ 43 w 43"/>
                <a:gd name="T24" fmla="*/ 8 h 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3" h="8">
                  <a:moveTo>
                    <a:pt x="0" y="0"/>
                  </a:moveTo>
                  <a:cubicBezTo>
                    <a:pt x="0" y="6"/>
                    <a:pt x="0" y="6"/>
                    <a:pt x="0" y="6"/>
                  </a:cubicBezTo>
                  <a:cubicBezTo>
                    <a:pt x="7" y="7"/>
                    <a:pt x="14" y="8"/>
                    <a:pt x="21" y="8"/>
                  </a:cubicBezTo>
                  <a:cubicBezTo>
                    <a:pt x="29" y="8"/>
                    <a:pt x="36" y="7"/>
                    <a:pt x="43" y="6"/>
                  </a:cubicBezTo>
                  <a:cubicBezTo>
                    <a:pt x="43" y="0"/>
                    <a:pt x="43" y="0"/>
                    <a:pt x="43" y="0"/>
                  </a:cubicBezTo>
                  <a:cubicBezTo>
                    <a:pt x="36" y="1"/>
                    <a:pt x="29" y="2"/>
                    <a:pt x="21" y="2"/>
                  </a:cubicBezTo>
                  <a:cubicBezTo>
                    <a:pt x="14" y="2"/>
                    <a:pt x="7" y="1"/>
                    <a:pt x="0" y="0"/>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986" name="Freeform 685"/>
            <p:cNvSpPr>
              <a:spLocks noChangeArrowheads="1"/>
            </p:cNvSpPr>
            <p:nvPr/>
          </p:nvSpPr>
          <p:spPr bwMode="auto">
            <a:xfrm>
              <a:off x="184719" y="405812"/>
              <a:ext cx="67856" cy="67950"/>
            </a:xfrm>
            <a:custGeom>
              <a:avLst/>
              <a:gdLst>
                <a:gd name="T0" fmla="*/ 2147483647 w 35"/>
                <a:gd name="T1" fmla="*/ 0 h 35"/>
                <a:gd name="T2" fmla="*/ 0 w 35"/>
                <a:gd name="T3" fmla="*/ 2147483647 h 35"/>
                <a:gd name="T4" fmla="*/ 2147483647 w 35"/>
                <a:gd name="T5" fmla="*/ 2147483647 h 35"/>
                <a:gd name="T6" fmla="*/ 2147483647 w 35"/>
                <a:gd name="T7" fmla="*/ 2147483647 h 35"/>
                <a:gd name="T8" fmla="*/ 2147483647 w 35"/>
                <a:gd name="T9" fmla="*/ 0 h 35"/>
                <a:gd name="T10" fmla="*/ 0 60000 65536"/>
                <a:gd name="T11" fmla="*/ 0 60000 65536"/>
                <a:gd name="T12" fmla="*/ 0 60000 65536"/>
                <a:gd name="T13" fmla="*/ 0 60000 65536"/>
                <a:gd name="T14" fmla="*/ 0 60000 65536"/>
                <a:gd name="T15" fmla="*/ 0 w 35"/>
                <a:gd name="T16" fmla="*/ 0 h 35"/>
                <a:gd name="T17" fmla="*/ 35 w 35"/>
                <a:gd name="T18" fmla="*/ 35 h 35"/>
              </a:gdLst>
              <a:ahLst/>
              <a:cxnLst>
                <a:cxn ang="T10">
                  <a:pos x="T0" y="T1"/>
                </a:cxn>
                <a:cxn ang="T11">
                  <a:pos x="T2" y="T3"/>
                </a:cxn>
                <a:cxn ang="T12">
                  <a:pos x="T4" y="T5"/>
                </a:cxn>
                <a:cxn ang="T13">
                  <a:pos x="T6" y="T7"/>
                </a:cxn>
                <a:cxn ang="T14">
                  <a:pos x="T8" y="T9"/>
                </a:cxn>
              </a:cxnLst>
              <a:rect l="T15" t="T16" r="T17" b="T18"/>
              <a:pathLst>
                <a:path w="35" h="35">
                  <a:moveTo>
                    <a:pt x="5" y="0"/>
                  </a:moveTo>
                  <a:cubicBezTo>
                    <a:pt x="0" y="5"/>
                    <a:pt x="0" y="5"/>
                    <a:pt x="0" y="5"/>
                  </a:cubicBezTo>
                  <a:cubicBezTo>
                    <a:pt x="9" y="16"/>
                    <a:pt x="19" y="27"/>
                    <a:pt x="31" y="35"/>
                  </a:cubicBezTo>
                  <a:cubicBezTo>
                    <a:pt x="35" y="31"/>
                    <a:pt x="35" y="31"/>
                    <a:pt x="35" y="31"/>
                  </a:cubicBezTo>
                  <a:cubicBezTo>
                    <a:pt x="23" y="22"/>
                    <a:pt x="13" y="12"/>
                    <a:pt x="5" y="0"/>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987" name="Freeform 686"/>
            <p:cNvSpPr>
              <a:spLocks noChangeArrowheads="1"/>
            </p:cNvSpPr>
            <p:nvPr/>
          </p:nvSpPr>
          <p:spPr bwMode="auto">
            <a:xfrm>
              <a:off x="184719" y="83050"/>
              <a:ext cx="67856" cy="67950"/>
            </a:xfrm>
            <a:custGeom>
              <a:avLst/>
              <a:gdLst>
                <a:gd name="T0" fmla="*/ 0 w 35"/>
                <a:gd name="T1" fmla="*/ 2147483647 h 35"/>
                <a:gd name="T2" fmla="*/ 2147483647 w 35"/>
                <a:gd name="T3" fmla="*/ 2147483647 h 35"/>
                <a:gd name="T4" fmla="*/ 2147483647 w 35"/>
                <a:gd name="T5" fmla="*/ 2147483647 h 35"/>
                <a:gd name="T6" fmla="*/ 2147483647 w 35"/>
                <a:gd name="T7" fmla="*/ 0 h 35"/>
                <a:gd name="T8" fmla="*/ 0 w 35"/>
                <a:gd name="T9" fmla="*/ 2147483647 h 35"/>
                <a:gd name="T10" fmla="*/ 0 60000 65536"/>
                <a:gd name="T11" fmla="*/ 0 60000 65536"/>
                <a:gd name="T12" fmla="*/ 0 60000 65536"/>
                <a:gd name="T13" fmla="*/ 0 60000 65536"/>
                <a:gd name="T14" fmla="*/ 0 60000 65536"/>
                <a:gd name="T15" fmla="*/ 0 w 35"/>
                <a:gd name="T16" fmla="*/ 0 h 35"/>
                <a:gd name="T17" fmla="*/ 35 w 35"/>
                <a:gd name="T18" fmla="*/ 35 h 35"/>
              </a:gdLst>
              <a:ahLst/>
              <a:cxnLst>
                <a:cxn ang="T10">
                  <a:pos x="T0" y="T1"/>
                </a:cxn>
                <a:cxn ang="T11">
                  <a:pos x="T2" y="T3"/>
                </a:cxn>
                <a:cxn ang="T12">
                  <a:pos x="T4" y="T5"/>
                </a:cxn>
                <a:cxn ang="T13">
                  <a:pos x="T6" y="T7"/>
                </a:cxn>
                <a:cxn ang="T14">
                  <a:pos x="T8" y="T9"/>
                </a:cxn>
              </a:cxnLst>
              <a:rect l="T15" t="T16" r="T17" b="T18"/>
              <a:pathLst>
                <a:path w="35" h="35">
                  <a:moveTo>
                    <a:pt x="0" y="30"/>
                  </a:moveTo>
                  <a:cubicBezTo>
                    <a:pt x="5" y="35"/>
                    <a:pt x="5" y="35"/>
                    <a:pt x="5" y="35"/>
                  </a:cubicBezTo>
                  <a:cubicBezTo>
                    <a:pt x="13" y="23"/>
                    <a:pt x="23" y="12"/>
                    <a:pt x="35" y="4"/>
                  </a:cubicBezTo>
                  <a:cubicBezTo>
                    <a:pt x="31" y="0"/>
                    <a:pt x="31" y="0"/>
                    <a:pt x="31" y="0"/>
                  </a:cubicBezTo>
                  <a:cubicBezTo>
                    <a:pt x="19" y="8"/>
                    <a:pt x="9" y="19"/>
                    <a:pt x="0" y="30"/>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988" name="Freeform 687"/>
            <p:cNvSpPr>
              <a:spLocks noChangeArrowheads="1"/>
            </p:cNvSpPr>
            <p:nvPr/>
          </p:nvSpPr>
          <p:spPr bwMode="auto">
            <a:xfrm>
              <a:off x="184719" y="405812"/>
              <a:ext cx="37698" cy="43413"/>
            </a:xfrm>
            <a:custGeom>
              <a:avLst/>
              <a:gdLst>
                <a:gd name="T0" fmla="*/ 0 w 19"/>
                <a:gd name="T1" fmla="*/ 2147483647 h 22"/>
                <a:gd name="T2" fmla="*/ 2147483647 w 19"/>
                <a:gd name="T3" fmla="*/ 2147483647 h 22"/>
                <a:gd name="T4" fmla="*/ 2147483647 w 19"/>
                <a:gd name="T5" fmla="*/ 2147483647 h 22"/>
                <a:gd name="T6" fmla="*/ 2147483647 w 19"/>
                <a:gd name="T7" fmla="*/ 0 h 22"/>
                <a:gd name="T8" fmla="*/ 0 w 19"/>
                <a:gd name="T9" fmla="*/ 2147483647 h 22"/>
                <a:gd name="T10" fmla="*/ 0 60000 65536"/>
                <a:gd name="T11" fmla="*/ 0 60000 65536"/>
                <a:gd name="T12" fmla="*/ 0 60000 65536"/>
                <a:gd name="T13" fmla="*/ 0 60000 65536"/>
                <a:gd name="T14" fmla="*/ 0 60000 65536"/>
                <a:gd name="T15" fmla="*/ 0 w 19"/>
                <a:gd name="T16" fmla="*/ 0 h 22"/>
                <a:gd name="T17" fmla="*/ 19 w 19"/>
                <a:gd name="T18" fmla="*/ 22 h 22"/>
              </a:gdLst>
              <a:ahLst/>
              <a:cxnLst>
                <a:cxn ang="T10">
                  <a:pos x="T0" y="T1"/>
                </a:cxn>
                <a:cxn ang="T11">
                  <a:pos x="T2" y="T3"/>
                </a:cxn>
                <a:cxn ang="T12">
                  <a:pos x="T4" y="T5"/>
                </a:cxn>
                <a:cxn ang="T13">
                  <a:pos x="T6" y="T7"/>
                </a:cxn>
                <a:cxn ang="T14">
                  <a:pos x="T8" y="T9"/>
                </a:cxn>
              </a:cxnLst>
              <a:rect l="T15" t="T16" r="T17" b="T18"/>
              <a:pathLst>
                <a:path w="19" h="22">
                  <a:moveTo>
                    <a:pt x="0" y="5"/>
                  </a:moveTo>
                  <a:cubicBezTo>
                    <a:pt x="5" y="11"/>
                    <a:pt x="10" y="17"/>
                    <a:pt x="15" y="22"/>
                  </a:cubicBezTo>
                  <a:cubicBezTo>
                    <a:pt x="19" y="18"/>
                    <a:pt x="19" y="18"/>
                    <a:pt x="19" y="18"/>
                  </a:cubicBezTo>
                  <a:cubicBezTo>
                    <a:pt x="14" y="12"/>
                    <a:pt x="9" y="7"/>
                    <a:pt x="5" y="0"/>
                  </a:cubicBezTo>
                  <a:lnTo>
                    <a:pt x="0" y="5"/>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989" name="Freeform 688"/>
            <p:cNvSpPr>
              <a:spLocks noChangeArrowheads="1"/>
            </p:cNvSpPr>
            <p:nvPr/>
          </p:nvSpPr>
          <p:spPr bwMode="auto">
            <a:xfrm>
              <a:off x="508918" y="83050"/>
              <a:ext cx="43353" cy="35862"/>
            </a:xfrm>
            <a:custGeom>
              <a:avLst/>
              <a:gdLst>
                <a:gd name="T0" fmla="*/ 2147483647 w 22"/>
                <a:gd name="T1" fmla="*/ 0 h 19"/>
                <a:gd name="T2" fmla="*/ 0 w 22"/>
                <a:gd name="T3" fmla="*/ 2147483647 h 19"/>
                <a:gd name="T4" fmla="*/ 2147483647 w 22"/>
                <a:gd name="T5" fmla="*/ 2147483647 h 19"/>
                <a:gd name="T6" fmla="*/ 2147483647 w 22"/>
                <a:gd name="T7" fmla="*/ 2147483647 h 19"/>
                <a:gd name="T8" fmla="*/ 2147483647 w 22"/>
                <a:gd name="T9" fmla="*/ 0 h 19"/>
                <a:gd name="T10" fmla="*/ 0 60000 65536"/>
                <a:gd name="T11" fmla="*/ 0 60000 65536"/>
                <a:gd name="T12" fmla="*/ 0 60000 65536"/>
                <a:gd name="T13" fmla="*/ 0 60000 65536"/>
                <a:gd name="T14" fmla="*/ 0 60000 65536"/>
                <a:gd name="T15" fmla="*/ 0 w 22"/>
                <a:gd name="T16" fmla="*/ 0 h 19"/>
                <a:gd name="T17" fmla="*/ 22 w 22"/>
                <a:gd name="T18" fmla="*/ 19 h 19"/>
              </a:gdLst>
              <a:ahLst/>
              <a:cxnLst>
                <a:cxn ang="T10">
                  <a:pos x="T0" y="T1"/>
                </a:cxn>
                <a:cxn ang="T11">
                  <a:pos x="T2" y="T3"/>
                </a:cxn>
                <a:cxn ang="T12">
                  <a:pos x="T4" y="T5"/>
                </a:cxn>
                <a:cxn ang="T13">
                  <a:pos x="T6" y="T7"/>
                </a:cxn>
                <a:cxn ang="T14">
                  <a:pos x="T8" y="T9"/>
                </a:cxn>
              </a:cxnLst>
              <a:rect l="T15" t="T16" r="T17" b="T18"/>
              <a:pathLst>
                <a:path w="22" h="19">
                  <a:moveTo>
                    <a:pt x="5" y="0"/>
                  </a:moveTo>
                  <a:cubicBezTo>
                    <a:pt x="0" y="4"/>
                    <a:pt x="0" y="4"/>
                    <a:pt x="0" y="4"/>
                  </a:cubicBezTo>
                  <a:cubicBezTo>
                    <a:pt x="7" y="9"/>
                    <a:pt x="13" y="14"/>
                    <a:pt x="18" y="19"/>
                  </a:cubicBezTo>
                  <a:cubicBezTo>
                    <a:pt x="22" y="15"/>
                    <a:pt x="22" y="15"/>
                    <a:pt x="22" y="15"/>
                  </a:cubicBezTo>
                  <a:cubicBezTo>
                    <a:pt x="17" y="9"/>
                    <a:pt x="11" y="4"/>
                    <a:pt x="5" y="0"/>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990" name="Freeform 689"/>
            <p:cNvSpPr>
              <a:spLocks noChangeArrowheads="1"/>
            </p:cNvSpPr>
            <p:nvPr/>
          </p:nvSpPr>
          <p:spPr bwMode="auto">
            <a:xfrm>
              <a:off x="339279" y="39637"/>
              <a:ext cx="84820" cy="15100"/>
            </a:xfrm>
            <a:custGeom>
              <a:avLst/>
              <a:gdLst>
                <a:gd name="T0" fmla="*/ 0 w 43"/>
                <a:gd name="T1" fmla="*/ 2147483647 h 8"/>
                <a:gd name="T2" fmla="*/ 0 w 43"/>
                <a:gd name="T3" fmla="*/ 2147483647 h 8"/>
                <a:gd name="T4" fmla="*/ 2147483647 w 43"/>
                <a:gd name="T5" fmla="*/ 2147483647 h 8"/>
                <a:gd name="T6" fmla="*/ 2147483647 w 43"/>
                <a:gd name="T7" fmla="*/ 2147483647 h 8"/>
                <a:gd name="T8" fmla="*/ 2147483647 w 43"/>
                <a:gd name="T9" fmla="*/ 2147483647 h 8"/>
                <a:gd name="T10" fmla="*/ 2147483647 w 43"/>
                <a:gd name="T11" fmla="*/ 0 h 8"/>
                <a:gd name="T12" fmla="*/ 0 w 43"/>
                <a:gd name="T13" fmla="*/ 2147483647 h 8"/>
                <a:gd name="T14" fmla="*/ 0 60000 65536"/>
                <a:gd name="T15" fmla="*/ 0 60000 65536"/>
                <a:gd name="T16" fmla="*/ 0 60000 65536"/>
                <a:gd name="T17" fmla="*/ 0 60000 65536"/>
                <a:gd name="T18" fmla="*/ 0 60000 65536"/>
                <a:gd name="T19" fmla="*/ 0 60000 65536"/>
                <a:gd name="T20" fmla="*/ 0 60000 65536"/>
                <a:gd name="T21" fmla="*/ 0 w 43"/>
                <a:gd name="T22" fmla="*/ 0 h 8"/>
                <a:gd name="T23" fmla="*/ 43 w 43"/>
                <a:gd name="T24" fmla="*/ 8 h 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3" h="8">
                  <a:moveTo>
                    <a:pt x="0" y="2"/>
                  </a:moveTo>
                  <a:cubicBezTo>
                    <a:pt x="0" y="8"/>
                    <a:pt x="0" y="8"/>
                    <a:pt x="0" y="8"/>
                  </a:cubicBezTo>
                  <a:cubicBezTo>
                    <a:pt x="7" y="7"/>
                    <a:pt x="14" y="6"/>
                    <a:pt x="21" y="6"/>
                  </a:cubicBezTo>
                  <a:cubicBezTo>
                    <a:pt x="29" y="6"/>
                    <a:pt x="36" y="7"/>
                    <a:pt x="43" y="8"/>
                  </a:cubicBezTo>
                  <a:cubicBezTo>
                    <a:pt x="43" y="2"/>
                    <a:pt x="43" y="2"/>
                    <a:pt x="43" y="2"/>
                  </a:cubicBezTo>
                  <a:cubicBezTo>
                    <a:pt x="36" y="1"/>
                    <a:pt x="29" y="0"/>
                    <a:pt x="21" y="0"/>
                  </a:cubicBezTo>
                  <a:cubicBezTo>
                    <a:pt x="14" y="0"/>
                    <a:pt x="7" y="1"/>
                    <a:pt x="0" y="2"/>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991" name="Freeform 690"/>
            <p:cNvSpPr>
              <a:spLocks noChangeArrowheads="1"/>
            </p:cNvSpPr>
            <p:nvPr/>
          </p:nvSpPr>
          <p:spPr bwMode="auto">
            <a:xfrm>
              <a:off x="141367" y="237825"/>
              <a:ext cx="16963" cy="81162"/>
            </a:xfrm>
            <a:custGeom>
              <a:avLst/>
              <a:gdLst>
                <a:gd name="T0" fmla="*/ 2147483647 w 8"/>
                <a:gd name="T1" fmla="*/ 0 h 42"/>
                <a:gd name="T2" fmla="*/ 0 w 8"/>
                <a:gd name="T3" fmla="*/ 2147483647 h 42"/>
                <a:gd name="T4" fmla="*/ 2147483647 w 8"/>
                <a:gd name="T5" fmla="*/ 2147483647 h 42"/>
                <a:gd name="T6" fmla="*/ 2147483647 w 8"/>
                <a:gd name="T7" fmla="*/ 2147483647 h 42"/>
                <a:gd name="T8" fmla="*/ 2147483647 w 8"/>
                <a:gd name="T9" fmla="*/ 2147483647 h 42"/>
                <a:gd name="T10" fmla="*/ 2147483647 w 8"/>
                <a:gd name="T11" fmla="*/ 0 h 42"/>
                <a:gd name="T12" fmla="*/ 2147483647 w 8"/>
                <a:gd name="T13" fmla="*/ 0 h 42"/>
                <a:gd name="T14" fmla="*/ 0 60000 65536"/>
                <a:gd name="T15" fmla="*/ 0 60000 65536"/>
                <a:gd name="T16" fmla="*/ 0 60000 65536"/>
                <a:gd name="T17" fmla="*/ 0 60000 65536"/>
                <a:gd name="T18" fmla="*/ 0 60000 65536"/>
                <a:gd name="T19" fmla="*/ 0 60000 65536"/>
                <a:gd name="T20" fmla="*/ 0 60000 65536"/>
                <a:gd name="T21" fmla="*/ 0 w 8"/>
                <a:gd name="T22" fmla="*/ 0 h 42"/>
                <a:gd name="T23" fmla="*/ 8 w 8"/>
                <a:gd name="T24" fmla="*/ 42 h 4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 h="42">
                  <a:moveTo>
                    <a:pt x="2" y="0"/>
                  </a:moveTo>
                  <a:cubicBezTo>
                    <a:pt x="1" y="6"/>
                    <a:pt x="0" y="14"/>
                    <a:pt x="0" y="21"/>
                  </a:cubicBezTo>
                  <a:cubicBezTo>
                    <a:pt x="0" y="28"/>
                    <a:pt x="1" y="35"/>
                    <a:pt x="2" y="42"/>
                  </a:cubicBezTo>
                  <a:cubicBezTo>
                    <a:pt x="8" y="42"/>
                    <a:pt x="8" y="42"/>
                    <a:pt x="8" y="42"/>
                  </a:cubicBezTo>
                  <a:cubicBezTo>
                    <a:pt x="7" y="35"/>
                    <a:pt x="6" y="28"/>
                    <a:pt x="6" y="21"/>
                  </a:cubicBezTo>
                  <a:cubicBezTo>
                    <a:pt x="6" y="14"/>
                    <a:pt x="7" y="6"/>
                    <a:pt x="8" y="0"/>
                  </a:cubicBezTo>
                  <a:lnTo>
                    <a:pt x="2" y="0"/>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992" name="Freeform 691"/>
            <p:cNvSpPr>
              <a:spLocks noChangeArrowheads="1"/>
            </p:cNvSpPr>
            <p:nvPr/>
          </p:nvSpPr>
          <p:spPr bwMode="auto">
            <a:xfrm>
              <a:off x="184719" y="83050"/>
              <a:ext cx="67856" cy="67950"/>
            </a:xfrm>
            <a:custGeom>
              <a:avLst/>
              <a:gdLst>
                <a:gd name="T0" fmla="*/ 0 w 35"/>
                <a:gd name="T1" fmla="*/ 2147483647 h 35"/>
                <a:gd name="T2" fmla="*/ 2147483647 w 35"/>
                <a:gd name="T3" fmla="*/ 2147483647 h 35"/>
                <a:gd name="T4" fmla="*/ 2147483647 w 35"/>
                <a:gd name="T5" fmla="*/ 2147483647 h 35"/>
                <a:gd name="T6" fmla="*/ 2147483647 w 35"/>
                <a:gd name="T7" fmla="*/ 0 h 35"/>
                <a:gd name="T8" fmla="*/ 0 w 35"/>
                <a:gd name="T9" fmla="*/ 2147483647 h 35"/>
                <a:gd name="T10" fmla="*/ 0 60000 65536"/>
                <a:gd name="T11" fmla="*/ 0 60000 65536"/>
                <a:gd name="T12" fmla="*/ 0 60000 65536"/>
                <a:gd name="T13" fmla="*/ 0 60000 65536"/>
                <a:gd name="T14" fmla="*/ 0 60000 65536"/>
                <a:gd name="T15" fmla="*/ 0 w 35"/>
                <a:gd name="T16" fmla="*/ 0 h 35"/>
                <a:gd name="T17" fmla="*/ 35 w 35"/>
                <a:gd name="T18" fmla="*/ 35 h 35"/>
              </a:gdLst>
              <a:ahLst/>
              <a:cxnLst>
                <a:cxn ang="T10">
                  <a:pos x="T0" y="T1"/>
                </a:cxn>
                <a:cxn ang="T11">
                  <a:pos x="T2" y="T3"/>
                </a:cxn>
                <a:cxn ang="T12">
                  <a:pos x="T4" y="T5"/>
                </a:cxn>
                <a:cxn ang="T13">
                  <a:pos x="T6" y="T7"/>
                </a:cxn>
                <a:cxn ang="T14">
                  <a:pos x="T8" y="T9"/>
                </a:cxn>
              </a:cxnLst>
              <a:rect l="T15" t="T16" r="T17" b="T18"/>
              <a:pathLst>
                <a:path w="35" h="35">
                  <a:moveTo>
                    <a:pt x="0" y="30"/>
                  </a:moveTo>
                  <a:cubicBezTo>
                    <a:pt x="5" y="35"/>
                    <a:pt x="5" y="35"/>
                    <a:pt x="5" y="35"/>
                  </a:cubicBezTo>
                  <a:cubicBezTo>
                    <a:pt x="13" y="23"/>
                    <a:pt x="23" y="12"/>
                    <a:pt x="35" y="4"/>
                  </a:cubicBezTo>
                  <a:cubicBezTo>
                    <a:pt x="31" y="0"/>
                    <a:pt x="31" y="0"/>
                    <a:pt x="31" y="0"/>
                  </a:cubicBezTo>
                  <a:cubicBezTo>
                    <a:pt x="19" y="8"/>
                    <a:pt x="9" y="19"/>
                    <a:pt x="0" y="30"/>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993" name="Freeform 692"/>
            <p:cNvSpPr>
              <a:spLocks noChangeArrowheads="1"/>
            </p:cNvSpPr>
            <p:nvPr/>
          </p:nvSpPr>
          <p:spPr bwMode="auto">
            <a:xfrm>
              <a:off x="0" y="152887"/>
              <a:ext cx="354358" cy="403925"/>
            </a:xfrm>
            <a:custGeom>
              <a:avLst/>
              <a:gdLst>
                <a:gd name="T0" fmla="*/ 2147483647 w 181"/>
                <a:gd name="T1" fmla="*/ 0 h 206"/>
                <a:gd name="T2" fmla="*/ 2147483647 w 181"/>
                <a:gd name="T3" fmla="*/ 2147483647 h 206"/>
                <a:gd name="T4" fmla="*/ 2147483647 w 181"/>
                <a:gd name="T5" fmla="*/ 2147483647 h 206"/>
                <a:gd name="T6" fmla="*/ 0 w 181"/>
                <a:gd name="T7" fmla="*/ 2147483647 h 206"/>
                <a:gd name="T8" fmla="*/ 2147483647 w 181"/>
                <a:gd name="T9" fmla="*/ 2147483647 h 206"/>
                <a:gd name="T10" fmla="*/ 2147483647 w 181"/>
                <a:gd name="T11" fmla="*/ 2147483647 h 206"/>
                <a:gd name="T12" fmla="*/ 2147483647 w 181"/>
                <a:gd name="T13" fmla="*/ 2147483647 h 206"/>
                <a:gd name="T14" fmla="*/ 2147483647 w 181"/>
                <a:gd name="T15" fmla="*/ 0 h 206"/>
                <a:gd name="T16" fmla="*/ 2147483647 w 181"/>
                <a:gd name="T17" fmla="*/ 0 h 20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81"/>
                <a:gd name="T28" fmla="*/ 0 h 206"/>
                <a:gd name="T29" fmla="*/ 181 w 181"/>
                <a:gd name="T30" fmla="*/ 206 h 20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81" h="206">
                  <a:moveTo>
                    <a:pt x="180" y="0"/>
                  </a:moveTo>
                  <a:cubicBezTo>
                    <a:pt x="142" y="0"/>
                    <a:pt x="110" y="25"/>
                    <a:pt x="99" y="59"/>
                  </a:cubicBezTo>
                  <a:cubicBezTo>
                    <a:pt x="78" y="64"/>
                    <a:pt x="60" y="79"/>
                    <a:pt x="52" y="99"/>
                  </a:cubicBezTo>
                  <a:cubicBezTo>
                    <a:pt x="24" y="100"/>
                    <a:pt x="0" y="124"/>
                    <a:pt x="0" y="153"/>
                  </a:cubicBezTo>
                  <a:cubicBezTo>
                    <a:pt x="0" y="182"/>
                    <a:pt x="23" y="205"/>
                    <a:pt x="52" y="206"/>
                  </a:cubicBezTo>
                  <a:cubicBezTo>
                    <a:pt x="52" y="206"/>
                    <a:pt x="52" y="206"/>
                    <a:pt x="52" y="206"/>
                  </a:cubicBezTo>
                  <a:cubicBezTo>
                    <a:pt x="181" y="206"/>
                    <a:pt x="181" y="206"/>
                    <a:pt x="181" y="206"/>
                  </a:cubicBezTo>
                  <a:cubicBezTo>
                    <a:pt x="181" y="0"/>
                    <a:pt x="181" y="0"/>
                    <a:pt x="181" y="0"/>
                  </a:cubicBezTo>
                  <a:lnTo>
                    <a:pt x="180" y="0"/>
                  </a:ln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sp>
          <p:nvSpPr>
            <p:cNvPr id="994" name="Freeform 693"/>
            <p:cNvSpPr>
              <a:spLocks noChangeArrowheads="1"/>
            </p:cNvSpPr>
            <p:nvPr/>
          </p:nvSpPr>
          <p:spPr bwMode="auto">
            <a:xfrm>
              <a:off x="354358" y="152887"/>
              <a:ext cx="284618" cy="403925"/>
            </a:xfrm>
            <a:custGeom>
              <a:avLst/>
              <a:gdLst>
                <a:gd name="T0" fmla="*/ 2147483647 w 144"/>
                <a:gd name="T1" fmla="*/ 2147483647 h 206"/>
                <a:gd name="T2" fmla="*/ 0 w 144"/>
                <a:gd name="T3" fmla="*/ 0 h 206"/>
                <a:gd name="T4" fmla="*/ 0 w 144"/>
                <a:gd name="T5" fmla="*/ 2147483647 h 206"/>
                <a:gd name="T6" fmla="*/ 2147483647 w 144"/>
                <a:gd name="T7" fmla="*/ 2147483647 h 206"/>
                <a:gd name="T8" fmla="*/ 2147483647 w 144"/>
                <a:gd name="T9" fmla="*/ 2147483647 h 206"/>
                <a:gd name="T10" fmla="*/ 2147483647 w 144"/>
                <a:gd name="T11" fmla="*/ 2147483647 h 206"/>
                <a:gd name="T12" fmla="*/ 2147483647 w 144"/>
                <a:gd name="T13" fmla="*/ 2147483647 h 206"/>
                <a:gd name="T14" fmla="*/ 0 60000 65536"/>
                <a:gd name="T15" fmla="*/ 0 60000 65536"/>
                <a:gd name="T16" fmla="*/ 0 60000 65536"/>
                <a:gd name="T17" fmla="*/ 0 60000 65536"/>
                <a:gd name="T18" fmla="*/ 0 60000 65536"/>
                <a:gd name="T19" fmla="*/ 0 60000 65536"/>
                <a:gd name="T20" fmla="*/ 0 60000 65536"/>
                <a:gd name="T21" fmla="*/ 0 w 144"/>
                <a:gd name="T22" fmla="*/ 0 h 206"/>
                <a:gd name="T23" fmla="*/ 144 w 144"/>
                <a:gd name="T24" fmla="*/ 206 h 20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4" h="206">
                  <a:moveTo>
                    <a:pt x="84" y="75"/>
                  </a:moveTo>
                  <a:cubicBezTo>
                    <a:pt x="79" y="33"/>
                    <a:pt x="43" y="1"/>
                    <a:pt x="0" y="0"/>
                  </a:cubicBezTo>
                  <a:cubicBezTo>
                    <a:pt x="0" y="206"/>
                    <a:pt x="0" y="206"/>
                    <a:pt x="0" y="206"/>
                  </a:cubicBezTo>
                  <a:cubicBezTo>
                    <a:pt x="81" y="206"/>
                    <a:pt x="81" y="206"/>
                    <a:pt x="81" y="206"/>
                  </a:cubicBezTo>
                  <a:cubicBezTo>
                    <a:pt x="81" y="206"/>
                    <a:pt x="81" y="206"/>
                    <a:pt x="81" y="206"/>
                  </a:cubicBezTo>
                  <a:cubicBezTo>
                    <a:pt x="116" y="205"/>
                    <a:pt x="144" y="176"/>
                    <a:pt x="144" y="141"/>
                  </a:cubicBezTo>
                  <a:cubicBezTo>
                    <a:pt x="144" y="106"/>
                    <a:pt x="118" y="78"/>
                    <a:pt x="84" y="75"/>
                  </a:cubicBezTo>
                  <a:close/>
                </a:path>
              </a:pathLst>
            </a:custGeom>
            <a:grpFill/>
            <a:ln>
              <a:solidFill>
                <a:srgbClr val="F02424"/>
              </a:solidFill>
            </a:ln>
          </p:spPr>
          <p:style>
            <a:lnRef idx="2">
              <a:schemeClr val="accent1"/>
            </a:lnRef>
            <a:fillRef idx="1">
              <a:schemeClr val="lt1"/>
            </a:fillRef>
            <a:effectRef idx="0">
              <a:schemeClr val="accent1"/>
            </a:effectRef>
            <a:fontRef idx="minor">
              <a:schemeClr val="dk1"/>
            </a:fontRef>
          </p:style>
          <p:txBody>
            <a:bodyPr/>
            <a:p>
              <a:pPr>
                <a:buFont typeface="Arial" panose="020B0604020202020204" pitchFamily="34" charset="0"/>
                <a:buNone/>
                <a:defRPr/>
              </a:pPr>
              <a:endParaRPr lang="zh-CN" altLang="en-US"/>
            </a:p>
          </p:txBody>
        </p:sp>
      </p:grpSp>
      <p:pic>
        <p:nvPicPr>
          <p:cNvPr id="13" name="Picture 10"/>
          <p:cNvPicPr>
            <a:picLocks noChangeAspect="1"/>
          </p:cNvPicPr>
          <p:nvPr/>
        </p:nvPicPr>
        <p:blipFill>
          <a:blip r:embed="rId1"/>
          <a:stretch>
            <a:fillRect/>
          </a:stretch>
        </p:blipFill>
        <p:spPr>
          <a:xfrm>
            <a:off x="381000" y="2482850"/>
            <a:ext cx="8285480" cy="4262120"/>
          </a:xfrm>
          <a:prstGeom prst="rect">
            <a:avLst/>
          </a:prstGeom>
          <a:noFill/>
          <a:ln>
            <a:noFill/>
          </a:ln>
        </p:spPr>
      </p:pic>
      <p:pic>
        <p:nvPicPr>
          <p:cNvPr id="14" name="Picture 11"/>
          <p:cNvPicPr>
            <a:picLocks noChangeAspect="1"/>
          </p:cNvPicPr>
          <p:nvPr/>
        </p:nvPicPr>
        <p:blipFill>
          <a:blip r:embed="rId2"/>
          <a:stretch>
            <a:fillRect/>
          </a:stretch>
        </p:blipFill>
        <p:spPr>
          <a:xfrm>
            <a:off x="8919845" y="2482850"/>
            <a:ext cx="8433435" cy="4338320"/>
          </a:xfrm>
          <a:prstGeom prst="rect">
            <a:avLst/>
          </a:prstGeom>
          <a:noFill/>
          <a:ln>
            <a:noFill/>
          </a:ln>
        </p:spPr>
      </p:pic>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5" name="组合 4"/>
          <p:cNvGrpSpPr/>
          <p:nvPr/>
        </p:nvGrpSpPr>
        <p:grpSpPr bwMode="auto">
          <a:xfrm>
            <a:off x="0" y="-1624"/>
            <a:ext cx="6324600" cy="10315414"/>
            <a:chOff x="-1" y="-3"/>
            <a:chExt cx="5643571" cy="6858005"/>
          </a:xfrm>
        </p:grpSpPr>
        <p:sp>
          <p:nvSpPr>
            <p:cNvPr id="36" name="Freeform 5"/>
            <p:cNvSpPr/>
            <p:nvPr/>
          </p:nvSpPr>
          <p:spPr bwMode="auto">
            <a:xfrm>
              <a:off x="3453821" y="-3"/>
              <a:ext cx="2177915" cy="2852677"/>
            </a:xfrm>
            <a:custGeom>
              <a:avLst/>
              <a:gdLst>
                <a:gd name="T0" fmla="*/ 0 w 9839"/>
                <a:gd name="T1" fmla="*/ 2147483646 h 9917"/>
                <a:gd name="T2" fmla="*/ 2147483646 w 9839"/>
                <a:gd name="T3" fmla="*/ 2147483646 h 9917"/>
                <a:gd name="T4" fmla="*/ 2147483646 w 9839"/>
                <a:gd name="T5" fmla="*/ 0 h 9917"/>
                <a:gd name="T6" fmla="*/ 2147483646 w 9839"/>
                <a:gd name="T7" fmla="*/ 0 h 9917"/>
                <a:gd name="T8" fmla="*/ 0 w 9839"/>
                <a:gd name="T9" fmla="*/ 2147483646 h 99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839" h="9917">
                  <a:moveTo>
                    <a:pt x="0" y="5669"/>
                  </a:moveTo>
                  <a:lnTo>
                    <a:pt x="9839" y="9917"/>
                  </a:lnTo>
                  <a:lnTo>
                    <a:pt x="6221" y="0"/>
                  </a:lnTo>
                  <a:lnTo>
                    <a:pt x="4961" y="0"/>
                  </a:lnTo>
                  <a:lnTo>
                    <a:pt x="0" y="5669"/>
                  </a:lnTo>
                  <a:close/>
                </a:path>
              </a:pathLst>
            </a:custGeom>
            <a:solidFill>
              <a:srgbClr val="F06262"/>
            </a:solidFill>
            <a:ln>
              <a:noFill/>
            </a:ln>
            <a:extLst>
              <a:ext uri="{91240B29-F687-4F45-9708-019B960494DF}">
                <a14:hiddenLine xmlns:a14="http://schemas.microsoft.com/office/drawing/2010/main" w="9525">
                  <a:solidFill>
                    <a:srgbClr val="000000"/>
                  </a:solidFill>
                  <a:round/>
                </a14:hiddenLine>
              </a:ext>
            </a:extLst>
          </p:spPr>
          <p:txBody>
            <a:bodyPr lIns="55449" tIns="27725" rIns="55449" bIns="27725"/>
            <a:lstStyle/>
            <a:p>
              <a:endParaRPr lang="zh-CN" altLang="en-US"/>
            </a:p>
          </p:txBody>
        </p:sp>
        <p:sp>
          <p:nvSpPr>
            <p:cNvPr id="37" name="Freeform 6"/>
            <p:cNvSpPr/>
            <p:nvPr/>
          </p:nvSpPr>
          <p:spPr bwMode="auto">
            <a:xfrm>
              <a:off x="-1" y="1608945"/>
              <a:ext cx="5643571" cy="5249057"/>
            </a:xfrm>
            <a:custGeom>
              <a:avLst/>
              <a:gdLst>
                <a:gd name="T0" fmla="*/ 2147483646 w 9958"/>
                <a:gd name="T1" fmla="*/ 0 h 10000"/>
                <a:gd name="T2" fmla="*/ 2147483646 w 9958"/>
                <a:gd name="T3" fmla="*/ 2147483646 h 10000"/>
                <a:gd name="T4" fmla="*/ 0 w 9958"/>
                <a:gd name="T5" fmla="*/ 2147483646 h 10000"/>
                <a:gd name="T6" fmla="*/ 0 w 9958"/>
                <a:gd name="T7" fmla="*/ 2147483646 h 10000"/>
                <a:gd name="T8" fmla="*/ 2147483646 w 9958"/>
                <a:gd name="T9" fmla="*/ 2147483646 h 10000"/>
                <a:gd name="T10" fmla="*/ 2147483646 w 9958"/>
                <a:gd name="T11" fmla="*/ 2147483646 h 10000"/>
                <a:gd name="T12" fmla="*/ 2147483646 w 9958"/>
                <a:gd name="T13" fmla="*/ 2147483646 h 10000"/>
                <a:gd name="T14" fmla="*/ 2147483646 w 9958"/>
                <a:gd name="T15" fmla="*/ 0 h 100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9958" h="10000">
                  <a:moveTo>
                    <a:pt x="6154" y="0"/>
                  </a:moveTo>
                  <a:lnTo>
                    <a:pt x="301" y="9402"/>
                  </a:lnTo>
                  <a:lnTo>
                    <a:pt x="0" y="9886"/>
                  </a:lnTo>
                  <a:lnTo>
                    <a:pt x="0" y="10000"/>
                  </a:lnTo>
                  <a:lnTo>
                    <a:pt x="7653" y="10000"/>
                  </a:lnTo>
                  <a:cubicBezTo>
                    <a:pt x="7714" y="9801"/>
                    <a:pt x="7776" y="9601"/>
                    <a:pt x="7837" y="9402"/>
                  </a:cubicBezTo>
                  <a:lnTo>
                    <a:pt x="9958" y="2345"/>
                  </a:lnTo>
                  <a:lnTo>
                    <a:pt x="6154" y="0"/>
                  </a:lnTo>
                  <a:close/>
                </a:path>
              </a:pathLst>
            </a:custGeom>
            <a:solidFill>
              <a:srgbClr val="F34B4B"/>
            </a:solidFill>
            <a:ln>
              <a:noFill/>
            </a:ln>
            <a:extLst>
              <a:ext uri="{91240B29-F687-4F45-9708-019B960494DF}">
                <a14:hiddenLine xmlns:a14="http://schemas.microsoft.com/office/drawing/2010/main" w="9525">
                  <a:solidFill>
                    <a:srgbClr val="000000"/>
                  </a:solidFill>
                  <a:round/>
                </a14:hiddenLine>
              </a:ext>
            </a:extLst>
          </p:spPr>
          <p:txBody>
            <a:bodyPr lIns="55449" tIns="27725" rIns="55449" bIns="27725"/>
            <a:lstStyle/>
            <a:p>
              <a:endParaRPr lang="zh-CN" altLang="en-US"/>
            </a:p>
          </p:txBody>
        </p:sp>
        <p:sp>
          <p:nvSpPr>
            <p:cNvPr id="38" name="Freeform 7"/>
            <p:cNvSpPr/>
            <p:nvPr/>
          </p:nvSpPr>
          <p:spPr bwMode="auto">
            <a:xfrm>
              <a:off x="527670" y="0"/>
              <a:ext cx="4050101" cy="1700096"/>
            </a:xfrm>
            <a:custGeom>
              <a:avLst/>
              <a:gdLst>
                <a:gd name="T0" fmla="*/ 2147483646 w 5055"/>
                <a:gd name="T1" fmla="*/ 2147483646 h 1673"/>
                <a:gd name="T2" fmla="*/ 2147483646 w 5055"/>
                <a:gd name="T3" fmla="*/ 0 h 1673"/>
                <a:gd name="T4" fmla="*/ 0 w 5055"/>
                <a:gd name="T5" fmla="*/ 0 h 1673"/>
                <a:gd name="T6" fmla="*/ 2147483646 w 5055"/>
                <a:gd name="T7" fmla="*/ 2147483646 h 167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055" h="1673">
                  <a:moveTo>
                    <a:pt x="3665" y="1673"/>
                  </a:moveTo>
                  <a:lnTo>
                    <a:pt x="5055" y="0"/>
                  </a:lnTo>
                  <a:lnTo>
                    <a:pt x="0" y="0"/>
                  </a:lnTo>
                  <a:lnTo>
                    <a:pt x="3665" y="1673"/>
                  </a:lnTo>
                  <a:close/>
                </a:path>
              </a:pathLst>
            </a:custGeom>
            <a:solidFill>
              <a:srgbClr val="EE4C4C"/>
            </a:solidFill>
            <a:ln>
              <a:noFill/>
            </a:ln>
            <a:extLst>
              <a:ext uri="{91240B29-F687-4F45-9708-019B960494DF}">
                <a14:hiddenLine xmlns:a14="http://schemas.microsoft.com/office/drawing/2010/main" w="9525">
                  <a:solidFill>
                    <a:srgbClr val="000000"/>
                  </a:solidFill>
                  <a:round/>
                </a14:hiddenLine>
              </a:ext>
            </a:extLst>
          </p:spPr>
          <p:txBody>
            <a:bodyPr lIns="55449" tIns="27725" rIns="55449" bIns="27725"/>
            <a:lstStyle/>
            <a:p>
              <a:endParaRPr lang="zh-CN" altLang="en-US"/>
            </a:p>
          </p:txBody>
        </p:sp>
        <p:sp>
          <p:nvSpPr>
            <p:cNvPr id="39" name="Freeform 8"/>
            <p:cNvSpPr/>
            <p:nvPr/>
          </p:nvSpPr>
          <p:spPr bwMode="auto">
            <a:xfrm>
              <a:off x="1588" y="0"/>
              <a:ext cx="3501575" cy="6858002"/>
            </a:xfrm>
            <a:custGeom>
              <a:avLst/>
              <a:gdLst>
                <a:gd name="T0" fmla="*/ 2147483646 w 9866"/>
                <a:gd name="T1" fmla="*/ 0 h 10000"/>
                <a:gd name="T2" fmla="*/ 0 w 9866"/>
                <a:gd name="T3" fmla="*/ 0 h 10000"/>
                <a:gd name="T4" fmla="*/ 0 w 9866"/>
                <a:gd name="T5" fmla="*/ 2147483646 h 10000"/>
                <a:gd name="T6" fmla="*/ 0 w 9866"/>
                <a:gd name="T7" fmla="*/ 2147483646 h 10000"/>
                <a:gd name="T8" fmla="*/ 2147483646 w 9866"/>
                <a:gd name="T9" fmla="*/ 2147483646 h 10000"/>
                <a:gd name="T10" fmla="*/ 2147483646 w 9866"/>
                <a:gd name="T11" fmla="*/ 2147483646 h 10000"/>
                <a:gd name="T12" fmla="*/ 2147483646 w 9866"/>
                <a:gd name="T13" fmla="*/ 0 h 1000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9866" h="10000">
                  <a:moveTo>
                    <a:pt x="1825" y="0"/>
                  </a:moveTo>
                  <a:lnTo>
                    <a:pt x="0" y="0"/>
                  </a:lnTo>
                  <a:lnTo>
                    <a:pt x="0" y="9626"/>
                  </a:lnTo>
                  <a:lnTo>
                    <a:pt x="0" y="10000"/>
                  </a:lnTo>
                  <a:lnTo>
                    <a:pt x="489" y="9626"/>
                  </a:lnTo>
                  <a:lnTo>
                    <a:pt x="9866" y="2386"/>
                  </a:lnTo>
                  <a:lnTo>
                    <a:pt x="1825" y="0"/>
                  </a:lnTo>
                  <a:close/>
                </a:path>
              </a:pathLst>
            </a:custGeom>
            <a:solidFill>
              <a:srgbClr val="F13737"/>
            </a:solidFill>
            <a:ln>
              <a:noFill/>
            </a:ln>
            <a:extLst>
              <a:ext uri="{91240B29-F687-4F45-9708-019B960494DF}">
                <a14:hiddenLine xmlns:a14="http://schemas.microsoft.com/office/drawing/2010/main" w="9525">
                  <a:solidFill>
                    <a:srgbClr val="000000"/>
                  </a:solidFill>
                  <a:round/>
                </a14:hiddenLine>
              </a:ext>
            </a:extLst>
          </p:spPr>
          <p:txBody>
            <a:bodyPr lIns="55449" tIns="27725" rIns="55449" bIns="27725"/>
            <a:lstStyle/>
            <a:p>
              <a:endParaRPr lang="zh-CN" altLang="en-US"/>
            </a:p>
          </p:txBody>
        </p:sp>
      </p:grpSp>
      <p:sp>
        <p:nvSpPr>
          <p:cNvPr id="51" name="object 3"/>
          <p:cNvSpPr>
            <a:spLocks noChangeArrowheads="1"/>
          </p:cNvSpPr>
          <p:nvPr/>
        </p:nvSpPr>
        <p:spPr bwMode="auto">
          <a:xfrm>
            <a:off x="6934360" y="4161105"/>
            <a:ext cx="9658350" cy="138493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marL="9525" algn="ctr">
              <a:defRPr/>
            </a:pPr>
            <a:r>
              <a:rPr lang="en-US" altLang="zh-CN" sz="9000" b="1" dirty="0">
                <a:solidFill>
                  <a:srgbClr val="FFFFFF"/>
                </a:solidFill>
                <a:latin typeface="Trebuchet MS" panose="020B0603020202020204" pitchFamily="34" charset="0"/>
                <a:ea typeface="SimSun" panose="02010600030101010101" pitchFamily="2" charset="-122"/>
                <a:sym typeface="Trebuchet MS" panose="020B0603020202020204" pitchFamily="34" charset="0"/>
              </a:rPr>
              <a:t>THANKS</a:t>
            </a:r>
            <a:r>
              <a:rPr lang="zh-CN" altLang="en-US" sz="9000" b="1" dirty="0">
                <a:solidFill>
                  <a:schemeClr val="bg1"/>
                </a:solidFill>
                <a:latin typeface="Microsoft YaHei" panose="020B0503020204020204" pitchFamily="34" charset="-122"/>
                <a:ea typeface="Microsoft YaHei" panose="020B0503020204020204" pitchFamily="34" charset="-122"/>
                <a:sym typeface="Trebuchet MS" panose="020B0603020202020204" pitchFamily="34" charset="0"/>
              </a:rPr>
              <a:t>！</a:t>
            </a:r>
            <a:endParaRPr lang="en-US" altLang="zh-CN" sz="9000" b="1" dirty="0">
              <a:solidFill>
                <a:schemeClr val="bg1"/>
              </a:solidFill>
              <a:latin typeface="Microsoft YaHei" panose="020B0503020204020204" pitchFamily="34" charset="-122"/>
              <a:ea typeface="Microsoft YaHei" panose="020B0503020204020204" pitchFamily="34" charset="-122"/>
              <a:sym typeface="Trebuchet MS" panose="020B0603020202020204" pitchFamily="34" charset="0"/>
            </a:endParaRPr>
          </a:p>
        </p:txBody>
      </p:sp>
      <p:sp>
        <p:nvSpPr>
          <p:cNvPr id="2" name="object 3"/>
          <p:cNvSpPr txBox="1"/>
          <p:nvPr/>
        </p:nvSpPr>
        <p:spPr>
          <a:xfrm>
            <a:off x="381000" y="3321050"/>
            <a:ext cx="5736590" cy="969645"/>
          </a:xfrm>
          <a:prstGeom prst="rect">
            <a:avLst/>
          </a:prstGeom>
        </p:spPr>
        <p:txBody>
          <a:bodyPr vert="horz" wrap="square" lIns="0" tIns="0" rIns="0" bIns="0" rtlCol="0">
            <a:noAutofit/>
          </a:bodyPr>
          <a:p>
            <a:pPr>
              <a:lnSpc>
                <a:spcPct val="110000"/>
              </a:lnSpc>
            </a:pPr>
            <a:r>
              <a:rPr lang="vi-VN" altLang="zh-CN" sz="4000" b="1" dirty="0" smtClean="0">
                <a:solidFill>
                  <a:schemeClr val="bg1"/>
                </a:solidFill>
                <a:latin typeface="Microsoft YaHei" panose="020B0503020204020204" pitchFamily="34" charset="-122"/>
                <a:ea typeface="Microsoft YaHei" panose="020B0503020204020204" pitchFamily="34" charset="-122"/>
                <a:cs typeface="Arial" panose="020B0604020202020204"/>
              </a:rPr>
              <a:t>Học phần: </a:t>
            </a:r>
            <a:r>
              <a:rPr lang="en-US" altLang="vi-VN" sz="4000" b="1" dirty="0" smtClean="0">
                <a:solidFill>
                  <a:schemeClr val="bg1"/>
                </a:solidFill>
                <a:latin typeface="Microsoft YaHei" panose="020B0503020204020204" pitchFamily="34" charset="-122"/>
                <a:ea typeface="Microsoft YaHei" panose="020B0503020204020204" pitchFamily="34" charset="-122"/>
                <a:cs typeface="Arial" panose="020B0604020202020204"/>
              </a:rPr>
              <a:t>An Toàn Bảo Mật Thông Tin</a:t>
            </a:r>
            <a:endParaRPr lang="en-US" altLang="vi-VN" sz="4000" b="1" dirty="0" smtClean="0">
              <a:solidFill>
                <a:schemeClr val="bg1"/>
              </a:solidFill>
              <a:latin typeface="Microsoft YaHei" panose="020B0503020204020204" pitchFamily="34" charset="-122"/>
              <a:ea typeface="Microsoft YaHei" panose="020B0503020204020204" pitchFamily="34" charset="-122"/>
              <a:cs typeface="Arial" panose="020B0604020202020204"/>
            </a:endParaRPr>
          </a:p>
        </p:txBody>
      </p:sp>
      <p:sp>
        <p:nvSpPr>
          <p:cNvPr id="4" name="object 3"/>
          <p:cNvSpPr txBox="1"/>
          <p:nvPr/>
        </p:nvSpPr>
        <p:spPr>
          <a:xfrm>
            <a:off x="-152400" y="1416050"/>
            <a:ext cx="5955665" cy="1499235"/>
          </a:xfrm>
          <a:prstGeom prst="rect">
            <a:avLst/>
          </a:prstGeom>
        </p:spPr>
        <p:txBody>
          <a:bodyPr vert="horz" wrap="square" lIns="0" tIns="0" rIns="0" bIns="0" rtlCol="0">
            <a:noAutofit/>
          </a:bodyPr>
          <a:p>
            <a:pPr algn="ctr">
              <a:lnSpc>
                <a:spcPct val="110000"/>
              </a:lnSpc>
            </a:pPr>
            <a:r>
              <a:rPr lang="vi-VN" altLang="zh-CN" sz="10000" b="1" dirty="0" smtClean="0">
                <a:solidFill>
                  <a:schemeClr val="bg1"/>
                </a:solidFill>
                <a:latin typeface="Microsoft YaHei" panose="020B0503020204020204" pitchFamily="34" charset="-122"/>
                <a:ea typeface="Microsoft YaHei" panose="020B0503020204020204" pitchFamily="34" charset="-122"/>
                <a:cs typeface="Arial" panose="020B0604020202020204"/>
              </a:rPr>
              <a:t>Nhóm 6</a:t>
            </a:r>
            <a:endParaRPr lang="vi-VN" altLang="zh-CN" sz="10000" b="1" dirty="0" smtClean="0">
              <a:solidFill>
                <a:schemeClr val="bg1"/>
              </a:solidFill>
              <a:latin typeface="Microsoft YaHei" panose="020B0503020204020204" pitchFamily="34" charset="-122"/>
              <a:ea typeface="Microsoft YaHei" panose="020B0503020204020204" pitchFamily="34" charset="-122"/>
              <a:cs typeface="Arial" panose="020B0604020202020204"/>
            </a:endParaRPr>
          </a:p>
        </p:txBody>
      </p:sp>
    </p:spTree>
  </p:cSld>
  <p:clrMapOvr>
    <a:masterClrMapping/>
  </p:clrMapOvr>
  <p:timing>
    <p:tnLst>
      <p:par>
        <p:cTn id="1" dur="indefinite" restart="never" nodeType="tmRoot"/>
      </p:par>
    </p:tnLst>
  </p:timing>
</p:sld>
</file>

<file path=ppt/tags/tag1.xml><?xml version="1.0" encoding="utf-8"?>
<p:tagLst xmlns:p="http://schemas.openxmlformats.org/presentationml/2006/main">
  <p:tag name="TABLE_ENDDRAG_ORIGIN_RECT" val="340*379"/>
  <p:tag name="TABLE_ENDDRAG_RECT" val="30*135*340*379"/>
</p:tagLst>
</file>

<file path=ppt/tags/tag2.xml><?xml version="1.0" encoding="utf-8"?>
<p:tagLst xmlns:p="http://schemas.openxmlformats.org/presentationml/2006/main">
  <p:tag name="TABLE_ENDDRAG_ORIGIN_RECT" val="368*378"/>
  <p:tag name="TABLE_ENDDRAG_RECT" val="552*381*368*378"/>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10321</Words>
  <Application>WPS Presentation</Application>
  <PresentationFormat>自定义</PresentationFormat>
  <Paragraphs>370</Paragraphs>
  <Slides>32</Slides>
  <Notes>0</Notes>
  <HiddenSlides>0</HiddenSlides>
  <MMClips>0</MMClips>
  <ScaleCrop>false</ScaleCrop>
  <HeadingPairs>
    <vt:vector size="6" baseType="variant">
      <vt:variant>
        <vt:lpstr>已用的字体</vt:lpstr>
      </vt:variant>
      <vt:variant>
        <vt:i4>22</vt:i4>
      </vt:variant>
      <vt:variant>
        <vt:lpstr>主题</vt:lpstr>
      </vt:variant>
      <vt:variant>
        <vt:i4>1</vt:i4>
      </vt:variant>
      <vt:variant>
        <vt:lpstr>幻灯片标题</vt:lpstr>
      </vt:variant>
      <vt:variant>
        <vt:i4>32</vt:i4>
      </vt:variant>
    </vt:vector>
  </HeadingPairs>
  <TitlesOfParts>
    <vt:vector size="55" baseType="lpstr">
      <vt:lpstr>Arial</vt:lpstr>
      <vt:lpstr>SimSun</vt:lpstr>
      <vt:lpstr>Wingdings</vt:lpstr>
      <vt:lpstr>Microsoft YaHei</vt:lpstr>
      <vt:lpstr>Calibri</vt:lpstr>
      <vt:lpstr>Times New Roman</vt:lpstr>
      <vt:lpstr>Times New Roman</vt:lpstr>
      <vt:lpstr>Calibri</vt:lpstr>
      <vt:lpstr>Gungsuh</vt:lpstr>
      <vt:lpstr>Malgun Gothic</vt:lpstr>
      <vt:lpstr>Impact</vt:lpstr>
      <vt:lpstr>DM Sans</vt:lpstr>
      <vt:lpstr>Dela Gothic One</vt:lpstr>
      <vt:lpstr>Wingdings</vt:lpstr>
      <vt:lpstr>sans-serif</vt:lpstr>
      <vt:lpstr>UTM Scriptina KT</vt:lpstr>
      <vt:lpstr>monospace</vt:lpstr>
      <vt:lpstr>Arial Unicode MS</vt:lpstr>
      <vt:lpstr>Arial</vt:lpstr>
      <vt:lpstr>Trebuchet MS</vt:lpstr>
      <vt:lpstr>PMingLiU</vt:lpstr>
      <vt:lpstr>BatangChe</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Jonathan Marginson</dc:creator>
  <cp:lastModifiedBy>Admin</cp:lastModifiedBy>
  <cp:revision>117</cp:revision>
  <dcterms:created xsi:type="dcterms:W3CDTF">2015-06-16T20:27:00Z</dcterms:created>
  <dcterms:modified xsi:type="dcterms:W3CDTF">2024-09-25T02:04:07Z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2015-05-10T08:00:00Z</vt:filetime>
  </property>
  <property fmtid="{D5CDD505-2E9C-101B-9397-08002B2CF9AE}" pid="3" name="LastSaved">
    <vt:filetime>2015-06-18T08:00:00Z</vt:filetime>
  </property>
  <property fmtid="{D5CDD505-2E9C-101B-9397-08002B2CF9AE}" pid="4" name="KSOProductBuildVer">
    <vt:lpwstr>1033-12.2.0.18283</vt:lpwstr>
  </property>
  <property fmtid="{D5CDD505-2E9C-101B-9397-08002B2CF9AE}" pid="5" name="ICV">
    <vt:lpwstr>79819EF3F1504491A030F66870F7B878_13</vt:lpwstr>
  </property>
</Properties>
</file>